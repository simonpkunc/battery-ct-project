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theme/themeOverride1.xml" ContentType="application/vnd.openxmlformats-officedocument.themeOverride+xml"/>
  <Override PartName="/ppt/drawings/drawing1.xml" ContentType="application/vnd.openxmlformats-officedocument.drawingml.chartshapes+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2" r:id="rId1"/>
    <p:sldMasterId id="2147483658" r:id="rId2"/>
  </p:sldMasterIdLst>
  <p:notesMasterIdLst>
    <p:notesMasterId r:id="rId46"/>
  </p:notesMasterIdLst>
  <p:handoutMasterIdLst>
    <p:handoutMasterId r:id="rId47"/>
  </p:handoutMasterIdLst>
  <p:sldIdLst>
    <p:sldId id="258" r:id="rId3"/>
    <p:sldId id="300" r:id="rId4"/>
    <p:sldId id="301" r:id="rId5"/>
    <p:sldId id="260" r:id="rId6"/>
    <p:sldId id="274" r:id="rId7"/>
    <p:sldId id="261" r:id="rId8"/>
    <p:sldId id="262" r:id="rId9"/>
    <p:sldId id="263" r:id="rId10"/>
    <p:sldId id="264" r:id="rId11"/>
    <p:sldId id="265" r:id="rId12"/>
    <p:sldId id="273" r:id="rId13"/>
    <p:sldId id="279" r:id="rId14"/>
    <p:sldId id="267" r:id="rId15"/>
    <p:sldId id="268" r:id="rId16"/>
    <p:sldId id="269" r:id="rId17"/>
    <p:sldId id="270" r:id="rId18"/>
    <p:sldId id="295" r:id="rId19"/>
    <p:sldId id="275" r:id="rId20"/>
    <p:sldId id="281" r:id="rId21"/>
    <p:sldId id="282" r:id="rId22"/>
    <p:sldId id="291" r:id="rId23"/>
    <p:sldId id="296" r:id="rId24"/>
    <p:sldId id="297" r:id="rId25"/>
    <p:sldId id="283" r:id="rId26"/>
    <p:sldId id="284" r:id="rId27"/>
    <p:sldId id="276" r:id="rId28"/>
    <p:sldId id="285" r:id="rId29"/>
    <p:sldId id="286" r:id="rId30"/>
    <p:sldId id="287" r:id="rId31"/>
    <p:sldId id="277" r:id="rId32"/>
    <p:sldId id="288" r:id="rId33"/>
    <p:sldId id="289" r:id="rId34"/>
    <p:sldId id="290" r:id="rId35"/>
    <p:sldId id="298" r:id="rId36"/>
    <p:sldId id="299" r:id="rId37"/>
    <p:sldId id="278" r:id="rId38"/>
    <p:sldId id="294" r:id="rId39"/>
    <p:sldId id="292" r:id="rId40"/>
    <p:sldId id="302" r:id="rId41"/>
    <p:sldId id="303" r:id="rId42"/>
    <p:sldId id="304" r:id="rId43"/>
    <p:sldId id="305" r:id="rId44"/>
    <p:sldId id="259" r:id="rId45"/>
  </p:sldIdLst>
  <p:sldSz cx="12192000" cy="6858000"/>
  <p:notesSz cx="6858000" cy="9296400"/>
  <p:defaultTextStyle>
    <a:defPPr>
      <a:defRPr lang="ja-JP"/>
    </a:defPPr>
    <a:lvl1pPr algn="l" rtl="0" fontAlgn="base">
      <a:spcBef>
        <a:spcPct val="0"/>
      </a:spcBef>
      <a:spcAft>
        <a:spcPct val="0"/>
      </a:spcAft>
      <a:defRPr kumimoji="1" sz="2400" b="1" kern="1200">
        <a:solidFill>
          <a:schemeClr val="tx1"/>
        </a:solidFill>
        <a:latin typeface="Arial" pitchFamily="34" charset="0"/>
        <a:ea typeface="MS Gothic" pitchFamily="49" charset="-128"/>
        <a:cs typeface="+mn-cs"/>
      </a:defRPr>
    </a:lvl1pPr>
    <a:lvl2pPr marL="457200" algn="l" rtl="0" fontAlgn="base">
      <a:spcBef>
        <a:spcPct val="0"/>
      </a:spcBef>
      <a:spcAft>
        <a:spcPct val="0"/>
      </a:spcAft>
      <a:defRPr kumimoji="1" sz="2400" b="1" kern="1200">
        <a:solidFill>
          <a:schemeClr val="tx1"/>
        </a:solidFill>
        <a:latin typeface="Arial" pitchFamily="34" charset="0"/>
        <a:ea typeface="MS Gothic" pitchFamily="49" charset="-128"/>
        <a:cs typeface="+mn-cs"/>
      </a:defRPr>
    </a:lvl2pPr>
    <a:lvl3pPr marL="914400" algn="l" rtl="0" fontAlgn="base">
      <a:spcBef>
        <a:spcPct val="0"/>
      </a:spcBef>
      <a:spcAft>
        <a:spcPct val="0"/>
      </a:spcAft>
      <a:defRPr kumimoji="1" sz="2400" b="1" kern="1200">
        <a:solidFill>
          <a:schemeClr val="tx1"/>
        </a:solidFill>
        <a:latin typeface="Arial" pitchFamily="34" charset="0"/>
        <a:ea typeface="MS Gothic" pitchFamily="49" charset="-128"/>
        <a:cs typeface="+mn-cs"/>
      </a:defRPr>
    </a:lvl3pPr>
    <a:lvl4pPr marL="1371600" algn="l" rtl="0" fontAlgn="base">
      <a:spcBef>
        <a:spcPct val="0"/>
      </a:spcBef>
      <a:spcAft>
        <a:spcPct val="0"/>
      </a:spcAft>
      <a:defRPr kumimoji="1" sz="2400" b="1" kern="1200">
        <a:solidFill>
          <a:schemeClr val="tx1"/>
        </a:solidFill>
        <a:latin typeface="Arial" pitchFamily="34" charset="0"/>
        <a:ea typeface="MS Gothic" pitchFamily="49" charset="-128"/>
        <a:cs typeface="+mn-cs"/>
      </a:defRPr>
    </a:lvl4pPr>
    <a:lvl5pPr marL="1828800" algn="l" rtl="0" fontAlgn="base">
      <a:spcBef>
        <a:spcPct val="0"/>
      </a:spcBef>
      <a:spcAft>
        <a:spcPct val="0"/>
      </a:spcAft>
      <a:defRPr kumimoji="1" sz="2400" b="1" kern="1200">
        <a:solidFill>
          <a:schemeClr val="tx1"/>
        </a:solidFill>
        <a:latin typeface="Arial" pitchFamily="34" charset="0"/>
        <a:ea typeface="MS Gothic" pitchFamily="49" charset="-128"/>
        <a:cs typeface="+mn-cs"/>
      </a:defRPr>
    </a:lvl5pPr>
    <a:lvl6pPr marL="2286000" algn="l" defTabSz="914400" rtl="0" eaLnBrk="1" latinLnBrk="0" hangingPunct="1">
      <a:defRPr kumimoji="1" sz="2400" b="1" kern="1200">
        <a:solidFill>
          <a:schemeClr val="tx1"/>
        </a:solidFill>
        <a:latin typeface="Arial" pitchFamily="34" charset="0"/>
        <a:ea typeface="MS Gothic" pitchFamily="49" charset="-128"/>
        <a:cs typeface="+mn-cs"/>
      </a:defRPr>
    </a:lvl6pPr>
    <a:lvl7pPr marL="2743200" algn="l" defTabSz="914400" rtl="0" eaLnBrk="1" latinLnBrk="0" hangingPunct="1">
      <a:defRPr kumimoji="1" sz="2400" b="1" kern="1200">
        <a:solidFill>
          <a:schemeClr val="tx1"/>
        </a:solidFill>
        <a:latin typeface="Arial" pitchFamily="34" charset="0"/>
        <a:ea typeface="MS Gothic" pitchFamily="49" charset="-128"/>
        <a:cs typeface="+mn-cs"/>
      </a:defRPr>
    </a:lvl7pPr>
    <a:lvl8pPr marL="3200400" algn="l" defTabSz="914400" rtl="0" eaLnBrk="1" latinLnBrk="0" hangingPunct="1">
      <a:defRPr kumimoji="1" sz="2400" b="1" kern="1200">
        <a:solidFill>
          <a:schemeClr val="tx1"/>
        </a:solidFill>
        <a:latin typeface="Arial" pitchFamily="34" charset="0"/>
        <a:ea typeface="MS Gothic" pitchFamily="49" charset="-128"/>
        <a:cs typeface="+mn-cs"/>
      </a:defRPr>
    </a:lvl8pPr>
    <a:lvl9pPr marL="3657600" algn="l" defTabSz="914400" rtl="0" eaLnBrk="1" latinLnBrk="0" hangingPunct="1">
      <a:defRPr kumimoji="1" sz="2400" b="1" kern="1200">
        <a:solidFill>
          <a:schemeClr val="tx1"/>
        </a:solidFill>
        <a:latin typeface="Arial" pitchFamily="34" charset="0"/>
        <a:ea typeface="MS Gothic" pitchFamily="49" charset="-128"/>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AFD3F7"/>
    <a:srgbClr val="66FF33"/>
    <a:srgbClr val="D8EEC0"/>
    <a:srgbClr val="FFF363"/>
    <a:srgbClr val="FFBDBD"/>
    <a:srgbClr val="000000"/>
    <a:srgbClr val="C4C4C4"/>
    <a:srgbClr val="333333"/>
    <a:srgbClr val="96969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383" autoAdjust="0"/>
    <p:restoredTop sz="78689" autoAdjust="0"/>
  </p:normalViewPr>
  <p:slideViewPr>
    <p:cSldViewPr snapToGrid="0">
      <p:cViewPr varScale="1">
        <p:scale>
          <a:sx n="82" d="100"/>
          <a:sy n="82" d="100"/>
        </p:scale>
        <p:origin x="653" y="72"/>
      </p:cViewPr>
      <p:guideLst>
        <p:guide orient="horz" pos="2160"/>
        <p:guide pos="3840"/>
      </p:guideLst>
    </p:cSldViewPr>
  </p:slideViewPr>
  <p:notesTextViewPr>
    <p:cViewPr>
      <p:scale>
        <a:sx n="3" d="2"/>
        <a:sy n="3" d="2"/>
      </p:scale>
      <p:origin x="0" y="0"/>
    </p:cViewPr>
  </p:notesText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handoutMaster" Target="handoutMasters/handoutMaster1.xml"/><Relationship Id="rId50"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openxmlformats.org/officeDocument/2006/relationships/chartUserShapes" Target="../drawings/drawing1.xml"/><Relationship Id="rId2" Type="http://schemas.openxmlformats.org/officeDocument/2006/relationships/oleObject" Target="file:///C:\Users\ARamsey\Documents\Work\CT%20Guide\Attenuation%20curves.xls" TargetMode="External"/><Relationship Id="rId1" Type="http://schemas.openxmlformats.org/officeDocument/2006/relationships/themeOverride" Target="../theme/themeOverrid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0"/>
    <c:plotArea>
      <c:layout>
        <c:manualLayout>
          <c:layoutTarget val="inner"/>
          <c:xMode val="edge"/>
          <c:yMode val="edge"/>
          <c:x val="8.2160524055897424E-2"/>
          <c:y val="4.8085170819429132E-2"/>
          <c:w val="0.90181256106533425"/>
          <c:h val="0.8564022519871034"/>
        </c:manualLayout>
      </c:layout>
      <c:scatterChart>
        <c:scatterStyle val="smoothMarker"/>
        <c:varyColors val="0"/>
        <c:ser>
          <c:idx val="0"/>
          <c:order val="0"/>
          <c:tx>
            <c:v>I=Io exp(-µt)</c:v>
          </c:tx>
          <c:spPr>
            <a:ln>
              <a:solidFill>
                <a:srgbClr val="FF0000"/>
              </a:solidFill>
            </a:ln>
          </c:spPr>
          <c:marker>
            <c:symbol val="none"/>
          </c:marker>
          <c:xVal>
            <c:numRef>
              <c:f>Sheet1!$A$1:$A$51</c:f>
              <c:numCache>
                <c:formatCode>General</c:formatCode>
                <c:ptCount val="51"/>
                <c:pt idx="0">
                  <c:v>0</c:v>
                </c:pt>
                <c:pt idx="1">
                  <c:v>0.1</c:v>
                </c:pt>
                <c:pt idx="2">
                  <c:v>0.2</c:v>
                </c:pt>
                <c:pt idx="3">
                  <c:v>0.30000000000000004</c:v>
                </c:pt>
                <c:pt idx="4">
                  <c:v>0.4</c:v>
                </c:pt>
                <c:pt idx="5">
                  <c:v>0.5</c:v>
                </c:pt>
                <c:pt idx="6">
                  <c:v>0.6</c:v>
                </c:pt>
                <c:pt idx="7">
                  <c:v>0.7</c:v>
                </c:pt>
                <c:pt idx="8">
                  <c:v>0.79999999999999993</c:v>
                </c:pt>
                <c:pt idx="9">
                  <c:v>0.89999999999999991</c:v>
                </c:pt>
                <c:pt idx="10">
                  <c:v>0.99999999999999989</c:v>
                </c:pt>
                <c:pt idx="11">
                  <c:v>1.0999999999999999</c:v>
                </c:pt>
                <c:pt idx="12">
                  <c:v>1.2</c:v>
                </c:pt>
                <c:pt idx="13">
                  <c:v>1.3</c:v>
                </c:pt>
                <c:pt idx="14">
                  <c:v>1.4000000000000001</c:v>
                </c:pt>
                <c:pt idx="15">
                  <c:v>1.5000000000000002</c:v>
                </c:pt>
                <c:pt idx="16">
                  <c:v>1.6000000000000003</c:v>
                </c:pt>
                <c:pt idx="17">
                  <c:v>1.7000000000000004</c:v>
                </c:pt>
                <c:pt idx="18">
                  <c:v>1.8000000000000005</c:v>
                </c:pt>
                <c:pt idx="19">
                  <c:v>1.9000000000000006</c:v>
                </c:pt>
                <c:pt idx="20">
                  <c:v>2.0000000000000004</c:v>
                </c:pt>
                <c:pt idx="21">
                  <c:v>2.1000000000000005</c:v>
                </c:pt>
                <c:pt idx="22">
                  <c:v>2.2000000000000006</c:v>
                </c:pt>
                <c:pt idx="23">
                  <c:v>2.3000000000000007</c:v>
                </c:pt>
                <c:pt idx="24">
                  <c:v>2.4000000000000008</c:v>
                </c:pt>
                <c:pt idx="25">
                  <c:v>2.5000000000000009</c:v>
                </c:pt>
                <c:pt idx="26">
                  <c:v>2.600000000000001</c:v>
                </c:pt>
                <c:pt idx="27">
                  <c:v>2.7000000000000011</c:v>
                </c:pt>
                <c:pt idx="28">
                  <c:v>2.8000000000000012</c:v>
                </c:pt>
                <c:pt idx="29">
                  <c:v>2.9000000000000012</c:v>
                </c:pt>
                <c:pt idx="30">
                  <c:v>3.0000000000000013</c:v>
                </c:pt>
                <c:pt idx="31">
                  <c:v>3.1000000000000014</c:v>
                </c:pt>
                <c:pt idx="32">
                  <c:v>3.2000000000000015</c:v>
                </c:pt>
                <c:pt idx="33">
                  <c:v>3.3000000000000016</c:v>
                </c:pt>
                <c:pt idx="34">
                  <c:v>3.4000000000000017</c:v>
                </c:pt>
                <c:pt idx="35">
                  <c:v>3.5000000000000018</c:v>
                </c:pt>
                <c:pt idx="36">
                  <c:v>3.6000000000000019</c:v>
                </c:pt>
                <c:pt idx="37">
                  <c:v>3.700000000000002</c:v>
                </c:pt>
                <c:pt idx="38">
                  <c:v>3.800000000000002</c:v>
                </c:pt>
                <c:pt idx="39">
                  <c:v>3.9000000000000021</c:v>
                </c:pt>
                <c:pt idx="40">
                  <c:v>4.0000000000000018</c:v>
                </c:pt>
                <c:pt idx="41">
                  <c:v>4.1000000000000014</c:v>
                </c:pt>
                <c:pt idx="42">
                  <c:v>4.2000000000000011</c:v>
                </c:pt>
                <c:pt idx="43">
                  <c:v>4.3000000000000007</c:v>
                </c:pt>
                <c:pt idx="44">
                  <c:v>4.4000000000000004</c:v>
                </c:pt>
                <c:pt idx="45">
                  <c:v>4.5</c:v>
                </c:pt>
                <c:pt idx="46">
                  <c:v>4.5999999999999996</c:v>
                </c:pt>
                <c:pt idx="47">
                  <c:v>4.6999999999999993</c:v>
                </c:pt>
                <c:pt idx="48">
                  <c:v>4.7999999999999989</c:v>
                </c:pt>
                <c:pt idx="49">
                  <c:v>4.8999999999999986</c:v>
                </c:pt>
                <c:pt idx="50">
                  <c:v>4.9999999999999982</c:v>
                </c:pt>
              </c:numCache>
            </c:numRef>
          </c:xVal>
          <c:yVal>
            <c:numRef>
              <c:f>Sheet1!$B$1:$B$51</c:f>
              <c:numCache>
                <c:formatCode>General</c:formatCode>
                <c:ptCount val="51"/>
                <c:pt idx="0">
                  <c:v>1</c:v>
                </c:pt>
                <c:pt idx="1">
                  <c:v>0.90483741803595952</c:v>
                </c:pt>
                <c:pt idx="2">
                  <c:v>0.81873075307798182</c:v>
                </c:pt>
                <c:pt idx="3">
                  <c:v>0.74081822068171788</c:v>
                </c:pt>
                <c:pt idx="4">
                  <c:v>0.67032004603563933</c:v>
                </c:pt>
                <c:pt idx="5">
                  <c:v>0.60653065971263342</c:v>
                </c:pt>
                <c:pt idx="6">
                  <c:v>0.54881163609402639</c:v>
                </c:pt>
                <c:pt idx="7">
                  <c:v>0.49658530379140953</c:v>
                </c:pt>
                <c:pt idx="8">
                  <c:v>0.44932896411722162</c:v>
                </c:pt>
                <c:pt idx="9">
                  <c:v>0.40656965974059917</c:v>
                </c:pt>
                <c:pt idx="10">
                  <c:v>0.36787944117144239</c:v>
                </c:pt>
                <c:pt idx="11">
                  <c:v>0.33287108369807961</c:v>
                </c:pt>
                <c:pt idx="12">
                  <c:v>0.30119421191220214</c:v>
                </c:pt>
                <c:pt idx="13">
                  <c:v>0.27253179303401259</c:v>
                </c:pt>
                <c:pt idx="14">
                  <c:v>0.24659696394160643</c:v>
                </c:pt>
                <c:pt idx="15">
                  <c:v>0.22313016014842979</c:v>
                </c:pt>
                <c:pt idx="16">
                  <c:v>0.20189651799465536</c:v>
                </c:pt>
                <c:pt idx="17">
                  <c:v>0.18268352405273458</c:v>
                </c:pt>
                <c:pt idx="18">
                  <c:v>0.16529888822158645</c:v>
                </c:pt>
                <c:pt idx="19">
                  <c:v>0.14956861922263498</c:v>
                </c:pt>
                <c:pt idx="20">
                  <c:v>0.13533528323661262</c:v>
                </c:pt>
                <c:pt idx="21">
                  <c:v>0.12245642825298185</c:v>
                </c:pt>
                <c:pt idx="22">
                  <c:v>0.11080315836233381</c:v>
                </c:pt>
                <c:pt idx="23">
                  <c:v>0.10025884372280366</c:v>
                </c:pt>
                <c:pt idx="24">
                  <c:v>9.0717953289412429E-2</c:v>
                </c:pt>
                <c:pt idx="25">
                  <c:v>8.2084998623898717E-2</c:v>
                </c:pt>
                <c:pt idx="26">
                  <c:v>7.4273578214333807E-2</c:v>
                </c:pt>
                <c:pt idx="27">
                  <c:v>6.7205512739749687E-2</c:v>
                </c:pt>
                <c:pt idx="28">
                  <c:v>6.0810062625217896E-2</c:v>
                </c:pt>
                <c:pt idx="29">
                  <c:v>5.5023220056407161E-2</c:v>
                </c:pt>
                <c:pt idx="30">
                  <c:v>4.9787068367863875E-2</c:v>
                </c:pt>
                <c:pt idx="31">
                  <c:v>4.5049202393557745E-2</c:v>
                </c:pt>
                <c:pt idx="32">
                  <c:v>4.0762203978366156E-2</c:v>
                </c:pt>
                <c:pt idx="33">
                  <c:v>3.6883167401239945E-2</c:v>
                </c:pt>
                <c:pt idx="34">
                  <c:v>3.3373269960326024E-2</c:v>
                </c:pt>
                <c:pt idx="35">
                  <c:v>3.0197383422318449E-2</c:v>
                </c:pt>
                <c:pt idx="36">
                  <c:v>2.732372244729251E-2</c:v>
                </c:pt>
                <c:pt idx="37">
                  <c:v>2.4723526470339343E-2</c:v>
                </c:pt>
                <c:pt idx="38">
                  <c:v>2.2370771856165549E-2</c:v>
                </c:pt>
                <c:pt idx="39">
                  <c:v>2.0241911445804346E-2</c:v>
                </c:pt>
                <c:pt idx="40">
                  <c:v>1.8315638888734147E-2</c:v>
                </c:pt>
                <c:pt idx="41">
                  <c:v>1.6572675401761224E-2</c:v>
                </c:pt>
                <c:pt idx="42">
                  <c:v>1.4995576820477691E-2</c:v>
                </c:pt>
                <c:pt idx="43">
                  <c:v>1.3568559012200922E-2</c:v>
                </c:pt>
                <c:pt idx="44">
                  <c:v>1.2277339903068436E-2</c:v>
                </c:pt>
                <c:pt idx="45">
                  <c:v>1.1108996538242306E-2</c:v>
                </c:pt>
                <c:pt idx="46">
                  <c:v>1.0051835744633586E-2</c:v>
                </c:pt>
                <c:pt idx="47">
                  <c:v>9.0952771016958242E-3</c:v>
                </c:pt>
                <c:pt idx="48">
                  <c:v>8.2297470490200371E-3</c:v>
                </c:pt>
                <c:pt idx="49">
                  <c:v>7.4465830709243511E-3</c:v>
                </c:pt>
                <c:pt idx="50">
                  <c:v>6.7379469990854791E-3</c:v>
                </c:pt>
              </c:numCache>
            </c:numRef>
          </c:yVal>
          <c:smooth val="1"/>
          <c:extLst>
            <c:ext xmlns:c16="http://schemas.microsoft.com/office/drawing/2014/chart" uri="{C3380CC4-5D6E-409C-BE32-E72D297353CC}">
              <c16:uniqueId val="{00000000-A903-4487-BBF2-E033C0FDCBE7}"/>
            </c:ext>
          </c:extLst>
        </c:ser>
        <c:ser>
          <c:idx val="1"/>
          <c:order val="1"/>
          <c:tx>
            <c:v>I=Io exp(-µ't)</c:v>
          </c:tx>
          <c:spPr>
            <a:ln>
              <a:solidFill>
                <a:schemeClr val="tx2"/>
              </a:solidFill>
            </a:ln>
          </c:spPr>
          <c:marker>
            <c:symbol val="none"/>
          </c:marker>
          <c:xVal>
            <c:numRef>
              <c:f>Sheet1!$A$1:$A$51</c:f>
              <c:numCache>
                <c:formatCode>General</c:formatCode>
                <c:ptCount val="51"/>
                <c:pt idx="0">
                  <c:v>0</c:v>
                </c:pt>
                <c:pt idx="1">
                  <c:v>0.1</c:v>
                </c:pt>
                <c:pt idx="2">
                  <c:v>0.2</c:v>
                </c:pt>
                <c:pt idx="3">
                  <c:v>0.30000000000000004</c:v>
                </c:pt>
                <c:pt idx="4">
                  <c:v>0.4</c:v>
                </c:pt>
                <c:pt idx="5">
                  <c:v>0.5</c:v>
                </c:pt>
                <c:pt idx="6">
                  <c:v>0.6</c:v>
                </c:pt>
                <c:pt idx="7">
                  <c:v>0.7</c:v>
                </c:pt>
                <c:pt idx="8">
                  <c:v>0.79999999999999993</c:v>
                </c:pt>
                <c:pt idx="9">
                  <c:v>0.89999999999999991</c:v>
                </c:pt>
                <c:pt idx="10">
                  <c:v>0.99999999999999989</c:v>
                </c:pt>
                <c:pt idx="11">
                  <c:v>1.0999999999999999</c:v>
                </c:pt>
                <c:pt idx="12">
                  <c:v>1.2</c:v>
                </c:pt>
                <c:pt idx="13">
                  <c:v>1.3</c:v>
                </c:pt>
                <c:pt idx="14">
                  <c:v>1.4000000000000001</c:v>
                </c:pt>
                <c:pt idx="15">
                  <c:v>1.5000000000000002</c:v>
                </c:pt>
                <c:pt idx="16">
                  <c:v>1.6000000000000003</c:v>
                </c:pt>
                <c:pt idx="17">
                  <c:v>1.7000000000000004</c:v>
                </c:pt>
                <c:pt idx="18">
                  <c:v>1.8000000000000005</c:v>
                </c:pt>
                <c:pt idx="19">
                  <c:v>1.9000000000000006</c:v>
                </c:pt>
                <c:pt idx="20">
                  <c:v>2.0000000000000004</c:v>
                </c:pt>
                <c:pt idx="21">
                  <c:v>2.1000000000000005</c:v>
                </c:pt>
                <c:pt idx="22">
                  <c:v>2.2000000000000006</c:v>
                </c:pt>
                <c:pt idx="23">
                  <c:v>2.3000000000000007</c:v>
                </c:pt>
                <c:pt idx="24">
                  <c:v>2.4000000000000008</c:v>
                </c:pt>
                <c:pt idx="25">
                  <c:v>2.5000000000000009</c:v>
                </c:pt>
                <c:pt idx="26">
                  <c:v>2.600000000000001</c:v>
                </c:pt>
                <c:pt idx="27">
                  <c:v>2.7000000000000011</c:v>
                </c:pt>
                <c:pt idx="28">
                  <c:v>2.8000000000000012</c:v>
                </c:pt>
                <c:pt idx="29">
                  <c:v>2.9000000000000012</c:v>
                </c:pt>
                <c:pt idx="30">
                  <c:v>3.0000000000000013</c:v>
                </c:pt>
                <c:pt idx="31">
                  <c:v>3.1000000000000014</c:v>
                </c:pt>
                <c:pt idx="32">
                  <c:v>3.2000000000000015</c:v>
                </c:pt>
                <c:pt idx="33">
                  <c:v>3.3000000000000016</c:v>
                </c:pt>
                <c:pt idx="34">
                  <c:v>3.4000000000000017</c:v>
                </c:pt>
                <c:pt idx="35">
                  <c:v>3.5000000000000018</c:v>
                </c:pt>
                <c:pt idx="36">
                  <c:v>3.6000000000000019</c:v>
                </c:pt>
                <c:pt idx="37">
                  <c:v>3.700000000000002</c:v>
                </c:pt>
                <c:pt idx="38">
                  <c:v>3.800000000000002</c:v>
                </c:pt>
                <c:pt idx="39">
                  <c:v>3.9000000000000021</c:v>
                </c:pt>
                <c:pt idx="40">
                  <c:v>4.0000000000000018</c:v>
                </c:pt>
                <c:pt idx="41">
                  <c:v>4.1000000000000014</c:v>
                </c:pt>
                <c:pt idx="42">
                  <c:v>4.2000000000000011</c:v>
                </c:pt>
                <c:pt idx="43">
                  <c:v>4.3000000000000007</c:v>
                </c:pt>
                <c:pt idx="44">
                  <c:v>4.4000000000000004</c:v>
                </c:pt>
                <c:pt idx="45">
                  <c:v>4.5</c:v>
                </c:pt>
                <c:pt idx="46">
                  <c:v>4.5999999999999996</c:v>
                </c:pt>
                <c:pt idx="47">
                  <c:v>4.6999999999999993</c:v>
                </c:pt>
                <c:pt idx="48">
                  <c:v>4.7999999999999989</c:v>
                </c:pt>
                <c:pt idx="49">
                  <c:v>4.8999999999999986</c:v>
                </c:pt>
                <c:pt idx="50">
                  <c:v>4.9999999999999982</c:v>
                </c:pt>
              </c:numCache>
            </c:numRef>
          </c:xVal>
          <c:yVal>
            <c:numRef>
              <c:f>Sheet1!$C$1:$C$51</c:f>
              <c:numCache>
                <c:formatCode>General</c:formatCode>
                <c:ptCount val="51"/>
                <c:pt idx="0">
                  <c:v>1</c:v>
                </c:pt>
                <c:pt idx="1">
                  <c:v>0.81873075307798182</c:v>
                </c:pt>
                <c:pt idx="2">
                  <c:v>0.67032004603563933</c:v>
                </c:pt>
                <c:pt idx="3">
                  <c:v>0.54881163609402639</c:v>
                </c:pt>
                <c:pt idx="4">
                  <c:v>0.44932896411722156</c:v>
                </c:pt>
                <c:pt idx="5">
                  <c:v>0.36787944117144233</c:v>
                </c:pt>
                <c:pt idx="6">
                  <c:v>0.30119421191220214</c:v>
                </c:pt>
                <c:pt idx="7">
                  <c:v>0.24659696394160649</c:v>
                </c:pt>
                <c:pt idx="8">
                  <c:v>0.20189651799465544</c:v>
                </c:pt>
                <c:pt idx="9">
                  <c:v>0.16529888822158656</c:v>
                </c:pt>
                <c:pt idx="10">
                  <c:v>0.13533528323661273</c:v>
                </c:pt>
                <c:pt idx="11">
                  <c:v>0.11080315836233391</c:v>
                </c:pt>
                <c:pt idx="12">
                  <c:v>9.0717953289412512E-2</c:v>
                </c:pt>
                <c:pt idx="13">
                  <c:v>7.4273578214333877E-2</c:v>
                </c:pt>
                <c:pt idx="14">
                  <c:v>6.0810062625217952E-2</c:v>
                </c:pt>
                <c:pt idx="15">
                  <c:v>4.9787068367863924E-2</c:v>
                </c:pt>
                <c:pt idx="16">
                  <c:v>4.076220397836619E-2</c:v>
                </c:pt>
                <c:pt idx="17">
                  <c:v>3.3373269960326052E-2</c:v>
                </c:pt>
                <c:pt idx="18">
                  <c:v>2.7323722447292535E-2</c:v>
                </c:pt>
                <c:pt idx="19">
                  <c:v>2.237077185616557E-2</c:v>
                </c:pt>
                <c:pt idx="20">
                  <c:v>1.8315638888734165E-2</c:v>
                </c:pt>
                <c:pt idx="21">
                  <c:v>1.4995576820477691E-2</c:v>
                </c:pt>
                <c:pt idx="22">
                  <c:v>1.2277339903068426E-2</c:v>
                </c:pt>
                <c:pt idx="23">
                  <c:v>1.0051835744633567E-2</c:v>
                </c:pt>
                <c:pt idx="24">
                  <c:v>8.2297470490200163E-3</c:v>
                </c:pt>
                <c:pt idx="25">
                  <c:v>6.7379469990854549E-3</c:v>
                </c:pt>
                <c:pt idx="26">
                  <c:v>5.516564420760762E-3</c:v>
                </c:pt>
                <c:pt idx="27">
                  <c:v>4.5165809426126581E-3</c:v>
                </c:pt>
                <c:pt idx="28">
                  <c:v>3.6978637164829225E-3</c:v>
                </c:pt>
                <c:pt idx="29">
                  <c:v>3.0275547453758071E-3</c:v>
                </c:pt>
                <c:pt idx="30">
                  <c:v>2.478752176666352E-3</c:v>
                </c:pt>
                <c:pt idx="31">
                  <c:v>2.0294306362957284E-3</c:v>
                </c:pt>
                <c:pt idx="32">
                  <c:v>1.6615572731739296E-3</c:v>
                </c:pt>
                <c:pt idx="33">
                  <c:v>1.3603680375478891E-3</c:v>
                </c:pt>
                <c:pt idx="34">
                  <c:v>1.1137751478447993E-3</c:v>
                </c:pt>
                <c:pt idx="35">
                  <c:v>9.1188196555451299E-4</c:v>
                </c:pt>
                <c:pt idx="36">
                  <c:v>7.465858083766766E-4</c:v>
                </c:pt>
                <c:pt idx="37">
                  <c:v>6.1125276112957013E-4</c:v>
                </c:pt>
                <c:pt idx="38">
                  <c:v>5.0045143344060866E-4</c:v>
                </c:pt>
                <c:pt idx="39">
                  <c:v>4.0973497897978496E-4</c:v>
                </c:pt>
                <c:pt idx="40">
                  <c:v>3.3546262790251066E-4</c:v>
                </c:pt>
                <c:pt idx="41">
                  <c:v>2.7465356997214156E-4</c:v>
                </c:pt>
                <c:pt idx="42">
                  <c:v>2.2486732417884779E-4</c:v>
                </c:pt>
                <c:pt idx="43">
                  <c:v>1.8410579366757887E-4</c:v>
                </c:pt>
                <c:pt idx="44">
                  <c:v>1.507330750954765E-4</c:v>
                </c:pt>
                <c:pt idx="45">
                  <c:v>1.2340980408667956E-4</c:v>
                </c:pt>
                <c:pt idx="46">
                  <c:v>1.0103940183709342E-4</c:v>
                </c:pt>
                <c:pt idx="47">
                  <c:v>8.2724065556632378E-5</c:v>
                </c:pt>
                <c:pt idx="48">
                  <c:v>6.772873649085402E-5</c:v>
                </c:pt>
                <c:pt idx="49">
                  <c:v>5.5451599432177142E-5</c:v>
                </c:pt>
                <c:pt idx="50">
                  <c:v>4.539992976248501E-5</c:v>
                </c:pt>
              </c:numCache>
            </c:numRef>
          </c:yVal>
          <c:smooth val="1"/>
          <c:extLst>
            <c:ext xmlns:c16="http://schemas.microsoft.com/office/drawing/2014/chart" uri="{C3380CC4-5D6E-409C-BE32-E72D297353CC}">
              <c16:uniqueId val="{00000001-A903-4487-BBF2-E033C0FDCBE7}"/>
            </c:ext>
          </c:extLst>
        </c:ser>
        <c:ser>
          <c:idx val="2"/>
          <c:order val="2"/>
          <c:tx>
            <c:v>I=Io exp(-µ''t)</c:v>
          </c:tx>
          <c:spPr>
            <a:ln>
              <a:solidFill>
                <a:srgbClr val="00B050"/>
              </a:solidFill>
            </a:ln>
          </c:spPr>
          <c:marker>
            <c:symbol val="none"/>
          </c:marker>
          <c:xVal>
            <c:numRef>
              <c:f>Sheet1!$A$1:$A$51</c:f>
              <c:numCache>
                <c:formatCode>General</c:formatCode>
                <c:ptCount val="51"/>
                <c:pt idx="0">
                  <c:v>0</c:v>
                </c:pt>
                <c:pt idx="1">
                  <c:v>0.1</c:v>
                </c:pt>
                <c:pt idx="2">
                  <c:v>0.2</c:v>
                </c:pt>
                <c:pt idx="3">
                  <c:v>0.30000000000000004</c:v>
                </c:pt>
                <c:pt idx="4">
                  <c:v>0.4</c:v>
                </c:pt>
                <c:pt idx="5">
                  <c:v>0.5</c:v>
                </c:pt>
                <c:pt idx="6">
                  <c:v>0.6</c:v>
                </c:pt>
                <c:pt idx="7">
                  <c:v>0.7</c:v>
                </c:pt>
                <c:pt idx="8">
                  <c:v>0.79999999999999993</c:v>
                </c:pt>
                <c:pt idx="9">
                  <c:v>0.89999999999999991</c:v>
                </c:pt>
                <c:pt idx="10">
                  <c:v>0.99999999999999989</c:v>
                </c:pt>
                <c:pt idx="11">
                  <c:v>1.0999999999999999</c:v>
                </c:pt>
                <c:pt idx="12">
                  <c:v>1.2</c:v>
                </c:pt>
                <c:pt idx="13">
                  <c:v>1.3</c:v>
                </c:pt>
                <c:pt idx="14">
                  <c:v>1.4000000000000001</c:v>
                </c:pt>
                <c:pt idx="15">
                  <c:v>1.5000000000000002</c:v>
                </c:pt>
                <c:pt idx="16">
                  <c:v>1.6000000000000003</c:v>
                </c:pt>
                <c:pt idx="17">
                  <c:v>1.7000000000000004</c:v>
                </c:pt>
                <c:pt idx="18">
                  <c:v>1.8000000000000005</c:v>
                </c:pt>
                <c:pt idx="19">
                  <c:v>1.9000000000000006</c:v>
                </c:pt>
                <c:pt idx="20">
                  <c:v>2.0000000000000004</c:v>
                </c:pt>
                <c:pt idx="21">
                  <c:v>2.1000000000000005</c:v>
                </c:pt>
                <c:pt idx="22">
                  <c:v>2.2000000000000006</c:v>
                </c:pt>
                <c:pt idx="23">
                  <c:v>2.3000000000000007</c:v>
                </c:pt>
                <c:pt idx="24">
                  <c:v>2.4000000000000008</c:v>
                </c:pt>
                <c:pt idx="25">
                  <c:v>2.5000000000000009</c:v>
                </c:pt>
                <c:pt idx="26">
                  <c:v>2.600000000000001</c:v>
                </c:pt>
                <c:pt idx="27">
                  <c:v>2.7000000000000011</c:v>
                </c:pt>
                <c:pt idx="28">
                  <c:v>2.8000000000000012</c:v>
                </c:pt>
                <c:pt idx="29">
                  <c:v>2.9000000000000012</c:v>
                </c:pt>
                <c:pt idx="30">
                  <c:v>3.0000000000000013</c:v>
                </c:pt>
                <c:pt idx="31">
                  <c:v>3.1000000000000014</c:v>
                </c:pt>
                <c:pt idx="32">
                  <c:v>3.2000000000000015</c:v>
                </c:pt>
                <c:pt idx="33">
                  <c:v>3.3000000000000016</c:v>
                </c:pt>
                <c:pt idx="34">
                  <c:v>3.4000000000000017</c:v>
                </c:pt>
                <c:pt idx="35">
                  <c:v>3.5000000000000018</c:v>
                </c:pt>
                <c:pt idx="36">
                  <c:v>3.6000000000000019</c:v>
                </c:pt>
                <c:pt idx="37">
                  <c:v>3.700000000000002</c:v>
                </c:pt>
                <c:pt idx="38">
                  <c:v>3.800000000000002</c:v>
                </c:pt>
                <c:pt idx="39">
                  <c:v>3.9000000000000021</c:v>
                </c:pt>
                <c:pt idx="40">
                  <c:v>4.0000000000000018</c:v>
                </c:pt>
                <c:pt idx="41">
                  <c:v>4.1000000000000014</c:v>
                </c:pt>
                <c:pt idx="42">
                  <c:v>4.2000000000000011</c:v>
                </c:pt>
                <c:pt idx="43">
                  <c:v>4.3000000000000007</c:v>
                </c:pt>
                <c:pt idx="44">
                  <c:v>4.4000000000000004</c:v>
                </c:pt>
                <c:pt idx="45">
                  <c:v>4.5</c:v>
                </c:pt>
                <c:pt idx="46">
                  <c:v>4.5999999999999996</c:v>
                </c:pt>
                <c:pt idx="47">
                  <c:v>4.6999999999999993</c:v>
                </c:pt>
                <c:pt idx="48">
                  <c:v>4.7999999999999989</c:v>
                </c:pt>
                <c:pt idx="49">
                  <c:v>4.8999999999999986</c:v>
                </c:pt>
                <c:pt idx="50">
                  <c:v>4.9999999999999982</c:v>
                </c:pt>
              </c:numCache>
            </c:numRef>
          </c:xVal>
          <c:yVal>
            <c:numRef>
              <c:f>Sheet1!$D$1:$D$51</c:f>
              <c:numCache>
                <c:formatCode>General</c:formatCode>
                <c:ptCount val="51"/>
                <c:pt idx="0">
                  <c:v>1</c:v>
                </c:pt>
                <c:pt idx="1">
                  <c:v>0.95122942450071402</c:v>
                </c:pt>
                <c:pt idx="2">
                  <c:v>0.90483741803595952</c:v>
                </c:pt>
                <c:pt idx="3">
                  <c:v>0.86070797642505781</c:v>
                </c:pt>
                <c:pt idx="4">
                  <c:v>0.81873075307798182</c:v>
                </c:pt>
                <c:pt idx="5">
                  <c:v>0.77880078307140488</c:v>
                </c:pt>
                <c:pt idx="6">
                  <c:v>0.74081822068171788</c:v>
                </c:pt>
                <c:pt idx="7">
                  <c:v>0.70468808971871344</c:v>
                </c:pt>
                <c:pt idx="8">
                  <c:v>0.67032004603563933</c:v>
                </c:pt>
                <c:pt idx="9">
                  <c:v>0.63762815162177333</c:v>
                </c:pt>
                <c:pt idx="10">
                  <c:v>0.60653065971263342</c:v>
                </c:pt>
                <c:pt idx="11">
                  <c:v>0.57694981038048676</c:v>
                </c:pt>
                <c:pt idx="12">
                  <c:v>0.54881163609402639</c:v>
                </c:pt>
                <c:pt idx="13">
                  <c:v>0.52204577676101604</c:v>
                </c:pt>
                <c:pt idx="14">
                  <c:v>0.49658530379140947</c:v>
                </c:pt>
                <c:pt idx="15">
                  <c:v>0.47236655274101463</c:v>
                </c:pt>
                <c:pt idx="16">
                  <c:v>0.44932896411722151</c:v>
                </c:pt>
                <c:pt idx="17">
                  <c:v>0.4274149319487266</c:v>
                </c:pt>
                <c:pt idx="18">
                  <c:v>0.406569659740599</c:v>
                </c:pt>
                <c:pt idx="19">
                  <c:v>0.38674102345450112</c:v>
                </c:pt>
                <c:pt idx="20">
                  <c:v>0.36787944117144222</c:v>
                </c:pt>
                <c:pt idx="21">
                  <c:v>0.34993774911115527</c:v>
                </c:pt>
                <c:pt idx="22">
                  <c:v>0.33287108369807944</c:v>
                </c:pt>
                <c:pt idx="23">
                  <c:v>0.31663676937905311</c:v>
                </c:pt>
                <c:pt idx="24">
                  <c:v>0.30119421191220197</c:v>
                </c:pt>
                <c:pt idx="25">
                  <c:v>0.28650479686018998</c:v>
                </c:pt>
                <c:pt idx="26">
                  <c:v>0.27253179303401248</c:v>
                </c:pt>
                <c:pt idx="27">
                  <c:v>0.2592402606458914</c:v>
                </c:pt>
                <c:pt idx="28">
                  <c:v>0.24659696394160632</c:v>
                </c:pt>
                <c:pt idx="29">
                  <c:v>0.23457028809379751</c:v>
                </c:pt>
                <c:pt idx="30">
                  <c:v>0.22313016014842968</c:v>
                </c:pt>
                <c:pt idx="31">
                  <c:v>0.2122479738267429</c:v>
                </c:pt>
                <c:pt idx="32">
                  <c:v>0.20189651799465524</c:v>
                </c:pt>
                <c:pt idx="33">
                  <c:v>0.19204990862075397</c:v>
                </c:pt>
                <c:pt idx="34">
                  <c:v>0.1826835240527345</c:v>
                </c:pt>
                <c:pt idx="35">
                  <c:v>0.17377394345044497</c:v>
                </c:pt>
                <c:pt idx="36">
                  <c:v>0.16529888822158639</c:v>
                </c:pt>
                <c:pt idx="37">
                  <c:v>0.15723716631362747</c:v>
                </c:pt>
                <c:pt idx="38">
                  <c:v>0.1495686192226349</c:v>
                </c:pt>
                <c:pt idx="39">
                  <c:v>0.14227407158651342</c:v>
                </c:pt>
                <c:pt idx="40">
                  <c:v>0.13533528323661256</c:v>
                </c:pt>
                <c:pt idx="41">
                  <c:v>0.12873490358780412</c:v>
                </c:pt>
                <c:pt idx="42">
                  <c:v>0.12245642825298185</c:v>
                </c:pt>
                <c:pt idx="43">
                  <c:v>0.11648415777349691</c:v>
                </c:pt>
                <c:pt idx="44">
                  <c:v>0.11080315836233387</c:v>
                </c:pt>
                <c:pt idx="45">
                  <c:v>0.10539922456186433</c:v>
                </c:pt>
                <c:pt idx="46">
                  <c:v>0.10025884372280375</c:v>
                </c:pt>
                <c:pt idx="47">
                  <c:v>9.5369162215549655E-2</c:v>
                </c:pt>
                <c:pt idx="48">
                  <c:v>9.0717953289412553E-2</c:v>
                </c:pt>
                <c:pt idx="49">
                  <c:v>8.6293586499370578E-2</c:v>
                </c:pt>
                <c:pt idx="50">
                  <c:v>8.2084998623898869E-2</c:v>
                </c:pt>
              </c:numCache>
            </c:numRef>
          </c:yVal>
          <c:smooth val="1"/>
          <c:extLst>
            <c:ext xmlns:c16="http://schemas.microsoft.com/office/drawing/2014/chart" uri="{C3380CC4-5D6E-409C-BE32-E72D297353CC}">
              <c16:uniqueId val="{00000002-A903-4487-BBF2-E033C0FDCBE7}"/>
            </c:ext>
          </c:extLst>
        </c:ser>
        <c:dLbls>
          <c:showLegendKey val="0"/>
          <c:showVal val="0"/>
          <c:showCatName val="0"/>
          <c:showSerName val="0"/>
          <c:showPercent val="0"/>
          <c:showBubbleSize val="0"/>
        </c:dLbls>
        <c:axId val="200325312"/>
        <c:axId val="200325888"/>
      </c:scatterChart>
      <c:valAx>
        <c:axId val="200325312"/>
        <c:scaling>
          <c:orientation val="minMax"/>
          <c:max val="5"/>
        </c:scaling>
        <c:delete val="0"/>
        <c:axPos val="b"/>
        <c:majorGridlines/>
        <c:title>
          <c:tx>
            <c:rich>
              <a:bodyPr/>
              <a:lstStyle/>
              <a:p>
                <a:pPr>
                  <a:defRPr/>
                </a:pPr>
                <a:r>
                  <a:rPr lang="en-GB" dirty="0"/>
                  <a:t>Distance</a:t>
                </a:r>
                <a:r>
                  <a:rPr lang="en-GB" baseline="0" dirty="0"/>
                  <a:t> Penetrated (mm)</a:t>
                </a:r>
                <a:endParaRPr lang="en-GB" dirty="0"/>
              </a:p>
            </c:rich>
          </c:tx>
          <c:overlay val="0"/>
        </c:title>
        <c:numFmt formatCode="General" sourceLinked="1"/>
        <c:majorTickMark val="out"/>
        <c:minorTickMark val="cross"/>
        <c:tickLblPos val="nextTo"/>
        <c:spPr>
          <a:ln/>
        </c:spPr>
        <c:txPr>
          <a:bodyPr rot="0" vert="horz"/>
          <a:lstStyle/>
          <a:p>
            <a:pPr>
              <a:defRPr sz="1000" b="0" i="0" u="none" strike="noStrike" baseline="0">
                <a:solidFill>
                  <a:srgbClr val="000000"/>
                </a:solidFill>
                <a:latin typeface="Calibri"/>
                <a:ea typeface="Calibri"/>
                <a:cs typeface="Calibri"/>
              </a:defRPr>
            </a:pPr>
            <a:endParaRPr lang="en-US"/>
          </a:p>
        </c:txPr>
        <c:crossAx val="200325888"/>
        <c:crosses val="autoZero"/>
        <c:crossBetween val="midCat"/>
        <c:majorUnit val="1"/>
        <c:minorUnit val="0.5"/>
      </c:valAx>
      <c:valAx>
        <c:axId val="200325888"/>
        <c:scaling>
          <c:orientation val="minMax"/>
          <c:max val="1"/>
        </c:scaling>
        <c:delete val="0"/>
        <c:axPos val="l"/>
        <c:majorGridlines/>
        <c:title>
          <c:tx>
            <c:rich>
              <a:bodyPr/>
              <a:lstStyle/>
              <a:p>
                <a:pPr>
                  <a:defRPr/>
                </a:pPr>
                <a:r>
                  <a:rPr lang="en-GB" dirty="0"/>
                  <a:t>X-rays</a:t>
                </a:r>
                <a:r>
                  <a:rPr lang="en-GB" baseline="0" dirty="0"/>
                  <a:t> Remaining</a:t>
                </a:r>
                <a:endParaRPr lang="en-GB" dirty="0"/>
              </a:p>
            </c:rich>
          </c:tx>
          <c:overlay val="0"/>
        </c:title>
        <c:numFmt formatCode="General" sourceLinked="1"/>
        <c:majorTickMark val="out"/>
        <c:minorTickMark val="none"/>
        <c:tickLblPos val="nextTo"/>
        <c:crossAx val="200325312"/>
        <c:crosses val="autoZero"/>
        <c:crossBetween val="midCat"/>
      </c:valAx>
    </c:plotArea>
    <c:plotVisOnly val="1"/>
    <c:dispBlanksAs val="gap"/>
    <c:showDLblsOverMax val="0"/>
  </c:chart>
  <c:externalData r:id="rId2">
    <c:autoUpdate val="0"/>
  </c:externalData>
  <c:userShapes r:id="rId3"/>
</c:chartSpace>
</file>

<file path=ppt/drawings/drawing1.xml><?xml version="1.0" encoding="utf-8"?>
<c:userShapes xmlns:c="http://schemas.openxmlformats.org/drawingml/2006/chart">
  <cdr:relSizeAnchor xmlns:cdr="http://schemas.openxmlformats.org/drawingml/2006/chartDrawing">
    <cdr:from>
      <cdr:x>0.26209</cdr:x>
      <cdr:y>0.7607</cdr:y>
    </cdr:from>
    <cdr:to>
      <cdr:x>0.39279</cdr:x>
      <cdr:y>0.81823</cdr:y>
    </cdr:to>
    <cdr:sp macro="" textlink="">
      <cdr:nvSpPr>
        <cdr:cNvPr id="2" name="TextBox 1"/>
        <cdr:cNvSpPr txBox="1"/>
      </cdr:nvSpPr>
      <cdr:spPr>
        <a:xfrm xmlns:a="http://schemas.openxmlformats.org/drawingml/2006/main">
          <a:off x="1772610" y="4324710"/>
          <a:ext cx="883957" cy="327069"/>
        </a:xfrm>
        <a:prstGeom xmlns:a="http://schemas.openxmlformats.org/drawingml/2006/main" prst="rect">
          <a:avLst/>
        </a:prstGeom>
      </cdr:spPr>
      <cdr:txBody>
        <a:bodyPr xmlns:a="http://schemas.openxmlformats.org/drawingml/2006/main" vertOverflow="clip" wrap="none" rtlCol="0"/>
        <a:lstStyle xmlns:a="http://schemas.openxmlformats.org/drawingml/2006/main"/>
        <a:p xmlns:a="http://schemas.openxmlformats.org/drawingml/2006/main">
          <a:r>
            <a:rPr lang="en-GB" sz="1200" dirty="0">
              <a:latin typeface="Calibri" panose="020F0502020204030204" pitchFamily="34" charset="0"/>
              <a:cs typeface="Calibri" panose="020F0502020204030204" pitchFamily="34" charset="0"/>
            </a:rPr>
            <a:t>steel</a:t>
          </a:r>
        </a:p>
      </cdr:txBody>
    </cdr:sp>
  </cdr:relSizeAnchor>
  <cdr:relSizeAnchor xmlns:cdr="http://schemas.openxmlformats.org/drawingml/2006/chartDrawing">
    <cdr:from>
      <cdr:x>0.32688</cdr:x>
      <cdr:y>0.65314</cdr:y>
    </cdr:from>
    <cdr:to>
      <cdr:x>0.45758</cdr:x>
      <cdr:y>0.71067</cdr:y>
    </cdr:to>
    <cdr:sp macro="" textlink="">
      <cdr:nvSpPr>
        <cdr:cNvPr id="3" name="TextBox 1"/>
        <cdr:cNvSpPr txBox="1"/>
      </cdr:nvSpPr>
      <cdr:spPr>
        <a:xfrm xmlns:a="http://schemas.openxmlformats.org/drawingml/2006/main">
          <a:off x="2210738" y="3713236"/>
          <a:ext cx="883956" cy="327069"/>
        </a:xfrm>
        <a:prstGeom xmlns:a="http://schemas.openxmlformats.org/drawingml/2006/main" prst="rect">
          <a:avLst/>
        </a:prstGeom>
      </cdr:spPr>
      <cdr:txBody>
        <a:bodyPr xmlns:a="http://schemas.openxmlformats.org/drawingml/2006/main" wrap="non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r>
            <a:rPr lang="en-GB" sz="1200" dirty="0">
              <a:latin typeface="Calibri" panose="020F0502020204030204" pitchFamily="34" charset="0"/>
              <a:cs typeface="Calibri" panose="020F0502020204030204" pitchFamily="34" charset="0"/>
            </a:rPr>
            <a:t>aluminium</a:t>
          </a:r>
        </a:p>
      </cdr:txBody>
    </cdr:sp>
  </cdr:relSizeAnchor>
  <cdr:relSizeAnchor xmlns:cdr="http://schemas.openxmlformats.org/drawingml/2006/chartDrawing">
    <cdr:from>
      <cdr:x>0.43465</cdr:x>
      <cdr:y>0.52131</cdr:y>
    </cdr:from>
    <cdr:to>
      <cdr:x>0.56535</cdr:x>
      <cdr:y>0.57884</cdr:y>
    </cdr:to>
    <cdr:sp macro="" textlink="">
      <cdr:nvSpPr>
        <cdr:cNvPr id="4" name="TextBox 1"/>
        <cdr:cNvSpPr txBox="1"/>
      </cdr:nvSpPr>
      <cdr:spPr>
        <a:xfrm xmlns:a="http://schemas.openxmlformats.org/drawingml/2006/main">
          <a:off x="2939646" y="2963767"/>
          <a:ext cx="883956" cy="327069"/>
        </a:xfrm>
        <a:prstGeom xmlns:a="http://schemas.openxmlformats.org/drawingml/2006/main" prst="rect">
          <a:avLst/>
        </a:prstGeom>
      </cdr:spPr>
      <cdr:txBody>
        <a:bodyPr xmlns:a="http://schemas.openxmlformats.org/drawingml/2006/main" wrap="non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r>
            <a:rPr lang="en-GB" sz="1200" dirty="0">
              <a:latin typeface="Calibri" panose="020F0502020204030204" pitchFamily="34" charset="0"/>
              <a:cs typeface="Calibri" panose="020F0502020204030204" pitchFamily="34" charset="0"/>
            </a:rPr>
            <a:t>plastic</a:t>
          </a:r>
        </a:p>
      </cdr:txBody>
    </cdr:sp>
  </cdr:relSizeAnchor>
</c:userShape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46818" name="Rectangle 2"/>
          <p:cNvSpPr>
            <a:spLocks noGrp="1" noChangeArrowheads="1"/>
          </p:cNvSpPr>
          <p:nvPr>
            <p:ph type="hdr" sz="quarter"/>
          </p:nvPr>
        </p:nvSpPr>
        <p:spPr bwMode="auto">
          <a:xfrm>
            <a:off x="0" y="0"/>
            <a:ext cx="2971800" cy="46513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b="0">
                <a:latin typeface="Arial" charset="0"/>
              </a:defRPr>
            </a:lvl1pPr>
          </a:lstStyle>
          <a:p>
            <a:pPr>
              <a:defRPr/>
            </a:pPr>
            <a:endParaRPr lang="en-US"/>
          </a:p>
        </p:txBody>
      </p:sp>
      <p:sp>
        <p:nvSpPr>
          <p:cNvPr id="546819" name="Rectangle 3"/>
          <p:cNvSpPr>
            <a:spLocks noGrp="1" noChangeArrowheads="1"/>
          </p:cNvSpPr>
          <p:nvPr>
            <p:ph type="dt" sz="quarter" idx="1"/>
          </p:nvPr>
        </p:nvSpPr>
        <p:spPr bwMode="auto">
          <a:xfrm>
            <a:off x="3884613" y="0"/>
            <a:ext cx="2971800" cy="46513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b="0">
                <a:latin typeface="Arial" charset="0"/>
              </a:defRPr>
            </a:lvl1pPr>
          </a:lstStyle>
          <a:p>
            <a:pPr>
              <a:defRPr/>
            </a:pPr>
            <a:endParaRPr lang="en-US"/>
          </a:p>
        </p:txBody>
      </p:sp>
      <p:sp>
        <p:nvSpPr>
          <p:cNvPr id="546820" name="Rectangle 4"/>
          <p:cNvSpPr>
            <a:spLocks noGrp="1" noChangeArrowheads="1"/>
          </p:cNvSpPr>
          <p:nvPr>
            <p:ph type="ftr" sz="quarter" idx="2"/>
          </p:nvPr>
        </p:nvSpPr>
        <p:spPr bwMode="auto">
          <a:xfrm>
            <a:off x="0" y="8829675"/>
            <a:ext cx="2971800" cy="465138"/>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b="0">
                <a:latin typeface="Arial" charset="0"/>
              </a:defRPr>
            </a:lvl1pPr>
          </a:lstStyle>
          <a:p>
            <a:pPr>
              <a:defRPr/>
            </a:pPr>
            <a:endParaRPr lang="en-US"/>
          </a:p>
        </p:txBody>
      </p:sp>
      <p:sp>
        <p:nvSpPr>
          <p:cNvPr id="546821" name="Rectangle 5"/>
          <p:cNvSpPr>
            <a:spLocks noGrp="1" noChangeArrowheads="1"/>
          </p:cNvSpPr>
          <p:nvPr>
            <p:ph type="sldNum" sz="quarter" idx="3"/>
          </p:nvPr>
        </p:nvSpPr>
        <p:spPr bwMode="auto">
          <a:xfrm>
            <a:off x="3884613" y="8829675"/>
            <a:ext cx="2971800" cy="465138"/>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b="0">
                <a:latin typeface="Arial" charset="0"/>
              </a:defRPr>
            </a:lvl1pPr>
          </a:lstStyle>
          <a:p>
            <a:pPr>
              <a:defRPr/>
            </a:pPr>
            <a:fld id="{F818945D-4C58-48DD-A2E8-2CF9F43351C4}" type="slidenum">
              <a:rPr lang="en-US"/>
              <a:pPr>
                <a:defRPr/>
              </a:pPr>
              <a:t>‹#›</a:t>
            </a:fld>
            <a:endParaRPr lang="en-US"/>
          </a:p>
        </p:txBody>
      </p:sp>
    </p:spTree>
    <p:extLst>
      <p:ext uri="{BB962C8B-B14F-4D97-AF65-F5344CB8AC3E}">
        <p14:creationId xmlns:p14="http://schemas.microsoft.com/office/powerpoint/2010/main" val="259652911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2971800" cy="46513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defRPr sz="1200" b="0">
                <a:latin typeface="Arial" charset="0"/>
                <a:ea typeface="MS Mincho" pitchFamily="49" charset="-128"/>
              </a:defRPr>
            </a:lvl1pPr>
          </a:lstStyle>
          <a:p>
            <a:pPr>
              <a:defRPr/>
            </a:pPr>
            <a:endParaRPr lang="en-US" altLang="ja-JP"/>
          </a:p>
        </p:txBody>
      </p:sp>
      <p:sp>
        <p:nvSpPr>
          <p:cNvPr id="3075" name="Rectangle 3"/>
          <p:cNvSpPr>
            <a:spLocks noGrp="1" noChangeArrowheads="1"/>
          </p:cNvSpPr>
          <p:nvPr>
            <p:ph type="dt" idx="1"/>
          </p:nvPr>
        </p:nvSpPr>
        <p:spPr bwMode="auto">
          <a:xfrm>
            <a:off x="3886200" y="0"/>
            <a:ext cx="2971800" cy="46513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r">
              <a:defRPr sz="1200" b="0">
                <a:latin typeface="Arial" charset="0"/>
                <a:ea typeface="MS Mincho" pitchFamily="49" charset="-128"/>
              </a:defRPr>
            </a:lvl1pPr>
          </a:lstStyle>
          <a:p>
            <a:pPr>
              <a:defRPr/>
            </a:pPr>
            <a:endParaRPr lang="en-US" altLang="ja-JP"/>
          </a:p>
        </p:txBody>
      </p:sp>
      <p:sp>
        <p:nvSpPr>
          <p:cNvPr id="6148" name="Rectangle 4"/>
          <p:cNvSpPr>
            <a:spLocks noGrp="1" noRot="1" noChangeAspect="1" noChangeArrowheads="1" noTextEdit="1"/>
          </p:cNvSpPr>
          <p:nvPr>
            <p:ph type="sldImg" idx="2"/>
          </p:nvPr>
        </p:nvSpPr>
        <p:spPr bwMode="auto">
          <a:xfrm>
            <a:off x="330200" y="696913"/>
            <a:ext cx="6197600" cy="34861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077" name="Rectangle 5"/>
          <p:cNvSpPr>
            <a:spLocks noGrp="1" noChangeArrowheads="1"/>
          </p:cNvSpPr>
          <p:nvPr>
            <p:ph type="body" sz="quarter" idx="3"/>
          </p:nvPr>
        </p:nvSpPr>
        <p:spPr bwMode="auto">
          <a:xfrm>
            <a:off x="914400" y="4416425"/>
            <a:ext cx="5029200" cy="41830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ja-JP" altLang="en-US" noProof="0"/>
              <a:t>マスタ テキストの書式設定</a:t>
            </a:r>
          </a:p>
          <a:p>
            <a:pPr lvl="1"/>
            <a:r>
              <a:rPr lang="ja-JP" altLang="en-US" noProof="0"/>
              <a:t>第 </a:t>
            </a:r>
            <a:r>
              <a:rPr lang="en-US" altLang="ja-JP" noProof="0"/>
              <a:t>2 </a:t>
            </a:r>
            <a:r>
              <a:rPr lang="ja-JP" altLang="en-US" noProof="0"/>
              <a:t>レベル</a:t>
            </a:r>
          </a:p>
          <a:p>
            <a:pPr lvl="2"/>
            <a:r>
              <a:rPr lang="ja-JP" altLang="en-US" noProof="0"/>
              <a:t>第 </a:t>
            </a:r>
            <a:r>
              <a:rPr lang="en-US" altLang="ja-JP" noProof="0"/>
              <a:t>3 </a:t>
            </a:r>
            <a:r>
              <a:rPr lang="ja-JP" altLang="en-US" noProof="0"/>
              <a:t>レベル</a:t>
            </a:r>
          </a:p>
          <a:p>
            <a:pPr lvl="3"/>
            <a:r>
              <a:rPr lang="ja-JP" altLang="en-US" noProof="0"/>
              <a:t>第 </a:t>
            </a:r>
            <a:r>
              <a:rPr lang="en-US" altLang="ja-JP" noProof="0"/>
              <a:t>4 </a:t>
            </a:r>
            <a:r>
              <a:rPr lang="ja-JP" altLang="en-US" noProof="0"/>
              <a:t>レベル</a:t>
            </a:r>
          </a:p>
          <a:p>
            <a:pPr lvl="4"/>
            <a:r>
              <a:rPr lang="ja-JP" altLang="en-US" noProof="0"/>
              <a:t>第 </a:t>
            </a:r>
            <a:r>
              <a:rPr lang="en-US" altLang="ja-JP" noProof="0"/>
              <a:t>5 </a:t>
            </a:r>
            <a:r>
              <a:rPr lang="ja-JP" altLang="en-US" noProof="0"/>
              <a:t>レベル</a:t>
            </a:r>
          </a:p>
        </p:txBody>
      </p:sp>
      <p:sp>
        <p:nvSpPr>
          <p:cNvPr id="3078" name="Rectangle 6"/>
          <p:cNvSpPr>
            <a:spLocks noGrp="1" noChangeArrowheads="1"/>
          </p:cNvSpPr>
          <p:nvPr>
            <p:ph type="ftr" sz="quarter" idx="4"/>
          </p:nvPr>
        </p:nvSpPr>
        <p:spPr bwMode="auto">
          <a:xfrm>
            <a:off x="0" y="8831263"/>
            <a:ext cx="2971800" cy="465137"/>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defRPr sz="1200" b="0">
                <a:latin typeface="Arial" charset="0"/>
                <a:ea typeface="MS Mincho" pitchFamily="49" charset="-128"/>
              </a:defRPr>
            </a:lvl1pPr>
          </a:lstStyle>
          <a:p>
            <a:pPr>
              <a:defRPr/>
            </a:pPr>
            <a:endParaRPr lang="en-US" altLang="ja-JP"/>
          </a:p>
        </p:txBody>
      </p:sp>
      <p:sp>
        <p:nvSpPr>
          <p:cNvPr id="3079" name="Rectangle 7"/>
          <p:cNvSpPr>
            <a:spLocks noGrp="1" noChangeArrowheads="1"/>
          </p:cNvSpPr>
          <p:nvPr>
            <p:ph type="sldNum" sz="quarter" idx="5"/>
          </p:nvPr>
        </p:nvSpPr>
        <p:spPr bwMode="auto">
          <a:xfrm>
            <a:off x="3886200" y="8831263"/>
            <a:ext cx="2971800" cy="465137"/>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lgn="r">
              <a:defRPr sz="1200" b="0">
                <a:latin typeface="Arial" charset="0"/>
                <a:ea typeface="MS Mincho" pitchFamily="49" charset="-128"/>
              </a:defRPr>
            </a:lvl1pPr>
          </a:lstStyle>
          <a:p>
            <a:pPr>
              <a:defRPr/>
            </a:pPr>
            <a:fld id="{895B615C-7399-4E53-8A15-C129260915C8}" type="slidenum">
              <a:rPr lang="en-US" altLang="ja-JP"/>
              <a:pPr>
                <a:defRPr/>
              </a:pPr>
              <a:t>‹#›</a:t>
            </a:fld>
            <a:endParaRPr lang="en-US" altLang="ja-JP"/>
          </a:p>
        </p:txBody>
      </p:sp>
    </p:spTree>
    <p:extLst>
      <p:ext uri="{BB962C8B-B14F-4D97-AF65-F5344CB8AC3E}">
        <p14:creationId xmlns:p14="http://schemas.microsoft.com/office/powerpoint/2010/main" val="157511547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Arial" charset="0"/>
        <a:ea typeface="MS PMincho" pitchFamily="18" charset="-128"/>
        <a:cs typeface="+mn-cs"/>
      </a:defRPr>
    </a:lvl1pPr>
    <a:lvl2pPr marL="457200" algn="l" rtl="0" eaLnBrk="0" fontAlgn="base" hangingPunct="0">
      <a:spcBef>
        <a:spcPct val="30000"/>
      </a:spcBef>
      <a:spcAft>
        <a:spcPct val="0"/>
      </a:spcAft>
      <a:defRPr kumimoji="1" sz="1200" kern="1200">
        <a:solidFill>
          <a:schemeClr val="tx1"/>
        </a:solidFill>
        <a:latin typeface="Arial" charset="0"/>
        <a:ea typeface="MS PMincho" pitchFamily="18" charset="-128"/>
        <a:cs typeface="+mn-cs"/>
      </a:defRPr>
    </a:lvl2pPr>
    <a:lvl3pPr marL="914400" algn="l" rtl="0" eaLnBrk="0" fontAlgn="base" hangingPunct="0">
      <a:spcBef>
        <a:spcPct val="30000"/>
      </a:spcBef>
      <a:spcAft>
        <a:spcPct val="0"/>
      </a:spcAft>
      <a:defRPr kumimoji="1" sz="1200" kern="1200">
        <a:solidFill>
          <a:schemeClr val="tx1"/>
        </a:solidFill>
        <a:latin typeface="Arial" charset="0"/>
        <a:ea typeface="MS PMincho" pitchFamily="18" charset="-128"/>
        <a:cs typeface="+mn-cs"/>
      </a:defRPr>
    </a:lvl3pPr>
    <a:lvl4pPr marL="1371600" algn="l" rtl="0" eaLnBrk="0" fontAlgn="base" hangingPunct="0">
      <a:spcBef>
        <a:spcPct val="30000"/>
      </a:spcBef>
      <a:spcAft>
        <a:spcPct val="0"/>
      </a:spcAft>
      <a:defRPr kumimoji="1" sz="1200" kern="1200">
        <a:solidFill>
          <a:schemeClr val="tx1"/>
        </a:solidFill>
        <a:latin typeface="Arial" charset="0"/>
        <a:ea typeface="MS PMincho" pitchFamily="18" charset="-128"/>
        <a:cs typeface="+mn-cs"/>
      </a:defRPr>
    </a:lvl4pPr>
    <a:lvl5pPr marL="1828800" algn="l" rtl="0" eaLnBrk="0" fontAlgn="base" hangingPunct="0">
      <a:spcBef>
        <a:spcPct val="30000"/>
      </a:spcBef>
      <a:spcAft>
        <a:spcPct val="0"/>
      </a:spcAft>
      <a:defRPr kumimoji="1" sz="1200" kern="1200">
        <a:solidFill>
          <a:schemeClr val="tx1"/>
        </a:solidFill>
        <a:latin typeface="Arial" charset="0"/>
        <a:ea typeface="MS PMincho" pitchFamily="18"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a:defRPr/>
            </a:pPr>
            <a:fld id="{895B615C-7399-4E53-8A15-C129260915C8}" type="slidenum">
              <a:rPr lang="en-US" altLang="ja-JP" smtClean="0"/>
              <a:pPr>
                <a:defRPr/>
              </a:pPr>
              <a:t>3</a:t>
            </a:fld>
            <a:endParaRPr lang="en-US" altLang="ja-JP" dirty="0"/>
          </a:p>
        </p:txBody>
      </p:sp>
    </p:spTree>
    <p:extLst>
      <p:ext uri="{BB962C8B-B14F-4D97-AF65-F5344CB8AC3E}">
        <p14:creationId xmlns:p14="http://schemas.microsoft.com/office/powerpoint/2010/main" val="27362436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a:defRPr/>
            </a:pPr>
            <a:fld id="{895B615C-7399-4E53-8A15-C129260915C8}" type="slidenum">
              <a:rPr lang="en-US" altLang="ja-JP" smtClean="0"/>
              <a:pPr>
                <a:defRPr/>
              </a:pPr>
              <a:t>5</a:t>
            </a:fld>
            <a:endParaRPr lang="en-US" altLang="ja-JP" dirty="0"/>
          </a:p>
        </p:txBody>
      </p:sp>
    </p:spTree>
    <p:extLst>
      <p:ext uri="{BB962C8B-B14F-4D97-AF65-F5344CB8AC3E}">
        <p14:creationId xmlns:p14="http://schemas.microsoft.com/office/powerpoint/2010/main" val="27897637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a:defRPr/>
            </a:pPr>
            <a:fld id="{895B615C-7399-4E53-8A15-C129260915C8}" type="slidenum">
              <a:rPr lang="en-US" altLang="ja-JP" smtClean="0"/>
              <a:pPr>
                <a:defRPr/>
              </a:pPr>
              <a:t>12</a:t>
            </a:fld>
            <a:endParaRPr lang="en-US" altLang="ja-JP" dirty="0"/>
          </a:p>
        </p:txBody>
      </p:sp>
    </p:spTree>
    <p:extLst>
      <p:ext uri="{BB962C8B-B14F-4D97-AF65-F5344CB8AC3E}">
        <p14:creationId xmlns:p14="http://schemas.microsoft.com/office/powerpoint/2010/main" val="1025440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a:defRPr/>
            </a:pPr>
            <a:fld id="{895B615C-7399-4E53-8A15-C129260915C8}" type="slidenum">
              <a:rPr lang="en-US" altLang="ja-JP" smtClean="0"/>
              <a:pPr>
                <a:defRPr/>
              </a:pPr>
              <a:t>18</a:t>
            </a:fld>
            <a:endParaRPr lang="en-US" altLang="ja-JP" dirty="0"/>
          </a:p>
        </p:txBody>
      </p:sp>
    </p:spTree>
    <p:extLst>
      <p:ext uri="{BB962C8B-B14F-4D97-AF65-F5344CB8AC3E}">
        <p14:creationId xmlns:p14="http://schemas.microsoft.com/office/powerpoint/2010/main" val="26023779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a:defRPr/>
            </a:pPr>
            <a:fld id="{895B615C-7399-4E53-8A15-C129260915C8}" type="slidenum">
              <a:rPr lang="en-US" altLang="ja-JP" smtClean="0"/>
              <a:pPr>
                <a:defRPr/>
              </a:pPr>
              <a:t>26</a:t>
            </a:fld>
            <a:endParaRPr lang="en-US" altLang="ja-JP" dirty="0"/>
          </a:p>
        </p:txBody>
      </p:sp>
    </p:spTree>
    <p:extLst>
      <p:ext uri="{BB962C8B-B14F-4D97-AF65-F5344CB8AC3E}">
        <p14:creationId xmlns:p14="http://schemas.microsoft.com/office/powerpoint/2010/main" val="42468089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a:defRPr/>
            </a:pPr>
            <a:fld id="{895B615C-7399-4E53-8A15-C129260915C8}" type="slidenum">
              <a:rPr lang="en-US" altLang="ja-JP" smtClean="0"/>
              <a:pPr>
                <a:defRPr/>
              </a:pPr>
              <a:t>30</a:t>
            </a:fld>
            <a:endParaRPr lang="en-US" altLang="ja-JP" dirty="0"/>
          </a:p>
        </p:txBody>
      </p:sp>
    </p:spTree>
    <p:extLst>
      <p:ext uri="{BB962C8B-B14F-4D97-AF65-F5344CB8AC3E}">
        <p14:creationId xmlns:p14="http://schemas.microsoft.com/office/powerpoint/2010/main" val="412264539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pPr>
              <a:defRPr/>
            </a:pPr>
            <a:fld id="{895B615C-7399-4E53-8A15-C129260915C8}" type="slidenum">
              <a:rPr lang="en-US" altLang="ja-JP" smtClean="0"/>
              <a:pPr>
                <a:defRPr/>
              </a:pPr>
              <a:t>34</a:t>
            </a:fld>
            <a:endParaRPr lang="en-US" altLang="ja-JP" dirty="0"/>
          </a:p>
        </p:txBody>
      </p:sp>
    </p:spTree>
    <p:extLst>
      <p:ext uri="{BB962C8B-B14F-4D97-AF65-F5344CB8AC3E}">
        <p14:creationId xmlns:p14="http://schemas.microsoft.com/office/powerpoint/2010/main" val="1015239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a:defRPr/>
            </a:pPr>
            <a:fld id="{895B615C-7399-4E53-8A15-C129260915C8}" type="slidenum">
              <a:rPr lang="en-US" altLang="ja-JP" smtClean="0"/>
              <a:pPr>
                <a:defRPr/>
              </a:pPr>
              <a:t>36</a:t>
            </a:fld>
            <a:endParaRPr lang="en-US" altLang="ja-JP" dirty="0"/>
          </a:p>
        </p:txBody>
      </p:sp>
    </p:spTree>
    <p:extLst>
      <p:ext uri="{BB962C8B-B14F-4D97-AF65-F5344CB8AC3E}">
        <p14:creationId xmlns:p14="http://schemas.microsoft.com/office/powerpoint/2010/main" val="44614864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1"/>
                </a:solidFill>
                <a:latin typeface="Arial" charset="0"/>
                <a:ea typeface="MS Gothic" pitchFamily="49" charset="-128"/>
              </a:defRPr>
            </a:lvl1pPr>
            <a:lvl2pPr marL="742950" indent="-285750" eaLnBrk="0" hangingPunct="0">
              <a:defRPr kumimoji="1" sz="2400" b="1">
                <a:solidFill>
                  <a:schemeClr val="tx1"/>
                </a:solidFill>
                <a:latin typeface="Arial" charset="0"/>
                <a:ea typeface="MS Gothic" pitchFamily="49" charset="-128"/>
              </a:defRPr>
            </a:lvl2pPr>
            <a:lvl3pPr marL="1143000" indent="-228600" eaLnBrk="0" hangingPunct="0">
              <a:defRPr kumimoji="1" sz="2400" b="1">
                <a:solidFill>
                  <a:schemeClr val="tx1"/>
                </a:solidFill>
                <a:latin typeface="Arial" charset="0"/>
                <a:ea typeface="MS Gothic" pitchFamily="49" charset="-128"/>
              </a:defRPr>
            </a:lvl3pPr>
            <a:lvl4pPr marL="1600200" indent="-228600" eaLnBrk="0" hangingPunct="0">
              <a:defRPr kumimoji="1" sz="2400" b="1">
                <a:solidFill>
                  <a:schemeClr val="tx1"/>
                </a:solidFill>
                <a:latin typeface="Arial" charset="0"/>
                <a:ea typeface="MS Gothic" pitchFamily="49" charset="-128"/>
              </a:defRPr>
            </a:lvl4pPr>
            <a:lvl5pPr marL="2057400" indent="-228600" eaLnBrk="0" hangingPunct="0">
              <a:defRPr kumimoji="1" sz="2400" b="1">
                <a:solidFill>
                  <a:schemeClr val="tx1"/>
                </a:solidFill>
                <a:latin typeface="Arial" charset="0"/>
                <a:ea typeface="MS Gothic" pitchFamily="49" charset="-128"/>
              </a:defRPr>
            </a:lvl5pPr>
            <a:lvl6pPr marL="2514600" indent="-228600" eaLnBrk="0" fontAlgn="base" hangingPunct="0">
              <a:spcBef>
                <a:spcPct val="0"/>
              </a:spcBef>
              <a:spcAft>
                <a:spcPct val="0"/>
              </a:spcAft>
              <a:defRPr kumimoji="1" sz="2400" b="1">
                <a:solidFill>
                  <a:schemeClr val="tx1"/>
                </a:solidFill>
                <a:latin typeface="Arial" charset="0"/>
                <a:ea typeface="MS Gothic" pitchFamily="49" charset="-128"/>
              </a:defRPr>
            </a:lvl6pPr>
            <a:lvl7pPr marL="2971800" indent="-228600" eaLnBrk="0" fontAlgn="base" hangingPunct="0">
              <a:spcBef>
                <a:spcPct val="0"/>
              </a:spcBef>
              <a:spcAft>
                <a:spcPct val="0"/>
              </a:spcAft>
              <a:defRPr kumimoji="1" sz="2400" b="1">
                <a:solidFill>
                  <a:schemeClr val="tx1"/>
                </a:solidFill>
                <a:latin typeface="Arial" charset="0"/>
                <a:ea typeface="MS Gothic" pitchFamily="49" charset="-128"/>
              </a:defRPr>
            </a:lvl7pPr>
            <a:lvl8pPr marL="3429000" indent="-228600" eaLnBrk="0" fontAlgn="base" hangingPunct="0">
              <a:spcBef>
                <a:spcPct val="0"/>
              </a:spcBef>
              <a:spcAft>
                <a:spcPct val="0"/>
              </a:spcAft>
              <a:defRPr kumimoji="1" sz="2400" b="1">
                <a:solidFill>
                  <a:schemeClr val="tx1"/>
                </a:solidFill>
                <a:latin typeface="Arial" charset="0"/>
                <a:ea typeface="MS Gothic" pitchFamily="49" charset="-128"/>
              </a:defRPr>
            </a:lvl8pPr>
            <a:lvl9pPr marL="3886200" indent="-228600" eaLnBrk="0" fontAlgn="base" hangingPunct="0">
              <a:spcBef>
                <a:spcPct val="0"/>
              </a:spcBef>
              <a:spcAft>
                <a:spcPct val="0"/>
              </a:spcAft>
              <a:defRPr kumimoji="1" sz="2400" b="1">
                <a:solidFill>
                  <a:schemeClr val="tx1"/>
                </a:solidFill>
                <a:latin typeface="Arial" charset="0"/>
                <a:ea typeface="MS Gothic" pitchFamily="49" charset="-128"/>
              </a:defRPr>
            </a:lvl9pPr>
          </a:lstStyle>
          <a:p>
            <a:pPr eaLnBrk="1" hangingPunct="1"/>
            <a:fld id="{E0177AD6-59D3-4505-93AD-836CE6DDCDBB}" type="slidenum">
              <a:rPr lang="en-US" altLang="ja-JP" sz="1200" b="0" smtClean="0">
                <a:ea typeface="MS Mincho" pitchFamily="49" charset="-128"/>
              </a:rPr>
              <a:pPr eaLnBrk="1" hangingPunct="1"/>
              <a:t>43</a:t>
            </a:fld>
            <a:endParaRPr lang="en-US" altLang="ja-JP" sz="1200" b="0">
              <a:ea typeface="MS Mincho" pitchFamily="49" charset="-128"/>
            </a:endParaRPr>
          </a:p>
        </p:txBody>
      </p:sp>
      <p:sp>
        <p:nvSpPr>
          <p:cNvPr id="65539" name="Rectangle 2"/>
          <p:cNvSpPr>
            <a:spLocks noGrp="1" noRot="1" noChangeAspect="1" noChangeArrowheads="1" noTextEdit="1"/>
          </p:cNvSpPr>
          <p:nvPr>
            <p:ph type="sldImg"/>
          </p:nvPr>
        </p:nvSpPr>
        <p:spPr>
          <a:xfrm>
            <a:off x="350838" y="712788"/>
            <a:ext cx="6202362" cy="3489325"/>
          </a:xfrm>
          <a:ln/>
        </p:spPr>
      </p:sp>
      <p:sp>
        <p:nvSpPr>
          <p:cNvPr id="65540" name="Rectangle 3"/>
          <p:cNvSpPr>
            <a:spLocks noGrp="1" noChangeArrowheads="1"/>
          </p:cNvSpPr>
          <p:nvPr>
            <p:ph type="body" idx="1"/>
          </p:nvPr>
        </p:nvSpPr>
        <p:spPr>
          <a:xfrm>
            <a:off x="919163" y="4416425"/>
            <a:ext cx="5064125" cy="42021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1.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3" name="Picture 7" descr="Nikon_LOGO_CMYK 25mm.bmp"/>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auto">
          <a:xfrm>
            <a:off x="840318" y="528639"/>
            <a:ext cx="897818" cy="8978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11" descr="subgra_gray_2"/>
          <p:cNvPicPr>
            <a:picLocks noChangeAspect="1" noChangeArrowheads="1"/>
          </p:cNvPicPr>
          <p:nvPr/>
        </p:nvPicPr>
        <p:blipFill rotWithShape="1">
          <a:blip r:embed="rId3">
            <a:extLst>
              <a:ext uri="{28A0092B-C50C-407E-A947-70E740481C1C}">
                <a14:useLocalDpi xmlns:a14="http://schemas.microsoft.com/office/drawing/2010/main" val="0"/>
              </a:ext>
            </a:extLst>
          </a:blip>
          <a:srcRect b="28008"/>
          <a:stretch/>
        </p:blipFill>
        <p:spPr bwMode="auto">
          <a:xfrm>
            <a:off x="4895850" y="1341493"/>
            <a:ext cx="7296150" cy="55063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0293" name="Rectangle 5"/>
          <p:cNvSpPr>
            <a:spLocks noGrp="1" noChangeArrowheads="1"/>
          </p:cNvSpPr>
          <p:nvPr>
            <p:ph type="ctrTitle"/>
          </p:nvPr>
        </p:nvSpPr>
        <p:spPr>
          <a:xfrm>
            <a:off x="912285" y="2895600"/>
            <a:ext cx="10365316" cy="1219200"/>
          </a:xfrm>
        </p:spPr>
        <p:txBody>
          <a:bodyPr tIns="46800" bIns="46800" anchor="t"/>
          <a:lstStyle>
            <a:lvl1pPr>
              <a:defRPr b="1">
                <a:latin typeface="Calibri" pitchFamily="34" charset="0"/>
                <a:cs typeface="Calibri" pitchFamily="34" charset="0"/>
              </a:defRPr>
            </a:lvl1pPr>
          </a:lstStyle>
          <a:p>
            <a:r>
              <a:rPr lang="en-US" altLang="ja-JP"/>
              <a:t>Click to edit Master title style</a:t>
            </a:r>
          </a:p>
        </p:txBody>
      </p:sp>
      <p:sp>
        <p:nvSpPr>
          <p:cNvPr id="6" name="Rectangle 3"/>
          <p:cNvSpPr>
            <a:spLocks noGrp="1" noChangeArrowheads="1"/>
          </p:cNvSpPr>
          <p:nvPr>
            <p:ph type="dt" sz="half" idx="10"/>
          </p:nvPr>
        </p:nvSpPr>
        <p:spPr bwMode="auto">
          <a:xfrm>
            <a:off x="814917" y="5757863"/>
            <a:ext cx="5077883" cy="457200"/>
          </a:xfrm>
          <a:prstGeom prst="rect">
            <a:avLst/>
          </a:prstGeom>
          <a:ln>
            <a:miter lim="800000"/>
            <a:headEnd/>
            <a:tailEnd/>
          </a:ln>
        </p:spPr>
        <p:txBody>
          <a:bodyPr vert="horz" wrap="square" lIns="0" tIns="45720" rIns="91440" bIns="45720" numCol="1" anchor="t" anchorCtr="0" compatLnSpc="1">
            <a:prstTxWarp prst="textNoShape">
              <a:avLst/>
            </a:prstTxWarp>
          </a:bodyPr>
          <a:lstStyle>
            <a:lvl1pPr>
              <a:defRPr sz="1800" b="0">
                <a:latin typeface="Calibri" pitchFamily="34" charset="0"/>
                <a:cs typeface="Calibri" pitchFamily="34" charset="0"/>
              </a:defRPr>
            </a:lvl1pPr>
          </a:lstStyle>
          <a:p>
            <a:pPr>
              <a:defRPr/>
            </a:pPr>
            <a:fld id="{C79C932B-F971-47FB-8EBA-CF925CF8ADDB}" type="datetime4">
              <a:rPr lang="en-US" smtClean="0"/>
              <a:pPr>
                <a:defRPr/>
              </a:pPr>
              <a:t>August 18, 2025</a:t>
            </a:fld>
            <a:endParaRPr lang="en-US" altLang="ja-JP" sz="900">
              <a:ea typeface="+mn-ea"/>
            </a:endParaRPr>
          </a:p>
        </p:txBody>
      </p:sp>
      <p:pic>
        <p:nvPicPr>
          <p:cNvPr id="7" name="Picture 26" descr="Baseline"/>
          <p:cNvPicPr>
            <a:picLocks noChangeAspect="1" noChangeArrowheads="1"/>
          </p:cNvPicPr>
          <p:nvPr userDrawn="1"/>
        </p:nvPicPr>
        <p:blipFill>
          <a:blip r:embed="rId4">
            <a:extLst>
              <a:ext uri="{28A0092B-C50C-407E-A947-70E740481C1C}">
                <a14:useLocalDpi xmlns:a14="http://schemas.microsoft.com/office/drawing/2010/main" val="0"/>
              </a:ext>
            </a:extLst>
          </a:blip>
          <a:stretch>
            <a:fillRect/>
          </a:stretch>
        </p:blipFill>
        <p:spPr bwMode="auto">
          <a:xfrm>
            <a:off x="8062487" y="483394"/>
            <a:ext cx="3383280"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021319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Calibri" pitchFamily="34" charset="0"/>
                <a:cs typeface="Calibri" pitchFamily="34" charset="0"/>
              </a:defRPr>
            </a:lvl1pPr>
          </a:lstStyle>
          <a:p>
            <a:r>
              <a:rPr lang="en-US"/>
              <a:t>Click to edit Master title style</a:t>
            </a:r>
          </a:p>
        </p:txBody>
      </p:sp>
      <p:sp>
        <p:nvSpPr>
          <p:cNvPr id="3" name="Content Placeholder 2"/>
          <p:cNvSpPr>
            <a:spLocks noGrp="1"/>
          </p:cNvSpPr>
          <p:nvPr>
            <p:ph idx="1"/>
          </p:nvPr>
        </p:nvSpPr>
        <p:spPr/>
        <p:txBody>
          <a:bodyPr/>
          <a:lstStyle>
            <a:lvl1pPr>
              <a:defRPr>
                <a:latin typeface="Calibri" pitchFamily="34" charset="0"/>
                <a:cs typeface="Calibri" pitchFamily="34" charset="0"/>
              </a:defRPr>
            </a:lvl1pPr>
            <a:lvl2pPr>
              <a:defRPr>
                <a:latin typeface="Calibri" pitchFamily="34" charset="0"/>
                <a:cs typeface="Calibri" pitchFamily="34" charset="0"/>
              </a:defRPr>
            </a:lvl2pPr>
            <a:lvl3pPr>
              <a:defRPr>
                <a:latin typeface="Calibri" pitchFamily="34" charset="0"/>
                <a:cs typeface="Calibri" pitchFamily="34" charset="0"/>
              </a:defRPr>
            </a:lvl3pPr>
            <a:lvl4pPr>
              <a:defRPr>
                <a:latin typeface="Calibri" pitchFamily="34" charset="0"/>
                <a:cs typeface="Calibri" pitchFamily="34" charset="0"/>
              </a:defRPr>
            </a:lvl4pPr>
            <a:lvl5pPr>
              <a:defRPr>
                <a:latin typeface="Calibri" pitchFamily="34" charset="0"/>
                <a:cs typeface="Calibri"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7"/>
          <p:cNvSpPr>
            <a:spLocks noGrp="1" noChangeArrowheads="1"/>
          </p:cNvSpPr>
          <p:nvPr>
            <p:ph type="sldNum" sz="quarter" idx="10"/>
          </p:nvPr>
        </p:nvSpPr>
        <p:spPr>
          <a:ln/>
        </p:spPr>
        <p:txBody>
          <a:bodyPr/>
          <a:lstStyle>
            <a:lvl1pPr>
              <a:defRPr>
                <a:latin typeface="Calibri" pitchFamily="34" charset="0"/>
                <a:cs typeface="Calibri" pitchFamily="34" charset="0"/>
              </a:defRPr>
            </a:lvl1pPr>
          </a:lstStyle>
          <a:p>
            <a:pPr>
              <a:defRPr/>
            </a:pPr>
            <a:fld id="{C0335DDC-D7BD-499D-8620-A8CC6675656F}" type="slidenum">
              <a:rPr lang="en-US" altLang="ja-JP" smtClean="0"/>
              <a:pPr>
                <a:defRPr/>
              </a:pPr>
              <a:t>‹#›</a:t>
            </a:fld>
            <a:endParaRPr lang="en-US" altLang="ja-JP"/>
          </a:p>
        </p:txBody>
      </p:sp>
    </p:spTree>
    <p:extLst>
      <p:ext uri="{BB962C8B-B14F-4D97-AF65-F5344CB8AC3E}">
        <p14:creationId xmlns:p14="http://schemas.microsoft.com/office/powerpoint/2010/main" val="9054093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atin typeface="Calibri" pitchFamily="34" charset="0"/>
                <a:cs typeface="Calibri" pitchFamily="34" charset="0"/>
              </a:defRPr>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atin typeface="Calibri" pitchFamily="34" charset="0"/>
                <a:cs typeface="Calibri" pitchFamily="34" charset="0"/>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Edit Master text styles</a:t>
            </a:r>
          </a:p>
        </p:txBody>
      </p:sp>
      <p:sp>
        <p:nvSpPr>
          <p:cNvPr id="4" name="Rectangle 7"/>
          <p:cNvSpPr>
            <a:spLocks noGrp="1" noChangeArrowheads="1"/>
          </p:cNvSpPr>
          <p:nvPr>
            <p:ph type="sldNum" sz="quarter" idx="10"/>
          </p:nvPr>
        </p:nvSpPr>
        <p:spPr>
          <a:ln/>
        </p:spPr>
        <p:txBody>
          <a:bodyPr/>
          <a:lstStyle>
            <a:lvl1pPr>
              <a:defRPr>
                <a:latin typeface="Calibri" pitchFamily="34" charset="0"/>
                <a:cs typeface="Calibri" pitchFamily="34" charset="0"/>
              </a:defRPr>
            </a:lvl1pPr>
          </a:lstStyle>
          <a:p>
            <a:pPr>
              <a:defRPr/>
            </a:pPr>
            <a:fld id="{55C9E1A4-6DCF-4370-88A0-C6B5A2DF12EC}" type="slidenum">
              <a:rPr lang="en-US" altLang="ja-JP" smtClean="0"/>
              <a:pPr>
                <a:defRPr/>
              </a:pPr>
              <a:t>‹#›</a:t>
            </a:fld>
            <a:endParaRPr lang="en-US" altLang="ja-JP"/>
          </a:p>
        </p:txBody>
      </p:sp>
    </p:spTree>
    <p:extLst>
      <p:ext uri="{BB962C8B-B14F-4D97-AF65-F5344CB8AC3E}">
        <p14:creationId xmlns:p14="http://schemas.microsoft.com/office/powerpoint/2010/main" val="28964013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Calibri" pitchFamily="34" charset="0"/>
                <a:cs typeface="Calibri" pitchFamily="34" charset="0"/>
              </a:defRPr>
            </a:lvl1pPr>
          </a:lstStyle>
          <a:p>
            <a:r>
              <a:rPr lang="en-US"/>
              <a:t>Click to edit Master title style</a:t>
            </a:r>
          </a:p>
        </p:txBody>
      </p:sp>
      <p:sp>
        <p:nvSpPr>
          <p:cNvPr id="3" name="Content Placeholder 2"/>
          <p:cNvSpPr>
            <a:spLocks noGrp="1"/>
          </p:cNvSpPr>
          <p:nvPr>
            <p:ph sz="half" idx="1"/>
          </p:nvPr>
        </p:nvSpPr>
        <p:spPr>
          <a:xfrm>
            <a:off x="711200" y="990600"/>
            <a:ext cx="5359400" cy="5391150"/>
          </a:xfrm>
        </p:spPr>
        <p:txBody>
          <a:bodyPr/>
          <a:lstStyle>
            <a:lvl1pPr>
              <a:defRPr sz="2800">
                <a:latin typeface="Calibri" pitchFamily="34" charset="0"/>
                <a:cs typeface="Calibri" pitchFamily="34" charset="0"/>
              </a:defRPr>
            </a:lvl1pPr>
            <a:lvl2pPr>
              <a:defRPr sz="2400">
                <a:latin typeface="Calibri" pitchFamily="34" charset="0"/>
                <a:cs typeface="Calibri" pitchFamily="34" charset="0"/>
              </a:defRPr>
            </a:lvl2pPr>
            <a:lvl3pPr>
              <a:defRPr sz="2000">
                <a:latin typeface="Calibri" pitchFamily="34" charset="0"/>
                <a:cs typeface="Calibri" pitchFamily="34" charset="0"/>
              </a:defRPr>
            </a:lvl3pPr>
            <a:lvl4pPr>
              <a:defRPr sz="1800">
                <a:latin typeface="Calibri" pitchFamily="34" charset="0"/>
                <a:cs typeface="Calibri" pitchFamily="34" charset="0"/>
              </a:defRPr>
            </a:lvl4pPr>
            <a:lvl5pPr>
              <a:defRPr sz="1800">
                <a:latin typeface="Calibri" pitchFamily="34" charset="0"/>
                <a:cs typeface="Calibri" pitchFamily="34" charset="0"/>
              </a:defRPr>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73800" y="990600"/>
            <a:ext cx="5359400" cy="5391150"/>
          </a:xfrm>
        </p:spPr>
        <p:txBody>
          <a:bodyPr/>
          <a:lstStyle>
            <a:lvl1pPr>
              <a:defRPr sz="2800">
                <a:latin typeface="Calibri" pitchFamily="34" charset="0"/>
                <a:cs typeface="Calibri" pitchFamily="34" charset="0"/>
              </a:defRPr>
            </a:lvl1pPr>
            <a:lvl2pPr>
              <a:defRPr sz="2400">
                <a:latin typeface="Calibri" pitchFamily="34" charset="0"/>
                <a:cs typeface="Calibri" pitchFamily="34" charset="0"/>
              </a:defRPr>
            </a:lvl2pPr>
            <a:lvl3pPr>
              <a:defRPr sz="2000">
                <a:latin typeface="Calibri" pitchFamily="34" charset="0"/>
                <a:cs typeface="Calibri" pitchFamily="34" charset="0"/>
              </a:defRPr>
            </a:lvl3pPr>
            <a:lvl4pPr>
              <a:defRPr sz="1800">
                <a:latin typeface="Calibri" pitchFamily="34" charset="0"/>
                <a:cs typeface="Calibri" pitchFamily="34" charset="0"/>
              </a:defRPr>
            </a:lvl4pPr>
            <a:lvl5pPr>
              <a:defRPr sz="1800">
                <a:latin typeface="Calibri" pitchFamily="34" charset="0"/>
                <a:cs typeface="Calibri" pitchFamily="34" charset="0"/>
              </a:defRPr>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7"/>
          <p:cNvSpPr>
            <a:spLocks noGrp="1" noChangeArrowheads="1"/>
          </p:cNvSpPr>
          <p:nvPr>
            <p:ph type="sldNum" sz="quarter" idx="10"/>
          </p:nvPr>
        </p:nvSpPr>
        <p:spPr>
          <a:ln/>
        </p:spPr>
        <p:txBody>
          <a:bodyPr/>
          <a:lstStyle>
            <a:lvl1pPr>
              <a:defRPr>
                <a:latin typeface="Calibri" pitchFamily="34" charset="0"/>
                <a:cs typeface="Calibri" pitchFamily="34" charset="0"/>
              </a:defRPr>
            </a:lvl1pPr>
          </a:lstStyle>
          <a:p>
            <a:pPr>
              <a:defRPr/>
            </a:pPr>
            <a:fld id="{28BB9E07-EC26-43F4-83B1-EAB29C9382D0}" type="slidenum">
              <a:rPr lang="en-US" altLang="ja-JP" smtClean="0"/>
              <a:pPr>
                <a:defRPr/>
              </a:pPr>
              <a:t>‹#›</a:t>
            </a:fld>
            <a:endParaRPr lang="en-US" altLang="ja-JP"/>
          </a:p>
        </p:txBody>
      </p:sp>
    </p:spTree>
    <p:extLst>
      <p:ext uri="{BB962C8B-B14F-4D97-AF65-F5344CB8AC3E}">
        <p14:creationId xmlns:p14="http://schemas.microsoft.com/office/powerpoint/2010/main" val="38641925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atin typeface="Calibri" pitchFamily="34" charset="0"/>
                <a:cs typeface="Calibri" pitchFamily="34" charset="0"/>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atin typeface="Calibri" pitchFamily="34" charset="0"/>
                <a:cs typeface="Calibri"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atin typeface="Calibri" pitchFamily="34" charset="0"/>
                <a:cs typeface="Calibri" pitchFamily="34" charset="0"/>
              </a:defRPr>
            </a:lvl1pPr>
            <a:lvl2pPr>
              <a:defRPr sz="2000">
                <a:latin typeface="Calibri" pitchFamily="34" charset="0"/>
                <a:cs typeface="Calibri" pitchFamily="34" charset="0"/>
              </a:defRPr>
            </a:lvl2pPr>
            <a:lvl3pPr>
              <a:defRPr sz="1800">
                <a:latin typeface="Calibri" pitchFamily="34" charset="0"/>
                <a:cs typeface="Calibri" pitchFamily="34" charset="0"/>
              </a:defRPr>
            </a:lvl3pPr>
            <a:lvl4pPr>
              <a:defRPr sz="1600">
                <a:latin typeface="Calibri" pitchFamily="34" charset="0"/>
                <a:cs typeface="Calibri" pitchFamily="34" charset="0"/>
              </a:defRPr>
            </a:lvl4pPr>
            <a:lvl5pPr>
              <a:defRPr sz="1600">
                <a:latin typeface="Calibri" pitchFamily="34" charset="0"/>
                <a:cs typeface="Calibri" pitchFamily="34" charset="0"/>
              </a:defRPr>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atin typeface="Calibri" pitchFamily="34" charset="0"/>
                <a:cs typeface="Calibri"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atin typeface="Calibri" pitchFamily="34" charset="0"/>
                <a:cs typeface="Calibri" pitchFamily="34" charset="0"/>
              </a:defRPr>
            </a:lvl1pPr>
            <a:lvl2pPr>
              <a:defRPr sz="2000">
                <a:latin typeface="Calibri" pitchFamily="34" charset="0"/>
                <a:cs typeface="Calibri" pitchFamily="34" charset="0"/>
              </a:defRPr>
            </a:lvl2pPr>
            <a:lvl3pPr>
              <a:defRPr sz="1800">
                <a:latin typeface="Calibri" pitchFamily="34" charset="0"/>
                <a:cs typeface="Calibri" pitchFamily="34" charset="0"/>
              </a:defRPr>
            </a:lvl3pPr>
            <a:lvl4pPr>
              <a:defRPr sz="1600">
                <a:latin typeface="Calibri" pitchFamily="34" charset="0"/>
                <a:cs typeface="Calibri" pitchFamily="34" charset="0"/>
              </a:defRPr>
            </a:lvl4pPr>
            <a:lvl5pPr>
              <a:defRPr sz="1600">
                <a:latin typeface="Calibri" pitchFamily="34" charset="0"/>
                <a:cs typeface="Calibri" pitchFamily="34" charset="0"/>
              </a:defRPr>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7"/>
          <p:cNvSpPr>
            <a:spLocks noGrp="1" noChangeArrowheads="1"/>
          </p:cNvSpPr>
          <p:nvPr>
            <p:ph type="sldNum" sz="quarter" idx="10"/>
          </p:nvPr>
        </p:nvSpPr>
        <p:spPr>
          <a:ln/>
        </p:spPr>
        <p:txBody>
          <a:bodyPr/>
          <a:lstStyle>
            <a:lvl1pPr>
              <a:defRPr>
                <a:latin typeface="Calibri" pitchFamily="34" charset="0"/>
                <a:cs typeface="Calibri" pitchFamily="34" charset="0"/>
              </a:defRPr>
            </a:lvl1pPr>
          </a:lstStyle>
          <a:p>
            <a:pPr>
              <a:defRPr/>
            </a:pPr>
            <a:fld id="{F6AC7970-8DA5-49F8-A80D-B7EDA9D3F3E9}" type="slidenum">
              <a:rPr lang="en-US" altLang="ja-JP" smtClean="0"/>
              <a:pPr>
                <a:defRPr/>
              </a:pPr>
              <a:t>‹#›</a:t>
            </a:fld>
            <a:endParaRPr lang="en-US" altLang="ja-JP"/>
          </a:p>
        </p:txBody>
      </p:sp>
    </p:spTree>
    <p:extLst>
      <p:ext uri="{BB962C8B-B14F-4D97-AF65-F5344CB8AC3E}">
        <p14:creationId xmlns:p14="http://schemas.microsoft.com/office/powerpoint/2010/main" val="6819360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7"/>
          <p:cNvSpPr>
            <a:spLocks noGrp="1" noChangeArrowheads="1"/>
          </p:cNvSpPr>
          <p:nvPr>
            <p:ph type="sldNum" sz="quarter" idx="10"/>
          </p:nvPr>
        </p:nvSpPr>
        <p:spPr>
          <a:ln/>
        </p:spPr>
        <p:txBody>
          <a:bodyPr/>
          <a:lstStyle>
            <a:lvl1pPr>
              <a:defRPr/>
            </a:lvl1pPr>
          </a:lstStyle>
          <a:p>
            <a:pPr>
              <a:defRPr/>
            </a:pPr>
            <a:fld id="{FD32974E-8921-4ECC-B4F1-F45163F4D63B}" type="slidenum">
              <a:rPr lang="en-US" altLang="ja-JP"/>
              <a:pPr>
                <a:defRPr/>
              </a:pPr>
              <a:t>‹#›</a:t>
            </a:fld>
            <a:endParaRPr lang="en-US" altLang="ja-JP"/>
          </a:p>
        </p:txBody>
      </p:sp>
    </p:spTree>
    <p:extLst>
      <p:ext uri="{BB962C8B-B14F-4D97-AF65-F5344CB8AC3E}">
        <p14:creationId xmlns:p14="http://schemas.microsoft.com/office/powerpoint/2010/main" val="5139604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7"/>
          <p:cNvSpPr>
            <a:spLocks noGrp="1" noChangeArrowheads="1"/>
          </p:cNvSpPr>
          <p:nvPr>
            <p:ph type="sldNum" sz="quarter" idx="10"/>
          </p:nvPr>
        </p:nvSpPr>
        <p:spPr>
          <a:ln/>
        </p:spPr>
        <p:txBody>
          <a:bodyPr/>
          <a:lstStyle>
            <a:lvl1pPr>
              <a:defRPr/>
            </a:lvl1pPr>
          </a:lstStyle>
          <a:p>
            <a:pPr>
              <a:defRPr/>
            </a:pPr>
            <a:fld id="{F9DF74D0-7969-48EA-8562-DD96A9A844BF}" type="slidenum">
              <a:rPr lang="en-US" altLang="ja-JP"/>
              <a:pPr>
                <a:defRPr/>
              </a:pPr>
              <a:t>‹#›</a:t>
            </a:fld>
            <a:endParaRPr lang="en-US" altLang="ja-JP"/>
          </a:p>
        </p:txBody>
      </p:sp>
    </p:spTree>
    <p:extLst>
      <p:ext uri="{BB962C8B-B14F-4D97-AF65-F5344CB8AC3E}">
        <p14:creationId xmlns:p14="http://schemas.microsoft.com/office/powerpoint/2010/main" val="36698222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atin typeface="Calibri" pitchFamily="34" charset="0"/>
                <a:cs typeface="Calibri" pitchFamily="34" charset="0"/>
              </a:defRPr>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atin typeface="Calibri" pitchFamily="34" charset="0"/>
                <a:cs typeface="Calibri" pitchFamily="34" charset="0"/>
              </a:defRPr>
            </a:lvl1pPr>
            <a:lvl2pPr>
              <a:defRPr sz="2800">
                <a:latin typeface="Calibri" pitchFamily="34" charset="0"/>
                <a:cs typeface="Calibri" pitchFamily="34" charset="0"/>
              </a:defRPr>
            </a:lvl2pPr>
            <a:lvl3pPr>
              <a:defRPr sz="2400">
                <a:latin typeface="Calibri" pitchFamily="34" charset="0"/>
                <a:cs typeface="Calibri" pitchFamily="34" charset="0"/>
              </a:defRPr>
            </a:lvl3pPr>
            <a:lvl4pPr>
              <a:defRPr sz="2000">
                <a:latin typeface="Calibri" pitchFamily="34" charset="0"/>
                <a:cs typeface="Calibri" pitchFamily="34" charset="0"/>
              </a:defRPr>
            </a:lvl4pPr>
            <a:lvl5pPr>
              <a:defRPr sz="2000">
                <a:latin typeface="Calibri" pitchFamily="34" charset="0"/>
                <a:cs typeface="Calibri" pitchFamily="34" charset="0"/>
              </a:defRPr>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atin typeface="Calibri" pitchFamily="34" charset="0"/>
                <a:cs typeface="Calibri" pitchFamily="34" charset="0"/>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Rectangle 7"/>
          <p:cNvSpPr>
            <a:spLocks noGrp="1" noChangeArrowheads="1"/>
          </p:cNvSpPr>
          <p:nvPr>
            <p:ph type="sldNum" sz="quarter" idx="10"/>
          </p:nvPr>
        </p:nvSpPr>
        <p:spPr>
          <a:ln/>
        </p:spPr>
        <p:txBody>
          <a:bodyPr/>
          <a:lstStyle>
            <a:lvl1pPr>
              <a:defRPr>
                <a:latin typeface="Calibri" pitchFamily="34" charset="0"/>
                <a:cs typeface="Calibri" pitchFamily="34" charset="0"/>
              </a:defRPr>
            </a:lvl1pPr>
          </a:lstStyle>
          <a:p>
            <a:pPr>
              <a:defRPr/>
            </a:pPr>
            <a:fld id="{E9D51B22-C3A3-4FDC-9105-85F93FB7E914}" type="slidenum">
              <a:rPr lang="en-US" altLang="ja-JP" smtClean="0"/>
              <a:pPr>
                <a:defRPr/>
              </a:pPr>
              <a:t>‹#›</a:t>
            </a:fld>
            <a:endParaRPr lang="en-US" altLang="ja-JP"/>
          </a:p>
        </p:txBody>
      </p:sp>
    </p:spTree>
    <p:extLst>
      <p:ext uri="{BB962C8B-B14F-4D97-AF65-F5344CB8AC3E}">
        <p14:creationId xmlns:p14="http://schemas.microsoft.com/office/powerpoint/2010/main" val="23726106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Rectangle 7"/>
          <p:cNvSpPr>
            <a:spLocks noGrp="1" noChangeArrowheads="1"/>
          </p:cNvSpPr>
          <p:nvPr>
            <p:ph type="sldNum" sz="quarter" idx="10"/>
          </p:nvPr>
        </p:nvSpPr>
        <p:spPr>
          <a:ln/>
        </p:spPr>
        <p:txBody>
          <a:bodyPr/>
          <a:lstStyle>
            <a:lvl1pPr>
              <a:defRPr/>
            </a:lvl1pPr>
          </a:lstStyle>
          <a:p>
            <a:pPr>
              <a:defRPr/>
            </a:pPr>
            <a:fld id="{4538EBC4-BB3A-49FE-B044-EF8BE88EA162}" type="slidenum">
              <a:rPr lang="en-US" altLang="ja-JP"/>
              <a:pPr>
                <a:defRPr/>
              </a:pPr>
              <a:t>‹#›</a:t>
            </a:fld>
            <a:endParaRPr lang="en-US" altLang="ja-JP"/>
          </a:p>
        </p:txBody>
      </p:sp>
    </p:spTree>
    <p:extLst>
      <p:ext uri="{BB962C8B-B14F-4D97-AF65-F5344CB8AC3E}">
        <p14:creationId xmlns:p14="http://schemas.microsoft.com/office/powerpoint/2010/main" val="18861164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Calibri" pitchFamily="34" charset="0"/>
                <a:cs typeface="Calibri" pitchFamily="34" charset="0"/>
              </a:defRPr>
            </a:lvl1pPr>
          </a:lstStyle>
          <a:p>
            <a:r>
              <a:rPr lang="en-US"/>
              <a:t>Click to edit Master title style</a:t>
            </a:r>
          </a:p>
        </p:txBody>
      </p:sp>
      <p:sp>
        <p:nvSpPr>
          <p:cNvPr id="3" name="Vertical Text Placeholder 2"/>
          <p:cNvSpPr>
            <a:spLocks noGrp="1"/>
          </p:cNvSpPr>
          <p:nvPr>
            <p:ph type="body" orient="vert" idx="1"/>
          </p:nvPr>
        </p:nvSpPr>
        <p:spPr/>
        <p:txBody>
          <a:bodyPr vert="eaVert"/>
          <a:lstStyle>
            <a:lvl1pPr>
              <a:defRPr>
                <a:latin typeface="Calibri" pitchFamily="34" charset="0"/>
                <a:cs typeface="Calibri" pitchFamily="34" charset="0"/>
              </a:defRPr>
            </a:lvl1pPr>
            <a:lvl2pPr>
              <a:defRPr>
                <a:latin typeface="Calibri" pitchFamily="34" charset="0"/>
                <a:cs typeface="Calibri" pitchFamily="34" charset="0"/>
              </a:defRPr>
            </a:lvl2pPr>
            <a:lvl3pPr>
              <a:defRPr>
                <a:latin typeface="Calibri" pitchFamily="34" charset="0"/>
                <a:cs typeface="Calibri" pitchFamily="34" charset="0"/>
              </a:defRPr>
            </a:lvl3pPr>
            <a:lvl4pPr>
              <a:defRPr>
                <a:latin typeface="Calibri" pitchFamily="34" charset="0"/>
                <a:cs typeface="Calibri" pitchFamily="34" charset="0"/>
              </a:defRPr>
            </a:lvl4pPr>
            <a:lvl5pPr>
              <a:defRPr>
                <a:latin typeface="Calibri" pitchFamily="34" charset="0"/>
                <a:cs typeface="Calibri"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7"/>
          <p:cNvSpPr>
            <a:spLocks noGrp="1" noChangeArrowheads="1"/>
          </p:cNvSpPr>
          <p:nvPr>
            <p:ph type="sldNum" sz="quarter" idx="10"/>
          </p:nvPr>
        </p:nvSpPr>
        <p:spPr>
          <a:ln/>
        </p:spPr>
        <p:txBody>
          <a:bodyPr/>
          <a:lstStyle>
            <a:lvl1pPr>
              <a:defRPr>
                <a:latin typeface="Calibri" pitchFamily="34" charset="0"/>
                <a:cs typeface="Calibri" pitchFamily="34" charset="0"/>
              </a:defRPr>
            </a:lvl1pPr>
          </a:lstStyle>
          <a:p>
            <a:pPr>
              <a:defRPr/>
            </a:pPr>
            <a:fld id="{2B7D70B3-2CBD-4093-93B9-33EE5EF4AE0A}" type="slidenum">
              <a:rPr lang="en-US" altLang="ja-JP" smtClean="0"/>
              <a:pPr>
                <a:defRPr/>
              </a:pPr>
              <a:t>‹#›</a:t>
            </a:fld>
            <a:endParaRPr lang="en-US" altLang="ja-JP"/>
          </a:p>
        </p:txBody>
      </p:sp>
    </p:spTree>
    <p:extLst>
      <p:ext uri="{BB962C8B-B14F-4D97-AF65-F5344CB8AC3E}">
        <p14:creationId xmlns:p14="http://schemas.microsoft.com/office/powerpoint/2010/main" val="26422932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81533" y="0"/>
            <a:ext cx="2751667" cy="6381750"/>
          </a:xfrm>
        </p:spPr>
        <p:txBody>
          <a:bodyPr vert="eaVert"/>
          <a:lstStyle>
            <a:lvl1pPr>
              <a:defRPr>
                <a:latin typeface="Calibri" pitchFamily="34" charset="0"/>
                <a:cs typeface="Calibri" pitchFamily="34" charset="0"/>
              </a:defRPr>
            </a:lvl1pPr>
          </a:lstStyle>
          <a:p>
            <a:r>
              <a:rPr lang="en-US"/>
              <a:t>Click to edit Master title style</a:t>
            </a:r>
          </a:p>
        </p:txBody>
      </p:sp>
      <p:sp>
        <p:nvSpPr>
          <p:cNvPr id="3" name="Vertical Text Placeholder 2"/>
          <p:cNvSpPr>
            <a:spLocks noGrp="1"/>
          </p:cNvSpPr>
          <p:nvPr>
            <p:ph type="body" orient="vert" idx="1"/>
          </p:nvPr>
        </p:nvSpPr>
        <p:spPr>
          <a:xfrm>
            <a:off x="622301" y="0"/>
            <a:ext cx="8056033" cy="6381750"/>
          </a:xfrm>
        </p:spPr>
        <p:txBody>
          <a:bodyPr vert="eaVert"/>
          <a:lstStyle>
            <a:lvl1pPr>
              <a:defRPr>
                <a:latin typeface="Calibri" pitchFamily="34" charset="0"/>
                <a:cs typeface="Calibri" pitchFamily="34" charset="0"/>
              </a:defRPr>
            </a:lvl1pPr>
            <a:lvl2pPr>
              <a:defRPr>
                <a:latin typeface="Calibri" pitchFamily="34" charset="0"/>
                <a:cs typeface="Calibri" pitchFamily="34" charset="0"/>
              </a:defRPr>
            </a:lvl2pPr>
            <a:lvl3pPr>
              <a:defRPr>
                <a:latin typeface="Calibri" pitchFamily="34" charset="0"/>
                <a:cs typeface="Calibri" pitchFamily="34" charset="0"/>
              </a:defRPr>
            </a:lvl3pPr>
            <a:lvl4pPr>
              <a:defRPr>
                <a:latin typeface="Calibri" pitchFamily="34" charset="0"/>
                <a:cs typeface="Calibri" pitchFamily="34" charset="0"/>
              </a:defRPr>
            </a:lvl4pPr>
            <a:lvl5pPr>
              <a:defRPr>
                <a:latin typeface="Calibri" pitchFamily="34" charset="0"/>
                <a:cs typeface="Calibri"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7"/>
          <p:cNvSpPr>
            <a:spLocks noGrp="1" noChangeArrowheads="1"/>
          </p:cNvSpPr>
          <p:nvPr>
            <p:ph type="sldNum" sz="quarter" idx="10"/>
          </p:nvPr>
        </p:nvSpPr>
        <p:spPr>
          <a:ln/>
        </p:spPr>
        <p:txBody>
          <a:bodyPr/>
          <a:lstStyle>
            <a:lvl1pPr>
              <a:defRPr>
                <a:latin typeface="Calibri" pitchFamily="34" charset="0"/>
                <a:cs typeface="Calibri" pitchFamily="34" charset="0"/>
              </a:defRPr>
            </a:lvl1pPr>
          </a:lstStyle>
          <a:p>
            <a:pPr>
              <a:defRPr/>
            </a:pPr>
            <a:fld id="{D3423320-DA2D-40C2-A71D-F370A44EFEF1}" type="slidenum">
              <a:rPr lang="en-US" altLang="ja-JP" smtClean="0"/>
              <a:pPr>
                <a:defRPr/>
              </a:pPr>
              <a:t>‹#›</a:t>
            </a:fld>
            <a:endParaRPr lang="en-US" altLang="ja-JP"/>
          </a:p>
        </p:txBody>
      </p:sp>
    </p:spTree>
    <p:extLst>
      <p:ext uri="{BB962C8B-B14F-4D97-AF65-F5344CB8AC3E}">
        <p14:creationId xmlns:p14="http://schemas.microsoft.com/office/powerpoint/2010/main" val="340947768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a:prstGeom prst="rect">
            <a:avLst/>
          </a:prstGeom>
        </p:spPr>
        <p:txBody>
          <a:bodyPr/>
          <a:lstStyle>
            <a:lvl1pPr>
              <a:defRPr>
                <a:latin typeface="Calibri" pitchFamily="34" charset="0"/>
                <a:cs typeface="Calibri" pitchFamily="34" charset="0"/>
              </a:defRPr>
            </a:lvl1pPr>
          </a:lstStyle>
          <a:p>
            <a:r>
              <a:rPr lang="en-US"/>
              <a:t>Click to edit Master title style</a:t>
            </a:r>
          </a:p>
        </p:txBody>
      </p:sp>
      <p:sp>
        <p:nvSpPr>
          <p:cNvPr id="3" name="Subtitle 2"/>
          <p:cNvSpPr>
            <a:spLocks noGrp="1"/>
          </p:cNvSpPr>
          <p:nvPr>
            <p:ph type="subTitle" idx="1"/>
          </p:nvPr>
        </p:nvSpPr>
        <p:spPr>
          <a:xfrm>
            <a:off x="1828800" y="3886200"/>
            <a:ext cx="8534400" cy="1752600"/>
          </a:xfrm>
          <a:prstGeom prst="rect">
            <a:avLst/>
          </a:prstGeom>
        </p:spPr>
        <p:txBody>
          <a:bodyPr/>
          <a:lstStyle>
            <a:lvl1pPr marL="0" indent="0" algn="ctr">
              <a:buNone/>
              <a:defRPr>
                <a:latin typeface="Calibri" pitchFamily="34" charset="0"/>
                <a:cs typeface="Calibri" pitchFamily="34" charset="0"/>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Tree>
    <p:extLst>
      <p:ext uri="{BB962C8B-B14F-4D97-AF65-F5344CB8AC3E}">
        <p14:creationId xmlns:p14="http://schemas.microsoft.com/office/powerpoint/2010/main" val="272966060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a:prstGeom prst="rect">
            <a:avLst/>
          </a:prstGeom>
        </p:spPr>
        <p:txBody>
          <a:bodyPr/>
          <a:lstStyle>
            <a:lvl1pPr>
              <a:defRPr>
                <a:latin typeface="Calibri" pitchFamily="34" charset="0"/>
                <a:cs typeface="Calibri" pitchFamily="34" charset="0"/>
              </a:defRPr>
            </a:lvl1pPr>
          </a:lstStyle>
          <a:p>
            <a:r>
              <a:rPr lang="en-US"/>
              <a:t>Click to edit Master title style</a:t>
            </a:r>
          </a:p>
        </p:txBody>
      </p:sp>
      <p:sp>
        <p:nvSpPr>
          <p:cNvPr id="3" name="Content Placeholder 2"/>
          <p:cNvSpPr>
            <a:spLocks noGrp="1"/>
          </p:cNvSpPr>
          <p:nvPr>
            <p:ph idx="1"/>
          </p:nvPr>
        </p:nvSpPr>
        <p:spPr>
          <a:xfrm>
            <a:off x="609600" y="1600201"/>
            <a:ext cx="10972800" cy="4525963"/>
          </a:xfrm>
          <a:prstGeom prst="rect">
            <a:avLst/>
          </a:prstGeom>
        </p:spPr>
        <p:txBody>
          <a:bodyPr/>
          <a:lstStyle>
            <a:lvl1pPr>
              <a:defRPr>
                <a:latin typeface="Calibri" pitchFamily="34" charset="0"/>
                <a:cs typeface="Calibri" pitchFamily="34" charset="0"/>
              </a:defRPr>
            </a:lvl1pPr>
            <a:lvl2pPr>
              <a:defRPr>
                <a:latin typeface="Calibri" pitchFamily="34" charset="0"/>
                <a:cs typeface="Calibri" pitchFamily="34" charset="0"/>
              </a:defRPr>
            </a:lvl2pPr>
            <a:lvl3pPr>
              <a:defRPr>
                <a:latin typeface="Calibri" pitchFamily="34" charset="0"/>
                <a:cs typeface="Calibri" pitchFamily="34" charset="0"/>
              </a:defRPr>
            </a:lvl3pPr>
            <a:lvl4pPr>
              <a:defRPr>
                <a:latin typeface="Calibri" pitchFamily="34" charset="0"/>
                <a:cs typeface="Calibri" pitchFamily="34" charset="0"/>
              </a:defRPr>
            </a:lvl4pPr>
            <a:lvl5pPr>
              <a:defRPr>
                <a:latin typeface="Calibri" pitchFamily="34" charset="0"/>
                <a:cs typeface="Calibri"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9266483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a:prstGeom prst="rect">
            <a:avLst/>
          </a:prstGeom>
        </p:spPr>
        <p:txBody>
          <a:bodyPr anchor="t"/>
          <a:lstStyle>
            <a:lvl1pPr algn="l">
              <a:defRPr sz="4000" b="1" cap="all">
                <a:latin typeface="Calibri" pitchFamily="34" charset="0"/>
                <a:cs typeface="Calibri" pitchFamily="34" charset="0"/>
              </a:defRPr>
            </a:lvl1pPr>
          </a:lstStyle>
          <a:p>
            <a:r>
              <a:rPr lang="en-US"/>
              <a:t>Click to edit Master title style</a:t>
            </a:r>
          </a:p>
        </p:txBody>
      </p:sp>
      <p:sp>
        <p:nvSpPr>
          <p:cNvPr id="3" name="Text Placeholder 2"/>
          <p:cNvSpPr>
            <a:spLocks noGrp="1"/>
          </p:cNvSpPr>
          <p:nvPr>
            <p:ph type="body" idx="1"/>
          </p:nvPr>
        </p:nvSpPr>
        <p:spPr>
          <a:xfrm>
            <a:off x="963084" y="2906713"/>
            <a:ext cx="10363200" cy="1500187"/>
          </a:xfrm>
          <a:prstGeom prst="rect">
            <a:avLst/>
          </a:prstGeom>
        </p:spPr>
        <p:txBody>
          <a:bodyPr anchor="b"/>
          <a:lstStyle>
            <a:lvl1pPr marL="0" indent="0">
              <a:buNone/>
              <a:defRPr sz="2000">
                <a:latin typeface="Calibri" pitchFamily="34" charset="0"/>
                <a:cs typeface="Calibri" pitchFamily="34" charset="0"/>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227633185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a:prstGeom prst="rect">
            <a:avLst/>
          </a:prstGeom>
        </p:spPr>
        <p:txBody>
          <a:bodyPr/>
          <a:lstStyle>
            <a:lvl1pPr>
              <a:defRPr>
                <a:latin typeface="Calibri" pitchFamily="34" charset="0"/>
                <a:cs typeface="Calibri" pitchFamily="34" charset="0"/>
              </a:defRPr>
            </a:lvl1pPr>
          </a:lstStyle>
          <a:p>
            <a:r>
              <a:rPr lang="en-US"/>
              <a:t>Click to edit Master title style</a:t>
            </a:r>
          </a:p>
        </p:txBody>
      </p:sp>
      <p:sp>
        <p:nvSpPr>
          <p:cNvPr id="3" name="Content Placeholder 2"/>
          <p:cNvSpPr>
            <a:spLocks noGrp="1"/>
          </p:cNvSpPr>
          <p:nvPr>
            <p:ph sz="half" idx="1"/>
          </p:nvPr>
        </p:nvSpPr>
        <p:spPr>
          <a:xfrm>
            <a:off x="609600" y="1600201"/>
            <a:ext cx="5384800" cy="4525963"/>
          </a:xfrm>
          <a:prstGeom prst="rect">
            <a:avLst/>
          </a:prstGeom>
        </p:spPr>
        <p:txBody>
          <a:bodyPr/>
          <a:lstStyle>
            <a:lvl1pPr>
              <a:defRPr sz="2800">
                <a:latin typeface="Calibri" pitchFamily="34" charset="0"/>
                <a:cs typeface="Calibri" pitchFamily="34" charset="0"/>
              </a:defRPr>
            </a:lvl1pPr>
            <a:lvl2pPr>
              <a:defRPr sz="2400">
                <a:latin typeface="Calibri" pitchFamily="34" charset="0"/>
                <a:cs typeface="Calibri" pitchFamily="34" charset="0"/>
              </a:defRPr>
            </a:lvl2pPr>
            <a:lvl3pPr>
              <a:defRPr sz="2000">
                <a:latin typeface="Calibri" pitchFamily="34" charset="0"/>
                <a:cs typeface="Calibri" pitchFamily="34" charset="0"/>
              </a:defRPr>
            </a:lvl3pPr>
            <a:lvl4pPr>
              <a:defRPr sz="1800">
                <a:latin typeface="Calibri" pitchFamily="34" charset="0"/>
                <a:cs typeface="Calibri" pitchFamily="34" charset="0"/>
              </a:defRPr>
            </a:lvl4pPr>
            <a:lvl5pPr>
              <a:defRPr sz="1800">
                <a:latin typeface="Calibri" pitchFamily="34" charset="0"/>
                <a:cs typeface="Calibri" pitchFamily="34" charset="0"/>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a:prstGeom prst="rect">
            <a:avLst/>
          </a:prstGeom>
        </p:spPr>
        <p:txBody>
          <a:bodyPr/>
          <a:lstStyle>
            <a:lvl1pPr>
              <a:defRPr sz="2800">
                <a:latin typeface="Calibri" pitchFamily="34" charset="0"/>
                <a:cs typeface="Calibri" pitchFamily="34" charset="0"/>
              </a:defRPr>
            </a:lvl1pPr>
            <a:lvl2pPr>
              <a:defRPr sz="2400">
                <a:latin typeface="Calibri" pitchFamily="34" charset="0"/>
                <a:cs typeface="Calibri" pitchFamily="34" charset="0"/>
              </a:defRPr>
            </a:lvl2pPr>
            <a:lvl3pPr>
              <a:defRPr sz="2000">
                <a:latin typeface="Calibri" pitchFamily="34" charset="0"/>
                <a:cs typeface="Calibri" pitchFamily="34" charset="0"/>
              </a:defRPr>
            </a:lvl3pPr>
            <a:lvl4pPr>
              <a:defRPr sz="1800">
                <a:latin typeface="Calibri" pitchFamily="34" charset="0"/>
                <a:cs typeface="Calibri" pitchFamily="34" charset="0"/>
              </a:defRPr>
            </a:lvl4pPr>
            <a:lvl5pPr>
              <a:defRPr sz="1800">
                <a:latin typeface="Calibri" pitchFamily="34" charset="0"/>
                <a:cs typeface="Calibri" pitchFamily="34" charset="0"/>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3514172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a:prstGeom prst="rect">
            <a:avLst/>
          </a:prstGeom>
        </p:spPr>
        <p:txBody>
          <a:bodyPr/>
          <a:lstStyle>
            <a:lvl1pPr>
              <a:defRPr>
                <a:latin typeface="Calibri" pitchFamily="34" charset="0"/>
                <a:cs typeface="Calibri" pitchFamily="34" charset="0"/>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a:prstGeom prst="rect">
            <a:avLst/>
          </a:prstGeom>
        </p:spPr>
        <p:txBody>
          <a:bodyPr anchor="b"/>
          <a:lstStyle>
            <a:lvl1pPr marL="0" indent="0">
              <a:buNone/>
              <a:defRPr sz="2400" b="1">
                <a:latin typeface="Calibri" pitchFamily="34" charset="0"/>
                <a:cs typeface="Calibri"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a:prstGeom prst="rect">
            <a:avLst/>
          </a:prstGeom>
        </p:spPr>
        <p:txBody>
          <a:bodyPr/>
          <a:lstStyle>
            <a:lvl1pPr>
              <a:defRPr sz="2400">
                <a:latin typeface="Calibri" pitchFamily="34" charset="0"/>
                <a:cs typeface="Calibri" pitchFamily="34" charset="0"/>
              </a:defRPr>
            </a:lvl1pPr>
            <a:lvl2pPr>
              <a:defRPr sz="2000">
                <a:latin typeface="Calibri" pitchFamily="34" charset="0"/>
                <a:cs typeface="Calibri" pitchFamily="34" charset="0"/>
              </a:defRPr>
            </a:lvl2pPr>
            <a:lvl3pPr>
              <a:defRPr sz="1800">
                <a:latin typeface="Calibri" pitchFamily="34" charset="0"/>
                <a:cs typeface="Calibri" pitchFamily="34" charset="0"/>
              </a:defRPr>
            </a:lvl3pPr>
            <a:lvl4pPr>
              <a:defRPr sz="1600">
                <a:latin typeface="Calibri" pitchFamily="34" charset="0"/>
                <a:cs typeface="Calibri" pitchFamily="34" charset="0"/>
              </a:defRPr>
            </a:lvl4pPr>
            <a:lvl5pPr>
              <a:defRPr sz="1600">
                <a:latin typeface="Calibri" pitchFamily="34" charset="0"/>
                <a:cs typeface="Calibri" pitchFamily="34" charset="0"/>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a:prstGeom prst="rect">
            <a:avLst/>
          </a:prstGeom>
        </p:spPr>
        <p:txBody>
          <a:bodyPr anchor="b"/>
          <a:lstStyle>
            <a:lvl1pPr marL="0" indent="0">
              <a:buNone/>
              <a:defRPr sz="2400" b="1">
                <a:latin typeface="Calibri" pitchFamily="34" charset="0"/>
                <a:cs typeface="Calibri"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a:prstGeom prst="rect">
            <a:avLst/>
          </a:prstGeom>
        </p:spPr>
        <p:txBody>
          <a:bodyPr/>
          <a:lstStyle>
            <a:lvl1pPr>
              <a:defRPr sz="2400">
                <a:latin typeface="Calibri" pitchFamily="34" charset="0"/>
                <a:cs typeface="Calibri" pitchFamily="34" charset="0"/>
              </a:defRPr>
            </a:lvl1pPr>
            <a:lvl2pPr>
              <a:defRPr sz="2000">
                <a:latin typeface="Calibri" pitchFamily="34" charset="0"/>
                <a:cs typeface="Calibri" pitchFamily="34" charset="0"/>
              </a:defRPr>
            </a:lvl2pPr>
            <a:lvl3pPr>
              <a:defRPr sz="1800">
                <a:latin typeface="Calibri" pitchFamily="34" charset="0"/>
                <a:cs typeface="Calibri" pitchFamily="34" charset="0"/>
              </a:defRPr>
            </a:lvl3pPr>
            <a:lvl4pPr>
              <a:defRPr sz="1600">
                <a:latin typeface="Calibri" pitchFamily="34" charset="0"/>
                <a:cs typeface="Calibri" pitchFamily="34" charset="0"/>
              </a:defRPr>
            </a:lvl4pPr>
            <a:lvl5pPr>
              <a:defRPr sz="1600">
                <a:latin typeface="Calibri" pitchFamily="34" charset="0"/>
                <a:cs typeface="Calibri" pitchFamily="34" charset="0"/>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3519883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a:prstGeom prst="rect">
            <a:avLst/>
          </a:prstGeom>
        </p:spPr>
        <p:txBody>
          <a:bodyPr/>
          <a:lstStyle>
            <a:lvl1pPr>
              <a:defRPr>
                <a:latin typeface="Calibri" pitchFamily="34" charset="0"/>
                <a:cs typeface="Calibri" pitchFamily="34" charset="0"/>
              </a:defRPr>
            </a:lvl1pPr>
          </a:lstStyle>
          <a:p>
            <a:r>
              <a:rPr lang="en-US"/>
              <a:t>Click to edit Master title style</a:t>
            </a:r>
          </a:p>
        </p:txBody>
      </p:sp>
    </p:spTree>
    <p:extLst>
      <p:ext uri="{BB962C8B-B14F-4D97-AF65-F5344CB8AC3E}">
        <p14:creationId xmlns:p14="http://schemas.microsoft.com/office/powerpoint/2010/main" val="193778145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09814422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a:prstGeom prst="rect">
            <a:avLst/>
          </a:prstGeom>
        </p:spPr>
        <p:txBody>
          <a:bodyPr anchor="b"/>
          <a:lstStyle>
            <a:lvl1pPr algn="l">
              <a:defRPr sz="2000" b="1">
                <a:latin typeface="Calibri" pitchFamily="34" charset="0"/>
                <a:cs typeface="Calibri" pitchFamily="34" charset="0"/>
              </a:defRPr>
            </a:lvl1pPr>
          </a:lstStyle>
          <a:p>
            <a:r>
              <a:rPr lang="en-US"/>
              <a:t>Click to edit Master title style</a:t>
            </a:r>
          </a:p>
        </p:txBody>
      </p:sp>
      <p:sp>
        <p:nvSpPr>
          <p:cNvPr id="3" name="Content Placeholder 2"/>
          <p:cNvSpPr>
            <a:spLocks noGrp="1"/>
          </p:cNvSpPr>
          <p:nvPr>
            <p:ph idx="1"/>
          </p:nvPr>
        </p:nvSpPr>
        <p:spPr>
          <a:xfrm>
            <a:off x="4766733" y="273051"/>
            <a:ext cx="6815667" cy="5853113"/>
          </a:xfrm>
          <a:prstGeom prst="rect">
            <a:avLst/>
          </a:prstGeom>
        </p:spPr>
        <p:txBody>
          <a:bodyPr/>
          <a:lstStyle>
            <a:lvl1pPr>
              <a:defRPr sz="3200">
                <a:latin typeface="Calibri" pitchFamily="34" charset="0"/>
                <a:cs typeface="Calibri" pitchFamily="34" charset="0"/>
              </a:defRPr>
            </a:lvl1pPr>
            <a:lvl2pPr>
              <a:defRPr sz="2800">
                <a:latin typeface="Calibri" pitchFamily="34" charset="0"/>
                <a:cs typeface="Calibri" pitchFamily="34" charset="0"/>
              </a:defRPr>
            </a:lvl2pPr>
            <a:lvl3pPr>
              <a:defRPr sz="2400">
                <a:latin typeface="Calibri" pitchFamily="34" charset="0"/>
                <a:cs typeface="Calibri" pitchFamily="34" charset="0"/>
              </a:defRPr>
            </a:lvl3pPr>
            <a:lvl4pPr>
              <a:defRPr sz="2000">
                <a:latin typeface="Calibri" pitchFamily="34" charset="0"/>
                <a:cs typeface="Calibri" pitchFamily="34" charset="0"/>
              </a:defRPr>
            </a:lvl4pPr>
            <a:lvl5pPr>
              <a:defRPr sz="2000">
                <a:latin typeface="Calibri" pitchFamily="34" charset="0"/>
                <a:cs typeface="Calibri" pitchFamily="34" charset="0"/>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a:prstGeom prst="rect">
            <a:avLst/>
          </a:prstGeom>
        </p:spPr>
        <p:txBody>
          <a:bodyPr/>
          <a:lstStyle>
            <a:lvl1pPr marL="0" indent="0">
              <a:buNone/>
              <a:defRPr sz="1400">
                <a:latin typeface="Calibri" pitchFamily="34" charset="0"/>
                <a:cs typeface="Calibri" pitchFamily="34" charset="0"/>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38231340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a:prstGeom prst="rect">
            <a:avLst/>
          </a:prstGeom>
        </p:spPr>
        <p:txBody>
          <a:bodyPr anchor="b"/>
          <a:lstStyle>
            <a:lvl1pPr algn="l">
              <a:defRPr sz="2000" b="1">
                <a:latin typeface="Calibri" pitchFamily="34" charset="0"/>
                <a:cs typeface="Calibri" pitchFamily="34" charset="0"/>
              </a:defRPr>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a:prstGeom prst="rect">
            <a:avLst/>
          </a:prstGeom>
        </p:spPr>
        <p:txBody>
          <a:bodyPr/>
          <a:lstStyle>
            <a:lvl1pPr marL="0" indent="0">
              <a:buNone/>
              <a:defRPr sz="3200">
                <a:latin typeface="Calibri" pitchFamily="34" charset="0"/>
                <a:cs typeface="Calibri"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a:prstGeom prst="rect">
            <a:avLst/>
          </a:prstGeom>
        </p:spPr>
        <p:txBody>
          <a:bodyPr/>
          <a:lstStyle>
            <a:lvl1pPr marL="0" indent="0">
              <a:buNone/>
              <a:defRPr sz="1400">
                <a:latin typeface="Calibri" pitchFamily="34" charset="0"/>
                <a:cs typeface="Calibri" pitchFamily="34" charset="0"/>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51636468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a:prstGeom prst="rect">
            <a:avLst/>
          </a:prstGeom>
        </p:spPr>
        <p:txBody>
          <a:bodyPr/>
          <a:lstStyle>
            <a:lvl1pPr>
              <a:defRPr>
                <a:latin typeface="Calibri" pitchFamily="34" charset="0"/>
                <a:cs typeface="Calibri" pitchFamily="34" charset="0"/>
              </a:defRPr>
            </a:lvl1pPr>
          </a:lstStyle>
          <a:p>
            <a:r>
              <a:rPr lang="en-US"/>
              <a:t>Click to edit Master title style</a:t>
            </a:r>
          </a:p>
        </p:txBody>
      </p:sp>
      <p:sp>
        <p:nvSpPr>
          <p:cNvPr id="3" name="Vertical Text Placeholder 2"/>
          <p:cNvSpPr>
            <a:spLocks noGrp="1"/>
          </p:cNvSpPr>
          <p:nvPr>
            <p:ph type="body" orient="vert" idx="1"/>
          </p:nvPr>
        </p:nvSpPr>
        <p:spPr>
          <a:xfrm>
            <a:off x="609600" y="1600201"/>
            <a:ext cx="10972800" cy="4525963"/>
          </a:xfrm>
          <a:prstGeom prst="rect">
            <a:avLst/>
          </a:prstGeom>
        </p:spPr>
        <p:txBody>
          <a:bodyPr vert="eaVert"/>
          <a:lstStyle>
            <a:lvl1pPr>
              <a:defRPr>
                <a:latin typeface="Calibri" pitchFamily="34" charset="0"/>
                <a:cs typeface="Calibri" pitchFamily="34" charset="0"/>
              </a:defRPr>
            </a:lvl1pPr>
            <a:lvl2pPr>
              <a:defRPr>
                <a:latin typeface="Calibri" pitchFamily="34" charset="0"/>
                <a:cs typeface="Calibri" pitchFamily="34" charset="0"/>
              </a:defRPr>
            </a:lvl2pPr>
            <a:lvl3pPr>
              <a:defRPr>
                <a:latin typeface="Calibri" pitchFamily="34" charset="0"/>
                <a:cs typeface="Calibri" pitchFamily="34" charset="0"/>
              </a:defRPr>
            </a:lvl3pPr>
            <a:lvl4pPr>
              <a:defRPr>
                <a:latin typeface="Calibri" pitchFamily="34" charset="0"/>
                <a:cs typeface="Calibri" pitchFamily="34" charset="0"/>
              </a:defRPr>
            </a:lvl4pPr>
            <a:lvl5pPr>
              <a:defRPr>
                <a:latin typeface="Calibri" pitchFamily="34" charset="0"/>
                <a:cs typeface="Calibri"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2929842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a:prstGeom prst="rect">
            <a:avLst/>
          </a:prstGeom>
        </p:spPr>
        <p:txBody>
          <a:bodyPr vert="eaVert"/>
          <a:lstStyle>
            <a:lvl1pPr>
              <a:defRPr>
                <a:latin typeface="Calibri" pitchFamily="34" charset="0"/>
                <a:cs typeface="Calibri" pitchFamily="34" charset="0"/>
              </a:defRPr>
            </a:lvl1pPr>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a:prstGeom prst="rect">
            <a:avLst/>
          </a:prstGeom>
        </p:spPr>
        <p:txBody>
          <a:bodyPr vert="eaVert"/>
          <a:lstStyle>
            <a:lvl1pPr>
              <a:defRPr>
                <a:latin typeface="Calibri" pitchFamily="34" charset="0"/>
                <a:cs typeface="Calibri" pitchFamily="34" charset="0"/>
              </a:defRPr>
            </a:lvl1pPr>
            <a:lvl2pPr>
              <a:defRPr>
                <a:latin typeface="Calibri" pitchFamily="34" charset="0"/>
                <a:cs typeface="Calibri" pitchFamily="34" charset="0"/>
              </a:defRPr>
            </a:lvl2pPr>
            <a:lvl3pPr>
              <a:defRPr>
                <a:latin typeface="Calibri" pitchFamily="34" charset="0"/>
                <a:cs typeface="Calibri" pitchFamily="34" charset="0"/>
              </a:defRPr>
            </a:lvl3pPr>
            <a:lvl4pPr>
              <a:defRPr>
                <a:latin typeface="Calibri" pitchFamily="34" charset="0"/>
                <a:cs typeface="Calibri" pitchFamily="34" charset="0"/>
              </a:defRPr>
            </a:lvl4pPr>
            <a:lvl5pPr>
              <a:defRPr>
                <a:latin typeface="Calibri" pitchFamily="34" charset="0"/>
                <a:cs typeface="Calibri"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877685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5.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5"/>
          <p:cNvSpPr>
            <a:spLocks noChangeArrowheads="1"/>
          </p:cNvSpPr>
          <p:nvPr/>
        </p:nvSpPr>
        <p:spPr bwMode="auto">
          <a:xfrm>
            <a:off x="0" y="1"/>
            <a:ext cx="12192000" cy="549275"/>
          </a:xfrm>
          <a:prstGeom prst="rect">
            <a:avLst/>
          </a:prstGeom>
          <a:gradFill rotWithShape="1">
            <a:gsLst>
              <a:gs pos="0">
                <a:srgbClr val="828282"/>
              </a:gs>
              <a:gs pos="100000">
                <a:srgbClr val="E6E6E6"/>
              </a:gs>
            </a:gsLst>
            <a:lin ang="0" scaled="1"/>
          </a:gradFill>
          <a:ln w="9525">
            <a:noFill/>
            <a:miter lim="800000"/>
            <a:headEnd/>
            <a:tailEnd/>
          </a:ln>
          <a:effectLst/>
        </p:spPr>
        <p:txBody>
          <a:bodyPr wrap="none" anchor="ctr"/>
          <a:lstStyle/>
          <a:p>
            <a:pPr>
              <a:defRPr/>
            </a:pPr>
            <a:endParaRPr lang="en-US" sz="2400">
              <a:latin typeface="Calibri" pitchFamily="34" charset="0"/>
              <a:cs typeface="Calibri" pitchFamily="34" charset="0"/>
            </a:endParaRPr>
          </a:p>
        </p:txBody>
      </p:sp>
      <p:sp>
        <p:nvSpPr>
          <p:cNvPr id="1027" name="Rectangle 4"/>
          <p:cNvSpPr>
            <a:spLocks noGrp="1" noChangeArrowheads="1"/>
          </p:cNvSpPr>
          <p:nvPr>
            <p:ph type="body" idx="1"/>
          </p:nvPr>
        </p:nvSpPr>
        <p:spPr bwMode="auto">
          <a:xfrm>
            <a:off x="711200" y="876300"/>
            <a:ext cx="10922000" cy="550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91440" bIns="45720" numCol="1" anchor="t" anchorCtr="0" compatLnSpc="1">
            <a:prstTxWarp prst="textNoShape">
              <a:avLst/>
            </a:prstTxWarp>
          </a:bodyPr>
          <a:lstStyle/>
          <a:p>
            <a:pPr lvl="0"/>
            <a:r>
              <a:rPr lang="en-US" altLang="ja-JP"/>
              <a:t> Level 1</a:t>
            </a:r>
          </a:p>
          <a:p>
            <a:pPr lvl="1"/>
            <a:r>
              <a:rPr lang="en-US" altLang="ja-JP"/>
              <a:t> Level 2</a:t>
            </a:r>
          </a:p>
          <a:p>
            <a:pPr lvl="2"/>
            <a:r>
              <a:rPr lang="en-US" altLang="ja-JP"/>
              <a:t> Level 3</a:t>
            </a:r>
          </a:p>
          <a:p>
            <a:pPr lvl="3"/>
            <a:endParaRPr lang="en-US" altLang="ja-JP"/>
          </a:p>
        </p:txBody>
      </p:sp>
      <p:sp>
        <p:nvSpPr>
          <p:cNvPr id="139271" name="Rectangle 7"/>
          <p:cNvSpPr>
            <a:spLocks noGrp="1" noChangeArrowheads="1"/>
          </p:cNvSpPr>
          <p:nvPr>
            <p:ph type="sldNum" sz="quarter" idx="4"/>
          </p:nvPr>
        </p:nvSpPr>
        <p:spPr bwMode="auto">
          <a:xfrm>
            <a:off x="11480800" y="6477001"/>
            <a:ext cx="239184" cy="233363"/>
          </a:xfrm>
          <a:prstGeom prst="rect">
            <a:avLst/>
          </a:prstGeom>
          <a:noFill/>
          <a:ln w="9525">
            <a:noFill/>
            <a:miter lim="800000"/>
            <a:headEnd/>
            <a:tailEnd/>
          </a:ln>
        </p:spPr>
        <p:txBody>
          <a:bodyPr vert="horz" wrap="square" lIns="0" tIns="45720" rIns="0" bIns="46800" numCol="1" anchor="b" anchorCtr="0" compatLnSpc="1">
            <a:prstTxWarp prst="textNoShape">
              <a:avLst/>
            </a:prstTxWarp>
          </a:bodyPr>
          <a:lstStyle>
            <a:lvl1pPr algn="r">
              <a:defRPr sz="900" b="0">
                <a:latin typeface="Calibri" pitchFamily="34" charset="0"/>
                <a:ea typeface="+mn-ea"/>
                <a:cs typeface="Calibri" pitchFamily="34" charset="0"/>
              </a:defRPr>
            </a:lvl1pPr>
          </a:lstStyle>
          <a:p>
            <a:pPr>
              <a:defRPr/>
            </a:pPr>
            <a:fld id="{99860A16-B1B3-44F3-83A8-FC065769A395}" type="slidenum">
              <a:rPr lang="en-US" altLang="ja-JP" smtClean="0"/>
              <a:pPr>
                <a:defRPr/>
              </a:pPr>
              <a:t>‹#›</a:t>
            </a:fld>
            <a:endParaRPr lang="en-US" altLang="ja-JP"/>
          </a:p>
        </p:txBody>
      </p:sp>
      <p:sp>
        <p:nvSpPr>
          <p:cNvPr id="1029" name="Rectangle 8"/>
          <p:cNvSpPr>
            <a:spLocks noGrp="1" noChangeArrowheads="1"/>
          </p:cNvSpPr>
          <p:nvPr>
            <p:ph type="title"/>
          </p:nvPr>
        </p:nvSpPr>
        <p:spPr bwMode="auto">
          <a:xfrm>
            <a:off x="709085" y="0"/>
            <a:ext cx="10060516" cy="547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72000" rIns="91440" bIns="72000" numCol="1" anchor="ctr" anchorCtr="0" compatLnSpc="1">
            <a:prstTxWarp prst="textNoShape">
              <a:avLst/>
            </a:prstTxWarp>
          </a:bodyPr>
          <a:lstStyle/>
          <a:p>
            <a:pPr lvl="0"/>
            <a:r>
              <a:rPr lang="en-US" altLang="ja-JP" dirty="0"/>
              <a:t>Slide title</a:t>
            </a:r>
          </a:p>
        </p:txBody>
      </p:sp>
      <p:pic>
        <p:nvPicPr>
          <p:cNvPr id="1030" name="Picture 26" descr="Baseline"/>
          <p:cNvPicPr>
            <a:picLocks noChangeAspect="1" noChangeArrowheads="1"/>
          </p:cNvPicPr>
          <p:nvPr/>
        </p:nvPicPr>
        <p:blipFill>
          <a:blip r:embed="rId13">
            <a:extLst>
              <a:ext uri="{28A0092B-C50C-407E-A947-70E740481C1C}">
                <a14:useLocalDpi xmlns:a14="http://schemas.microsoft.com/office/drawing/2010/main" val="0"/>
              </a:ext>
            </a:extLst>
          </a:blip>
          <a:stretch>
            <a:fillRect/>
          </a:stretch>
        </p:blipFill>
        <p:spPr bwMode="auto">
          <a:xfrm>
            <a:off x="719667" y="6472239"/>
            <a:ext cx="3383280"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1" name="Picture 12" descr="symbol b"/>
          <p:cNvPicPr>
            <a:picLocks noChangeAspect="1" noChangeArrowheads="1"/>
          </p:cNvPicPr>
          <p:nvPr/>
        </p:nvPicPr>
        <p:blipFill>
          <a:blip r:embed="rId14" cstate="print">
            <a:extLst>
              <a:ext uri="{28A0092B-C50C-407E-A947-70E740481C1C}">
                <a14:useLocalDpi xmlns:a14="http://schemas.microsoft.com/office/drawing/2010/main" val="0"/>
              </a:ext>
            </a:extLst>
          </a:blip>
          <a:stretch>
            <a:fillRect/>
          </a:stretch>
        </p:blipFill>
        <p:spPr bwMode="auto">
          <a:xfrm>
            <a:off x="11377085" y="115888"/>
            <a:ext cx="357447" cy="3616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730" r:id="rId1"/>
    <p:sldLayoutId id="2147483709" r:id="rId2"/>
    <p:sldLayoutId id="2147483710" r:id="rId3"/>
    <p:sldLayoutId id="2147483711" r:id="rId4"/>
    <p:sldLayoutId id="2147483712" r:id="rId5"/>
    <p:sldLayoutId id="2147483713" r:id="rId6"/>
    <p:sldLayoutId id="2147483714" r:id="rId7"/>
    <p:sldLayoutId id="2147483715" r:id="rId8"/>
    <p:sldLayoutId id="2147483716" r:id="rId9"/>
    <p:sldLayoutId id="2147483717" r:id="rId10"/>
    <p:sldLayoutId id="2147483718" r:id="rId11"/>
  </p:sldLayoutIdLst>
  <p:hf hdr="0" ftr="0" dt="0"/>
  <p:txStyles>
    <p:titleStyle>
      <a:lvl1pPr algn="l" rtl="0" eaLnBrk="1" fontAlgn="base" hangingPunct="1">
        <a:spcBef>
          <a:spcPct val="0"/>
        </a:spcBef>
        <a:spcAft>
          <a:spcPct val="0"/>
        </a:spcAft>
        <a:defRPr sz="2400">
          <a:solidFill>
            <a:schemeClr val="tx1"/>
          </a:solidFill>
          <a:latin typeface="Calibri" pitchFamily="34" charset="0"/>
          <a:ea typeface="+mj-ea"/>
          <a:cs typeface="Calibri" pitchFamily="34" charset="0"/>
        </a:defRPr>
      </a:lvl1pPr>
      <a:lvl2pPr algn="l" rtl="0" eaLnBrk="1" fontAlgn="base" hangingPunct="1">
        <a:spcBef>
          <a:spcPct val="0"/>
        </a:spcBef>
        <a:spcAft>
          <a:spcPct val="0"/>
        </a:spcAft>
        <a:defRPr sz="2400">
          <a:solidFill>
            <a:schemeClr val="tx1"/>
          </a:solidFill>
          <a:latin typeface="Arial" charset="0"/>
          <a:ea typeface="MS PGothic" pitchFamily="34" charset="-128"/>
        </a:defRPr>
      </a:lvl2pPr>
      <a:lvl3pPr algn="l" rtl="0" eaLnBrk="1" fontAlgn="base" hangingPunct="1">
        <a:spcBef>
          <a:spcPct val="0"/>
        </a:spcBef>
        <a:spcAft>
          <a:spcPct val="0"/>
        </a:spcAft>
        <a:defRPr sz="2400">
          <a:solidFill>
            <a:schemeClr val="tx1"/>
          </a:solidFill>
          <a:latin typeface="Arial" charset="0"/>
          <a:ea typeface="MS PGothic" pitchFamily="34" charset="-128"/>
        </a:defRPr>
      </a:lvl3pPr>
      <a:lvl4pPr algn="l" rtl="0" eaLnBrk="1" fontAlgn="base" hangingPunct="1">
        <a:spcBef>
          <a:spcPct val="0"/>
        </a:spcBef>
        <a:spcAft>
          <a:spcPct val="0"/>
        </a:spcAft>
        <a:defRPr sz="2400">
          <a:solidFill>
            <a:schemeClr val="tx1"/>
          </a:solidFill>
          <a:latin typeface="Arial" charset="0"/>
          <a:ea typeface="MS PGothic" pitchFamily="34" charset="-128"/>
        </a:defRPr>
      </a:lvl4pPr>
      <a:lvl5pPr algn="l" rtl="0" eaLnBrk="1" fontAlgn="base" hangingPunct="1">
        <a:spcBef>
          <a:spcPct val="0"/>
        </a:spcBef>
        <a:spcAft>
          <a:spcPct val="0"/>
        </a:spcAft>
        <a:defRPr sz="2400">
          <a:solidFill>
            <a:schemeClr val="tx1"/>
          </a:solidFill>
          <a:latin typeface="Arial" charset="0"/>
          <a:ea typeface="MS PGothic" pitchFamily="34" charset="-128"/>
        </a:defRPr>
      </a:lvl5pPr>
      <a:lvl6pPr marL="457200" algn="l" rtl="0" eaLnBrk="1" fontAlgn="base" hangingPunct="1">
        <a:spcBef>
          <a:spcPct val="0"/>
        </a:spcBef>
        <a:spcAft>
          <a:spcPct val="0"/>
        </a:spcAft>
        <a:defRPr sz="2400">
          <a:solidFill>
            <a:schemeClr val="tx1"/>
          </a:solidFill>
          <a:latin typeface="Arial" charset="0"/>
          <a:ea typeface="MS PGothic" pitchFamily="34" charset="-128"/>
        </a:defRPr>
      </a:lvl6pPr>
      <a:lvl7pPr marL="914400" algn="l" rtl="0" eaLnBrk="1" fontAlgn="base" hangingPunct="1">
        <a:spcBef>
          <a:spcPct val="0"/>
        </a:spcBef>
        <a:spcAft>
          <a:spcPct val="0"/>
        </a:spcAft>
        <a:defRPr sz="2400">
          <a:solidFill>
            <a:schemeClr val="tx1"/>
          </a:solidFill>
          <a:latin typeface="Arial" charset="0"/>
          <a:ea typeface="MS PGothic" pitchFamily="34" charset="-128"/>
        </a:defRPr>
      </a:lvl7pPr>
      <a:lvl8pPr marL="1371600" algn="l" rtl="0" eaLnBrk="1" fontAlgn="base" hangingPunct="1">
        <a:spcBef>
          <a:spcPct val="0"/>
        </a:spcBef>
        <a:spcAft>
          <a:spcPct val="0"/>
        </a:spcAft>
        <a:defRPr sz="2400">
          <a:solidFill>
            <a:schemeClr val="tx1"/>
          </a:solidFill>
          <a:latin typeface="Arial" charset="0"/>
          <a:ea typeface="MS PGothic" pitchFamily="34" charset="-128"/>
        </a:defRPr>
      </a:lvl8pPr>
      <a:lvl9pPr marL="1828800" algn="l" rtl="0" eaLnBrk="1" fontAlgn="base" hangingPunct="1">
        <a:spcBef>
          <a:spcPct val="0"/>
        </a:spcBef>
        <a:spcAft>
          <a:spcPct val="0"/>
        </a:spcAft>
        <a:defRPr sz="2400">
          <a:solidFill>
            <a:schemeClr val="tx1"/>
          </a:solidFill>
          <a:latin typeface="Arial" charset="0"/>
          <a:ea typeface="MS PGothic" pitchFamily="34" charset="-128"/>
        </a:defRPr>
      </a:lvl9pPr>
    </p:titleStyle>
    <p:bodyStyle>
      <a:lvl1pPr marL="342900" indent="-342900" algn="l" rtl="0" eaLnBrk="1" fontAlgn="base" hangingPunct="1">
        <a:spcBef>
          <a:spcPct val="20000"/>
        </a:spcBef>
        <a:spcAft>
          <a:spcPct val="0"/>
        </a:spcAft>
        <a:defRPr kumimoji="1" sz="2000" b="1">
          <a:solidFill>
            <a:srgbClr val="000000"/>
          </a:solidFill>
          <a:latin typeface="Calibri" pitchFamily="34" charset="0"/>
          <a:ea typeface="+mn-ea"/>
          <a:cs typeface="Calibri" pitchFamily="34" charset="0"/>
        </a:defRPr>
      </a:lvl1pPr>
      <a:lvl2pPr marL="263525" indent="193675" algn="l" rtl="0" eaLnBrk="1" fontAlgn="base" hangingPunct="1">
        <a:spcBef>
          <a:spcPct val="20000"/>
        </a:spcBef>
        <a:spcAft>
          <a:spcPct val="0"/>
        </a:spcAft>
        <a:buClr>
          <a:srgbClr val="333333"/>
        </a:buClr>
        <a:buChar char="•"/>
        <a:defRPr kumimoji="1" sz="1600" b="1">
          <a:solidFill>
            <a:srgbClr val="000000"/>
          </a:solidFill>
          <a:latin typeface="Calibri" pitchFamily="34" charset="0"/>
          <a:ea typeface="+mn-ea"/>
          <a:cs typeface="Calibri" pitchFamily="34" charset="0"/>
        </a:defRPr>
      </a:lvl2pPr>
      <a:lvl3pPr marL="538163" indent="376238" algn="l" rtl="0" eaLnBrk="1" fontAlgn="base" hangingPunct="1">
        <a:spcBef>
          <a:spcPct val="20000"/>
        </a:spcBef>
        <a:spcAft>
          <a:spcPct val="0"/>
        </a:spcAft>
        <a:buFont typeface="Arial" pitchFamily="34" charset="0"/>
        <a:buChar char="–"/>
        <a:defRPr kumimoji="1" sz="1400" b="1">
          <a:solidFill>
            <a:srgbClr val="000000"/>
          </a:solidFill>
          <a:latin typeface="Calibri" pitchFamily="34" charset="0"/>
          <a:ea typeface="+mn-ea"/>
          <a:cs typeface="Calibri" pitchFamily="34" charset="0"/>
        </a:defRPr>
      </a:lvl3pPr>
      <a:lvl4pPr marL="803275" indent="568325" algn="l" rtl="0" eaLnBrk="1" fontAlgn="base" hangingPunct="1">
        <a:spcBef>
          <a:spcPct val="20000"/>
        </a:spcBef>
        <a:spcAft>
          <a:spcPct val="0"/>
        </a:spcAft>
        <a:buChar char="•"/>
        <a:defRPr kumimoji="1" sz="1200">
          <a:solidFill>
            <a:srgbClr val="000000"/>
          </a:solidFill>
          <a:latin typeface="Calibri" pitchFamily="34" charset="0"/>
          <a:ea typeface="+mn-ea"/>
          <a:cs typeface="Calibri" pitchFamily="34" charset="0"/>
        </a:defRPr>
      </a:lvl4pPr>
      <a:lvl5pPr marL="1076325" indent="752475" algn="l" rtl="0" eaLnBrk="1" fontAlgn="base" hangingPunct="1">
        <a:spcBef>
          <a:spcPct val="20000"/>
        </a:spcBef>
        <a:spcAft>
          <a:spcPct val="0"/>
        </a:spcAft>
        <a:buFont typeface="Wingdings" pitchFamily="2" charset="2"/>
        <a:buChar char="§"/>
        <a:defRPr kumimoji="1" sz="1000">
          <a:solidFill>
            <a:srgbClr val="000000"/>
          </a:solidFill>
          <a:latin typeface="+mn-lt"/>
          <a:ea typeface="+mn-ea"/>
        </a:defRPr>
      </a:lvl5pPr>
      <a:lvl6pPr marL="1533525" algn="l" rtl="0" eaLnBrk="1" fontAlgn="base" hangingPunct="1">
        <a:spcBef>
          <a:spcPct val="20000"/>
        </a:spcBef>
        <a:spcAft>
          <a:spcPct val="0"/>
        </a:spcAft>
        <a:buFont typeface="Wingdings" pitchFamily="2" charset="2"/>
        <a:buChar char="§"/>
        <a:defRPr kumimoji="1" sz="1000">
          <a:solidFill>
            <a:srgbClr val="000000"/>
          </a:solidFill>
          <a:latin typeface="+mn-lt"/>
          <a:ea typeface="+mn-ea"/>
        </a:defRPr>
      </a:lvl6pPr>
      <a:lvl7pPr marL="1990725" algn="l" rtl="0" eaLnBrk="1" fontAlgn="base" hangingPunct="1">
        <a:spcBef>
          <a:spcPct val="20000"/>
        </a:spcBef>
        <a:spcAft>
          <a:spcPct val="0"/>
        </a:spcAft>
        <a:buFont typeface="Wingdings" pitchFamily="2" charset="2"/>
        <a:buChar char="§"/>
        <a:defRPr kumimoji="1" sz="1000">
          <a:solidFill>
            <a:srgbClr val="000000"/>
          </a:solidFill>
          <a:latin typeface="+mn-lt"/>
          <a:ea typeface="+mn-ea"/>
        </a:defRPr>
      </a:lvl7pPr>
      <a:lvl8pPr marL="2447925" algn="l" rtl="0" eaLnBrk="1" fontAlgn="base" hangingPunct="1">
        <a:spcBef>
          <a:spcPct val="20000"/>
        </a:spcBef>
        <a:spcAft>
          <a:spcPct val="0"/>
        </a:spcAft>
        <a:buFont typeface="Wingdings" pitchFamily="2" charset="2"/>
        <a:buChar char="§"/>
        <a:defRPr kumimoji="1" sz="1000">
          <a:solidFill>
            <a:srgbClr val="000000"/>
          </a:solidFill>
          <a:latin typeface="+mn-lt"/>
          <a:ea typeface="+mn-ea"/>
        </a:defRPr>
      </a:lvl8pPr>
      <a:lvl9pPr marL="2905125" algn="l" rtl="0" eaLnBrk="1" fontAlgn="base" hangingPunct="1">
        <a:spcBef>
          <a:spcPct val="20000"/>
        </a:spcBef>
        <a:spcAft>
          <a:spcPct val="0"/>
        </a:spcAft>
        <a:buFont typeface="Wingdings" pitchFamily="2" charset="2"/>
        <a:buChar char="§"/>
        <a:defRPr kumimoji="1" sz="1000">
          <a:solidFill>
            <a:srgbClr val="000000"/>
          </a:solidFill>
          <a:latin typeface="+mn-lt"/>
          <a:ea typeface="+mn-ea"/>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050" name="Picture 7" descr="Nikon_LOGO_CMYK 25mm.bmp"/>
          <p:cNvPicPr>
            <a:picLocks noChangeAspect="1"/>
          </p:cNvPicPr>
          <p:nvPr/>
        </p:nvPicPr>
        <p:blipFill>
          <a:blip r:embed="rId13">
            <a:extLst>
              <a:ext uri="{28A0092B-C50C-407E-A947-70E740481C1C}">
                <a14:useLocalDpi xmlns:a14="http://schemas.microsoft.com/office/drawing/2010/main" val="0"/>
              </a:ext>
            </a:extLst>
          </a:blip>
          <a:stretch>
            <a:fillRect/>
          </a:stretch>
        </p:blipFill>
        <p:spPr bwMode="auto">
          <a:xfrm>
            <a:off x="5373343" y="2356946"/>
            <a:ext cx="1226186" cy="12261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26" descr="Baseline"/>
          <p:cNvPicPr>
            <a:picLocks noChangeAspect="1" noChangeArrowheads="1"/>
          </p:cNvPicPr>
          <p:nvPr userDrawn="1"/>
        </p:nvPicPr>
        <p:blipFill>
          <a:blip r:embed="rId14">
            <a:extLst>
              <a:ext uri="{28A0092B-C50C-407E-A947-70E740481C1C}">
                <a14:useLocalDpi xmlns:a14="http://schemas.microsoft.com/office/drawing/2010/main" val="0"/>
              </a:ext>
            </a:extLst>
          </a:blip>
          <a:stretch>
            <a:fillRect/>
          </a:stretch>
        </p:blipFill>
        <p:spPr bwMode="auto">
          <a:xfrm>
            <a:off x="4294796" y="4685479"/>
            <a:ext cx="3383280" cy="27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719" r:id="rId1"/>
    <p:sldLayoutId id="2147483720" r:id="rId2"/>
    <p:sldLayoutId id="2147483721" r:id="rId3"/>
    <p:sldLayoutId id="2147483722" r:id="rId4"/>
    <p:sldLayoutId id="2147483723" r:id="rId5"/>
    <p:sldLayoutId id="2147483724" r:id="rId6"/>
    <p:sldLayoutId id="2147483725" r:id="rId7"/>
    <p:sldLayoutId id="2147483726" r:id="rId8"/>
    <p:sldLayoutId id="2147483727" r:id="rId9"/>
    <p:sldLayoutId id="2147483728" r:id="rId10"/>
    <p:sldLayoutId id="2147483729" r:id="rId11"/>
  </p:sldLayoutIdLst>
  <p:txStyles>
    <p:titleStyle>
      <a:lvl1pPr algn="l" rtl="0" eaLnBrk="0" fontAlgn="base" hangingPunct="0">
        <a:spcBef>
          <a:spcPct val="0"/>
        </a:spcBef>
        <a:spcAft>
          <a:spcPct val="0"/>
        </a:spcAft>
        <a:tabLst>
          <a:tab pos="450850" algn="l"/>
        </a:tabLst>
        <a:defRPr sz="3200">
          <a:solidFill>
            <a:schemeClr val="bg1"/>
          </a:solidFill>
          <a:latin typeface="+mj-lt"/>
          <a:ea typeface="+mj-ea"/>
          <a:cs typeface="+mj-cs"/>
        </a:defRPr>
      </a:lvl1pPr>
      <a:lvl2pPr algn="l" rtl="0" eaLnBrk="0" fontAlgn="base" hangingPunct="0">
        <a:spcBef>
          <a:spcPct val="0"/>
        </a:spcBef>
        <a:spcAft>
          <a:spcPct val="0"/>
        </a:spcAft>
        <a:tabLst>
          <a:tab pos="450850" algn="l"/>
        </a:tabLst>
        <a:defRPr sz="3200">
          <a:solidFill>
            <a:schemeClr val="bg1"/>
          </a:solidFill>
          <a:latin typeface="Arial" charset="0"/>
          <a:ea typeface="MS PGothic" pitchFamily="34" charset="-128"/>
        </a:defRPr>
      </a:lvl2pPr>
      <a:lvl3pPr algn="l" rtl="0" eaLnBrk="0" fontAlgn="base" hangingPunct="0">
        <a:spcBef>
          <a:spcPct val="0"/>
        </a:spcBef>
        <a:spcAft>
          <a:spcPct val="0"/>
        </a:spcAft>
        <a:tabLst>
          <a:tab pos="450850" algn="l"/>
        </a:tabLst>
        <a:defRPr sz="3200">
          <a:solidFill>
            <a:schemeClr val="bg1"/>
          </a:solidFill>
          <a:latin typeface="Arial" charset="0"/>
          <a:ea typeface="MS PGothic" pitchFamily="34" charset="-128"/>
        </a:defRPr>
      </a:lvl3pPr>
      <a:lvl4pPr algn="l" rtl="0" eaLnBrk="0" fontAlgn="base" hangingPunct="0">
        <a:spcBef>
          <a:spcPct val="0"/>
        </a:spcBef>
        <a:spcAft>
          <a:spcPct val="0"/>
        </a:spcAft>
        <a:tabLst>
          <a:tab pos="450850" algn="l"/>
        </a:tabLst>
        <a:defRPr sz="3200">
          <a:solidFill>
            <a:schemeClr val="bg1"/>
          </a:solidFill>
          <a:latin typeface="Arial" charset="0"/>
          <a:ea typeface="MS PGothic" pitchFamily="34" charset="-128"/>
        </a:defRPr>
      </a:lvl4pPr>
      <a:lvl5pPr algn="l" rtl="0" eaLnBrk="0" fontAlgn="base" hangingPunct="0">
        <a:spcBef>
          <a:spcPct val="0"/>
        </a:spcBef>
        <a:spcAft>
          <a:spcPct val="0"/>
        </a:spcAft>
        <a:tabLst>
          <a:tab pos="450850" algn="l"/>
        </a:tabLst>
        <a:defRPr sz="3200">
          <a:solidFill>
            <a:schemeClr val="bg1"/>
          </a:solidFill>
          <a:latin typeface="Arial" charset="0"/>
          <a:ea typeface="MS PGothic" pitchFamily="34" charset="-128"/>
        </a:defRPr>
      </a:lvl5pPr>
      <a:lvl6pPr marL="457200" algn="l" rtl="0" fontAlgn="base">
        <a:spcBef>
          <a:spcPct val="0"/>
        </a:spcBef>
        <a:spcAft>
          <a:spcPct val="0"/>
        </a:spcAft>
        <a:tabLst>
          <a:tab pos="450850" algn="l"/>
        </a:tabLst>
        <a:defRPr sz="3200">
          <a:solidFill>
            <a:schemeClr val="bg1"/>
          </a:solidFill>
          <a:latin typeface="Arial" charset="0"/>
          <a:ea typeface="MS PGothic" pitchFamily="34" charset="-128"/>
        </a:defRPr>
      </a:lvl6pPr>
      <a:lvl7pPr marL="914400" algn="l" rtl="0" fontAlgn="base">
        <a:spcBef>
          <a:spcPct val="0"/>
        </a:spcBef>
        <a:spcAft>
          <a:spcPct val="0"/>
        </a:spcAft>
        <a:tabLst>
          <a:tab pos="450850" algn="l"/>
        </a:tabLst>
        <a:defRPr sz="3200">
          <a:solidFill>
            <a:schemeClr val="bg1"/>
          </a:solidFill>
          <a:latin typeface="Arial" charset="0"/>
          <a:ea typeface="MS PGothic" pitchFamily="34" charset="-128"/>
        </a:defRPr>
      </a:lvl7pPr>
      <a:lvl8pPr marL="1371600" algn="l" rtl="0" fontAlgn="base">
        <a:spcBef>
          <a:spcPct val="0"/>
        </a:spcBef>
        <a:spcAft>
          <a:spcPct val="0"/>
        </a:spcAft>
        <a:tabLst>
          <a:tab pos="450850" algn="l"/>
        </a:tabLst>
        <a:defRPr sz="3200">
          <a:solidFill>
            <a:schemeClr val="bg1"/>
          </a:solidFill>
          <a:latin typeface="Arial" charset="0"/>
          <a:ea typeface="MS PGothic" pitchFamily="34" charset="-128"/>
        </a:defRPr>
      </a:lvl8pPr>
      <a:lvl9pPr marL="1828800" algn="l" rtl="0" fontAlgn="base">
        <a:spcBef>
          <a:spcPct val="0"/>
        </a:spcBef>
        <a:spcAft>
          <a:spcPct val="0"/>
        </a:spcAft>
        <a:tabLst>
          <a:tab pos="450850" algn="l"/>
        </a:tabLst>
        <a:defRPr sz="3200">
          <a:solidFill>
            <a:schemeClr val="bg1"/>
          </a:solidFill>
          <a:latin typeface="Arial" charset="0"/>
          <a:ea typeface="MS PGothic" pitchFamily="34" charset="-128"/>
        </a:defRPr>
      </a:lvl9pPr>
    </p:titleStyle>
    <p:bodyStyle>
      <a:lvl1pPr marL="342900" indent="-342900" algn="l" rtl="0" eaLnBrk="0" fontAlgn="base" hangingPunct="0">
        <a:spcBef>
          <a:spcPct val="20000"/>
        </a:spcBef>
        <a:spcAft>
          <a:spcPct val="0"/>
        </a:spcAft>
        <a:defRPr kumimoji="1" sz="2000">
          <a:solidFill>
            <a:schemeClr val="tx1"/>
          </a:solidFill>
          <a:latin typeface="+mn-lt"/>
          <a:ea typeface="+mn-ea"/>
          <a:cs typeface="+mn-cs"/>
        </a:defRPr>
      </a:lvl1pPr>
      <a:lvl2pPr marL="742950" indent="-285750" algn="l" rtl="0" eaLnBrk="0" fontAlgn="base" hangingPunct="0">
        <a:spcBef>
          <a:spcPct val="20000"/>
        </a:spcBef>
        <a:spcAft>
          <a:spcPct val="0"/>
        </a:spcAft>
        <a:defRPr kumimoji="1" sz="1600">
          <a:solidFill>
            <a:schemeClr val="tx1"/>
          </a:solidFill>
          <a:latin typeface="+mn-lt"/>
          <a:ea typeface="+mn-ea"/>
        </a:defRPr>
      </a:lvl2pPr>
      <a:lvl3pPr marL="1143000" indent="-228600" algn="l" rtl="0" eaLnBrk="0" fontAlgn="base" hangingPunct="0">
        <a:spcBef>
          <a:spcPct val="20000"/>
        </a:spcBef>
        <a:spcAft>
          <a:spcPct val="0"/>
        </a:spcAft>
        <a:defRPr kumimoji="1" sz="1400">
          <a:solidFill>
            <a:schemeClr val="tx1"/>
          </a:solidFill>
          <a:latin typeface="+mn-lt"/>
          <a:ea typeface="+mn-ea"/>
        </a:defRPr>
      </a:lvl3pPr>
      <a:lvl4pPr marL="1600200" indent="-228600" algn="l" rtl="0" eaLnBrk="0" fontAlgn="base" hangingPunct="0">
        <a:spcBef>
          <a:spcPct val="20000"/>
        </a:spcBef>
        <a:spcAft>
          <a:spcPct val="0"/>
        </a:spcAft>
        <a:defRPr kumimoji="1" sz="1600">
          <a:solidFill>
            <a:schemeClr val="tx1"/>
          </a:solidFill>
          <a:latin typeface="+mn-lt"/>
          <a:ea typeface="+mn-ea"/>
        </a:defRPr>
      </a:lvl4pPr>
      <a:lvl5pPr marL="2057400" indent="-228600" algn="l" rtl="0" eaLnBrk="0" fontAlgn="base" hangingPunct="0">
        <a:spcBef>
          <a:spcPct val="20000"/>
        </a:spcBef>
        <a:spcAft>
          <a:spcPct val="0"/>
        </a:spcAft>
        <a:defRPr kumimoji="1" sz="1600">
          <a:solidFill>
            <a:schemeClr val="tx1"/>
          </a:solidFill>
          <a:latin typeface="+mn-lt"/>
          <a:ea typeface="+mn-ea"/>
        </a:defRPr>
      </a:lvl5pPr>
      <a:lvl6pPr marL="2514600" indent="-228600" algn="l" rtl="0" fontAlgn="base">
        <a:spcBef>
          <a:spcPct val="20000"/>
        </a:spcBef>
        <a:spcAft>
          <a:spcPct val="0"/>
        </a:spcAft>
        <a:defRPr kumimoji="1" sz="1600">
          <a:solidFill>
            <a:schemeClr val="tx1"/>
          </a:solidFill>
          <a:latin typeface="+mn-lt"/>
          <a:ea typeface="+mn-ea"/>
        </a:defRPr>
      </a:lvl6pPr>
      <a:lvl7pPr marL="2971800" indent="-228600" algn="l" rtl="0" fontAlgn="base">
        <a:spcBef>
          <a:spcPct val="20000"/>
        </a:spcBef>
        <a:spcAft>
          <a:spcPct val="0"/>
        </a:spcAft>
        <a:defRPr kumimoji="1" sz="1600">
          <a:solidFill>
            <a:schemeClr val="tx1"/>
          </a:solidFill>
          <a:latin typeface="+mn-lt"/>
          <a:ea typeface="+mn-ea"/>
        </a:defRPr>
      </a:lvl7pPr>
      <a:lvl8pPr marL="3429000" indent="-228600" algn="l" rtl="0" fontAlgn="base">
        <a:spcBef>
          <a:spcPct val="20000"/>
        </a:spcBef>
        <a:spcAft>
          <a:spcPct val="0"/>
        </a:spcAft>
        <a:defRPr kumimoji="1" sz="1600">
          <a:solidFill>
            <a:schemeClr val="tx1"/>
          </a:solidFill>
          <a:latin typeface="+mn-lt"/>
          <a:ea typeface="+mn-ea"/>
        </a:defRPr>
      </a:lvl8pPr>
      <a:lvl9pPr marL="3886200" indent="-228600" algn="l" rtl="0" fontAlgn="base">
        <a:spcBef>
          <a:spcPct val="20000"/>
        </a:spcBef>
        <a:spcAft>
          <a:spcPct val="0"/>
        </a:spcAft>
        <a:defRPr kumimoji="1" sz="1600">
          <a:solidFill>
            <a:schemeClr val="tx1"/>
          </a:solidFill>
          <a:latin typeface="+mn-lt"/>
          <a:ea typeface="+mn-ea"/>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png"/><Relationship Id="rId1" Type="http://schemas.openxmlformats.org/officeDocument/2006/relationships/slideLayout" Target="../slideLayouts/slideLayout2.xml"/><Relationship Id="rId6" Type="http://schemas.microsoft.com/office/2007/relationships/hdphoto" Target="../media/hdphoto2.wdp"/><Relationship Id="rId5" Type="http://schemas.openxmlformats.org/officeDocument/2006/relationships/image" Target="../media/image21.png"/><Relationship Id="rId4" Type="http://schemas.openxmlformats.org/officeDocument/2006/relationships/image" Target="../media/image20.gif"/></Relationships>
</file>

<file path=ppt/slides/_rels/slide2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jpeg"/><Relationship Id="rId1" Type="http://schemas.openxmlformats.org/officeDocument/2006/relationships/slideLayout" Target="../slideLayouts/slideLayout2.xml"/><Relationship Id="rId6" Type="http://schemas.microsoft.com/office/2007/relationships/hdphoto" Target="../media/hdphoto2.wdp"/><Relationship Id="rId5" Type="http://schemas.openxmlformats.org/officeDocument/2006/relationships/image" Target="../media/image21.png"/><Relationship Id="rId4" Type="http://schemas.microsoft.com/office/2007/relationships/hdphoto" Target="../media/hdphoto3.wdp"/></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9.jpeg"/><Relationship Id="rId1" Type="http://schemas.openxmlformats.org/officeDocument/2006/relationships/slideLayout" Target="../slideLayouts/slideLayout2.xml"/><Relationship Id="rId4" Type="http://schemas.microsoft.com/office/2007/relationships/hdphoto" Target="../media/hdphoto2.wdp"/></Relationships>
</file>

<file path=ppt/slides/_rels/slide2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9.png"/><Relationship Id="rId7" Type="http://schemas.openxmlformats.org/officeDocument/2006/relationships/image" Target="../media/image31.jpeg"/><Relationship Id="rId2" Type="http://schemas.openxmlformats.org/officeDocument/2006/relationships/image" Target="../media/image28.jpeg"/><Relationship Id="rId1" Type="http://schemas.openxmlformats.org/officeDocument/2006/relationships/slideLayout" Target="../slideLayouts/slideLayout2.xml"/><Relationship Id="rId6" Type="http://schemas.microsoft.com/office/2007/relationships/hdphoto" Target="../media/hdphoto5.wdp"/><Relationship Id="rId5" Type="http://schemas.openxmlformats.org/officeDocument/2006/relationships/image" Target="../media/image30.png"/><Relationship Id="rId4" Type="http://schemas.microsoft.com/office/2007/relationships/hdphoto" Target="../media/hdphoto4.wdp"/></Relationships>
</file>

<file path=ppt/slides/_rels/slide33.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image" Target="../media/image32.jpeg"/><Relationship Id="rId1" Type="http://schemas.openxmlformats.org/officeDocument/2006/relationships/slideLayout" Target="../slideLayouts/slideLayout2.xml"/><Relationship Id="rId6" Type="http://schemas.openxmlformats.org/officeDocument/2006/relationships/image" Target="../media/image36.jpeg"/><Relationship Id="rId5" Type="http://schemas.openxmlformats.org/officeDocument/2006/relationships/image" Target="../media/image35.jpeg"/><Relationship Id="rId4" Type="http://schemas.openxmlformats.org/officeDocument/2006/relationships/image" Target="../media/image34.jpeg"/></Relationships>
</file>

<file path=ppt/slides/_rels/slide3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39.jpeg"/><Relationship Id="rId4" Type="http://schemas.openxmlformats.org/officeDocument/2006/relationships/image" Target="../media/image38.jpeg"/></Relationships>
</file>

<file path=ppt/slides/_rels/slide35.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41.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image" Target="../media/image44.png"/><Relationship Id="rId1" Type="http://schemas.openxmlformats.org/officeDocument/2006/relationships/slideLayout" Target="../slideLayouts/slideLayout2.xml"/><Relationship Id="rId4" Type="http://schemas.openxmlformats.org/officeDocument/2006/relationships/image" Target="../media/image46.jpeg"/></Relationships>
</file>

<file path=ppt/slides/_rels/slide41.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image" Target="../media/image45.jpeg"/><Relationship Id="rId1" Type="http://schemas.openxmlformats.org/officeDocument/2006/relationships/slideLayout" Target="../slideLayouts/slideLayout2.xml"/><Relationship Id="rId4" Type="http://schemas.openxmlformats.org/officeDocument/2006/relationships/image" Target="../media/image47.png"/></Relationships>
</file>

<file path=ppt/slides/_rels/slide42.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image" Target="../media/image48.jpe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51.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0" y="0"/>
            <a:ext cx="12192000" cy="6858000"/>
          </a:xfrm>
          <a:prstGeom prst="rect">
            <a:avLst/>
          </a:prstGeom>
        </p:spPr>
      </p:pic>
      <p:sp>
        <p:nvSpPr>
          <p:cNvPr id="4098" name="Rectangle 7"/>
          <p:cNvSpPr>
            <a:spLocks noGrp="1" noChangeArrowheads="1"/>
          </p:cNvSpPr>
          <p:nvPr>
            <p:ph type="ctrTitle"/>
          </p:nvPr>
        </p:nvSpPr>
        <p:spPr>
          <a:xfrm>
            <a:off x="1994365" y="4895859"/>
            <a:ext cx="7773987" cy="1219200"/>
          </a:xfrm>
        </p:spPr>
        <p:txBody>
          <a:bodyPr/>
          <a:lstStyle/>
          <a:p>
            <a:pPr eaLnBrk="1" hangingPunct="1"/>
            <a:r>
              <a:rPr lang="en-US" sz="2800" dirty="0"/>
              <a:t>Introduction to X-ray Imaging</a:t>
            </a:r>
            <a:br>
              <a:rPr lang="en-US" sz="2800" dirty="0"/>
            </a:br>
            <a:r>
              <a:rPr lang="en-US" sz="2800" b="0" dirty="0"/>
              <a:t>James Finch</a:t>
            </a:r>
            <a:endParaRPr lang="en-US" b="0" dirty="0"/>
          </a:p>
        </p:txBody>
      </p:sp>
    </p:spTree>
    <p:extLst>
      <p:ext uri="{BB962C8B-B14F-4D97-AF65-F5344CB8AC3E}">
        <p14:creationId xmlns:p14="http://schemas.microsoft.com/office/powerpoint/2010/main" val="42122259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BE" dirty="0"/>
              <a:t>Structure</a:t>
            </a:r>
            <a:endParaRPr lang="en-US" dirty="0"/>
          </a:p>
        </p:txBody>
      </p:sp>
      <p:sp>
        <p:nvSpPr>
          <p:cNvPr id="4" name="Slide Number Placeholder 3"/>
          <p:cNvSpPr>
            <a:spLocks noGrp="1"/>
          </p:cNvSpPr>
          <p:nvPr>
            <p:ph type="sldNum" sz="quarter" idx="10"/>
          </p:nvPr>
        </p:nvSpPr>
        <p:spPr/>
        <p:txBody>
          <a:bodyPr/>
          <a:lstStyle/>
          <a:p>
            <a:pPr>
              <a:defRPr/>
            </a:pPr>
            <a:fld id="{C0335DDC-D7BD-499D-8620-A8CC6675656F}" type="slidenum">
              <a:rPr lang="en-US" altLang="ja-JP" smtClean="0"/>
              <a:pPr>
                <a:defRPr/>
              </a:pPr>
              <a:t>2</a:t>
            </a:fld>
            <a:endParaRPr lang="en-US" altLang="ja-JP" dirty="0"/>
          </a:p>
        </p:txBody>
      </p:sp>
      <p:sp>
        <p:nvSpPr>
          <p:cNvPr id="5" name="Rectangle 4"/>
          <p:cNvSpPr/>
          <p:nvPr/>
        </p:nvSpPr>
        <p:spPr bwMode="auto">
          <a:xfrm>
            <a:off x="702205" y="1119634"/>
            <a:ext cx="10634152" cy="648072"/>
          </a:xfrm>
          <a:prstGeom prst="rect">
            <a:avLst/>
          </a:prstGeom>
          <a:solidFill>
            <a:srgbClr val="F2F2F2"/>
          </a:solidFill>
          <a:ln>
            <a:noFill/>
            <a:headEnd type="none" w="med" len="med"/>
            <a:tailEnd type="none" w="med" len="med"/>
          </a:ln>
        </p:spPr>
        <p:style>
          <a:lnRef idx="1">
            <a:schemeClr val="accent2"/>
          </a:lnRef>
          <a:fillRef idx="2">
            <a:schemeClr val="accent2"/>
          </a:fillRef>
          <a:effectRef idx="1">
            <a:schemeClr val="accent2"/>
          </a:effectRef>
          <a:fontRef idx="minor">
            <a:schemeClr val="dk1"/>
          </a:fontRef>
        </p:style>
        <p:txBody>
          <a:bodyPr vert="horz" wrap="square" lIns="91440" tIns="45720" rIns="91440" bIns="45720" numCol="1" rtlCol="0" anchor="ctr" anchorCtr="0" compatLnSpc="1">
            <a:prstTxWarp prst="textNoShape">
              <a:avLst/>
            </a:prstTxWarp>
          </a:bodyPr>
          <a:lstStyle/>
          <a:p>
            <a:pPr marL="360363">
              <a:tabLst>
                <a:tab pos="360363" algn="l"/>
              </a:tabLst>
            </a:pPr>
            <a:r>
              <a:rPr lang="nl-BE" sz="2800" b="0" dirty="0">
                <a:solidFill>
                  <a:schemeClr val="bg2">
                    <a:lumMod val="75000"/>
                  </a:schemeClr>
                </a:solidFill>
                <a:latin typeface="Calibri" panose="020F0502020204030204" pitchFamily="34" charset="0"/>
              </a:rPr>
              <a:t>What are X-rays?</a:t>
            </a:r>
            <a:endParaRPr lang="en-US" sz="2800" b="0" dirty="0">
              <a:solidFill>
                <a:schemeClr val="bg2">
                  <a:lumMod val="75000"/>
                </a:schemeClr>
              </a:solidFill>
              <a:latin typeface="Calibri" panose="020F0502020204030204" pitchFamily="34" charset="0"/>
            </a:endParaRPr>
          </a:p>
        </p:txBody>
      </p:sp>
      <p:sp>
        <p:nvSpPr>
          <p:cNvPr id="6" name="Rectangle 5"/>
          <p:cNvSpPr/>
          <p:nvPr/>
        </p:nvSpPr>
        <p:spPr bwMode="auto">
          <a:xfrm>
            <a:off x="702205" y="1914799"/>
            <a:ext cx="10634152" cy="648072"/>
          </a:xfrm>
          <a:prstGeom prst="rect">
            <a:avLst/>
          </a:prstGeom>
          <a:solidFill>
            <a:srgbClr val="F2F2F2"/>
          </a:solidFill>
          <a:ln>
            <a:noFill/>
            <a:headEnd type="none" w="med" len="med"/>
            <a:tailEnd type="none" w="med" len="med"/>
          </a:ln>
        </p:spPr>
        <p:style>
          <a:lnRef idx="1">
            <a:schemeClr val="accent2"/>
          </a:lnRef>
          <a:fillRef idx="2">
            <a:schemeClr val="accent2"/>
          </a:fillRef>
          <a:effectRef idx="1">
            <a:schemeClr val="accent2"/>
          </a:effectRef>
          <a:fontRef idx="minor">
            <a:schemeClr val="dk1"/>
          </a:fontRef>
        </p:style>
        <p:txBody>
          <a:bodyPr vert="horz" wrap="square" lIns="91440" tIns="45720" rIns="91440" bIns="45720" numCol="1" rtlCol="0" anchor="ctr" anchorCtr="0" compatLnSpc="1">
            <a:prstTxWarp prst="textNoShape">
              <a:avLst/>
            </a:prstTxWarp>
          </a:bodyPr>
          <a:lstStyle/>
          <a:p>
            <a:pPr marL="360363">
              <a:tabLst>
                <a:tab pos="360363" algn="l"/>
              </a:tabLst>
            </a:pPr>
            <a:r>
              <a:rPr lang="nl-BE" sz="2800" b="0" dirty="0">
                <a:solidFill>
                  <a:schemeClr val="bg2">
                    <a:lumMod val="75000"/>
                  </a:schemeClr>
                </a:solidFill>
                <a:latin typeface="Calibri" panose="020F0502020204030204" pitchFamily="34" charset="0"/>
              </a:rPr>
              <a:t>Generating X-rays</a:t>
            </a:r>
            <a:endParaRPr lang="en-US" sz="2800" b="0" dirty="0">
              <a:solidFill>
                <a:schemeClr val="bg2">
                  <a:lumMod val="75000"/>
                </a:schemeClr>
              </a:solidFill>
              <a:latin typeface="Calibri" panose="020F0502020204030204" pitchFamily="34" charset="0"/>
            </a:endParaRPr>
          </a:p>
        </p:txBody>
      </p:sp>
      <p:sp>
        <p:nvSpPr>
          <p:cNvPr id="8" name="Rectangle 7"/>
          <p:cNvSpPr/>
          <p:nvPr/>
        </p:nvSpPr>
        <p:spPr bwMode="auto">
          <a:xfrm>
            <a:off x="702205" y="2709964"/>
            <a:ext cx="10634152" cy="648072"/>
          </a:xfrm>
          <a:prstGeom prst="rect">
            <a:avLst/>
          </a:prstGeom>
          <a:solidFill>
            <a:srgbClr val="F2F2F2"/>
          </a:solidFill>
          <a:ln>
            <a:noFill/>
            <a:headEnd type="none" w="med" len="med"/>
            <a:tailEnd type="none" w="med" len="med"/>
          </a:ln>
        </p:spPr>
        <p:style>
          <a:lnRef idx="1">
            <a:schemeClr val="accent2"/>
          </a:lnRef>
          <a:fillRef idx="2">
            <a:schemeClr val="accent2"/>
          </a:fillRef>
          <a:effectRef idx="1">
            <a:schemeClr val="accent2"/>
          </a:effectRef>
          <a:fontRef idx="minor">
            <a:schemeClr val="dk1"/>
          </a:fontRef>
        </p:style>
        <p:txBody>
          <a:bodyPr vert="horz" wrap="square" lIns="91440" tIns="45720" rIns="91440" bIns="45720" numCol="1" rtlCol="0" anchor="ctr" anchorCtr="0" compatLnSpc="1">
            <a:prstTxWarp prst="textNoShape">
              <a:avLst/>
            </a:prstTxWarp>
          </a:bodyPr>
          <a:lstStyle/>
          <a:p>
            <a:pPr marL="360363">
              <a:tabLst>
                <a:tab pos="360363" algn="l"/>
              </a:tabLst>
            </a:pPr>
            <a:r>
              <a:rPr lang="nl-BE" sz="2800" b="0" dirty="0">
                <a:solidFill>
                  <a:schemeClr val="bg2">
                    <a:lumMod val="75000"/>
                  </a:schemeClr>
                </a:solidFill>
                <a:latin typeface="Calibri" panose="020F0502020204030204" pitchFamily="34" charset="0"/>
              </a:rPr>
              <a:t>Casting a shadow</a:t>
            </a:r>
            <a:endParaRPr lang="en-US" sz="2800" b="0" dirty="0">
              <a:solidFill>
                <a:schemeClr val="bg2">
                  <a:lumMod val="75000"/>
                </a:schemeClr>
              </a:solidFill>
              <a:latin typeface="Calibri" panose="020F0502020204030204" pitchFamily="34" charset="0"/>
            </a:endParaRPr>
          </a:p>
        </p:txBody>
      </p:sp>
      <p:sp>
        <p:nvSpPr>
          <p:cNvPr id="9" name="Rectangle 8"/>
          <p:cNvSpPr/>
          <p:nvPr/>
        </p:nvSpPr>
        <p:spPr bwMode="auto">
          <a:xfrm>
            <a:off x="702205" y="3527227"/>
            <a:ext cx="10634152" cy="648072"/>
          </a:xfrm>
          <a:prstGeom prst="rect">
            <a:avLst/>
          </a:prstGeom>
          <a:solidFill>
            <a:srgbClr val="F2F2F2"/>
          </a:solidFill>
          <a:ln>
            <a:noFill/>
            <a:headEnd type="none" w="med" len="med"/>
            <a:tailEnd type="none" w="med" len="med"/>
          </a:ln>
        </p:spPr>
        <p:style>
          <a:lnRef idx="1">
            <a:schemeClr val="accent2"/>
          </a:lnRef>
          <a:fillRef idx="2">
            <a:schemeClr val="accent2"/>
          </a:fillRef>
          <a:effectRef idx="1">
            <a:schemeClr val="accent2"/>
          </a:effectRef>
          <a:fontRef idx="minor">
            <a:schemeClr val="dk1"/>
          </a:fontRef>
        </p:style>
        <p:txBody>
          <a:bodyPr vert="horz" wrap="square" lIns="91440" tIns="45720" rIns="91440" bIns="45720" numCol="1" rtlCol="0" anchor="ctr" anchorCtr="0" compatLnSpc="1">
            <a:prstTxWarp prst="textNoShape">
              <a:avLst/>
            </a:prstTxWarp>
          </a:bodyPr>
          <a:lstStyle/>
          <a:p>
            <a:pPr marL="360363">
              <a:tabLst>
                <a:tab pos="360363" algn="l"/>
              </a:tabLst>
            </a:pPr>
            <a:r>
              <a:rPr lang="nl-BE" sz="2800" b="0" dirty="0">
                <a:solidFill>
                  <a:schemeClr val="bg2">
                    <a:lumMod val="75000"/>
                  </a:schemeClr>
                </a:solidFill>
                <a:latin typeface="Calibri" panose="020F0502020204030204" pitchFamily="34" charset="0"/>
              </a:rPr>
              <a:t>Detecting X-rays</a:t>
            </a:r>
            <a:endParaRPr lang="en-US" sz="2800" b="0" dirty="0">
              <a:solidFill>
                <a:schemeClr val="bg2">
                  <a:lumMod val="75000"/>
                </a:schemeClr>
              </a:solidFill>
              <a:latin typeface="Calibri" panose="020F0502020204030204" pitchFamily="34" charset="0"/>
            </a:endParaRPr>
          </a:p>
        </p:txBody>
      </p:sp>
      <p:sp>
        <p:nvSpPr>
          <p:cNvPr id="10" name="Rectangle 9"/>
          <p:cNvSpPr/>
          <p:nvPr/>
        </p:nvSpPr>
        <p:spPr bwMode="auto">
          <a:xfrm>
            <a:off x="702205" y="4344490"/>
            <a:ext cx="10634152" cy="648072"/>
          </a:xfrm>
          <a:prstGeom prst="rect">
            <a:avLst/>
          </a:prstGeom>
          <a:solidFill>
            <a:srgbClr val="F2F2F2"/>
          </a:solidFill>
          <a:ln>
            <a:noFill/>
            <a:headEnd type="none" w="med" len="med"/>
            <a:tailEnd type="none" w="med" len="med"/>
          </a:ln>
        </p:spPr>
        <p:style>
          <a:lnRef idx="1">
            <a:schemeClr val="accent2"/>
          </a:lnRef>
          <a:fillRef idx="2">
            <a:schemeClr val="accent2"/>
          </a:fillRef>
          <a:effectRef idx="1">
            <a:schemeClr val="accent2"/>
          </a:effectRef>
          <a:fontRef idx="minor">
            <a:schemeClr val="dk1"/>
          </a:fontRef>
        </p:style>
        <p:txBody>
          <a:bodyPr vert="horz" wrap="square" lIns="91440" tIns="45720" rIns="91440" bIns="45720" numCol="1" rtlCol="0" anchor="ctr" anchorCtr="0" compatLnSpc="1">
            <a:prstTxWarp prst="textNoShape">
              <a:avLst/>
            </a:prstTxWarp>
          </a:bodyPr>
          <a:lstStyle/>
          <a:p>
            <a:pPr marL="360363">
              <a:tabLst>
                <a:tab pos="360363" algn="l"/>
              </a:tabLst>
            </a:pPr>
            <a:r>
              <a:rPr lang="nl-BE" sz="2800" b="0" dirty="0">
                <a:solidFill>
                  <a:schemeClr val="bg2">
                    <a:lumMod val="75000"/>
                  </a:schemeClr>
                </a:solidFill>
                <a:latin typeface="Calibri" panose="020F0502020204030204" pitchFamily="34" charset="0"/>
              </a:rPr>
              <a:t>Computed Tomography (CT)</a:t>
            </a:r>
            <a:endParaRPr lang="en-US" sz="2800" b="0" dirty="0">
              <a:solidFill>
                <a:schemeClr val="bg2">
                  <a:lumMod val="75000"/>
                </a:schemeClr>
              </a:solidFill>
              <a:latin typeface="Calibri" panose="020F0502020204030204" pitchFamily="34" charset="0"/>
            </a:endParaRPr>
          </a:p>
        </p:txBody>
      </p:sp>
    </p:spTree>
    <p:extLst>
      <p:ext uri="{BB962C8B-B14F-4D97-AF65-F5344CB8AC3E}">
        <p14:creationId xmlns:p14="http://schemas.microsoft.com/office/powerpoint/2010/main" val="40217725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bwMode="auto">
          <a:xfrm>
            <a:off x="0" y="0"/>
            <a:ext cx="12192000" cy="6858000"/>
          </a:xfrm>
          <a:prstGeom prst="rect">
            <a:avLst/>
          </a:prstGeom>
          <a:solidFill>
            <a:schemeClr val="accent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en-US" sz="2400" b="1" i="0" u="none" strike="noStrike" cap="none" normalizeH="0" baseline="0" dirty="0">
              <a:ln>
                <a:noFill/>
              </a:ln>
              <a:solidFill>
                <a:schemeClr val="tx1"/>
              </a:solidFill>
              <a:effectLst/>
              <a:latin typeface="Arial" charset="0"/>
              <a:ea typeface="MS Gothic" pitchFamily="49" charset="-128"/>
            </a:endParaRPr>
          </a:p>
        </p:txBody>
      </p:sp>
      <p:sp>
        <p:nvSpPr>
          <p:cNvPr id="4" name="Slide Number Placeholder 3"/>
          <p:cNvSpPr>
            <a:spLocks noGrp="1"/>
          </p:cNvSpPr>
          <p:nvPr>
            <p:ph type="sldNum" sz="quarter" idx="10"/>
          </p:nvPr>
        </p:nvSpPr>
        <p:spPr/>
        <p:txBody>
          <a:bodyPr/>
          <a:lstStyle/>
          <a:p>
            <a:pPr>
              <a:defRPr/>
            </a:pPr>
            <a:fld id="{C0335DDC-D7BD-499D-8620-A8CC6675656F}" type="slidenum">
              <a:rPr lang="en-US" altLang="ja-JP" smtClean="0"/>
              <a:pPr>
                <a:defRPr/>
              </a:pPr>
              <a:t>3</a:t>
            </a:fld>
            <a:endParaRPr lang="en-US" altLang="ja-JP" dirty="0"/>
          </a:p>
        </p:txBody>
      </p:sp>
      <p:sp>
        <p:nvSpPr>
          <p:cNvPr id="5" name="Rectangle 4"/>
          <p:cNvSpPr/>
          <p:nvPr/>
        </p:nvSpPr>
        <p:spPr bwMode="auto">
          <a:xfrm>
            <a:off x="0" y="3063397"/>
            <a:ext cx="12192000" cy="804231"/>
          </a:xfrm>
          <a:prstGeom prst="rect">
            <a:avLst/>
          </a:prstGeom>
          <a:solidFill>
            <a:srgbClr val="666666"/>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628650" marR="0" defTabSz="914400" rtl="0" eaLnBrk="1" fontAlgn="base" latinLnBrk="0" hangingPunct="1">
              <a:lnSpc>
                <a:spcPct val="100000"/>
              </a:lnSpc>
              <a:spcBef>
                <a:spcPct val="0"/>
              </a:spcBef>
              <a:spcAft>
                <a:spcPct val="0"/>
              </a:spcAft>
              <a:buClrTx/>
              <a:buSzTx/>
              <a:buFontTx/>
              <a:buNone/>
              <a:tabLst/>
            </a:pPr>
            <a:r>
              <a:rPr lang="en-US" sz="2800" dirty="0">
                <a:solidFill>
                  <a:schemeClr val="bg1"/>
                </a:solidFill>
                <a:latin typeface="Calibri" panose="020F0502020204030204" pitchFamily="34" charset="0"/>
              </a:rPr>
              <a:t>What are X-rays?</a:t>
            </a:r>
            <a:endParaRPr kumimoji="1" lang="en-US" sz="2800" b="1" i="0" u="none" strike="noStrike" cap="none" normalizeH="0" baseline="0" dirty="0">
              <a:ln>
                <a:noFill/>
              </a:ln>
              <a:solidFill>
                <a:schemeClr val="bg1"/>
              </a:solidFill>
              <a:effectLst/>
              <a:latin typeface="Calibri" panose="020F0502020204030204" pitchFamily="34" charset="0"/>
            </a:endParaRPr>
          </a:p>
        </p:txBody>
      </p:sp>
    </p:spTree>
    <p:extLst>
      <p:ext uri="{BB962C8B-B14F-4D97-AF65-F5344CB8AC3E}">
        <p14:creationId xmlns:p14="http://schemas.microsoft.com/office/powerpoint/2010/main" val="458813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What are X-rays?</a:t>
            </a:r>
          </a:p>
        </p:txBody>
      </p:sp>
      <p:sp>
        <p:nvSpPr>
          <p:cNvPr id="4" name="Slide Number Placeholder 3"/>
          <p:cNvSpPr>
            <a:spLocks noGrp="1"/>
          </p:cNvSpPr>
          <p:nvPr>
            <p:ph type="sldNum" sz="quarter" idx="10"/>
          </p:nvPr>
        </p:nvSpPr>
        <p:spPr/>
        <p:txBody>
          <a:bodyPr/>
          <a:lstStyle/>
          <a:p>
            <a:pPr>
              <a:defRPr/>
            </a:pPr>
            <a:fld id="{C0335DDC-D7BD-499D-8620-A8CC6675656F}" type="slidenum">
              <a:rPr lang="en-US" altLang="ja-JP" smtClean="0"/>
              <a:pPr>
                <a:defRPr/>
              </a:pPr>
              <a:t>4</a:t>
            </a:fld>
            <a:endParaRPr lang="en-US" altLang="ja-JP"/>
          </a:p>
        </p:txBody>
      </p:sp>
      <p:grpSp>
        <p:nvGrpSpPr>
          <p:cNvPr id="6" name="Group 5"/>
          <p:cNvGrpSpPr/>
          <p:nvPr/>
        </p:nvGrpSpPr>
        <p:grpSpPr>
          <a:xfrm>
            <a:off x="1423174" y="2584562"/>
            <a:ext cx="9084835" cy="3753447"/>
            <a:chOff x="1442798" y="1760424"/>
            <a:chExt cx="8803976" cy="3637409"/>
          </a:xfrm>
        </p:grpSpPr>
        <p:pic>
          <p:nvPicPr>
            <p:cNvPr id="1026" name="Picture 2" descr="https://upload.wikimedia.org/wikipedia/commons/thumb/c/cf/EM_Spectrum_Properties_edit.svg/1024px-EM_Spectrum_Properties_edit.svg.png"/>
            <p:cNvPicPr>
              <a:picLocks noChangeAspect="1" noChangeArrowheads="1"/>
            </p:cNvPicPr>
            <p:nvPr/>
          </p:nvPicPr>
          <p:blipFill rotWithShape="1">
            <a:blip r:embed="rId2">
              <a:extLst>
                <a:ext uri="{28A0092B-C50C-407E-A947-70E740481C1C}">
                  <a14:useLocalDpi xmlns:a14="http://schemas.microsoft.com/office/drawing/2010/main" val="0"/>
                </a:ext>
              </a:extLst>
            </a:blip>
            <a:srcRect l="52" t="8449" r="-52" b="25326"/>
            <a:stretch/>
          </p:blipFill>
          <p:spPr bwMode="auto">
            <a:xfrm>
              <a:off x="1442798" y="1760424"/>
              <a:ext cx="8803976" cy="3502281"/>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https://upload.wikimedia.org/wikipedia/commons/thumb/b/b7/X-ray_applications.svg/1024px-X-ray_applications.svg.png"/>
            <p:cNvPicPr>
              <a:picLocks noChangeAspect="1" noChangeArrowheads="1"/>
            </p:cNvPicPr>
            <p:nvPr/>
          </p:nvPicPr>
          <p:blipFill rotWithShape="1">
            <a:blip r:embed="rId3">
              <a:extLst>
                <a:ext uri="{28A0092B-C50C-407E-A947-70E740481C1C}">
                  <a14:useLocalDpi xmlns:a14="http://schemas.microsoft.com/office/drawing/2010/main" val="0"/>
                </a:ext>
              </a:extLst>
            </a:blip>
            <a:srcRect t="23028" r="12277" b="68037"/>
            <a:stretch/>
          </p:blipFill>
          <p:spPr bwMode="auto">
            <a:xfrm>
              <a:off x="5313180" y="5097879"/>
              <a:ext cx="4648507" cy="299954"/>
            </a:xfrm>
            <a:prstGeom prst="rect">
              <a:avLst/>
            </a:prstGeom>
            <a:noFill/>
            <a:extLst>
              <a:ext uri="{909E8E84-426E-40DD-AFC4-6F175D3DCCD1}">
                <a14:hiddenFill xmlns:a14="http://schemas.microsoft.com/office/drawing/2010/main">
                  <a:solidFill>
                    <a:srgbClr val="FFFFFF"/>
                  </a:solidFill>
                </a14:hiddenFill>
              </a:ext>
            </a:extLst>
          </p:spPr>
        </p:pic>
      </p:grpSp>
      <p:sp>
        <p:nvSpPr>
          <p:cNvPr id="7" name="TextBox 6"/>
          <p:cNvSpPr txBox="1"/>
          <p:nvPr/>
        </p:nvSpPr>
        <p:spPr>
          <a:xfrm>
            <a:off x="883004" y="737799"/>
            <a:ext cx="9819008" cy="1754326"/>
          </a:xfrm>
          <a:prstGeom prst="rect">
            <a:avLst/>
          </a:prstGeom>
          <a:noFill/>
        </p:spPr>
        <p:txBody>
          <a:bodyPr wrap="square" rtlCol="0">
            <a:spAutoFit/>
          </a:bodyPr>
          <a:lstStyle/>
          <a:p>
            <a:r>
              <a:rPr lang="en-GB" sz="1800" dirty="0">
                <a:latin typeface="Calibri" panose="020F0502020204030204" pitchFamily="34" charset="0"/>
                <a:cs typeface="Calibri" panose="020F0502020204030204" pitchFamily="34" charset="0"/>
              </a:rPr>
              <a:t>X-rays are electromagnetic radiation, like visible light and radio waves</a:t>
            </a:r>
          </a:p>
          <a:p>
            <a:pPr marL="285750" indent="-285750">
              <a:buFont typeface="Arial" panose="020B0604020202020204" pitchFamily="34" charset="0"/>
              <a:buChar char="•"/>
            </a:pPr>
            <a:r>
              <a:rPr lang="en-GB" sz="1800" b="0" dirty="0">
                <a:latin typeface="Calibri" panose="020F0502020204030204" pitchFamily="34" charset="0"/>
                <a:cs typeface="Calibri" panose="020F0502020204030204" pitchFamily="34" charset="0"/>
              </a:rPr>
              <a:t>They travel in </a:t>
            </a:r>
            <a:r>
              <a:rPr lang="en-GB" sz="1800" dirty="0">
                <a:latin typeface="Calibri" panose="020F0502020204030204" pitchFamily="34" charset="0"/>
                <a:cs typeface="Calibri" panose="020F0502020204030204" pitchFamily="34" charset="0"/>
              </a:rPr>
              <a:t>straight lines</a:t>
            </a:r>
          </a:p>
          <a:p>
            <a:pPr marL="285750" indent="-285750">
              <a:buFont typeface="Arial" panose="020B0604020202020204" pitchFamily="34" charset="0"/>
              <a:buChar char="•"/>
            </a:pPr>
            <a:r>
              <a:rPr lang="en-GB" sz="1800" b="0" dirty="0">
                <a:latin typeface="Calibri" panose="020F0502020204030204" pitchFamily="34" charset="0"/>
                <a:cs typeface="Calibri" panose="020F0502020204030204" pitchFamily="34" charset="0"/>
              </a:rPr>
              <a:t>Once the source is switched off, they </a:t>
            </a:r>
            <a:r>
              <a:rPr lang="en-GB" sz="1800" dirty="0">
                <a:latin typeface="Calibri" panose="020F0502020204030204" pitchFamily="34" charset="0"/>
                <a:cs typeface="Calibri" panose="020F0502020204030204" pitchFamily="34" charset="0"/>
              </a:rPr>
              <a:t>dissipate immediately</a:t>
            </a:r>
          </a:p>
          <a:p>
            <a:pPr marL="285750" indent="-285750">
              <a:buFont typeface="Arial" panose="020B0604020202020204" pitchFamily="34" charset="0"/>
              <a:buChar char="•"/>
            </a:pPr>
            <a:endParaRPr lang="en-GB" sz="1800" b="0" dirty="0">
              <a:latin typeface="Calibri" panose="020F0502020204030204" pitchFamily="34" charset="0"/>
              <a:cs typeface="Calibri" panose="020F0502020204030204" pitchFamily="34" charset="0"/>
            </a:endParaRPr>
          </a:p>
          <a:p>
            <a:r>
              <a:rPr lang="en-GB" sz="1800" b="0" dirty="0">
                <a:latin typeface="Calibri" panose="020F0502020204030204" pitchFamily="34" charset="0"/>
                <a:cs typeface="Calibri" panose="020F0502020204030204" pitchFamily="34" charset="0"/>
              </a:rPr>
              <a:t>The energy of individual X-rays is measured in </a:t>
            </a:r>
            <a:r>
              <a:rPr lang="en-GB" sz="1800" dirty="0">
                <a:latin typeface="Calibri" panose="020F0502020204030204" pitchFamily="34" charset="0"/>
                <a:cs typeface="Calibri" panose="020F0502020204030204" pitchFamily="34" charset="0"/>
              </a:rPr>
              <a:t>eV</a:t>
            </a:r>
            <a:r>
              <a:rPr lang="en-GB" sz="1800" b="0" dirty="0">
                <a:latin typeface="Calibri" panose="020F0502020204030204" pitchFamily="34" charset="0"/>
                <a:cs typeface="Calibri" panose="020F0502020204030204" pitchFamily="34" charset="0"/>
              </a:rPr>
              <a:t> (electron-volts)</a:t>
            </a:r>
          </a:p>
          <a:p>
            <a:pPr marL="285750" indent="-285750">
              <a:buFont typeface="Arial" panose="020B0604020202020204" pitchFamily="34" charset="0"/>
              <a:buChar char="•"/>
            </a:pPr>
            <a:r>
              <a:rPr lang="en-GB" sz="1800" b="0" dirty="0">
                <a:latin typeface="Calibri" panose="020F0502020204030204" pitchFamily="34" charset="0"/>
                <a:cs typeface="Calibri" panose="020F0502020204030204" pitchFamily="34" charset="0"/>
              </a:rPr>
              <a:t>Nikon X-ray sources produce X-ray energies in the hundreds of thousands of eV: </a:t>
            </a:r>
            <a:r>
              <a:rPr lang="en-GB" sz="1800" dirty="0">
                <a:latin typeface="Calibri" panose="020F0502020204030204" pitchFamily="34" charset="0"/>
                <a:cs typeface="Calibri" panose="020F0502020204030204" pitchFamily="34" charset="0"/>
              </a:rPr>
              <a:t>30-450 keV</a:t>
            </a:r>
          </a:p>
        </p:txBody>
      </p:sp>
      <p:sp>
        <p:nvSpPr>
          <p:cNvPr id="8" name="TextBox 7"/>
          <p:cNvSpPr txBox="1"/>
          <p:nvPr/>
        </p:nvSpPr>
        <p:spPr>
          <a:xfrm>
            <a:off x="9618860" y="6649678"/>
            <a:ext cx="3343643" cy="261610"/>
          </a:xfrm>
          <a:prstGeom prst="rect">
            <a:avLst/>
          </a:prstGeom>
          <a:noFill/>
        </p:spPr>
        <p:txBody>
          <a:bodyPr wrap="square" rtlCol="0">
            <a:spAutoFit/>
          </a:bodyPr>
          <a:lstStyle/>
          <a:p>
            <a:r>
              <a:rPr lang="en-GB" sz="1050" b="0" dirty="0"/>
              <a:t>Image courtesy of Wikimedia Foundation</a:t>
            </a:r>
          </a:p>
        </p:txBody>
      </p:sp>
    </p:spTree>
    <p:extLst>
      <p:ext uri="{BB962C8B-B14F-4D97-AF65-F5344CB8AC3E}">
        <p14:creationId xmlns:p14="http://schemas.microsoft.com/office/powerpoint/2010/main" val="22888099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bwMode="auto">
          <a:xfrm>
            <a:off x="0" y="0"/>
            <a:ext cx="12192000" cy="6858000"/>
          </a:xfrm>
          <a:prstGeom prst="rect">
            <a:avLst/>
          </a:prstGeom>
          <a:solidFill>
            <a:schemeClr val="accent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en-US" sz="2400" b="1" i="0" u="none" strike="noStrike" cap="none" normalizeH="0" baseline="0" dirty="0">
              <a:ln>
                <a:noFill/>
              </a:ln>
              <a:solidFill>
                <a:schemeClr val="tx1"/>
              </a:solidFill>
              <a:effectLst/>
              <a:latin typeface="Arial" charset="0"/>
              <a:ea typeface="MS Gothic" pitchFamily="49" charset="-128"/>
            </a:endParaRPr>
          </a:p>
        </p:txBody>
      </p:sp>
      <p:sp>
        <p:nvSpPr>
          <p:cNvPr id="4" name="Slide Number Placeholder 3"/>
          <p:cNvSpPr>
            <a:spLocks noGrp="1"/>
          </p:cNvSpPr>
          <p:nvPr>
            <p:ph type="sldNum" sz="quarter" idx="10"/>
          </p:nvPr>
        </p:nvSpPr>
        <p:spPr/>
        <p:txBody>
          <a:bodyPr/>
          <a:lstStyle/>
          <a:p>
            <a:pPr>
              <a:defRPr/>
            </a:pPr>
            <a:fld id="{C0335DDC-D7BD-499D-8620-A8CC6675656F}" type="slidenum">
              <a:rPr lang="en-US" altLang="ja-JP" smtClean="0"/>
              <a:pPr>
                <a:defRPr/>
              </a:pPr>
              <a:t>5</a:t>
            </a:fld>
            <a:endParaRPr lang="en-US" altLang="ja-JP" dirty="0"/>
          </a:p>
        </p:txBody>
      </p:sp>
      <p:sp>
        <p:nvSpPr>
          <p:cNvPr id="5" name="Rectangle 4"/>
          <p:cNvSpPr/>
          <p:nvPr/>
        </p:nvSpPr>
        <p:spPr bwMode="auto">
          <a:xfrm>
            <a:off x="0" y="3063397"/>
            <a:ext cx="12192000" cy="804231"/>
          </a:xfrm>
          <a:prstGeom prst="rect">
            <a:avLst/>
          </a:prstGeom>
          <a:solidFill>
            <a:srgbClr val="666666"/>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628650" marR="0" defTabSz="914400" rtl="0" eaLnBrk="1" fontAlgn="base" latinLnBrk="0" hangingPunct="1">
              <a:lnSpc>
                <a:spcPct val="100000"/>
              </a:lnSpc>
              <a:spcBef>
                <a:spcPct val="0"/>
              </a:spcBef>
              <a:spcAft>
                <a:spcPct val="0"/>
              </a:spcAft>
              <a:buClrTx/>
              <a:buSzTx/>
              <a:buFontTx/>
              <a:buNone/>
              <a:tabLst/>
            </a:pPr>
            <a:r>
              <a:rPr lang="en-US" sz="2800" dirty="0">
                <a:solidFill>
                  <a:schemeClr val="bg1"/>
                </a:solidFill>
                <a:latin typeface="Calibri" panose="020F0502020204030204" pitchFamily="34" charset="0"/>
              </a:rPr>
              <a:t>Generating X-rays: X-ray Sources</a:t>
            </a:r>
            <a:endParaRPr kumimoji="1" lang="en-US" sz="2800" b="1" i="0" u="none" strike="noStrike" cap="none" normalizeH="0" baseline="0" dirty="0">
              <a:ln>
                <a:noFill/>
              </a:ln>
              <a:solidFill>
                <a:schemeClr val="bg1"/>
              </a:solidFill>
              <a:effectLst/>
              <a:latin typeface="Calibri" panose="020F0502020204030204" pitchFamily="34" charset="0"/>
            </a:endParaRPr>
          </a:p>
        </p:txBody>
      </p:sp>
    </p:spTree>
    <p:extLst>
      <p:ext uri="{BB962C8B-B14F-4D97-AF65-F5344CB8AC3E}">
        <p14:creationId xmlns:p14="http://schemas.microsoft.com/office/powerpoint/2010/main" val="12540998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0" name="Picture 7" descr="10 component.tif"/>
          <p:cNvPicPr>
            <a:picLocks noChangeAspect="1"/>
          </p:cNvPicPr>
          <p:nvPr/>
        </p:nvPicPr>
        <p:blipFill>
          <a:blip r:embed="rId2">
            <a:clrChange>
              <a:clrFrom>
                <a:srgbClr val="000000">
                  <a:alpha val="0"/>
                </a:srgbClr>
              </a:clrFrom>
              <a:clrTo>
                <a:srgbClr val="000000">
                  <a:alpha val="0"/>
                </a:srgbClr>
              </a:clrTo>
            </a:clrChange>
            <a:duotone>
              <a:schemeClr val="accent1">
                <a:shade val="45000"/>
                <a:satMod val="135000"/>
              </a:schemeClr>
              <a:prstClr val="white"/>
            </a:duotone>
            <a:extLst>
              <a:ext uri="{BEBA8EAE-BF5A-486C-A8C5-ECC9F3942E4B}">
                <a14:imgProps xmlns:a14="http://schemas.microsoft.com/office/drawing/2010/main">
                  <a14:imgLayer r:embed="rId3">
                    <a14:imgEffect>
                      <a14:backgroundRemoval t="16183" b="87552" l="13123" r="82226">
                        <a14:foregroundMark x1="59967" y1="82158" x2="38538" y2="81743"/>
                        <a14:foregroundMark x1="52326" y1="48686" x2="48505" y2="26556"/>
                      </a14:backgroundRemoval>
                    </a14:imgEffect>
                  </a14:imgLayer>
                </a14:imgProps>
              </a:ext>
              <a:ext uri="{28A0092B-C50C-407E-A947-70E740481C1C}">
                <a14:useLocalDpi xmlns:a14="http://schemas.microsoft.com/office/drawing/2010/main" val="0"/>
              </a:ext>
            </a:extLst>
          </a:blip>
          <a:srcRect l="9822" t="16296" r="15511" b="11555"/>
          <a:stretch>
            <a:fillRect/>
          </a:stretch>
        </p:blipFill>
        <p:spPr bwMode="auto">
          <a:xfrm rot="8176210">
            <a:off x="5596221" y="466926"/>
            <a:ext cx="5483365" cy="6278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lstStyle/>
          <a:p>
            <a:r>
              <a:rPr lang="en-GB" dirty="0"/>
              <a:t>Generating X-rays: </a:t>
            </a:r>
            <a:r>
              <a:rPr lang="en-GB" b="1" dirty="0"/>
              <a:t>Reflection Target</a:t>
            </a:r>
          </a:p>
        </p:txBody>
      </p:sp>
      <p:sp>
        <p:nvSpPr>
          <p:cNvPr id="4" name="Slide Number Placeholder 3"/>
          <p:cNvSpPr>
            <a:spLocks noGrp="1"/>
          </p:cNvSpPr>
          <p:nvPr>
            <p:ph type="sldNum" sz="quarter" idx="10"/>
          </p:nvPr>
        </p:nvSpPr>
        <p:spPr/>
        <p:txBody>
          <a:bodyPr/>
          <a:lstStyle/>
          <a:p>
            <a:pPr>
              <a:defRPr/>
            </a:pPr>
            <a:fld id="{C0335DDC-D7BD-499D-8620-A8CC6675656F}" type="slidenum">
              <a:rPr lang="en-US" altLang="ja-JP" smtClean="0"/>
              <a:pPr>
                <a:defRPr/>
              </a:pPr>
              <a:t>6</a:t>
            </a:fld>
            <a:endParaRPr lang="en-US" altLang="ja-JP"/>
          </a:p>
        </p:txBody>
      </p:sp>
      <p:grpSp>
        <p:nvGrpSpPr>
          <p:cNvPr id="365" name="Group 364"/>
          <p:cNvGrpSpPr/>
          <p:nvPr/>
        </p:nvGrpSpPr>
        <p:grpSpPr>
          <a:xfrm>
            <a:off x="5598228" y="949354"/>
            <a:ext cx="5777438" cy="5284788"/>
            <a:chOff x="3333859" y="835545"/>
            <a:chExt cx="5777438" cy="5284788"/>
          </a:xfrm>
        </p:grpSpPr>
        <p:sp>
          <p:nvSpPr>
            <p:cNvPr id="5" name="Rectangle 324"/>
            <p:cNvSpPr>
              <a:spLocks noChangeArrowheads="1"/>
            </p:cNvSpPr>
            <p:nvPr/>
          </p:nvSpPr>
          <p:spPr bwMode="auto">
            <a:xfrm>
              <a:off x="3333859" y="1299716"/>
              <a:ext cx="743473"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defRPr kumimoji="1" sz="2000">
                  <a:solidFill>
                    <a:schemeClr val="tx1"/>
                  </a:solidFill>
                  <a:latin typeface="Arial" panose="020B0604020202020204" pitchFamily="34" charset="0"/>
                  <a:ea typeface="MS PGothic" panose="020B0600070205080204" pitchFamily="34" charset="-128"/>
                </a:defRPr>
              </a:lvl1pPr>
              <a:lvl2pPr marL="742950" indent="-285750">
                <a:spcBef>
                  <a:spcPct val="20000"/>
                </a:spcBef>
                <a:defRPr kumimoji="1" sz="1600">
                  <a:solidFill>
                    <a:schemeClr val="tx1"/>
                  </a:solidFill>
                  <a:latin typeface="Arial" panose="020B0604020202020204" pitchFamily="34" charset="0"/>
                  <a:ea typeface="MS PGothic" panose="020B0600070205080204" pitchFamily="34" charset="-128"/>
                </a:defRPr>
              </a:lvl2pPr>
              <a:lvl3pPr marL="1143000" indent="-228600">
                <a:spcBef>
                  <a:spcPct val="20000"/>
                </a:spcBef>
                <a:defRPr kumimoji="1" sz="1400">
                  <a:solidFill>
                    <a:schemeClr val="tx1"/>
                  </a:solidFill>
                  <a:latin typeface="Arial" panose="020B0604020202020204" pitchFamily="34" charset="0"/>
                  <a:ea typeface="MS PGothic" panose="020B0600070205080204" pitchFamily="34" charset="-128"/>
                </a:defRPr>
              </a:lvl3pPr>
              <a:lvl4pPr marL="1600200" indent="-228600">
                <a:spcBef>
                  <a:spcPct val="20000"/>
                </a:spcBef>
                <a:defRPr kumimoji="1" sz="1600">
                  <a:solidFill>
                    <a:schemeClr val="tx1"/>
                  </a:solidFill>
                  <a:latin typeface="Arial" panose="020B0604020202020204" pitchFamily="34" charset="0"/>
                  <a:ea typeface="MS PGothic" panose="020B0600070205080204" pitchFamily="34" charset="-128"/>
                </a:defRPr>
              </a:lvl4pPr>
              <a:lvl5pPr marL="2057400" indent="-228600">
                <a:spcBef>
                  <a:spcPct val="20000"/>
                </a:spcBef>
                <a:defRPr kumimoji="1" sz="16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defRPr kumimoji="1" sz="16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defRPr kumimoji="1" sz="16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defRPr kumimoji="1" sz="16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defRPr kumimoji="1" sz="1600">
                  <a:solidFill>
                    <a:schemeClr val="tx1"/>
                  </a:solidFill>
                  <a:latin typeface="Arial" panose="020B0604020202020204" pitchFamily="34" charset="0"/>
                  <a:ea typeface="MS PGothic" panose="020B0600070205080204" pitchFamily="34" charset="-128"/>
                </a:defRPr>
              </a:lvl9pPr>
            </a:lstStyle>
            <a:p>
              <a:pPr>
                <a:spcBef>
                  <a:spcPct val="0"/>
                </a:spcBef>
              </a:pPr>
              <a:r>
                <a:rPr kumimoji="0" lang="en-GB" altLang="en-US" sz="1600" dirty="0">
                  <a:solidFill>
                    <a:srgbClr val="000000"/>
                  </a:solidFill>
                  <a:latin typeface="Calibri" panose="020F0502020204030204" pitchFamily="34" charset="0"/>
                </a:rPr>
                <a:t>Filament</a:t>
              </a:r>
            </a:p>
          </p:txBody>
        </p:sp>
        <p:sp>
          <p:nvSpPr>
            <p:cNvPr id="7" name="Rectangle 329"/>
            <p:cNvSpPr>
              <a:spLocks noChangeArrowheads="1"/>
            </p:cNvSpPr>
            <p:nvPr/>
          </p:nvSpPr>
          <p:spPr bwMode="auto">
            <a:xfrm>
              <a:off x="5580876" y="1487914"/>
              <a:ext cx="559449"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defRPr kumimoji="1" sz="2000">
                  <a:solidFill>
                    <a:schemeClr val="tx1"/>
                  </a:solidFill>
                  <a:latin typeface="Arial" panose="020B0604020202020204" pitchFamily="34" charset="0"/>
                  <a:ea typeface="MS PGothic" panose="020B0600070205080204" pitchFamily="34" charset="-128"/>
                </a:defRPr>
              </a:lvl1pPr>
              <a:lvl2pPr marL="742950" indent="-285750">
                <a:spcBef>
                  <a:spcPct val="20000"/>
                </a:spcBef>
                <a:defRPr kumimoji="1" sz="1600">
                  <a:solidFill>
                    <a:schemeClr val="tx1"/>
                  </a:solidFill>
                  <a:latin typeface="Arial" panose="020B0604020202020204" pitchFamily="34" charset="0"/>
                  <a:ea typeface="MS PGothic" panose="020B0600070205080204" pitchFamily="34" charset="-128"/>
                </a:defRPr>
              </a:lvl2pPr>
              <a:lvl3pPr marL="1143000" indent="-228600">
                <a:spcBef>
                  <a:spcPct val="20000"/>
                </a:spcBef>
                <a:defRPr kumimoji="1" sz="1400">
                  <a:solidFill>
                    <a:schemeClr val="tx1"/>
                  </a:solidFill>
                  <a:latin typeface="Arial" panose="020B0604020202020204" pitchFamily="34" charset="0"/>
                  <a:ea typeface="MS PGothic" panose="020B0600070205080204" pitchFamily="34" charset="-128"/>
                </a:defRPr>
              </a:lvl3pPr>
              <a:lvl4pPr marL="1600200" indent="-228600">
                <a:spcBef>
                  <a:spcPct val="20000"/>
                </a:spcBef>
                <a:defRPr kumimoji="1" sz="1600">
                  <a:solidFill>
                    <a:schemeClr val="tx1"/>
                  </a:solidFill>
                  <a:latin typeface="Arial" panose="020B0604020202020204" pitchFamily="34" charset="0"/>
                  <a:ea typeface="MS PGothic" panose="020B0600070205080204" pitchFamily="34" charset="-128"/>
                </a:defRPr>
              </a:lvl4pPr>
              <a:lvl5pPr marL="2057400" indent="-228600">
                <a:spcBef>
                  <a:spcPct val="20000"/>
                </a:spcBef>
                <a:defRPr kumimoji="1" sz="16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defRPr kumimoji="1" sz="16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defRPr kumimoji="1" sz="16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defRPr kumimoji="1" sz="16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defRPr kumimoji="1" sz="1600">
                  <a:solidFill>
                    <a:schemeClr val="tx1"/>
                  </a:solidFill>
                  <a:latin typeface="Arial" panose="020B0604020202020204" pitchFamily="34" charset="0"/>
                  <a:ea typeface="MS PGothic" panose="020B0600070205080204" pitchFamily="34" charset="-128"/>
                </a:defRPr>
              </a:lvl9pPr>
            </a:lstStyle>
            <a:p>
              <a:pPr eaLnBrk="1" hangingPunct="1">
                <a:spcBef>
                  <a:spcPct val="0"/>
                </a:spcBef>
              </a:pPr>
              <a:r>
                <a:rPr kumimoji="0" lang="en-GB" altLang="en-US" sz="1600" dirty="0">
                  <a:solidFill>
                    <a:srgbClr val="000000"/>
                  </a:solidFill>
                  <a:latin typeface="Calibri" panose="020F0502020204030204" pitchFamily="34" charset="0"/>
                </a:rPr>
                <a:t>Anode</a:t>
              </a:r>
            </a:p>
          </p:txBody>
        </p:sp>
        <p:sp>
          <p:nvSpPr>
            <p:cNvPr id="8" name="Rectangle 331"/>
            <p:cNvSpPr>
              <a:spLocks noChangeArrowheads="1"/>
            </p:cNvSpPr>
            <p:nvPr/>
          </p:nvSpPr>
          <p:spPr bwMode="auto">
            <a:xfrm>
              <a:off x="6865952" y="2938619"/>
              <a:ext cx="1224887"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defRPr kumimoji="1" sz="2000">
                  <a:solidFill>
                    <a:schemeClr val="tx1"/>
                  </a:solidFill>
                  <a:latin typeface="Arial" panose="020B0604020202020204" pitchFamily="34" charset="0"/>
                  <a:ea typeface="MS PGothic" panose="020B0600070205080204" pitchFamily="34" charset="-128"/>
                </a:defRPr>
              </a:lvl1pPr>
              <a:lvl2pPr marL="742950" indent="-285750">
                <a:spcBef>
                  <a:spcPct val="20000"/>
                </a:spcBef>
                <a:defRPr kumimoji="1" sz="1600">
                  <a:solidFill>
                    <a:schemeClr val="tx1"/>
                  </a:solidFill>
                  <a:latin typeface="Arial" panose="020B0604020202020204" pitchFamily="34" charset="0"/>
                  <a:ea typeface="MS PGothic" panose="020B0600070205080204" pitchFamily="34" charset="-128"/>
                </a:defRPr>
              </a:lvl2pPr>
              <a:lvl3pPr marL="1143000" indent="-228600">
                <a:spcBef>
                  <a:spcPct val="20000"/>
                </a:spcBef>
                <a:defRPr kumimoji="1" sz="1400">
                  <a:solidFill>
                    <a:schemeClr val="tx1"/>
                  </a:solidFill>
                  <a:latin typeface="Arial" panose="020B0604020202020204" pitchFamily="34" charset="0"/>
                  <a:ea typeface="MS PGothic" panose="020B0600070205080204" pitchFamily="34" charset="-128"/>
                </a:defRPr>
              </a:lvl3pPr>
              <a:lvl4pPr marL="1600200" indent="-228600">
                <a:spcBef>
                  <a:spcPct val="20000"/>
                </a:spcBef>
                <a:defRPr kumimoji="1" sz="1600">
                  <a:solidFill>
                    <a:schemeClr val="tx1"/>
                  </a:solidFill>
                  <a:latin typeface="Arial" panose="020B0604020202020204" pitchFamily="34" charset="0"/>
                  <a:ea typeface="MS PGothic" panose="020B0600070205080204" pitchFamily="34" charset="-128"/>
                </a:defRPr>
              </a:lvl4pPr>
              <a:lvl5pPr marL="2057400" indent="-228600">
                <a:spcBef>
                  <a:spcPct val="20000"/>
                </a:spcBef>
                <a:defRPr kumimoji="1" sz="16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defRPr kumimoji="1" sz="16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defRPr kumimoji="1" sz="16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defRPr kumimoji="1" sz="16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defRPr kumimoji="1" sz="1600">
                  <a:solidFill>
                    <a:schemeClr val="tx1"/>
                  </a:solidFill>
                  <a:latin typeface="Arial" panose="020B0604020202020204" pitchFamily="34" charset="0"/>
                  <a:ea typeface="MS PGothic" panose="020B0600070205080204" pitchFamily="34" charset="-128"/>
                </a:defRPr>
              </a:lvl9pPr>
            </a:lstStyle>
            <a:p>
              <a:pPr>
                <a:spcBef>
                  <a:spcPct val="0"/>
                </a:spcBef>
              </a:pPr>
              <a:r>
                <a:rPr kumimoji="0" lang="en-GB" altLang="en-US" sz="1600" dirty="0">
                  <a:solidFill>
                    <a:srgbClr val="000000"/>
                  </a:solidFill>
                  <a:latin typeface="Calibri" panose="020F0502020204030204" pitchFamily="34" charset="0"/>
                </a:rPr>
                <a:t>Magnetic Lens</a:t>
              </a:r>
            </a:p>
          </p:txBody>
        </p:sp>
        <p:sp>
          <p:nvSpPr>
            <p:cNvPr id="9" name="Rectangle 333"/>
            <p:cNvSpPr>
              <a:spLocks noChangeArrowheads="1"/>
            </p:cNvSpPr>
            <p:nvPr/>
          </p:nvSpPr>
          <p:spPr bwMode="auto">
            <a:xfrm>
              <a:off x="6871272" y="5284340"/>
              <a:ext cx="85058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spcBef>
                  <a:spcPct val="20000"/>
                </a:spcBef>
                <a:defRPr kumimoji="1" sz="2000">
                  <a:solidFill>
                    <a:schemeClr val="tx1"/>
                  </a:solidFill>
                  <a:latin typeface="Arial" panose="020B0604020202020204" pitchFamily="34" charset="0"/>
                  <a:ea typeface="MS PGothic" panose="020B0600070205080204" pitchFamily="34" charset="-128"/>
                </a:defRPr>
              </a:lvl1pPr>
              <a:lvl2pPr marL="742950" indent="-285750">
                <a:spcBef>
                  <a:spcPct val="20000"/>
                </a:spcBef>
                <a:defRPr kumimoji="1" sz="1600">
                  <a:solidFill>
                    <a:schemeClr val="tx1"/>
                  </a:solidFill>
                  <a:latin typeface="Arial" panose="020B0604020202020204" pitchFamily="34" charset="0"/>
                  <a:ea typeface="MS PGothic" panose="020B0600070205080204" pitchFamily="34" charset="-128"/>
                </a:defRPr>
              </a:lvl2pPr>
              <a:lvl3pPr marL="1143000" indent="-228600">
                <a:spcBef>
                  <a:spcPct val="20000"/>
                </a:spcBef>
                <a:defRPr kumimoji="1" sz="1400">
                  <a:solidFill>
                    <a:schemeClr val="tx1"/>
                  </a:solidFill>
                  <a:latin typeface="Arial" panose="020B0604020202020204" pitchFamily="34" charset="0"/>
                  <a:ea typeface="MS PGothic" panose="020B0600070205080204" pitchFamily="34" charset="-128"/>
                </a:defRPr>
              </a:lvl3pPr>
              <a:lvl4pPr marL="1600200" indent="-228600">
                <a:spcBef>
                  <a:spcPct val="20000"/>
                </a:spcBef>
                <a:defRPr kumimoji="1" sz="1600">
                  <a:solidFill>
                    <a:schemeClr val="tx1"/>
                  </a:solidFill>
                  <a:latin typeface="Arial" panose="020B0604020202020204" pitchFamily="34" charset="0"/>
                  <a:ea typeface="MS PGothic" panose="020B0600070205080204" pitchFamily="34" charset="-128"/>
                </a:defRPr>
              </a:lvl4pPr>
              <a:lvl5pPr marL="2057400" indent="-228600">
                <a:spcBef>
                  <a:spcPct val="20000"/>
                </a:spcBef>
                <a:defRPr kumimoji="1" sz="16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defRPr kumimoji="1" sz="16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defRPr kumimoji="1" sz="16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defRPr kumimoji="1" sz="16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defRPr kumimoji="1" sz="1600">
                  <a:solidFill>
                    <a:schemeClr val="tx1"/>
                  </a:solidFill>
                  <a:latin typeface="Arial" panose="020B0604020202020204" pitchFamily="34" charset="0"/>
                  <a:ea typeface="MS PGothic" panose="020B0600070205080204" pitchFamily="34" charset="-128"/>
                </a:defRPr>
              </a:lvl9pPr>
            </a:lstStyle>
            <a:p>
              <a:pPr eaLnBrk="1" hangingPunct="1">
                <a:spcBef>
                  <a:spcPct val="0"/>
                </a:spcBef>
              </a:pPr>
              <a:r>
                <a:rPr kumimoji="0" lang="en-GB" altLang="en-US" sz="1600" dirty="0">
                  <a:solidFill>
                    <a:srgbClr val="000000"/>
                  </a:solidFill>
                  <a:latin typeface="Calibri" panose="020F0502020204030204" pitchFamily="34" charset="0"/>
                </a:rPr>
                <a:t>Target</a:t>
              </a:r>
              <a:endParaRPr kumimoji="0" lang="en-GB" altLang="en-US" sz="1600" dirty="0">
                <a:latin typeface="Calibri" panose="020F0502020204030204" pitchFamily="34" charset="0"/>
              </a:endParaRPr>
            </a:p>
          </p:txBody>
        </p:sp>
        <p:grpSp>
          <p:nvGrpSpPr>
            <p:cNvPr id="10" name="Group 9"/>
            <p:cNvGrpSpPr/>
            <p:nvPr/>
          </p:nvGrpSpPr>
          <p:grpSpPr>
            <a:xfrm rot="16200000">
              <a:off x="7834043" y="5019863"/>
              <a:ext cx="557213" cy="912812"/>
              <a:chOff x="5141445" y="5424875"/>
              <a:chExt cx="557213" cy="912812"/>
            </a:xfrm>
          </p:grpSpPr>
          <p:grpSp>
            <p:nvGrpSpPr>
              <p:cNvPr id="11" name="Group 334"/>
              <p:cNvGrpSpPr>
                <a:grpSpLocks/>
              </p:cNvGrpSpPr>
              <p:nvPr/>
            </p:nvGrpSpPr>
            <p:grpSpPr bwMode="auto">
              <a:xfrm>
                <a:off x="5141445" y="5431225"/>
                <a:ext cx="338138" cy="585787"/>
                <a:chOff x="4474" y="2101"/>
                <a:chExt cx="213" cy="369"/>
              </a:xfrm>
            </p:grpSpPr>
            <p:sp>
              <p:nvSpPr>
                <p:cNvPr id="18" name="Line 335"/>
                <p:cNvSpPr>
                  <a:spLocks noChangeShapeType="1"/>
                </p:cNvSpPr>
                <p:nvPr/>
              </p:nvSpPr>
              <p:spPr bwMode="auto">
                <a:xfrm flipH="1">
                  <a:off x="4516" y="2101"/>
                  <a:ext cx="171" cy="294"/>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19" name="Freeform 336"/>
                <p:cNvSpPr>
                  <a:spLocks/>
                </p:cNvSpPr>
                <p:nvPr/>
              </p:nvSpPr>
              <p:spPr bwMode="auto">
                <a:xfrm>
                  <a:off x="4474" y="2369"/>
                  <a:ext cx="84" cy="101"/>
                </a:xfrm>
                <a:custGeom>
                  <a:avLst/>
                  <a:gdLst>
                    <a:gd name="T0" fmla="*/ 4 w 84"/>
                    <a:gd name="T1" fmla="*/ 0 h 101"/>
                    <a:gd name="T2" fmla="*/ 0 w 84"/>
                    <a:gd name="T3" fmla="*/ 101 h 101"/>
                    <a:gd name="T4" fmla="*/ 84 w 84"/>
                    <a:gd name="T5" fmla="*/ 46 h 101"/>
                    <a:gd name="T6" fmla="*/ 4 w 84"/>
                    <a:gd name="T7" fmla="*/ 0 h 101"/>
                    <a:gd name="T8" fmla="*/ 0 60000 65536"/>
                    <a:gd name="T9" fmla="*/ 0 60000 65536"/>
                    <a:gd name="T10" fmla="*/ 0 60000 65536"/>
                    <a:gd name="T11" fmla="*/ 0 60000 65536"/>
                    <a:gd name="T12" fmla="*/ 0 w 84"/>
                    <a:gd name="T13" fmla="*/ 0 h 101"/>
                    <a:gd name="T14" fmla="*/ 84 w 84"/>
                    <a:gd name="T15" fmla="*/ 101 h 101"/>
                  </a:gdLst>
                  <a:ahLst/>
                  <a:cxnLst>
                    <a:cxn ang="T8">
                      <a:pos x="T0" y="T1"/>
                    </a:cxn>
                    <a:cxn ang="T9">
                      <a:pos x="T2" y="T3"/>
                    </a:cxn>
                    <a:cxn ang="T10">
                      <a:pos x="T4" y="T5"/>
                    </a:cxn>
                    <a:cxn ang="T11">
                      <a:pos x="T6" y="T7"/>
                    </a:cxn>
                  </a:cxnLst>
                  <a:rect l="T12" t="T13" r="T14" b="T15"/>
                  <a:pathLst>
                    <a:path w="84" h="101">
                      <a:moveTo>
                        <a:pt x="4" y="0"/>
                      </a:moveTo>
                      <a:lnTo>
                        <a:pt x="0" y="101"/>
                      </a:lnTo>
                      <a:lnTo>
                        <a:pt x="84" y="46"/>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grpSp>
          <p:grpSp>
            <p:nvGrpSpPr>
              <p:cNvPr id="12" name="Group 337"/>
              <p:cNvGrpSpPr>
                <a:grpSpLocks/>
              </p:cNvGrpSpPr>
              <p:nvPr/>
            </p:nvGrpSpPr>
            <p:grpSpPr bwMode="auto">
              <a:xfrm>
                <a:off x="5392270" y="5424875"/>
                <a:ext cx="144463" cy="912812"/>
                <a:chOff x="4632" y="2097"/>
                <a:chExt cx="91" cy="575"/>
              </a:xfrm>
            </p:grpSpPr>
            <p:sp>
              <p:nvSpPr>
                <p:cNvPr id="16" name="Line 338"/>
                <p:cNvSpPr>
                  <a:spLocks noChangeShapeType="1"/>
                </p:cNvSpPr>
                <p:nvPr/>
              </p:nvSpPr>
              <p:spPr bwMode="auto">
                <a:xfrm>
                  <a:off x="4678" y="2097"/>
                  <a:ext cx="1" cy="488"/>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17" name="Freeform 339"/>
                <p:cNvSpPr>
                  <a:spLocks/>
                </p:cNvSpPr>
                <p:nvPr/>
              </p:nvSpPr>
              <p:spPr bwMode="auto">
                <a:xfrm>
                  <a:off x="4632" y="2582"/>
                  <a:ext cx="91" cy="90"/>
                </a:xfrm>
                <a:custGeom>
                  <a:avLst/>
                  <a:gdLst>
                    <a:gd name="T0" fmla="*/ 0 w 91"/>
                    <a:gd name="T1" fmla="*/ 0 h 90"/>
                    <a:gd name="T2" fmla="*/ 46 w 91"/>
                    <a:gd name="T3" fmla="*/ 90 h 90"/>
                    <a:gd name="T4" fmla="*/ 91 w 91"/>
                    <a:gd name="T5" fmla="*/ 0 h 90"/>
                    <a:gd name="T6" fmla="*/ 0 w 91"/>
                    <a:gd name="T7" fmla="*/ 0 h 90"/>
                    <a:gd name="T8" fmla="*/ 0 60000 65536"/>
                    <a:gd name="T9" fmla="*/ 0 60000 65536"/>
                    <a:gd name="T10" fmla="*/ 0 60000 65536"/>
                    <a:gd name="T11" fmla="*/ 0 60000 65536"/>
                    <a:gd name="T12" fmla="*/ 0 w 91"/>
                    <a:gd name="T13" fmla="*/ 0 h 90"/>
                    <a:gd name="T14" fmla="*/ 91 w 91"/>
                    <a:gd name="T15" fmla="*/ 90 h 90"/>
                  </a:gdLst>
                  <a:ahLst/>
                  <a:cxnLst>
                    <a:cxn ang="T8">
                      <a:pos x="T0" y="T1"/>
                    </a:cxn>
                    <a:cxn ang="T9">
                      <a:pos x="T2" y="T3"/>
                    </a:cxn>
                    <a:cxn ang="T10">
                      <a:pos x="T4" y="T5"/>
                    </a:cxn>
                    <a:cxn ang="T11">
                      <a:pos x="T6" y="T7"/>
                    </a:cxn>
                  </a:cxnLst>
                  <a:rect l="T12" t="T13" r="T14" b="T15"/>
                  <a:pathLst>
                    <a:path w="91" h="90">
                      <a:moveTo>
                        <a:pt x="0" y="0"/>
                      </a:moveTo>
                      <a:lnTo>
                        <a:pt x="46" y="90"/>
                      </a:lnTo>
                      <a:lnTo>
                        <a:pt x="91"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grpSp>
          <p:grpSp>
            <p:nvGrpSpPr>
              <p:cNvPr id="13" name="Group 340"/>
              <p:cNvGrpSpPr>
                <a:grpSpLocks/>
              </p:cNvGrpSpPr>
              <p:nvPr/>
            </p:nvGrpSpPr>
            <p:grpSpPr bwMode="auto">
              <a:xfrm>
                <a:off x="5479583" y="5424875"/>
                <a:ext cx="219075" cy="492125"/>
                <a:chOff x="4687" y="2097"/>
                <a:chExt cx="138" cy="310"/>
              </a:xfrm>
            </p:grpSpPr>
            <p:sp>
              <p:nvSpPr>
                <p:cNvPr id="14" name="Line 341"/>
                <p:cNvSpPr>
                  <a:spLocks noChangeShapeType="1"/>
                </p:cNvSpPr>
                <p:nvPr/>
              </p:nvSpPr>
              <p:spPr bwMode="auto">
                <a:xfrm>
                  <a:off x="4687" y="2097"/>
                  <a:ext cx="96" cy="230"/>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15" name="Freeform 342"/>
                <p:cNvSpPr>
                  <a:spLocks/>
                </p:cNvSpPr>
                <p:nvPr/>
              </p:nvSpPr>
              <p:spPr bwMode="auto">
                <a:xfrm>
                  <a:off x="4739" y="2306"/>
                  <a:ext cx="86" cy="101"/>
                </a:xfrm>
                <a:custGeom>
                  <a:avLst/>
                  <a:gdLst>
                    <a:gd name="T0" fmla="*/ 0 w 86"/>
                    <a:gd name="T1" fmla="*/ 35 h 101"/>
                    <a:gd name="T2" fmla="*/ 79 w 86"/>
                    <a:gd name="T3" fmla="*/ 101 h 101"/>
                    <a:gd name="T4" fmla="*/ 86 w 86"/>
                    <a:gd name="T5" fmla="*/ 0 h 101"/>
                    <a:gd name="T6" fmla="*/ 0 w 86"/>
                    <a:gd name="T7" fmla="*/ 35 h 101"/>
                    <a:gd name="T8" fmla="*/ 0 60000 65536"/>
                    <a:gd name="T9" fmla="*/ 0 60000 65536"/>
                    <a:gd name="T10" fmla="*/ 0 60000 65536"/>
                    <a:gd name="T11" fmla="*/ 0 60000 65536"/>
                    <a:gd name="T12" fmla="*/ 0 w 86"/>
                    <a:gd name="T13" fmla="*/ 0 h 101"/>
                    <a:gd name="T14" fmla="*/ 86 w 86"/>
                    <a:gd name="T15" fmla="*/ 101 h 101"/>
                  </a:gdLst>
                  <a:ahLst/>
                  <a:cxnLst>
                    <a:cxn ang="T8">
                      <a:pos x="T0" y="T1"/>
                    </a:cxn>
                    <a:cxn ang="T9">
                      <a:pos x="T2" y="T3"/>
                    </a:cxn>
                    <a:cxn ang="T10">
                      <a:pos x="T4" y="T5"/>
                    </a:cxn>
                    <a:cxn ang="T11">
                      <a:pos x="T6" y="T7"/>
                    </a:cxn>
                  </a:cxnLst>
                  <a:rect l="T12" t="T13" r="T14" b="T15"/>
                  <a:pathLst>
                    <a:path w="86" h="101">
                      <a:moveTo>
                        <a:pt x="0" y="35"/>
                      </a:moveTo>
                      <a:lnTo>
                        <a:pt x="79" y="101"/>
                      </a:lnTo>
                      <a:lnTo>
                        <a:pt x="86" y="0"/>
                      </a:lnTo>
                      <a:lnTo>
                        <a:pt x="0" y="3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grpSp>
        </p:grpSp>
        <p:grpSp>
          <p:nvGrpSpPr>
            <p:cNvPr id="22" name="Group 69"/>
            <p:cNvGrpSpPr>
              <a:grpSpLocks/>
            </p:cNvGrpSpPr>
            <p:nvPr/>
          </p:nvGrpSpPr>
          <p:grpSpPr bwMode="auto">
            <a:xfrm rot="2867199">
              <a:off x="6272223" y="4350064"/>
              <a:ext cx="542925" cy="187325"/>
              <a:chOff x="3602" y="2145"/>
              <a:chExt cx="342" cy="118"/>
            </a:xfrm>
          </p:grpSpPr>
          <p:sp>
            <p:nvSpPr>
              <p:cNvPr id="326" name="Freeform 70"/>
              <p:cNvSpPr>
                <a:spLocks/>
              </p:cNvSpPr>
              <p:nvPr/>
            </p:nvSpPr>
            <p:spPr bwMode="auto">
              <a:xfrm>
                <a:off x="3602" y="2254"/>
                <a:ext cx="9" cy="9"/>
              </a:xfrm>
              <a:custGeom>
                <a:avLst/>
                <a:gdLst>
                  <a:gd name="T0" fmla="*/ 3 w 9"/>
                  <a:gd name="T1" fmla="*/ 1 h 9"/>
                  <a:gd name="T2" fmla="*/ 2 w 9"/>
                  <a:gd name="T3" fmla="*/ 3 h 9"/>
                  <a:gd name="T4" fmla="*/ 0 w 9"/>
                  <a:gd name="T5" fmla="*/ 4 h 9"/>
                  <a:gd name="T6" fmla="*/ 0 w 9"/>
                  <a:gd name="T7" fmla="*/ 4 h 9"/>
                  <a:gd name="T8" fmla="*/ 2 w 9"/>
                  <a:gd name="T9" fmla="*/ 6 h 9"/>
                  <a:gd name="T10" fmla="*/ 3 w 9"/>
                  <a:gd name="T11" fmla="*/ 7 h 9"/>
                  <a:gd name="T12" fmla="*/ 5 w 9"/>
                  <a:gd name="T13" fmla="*/ 9 h 9"/>
                  <a:gd name="T14" fmla="*/ 5 w 9"/>
                  <a:gd name="T15" fmla="*/ 9 h 9"/>
                  <a:gd name="T16" fmla="*/ 8 w 9"/>
                  <a:gd name="T17" fmla="*/ 9 h 9"/>
                  <a:gd name="T18" fmla="*/ 8 w 9"/>
                  <a:gd name="T19" fmla="*/ 7 h 9"/>
                  <a:gd name="T20" fmla="*/ 9 w 9"/>
                  <a:gd name="T21" fmla="*/ 6 h 9"/>
                  <a:gd name="T22" fmla="*/ 9 w 9"/>
                  <a:gd name="T23" fmla="*/ 4 h 9"/>
                  <a:gd name="T24" fmla="*/ 9 w 9"/>
                  <a:gd name="T25" fmla="*/ 3 h 9"/>
                  <a:gd name="T26" fmla="*/ 9 w 9"/>
                  <a:gd name="T27" fmla="*/ 1 h 9"/>
                  <a:gd name="T28" fmla="*/ 8 w 9"/>
                  <a:gd name="T29" fmla="*/ 0 h 9"/>
                  <a:gd name="T30" fmla="*/ 6 w 9"/>
                  <a:gd name="T31" fmla="*/ 0 h 9"/>
                  <a:gd name="T32" fmla="*/ 5 w 9"/>
                  <a:gd name="T33" fmla="*/ 0 h 9"/>
                  <a:gd name="T34" fmla="*/ 3 w 9"/>
                  <a:gd name="T35" fmla="*/ 0 h 9"/>
                  <a:gd name="T36" fmla="*/ 3 w 9"/>
                  <a:gd name="T37" fmla="*/ 1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9"/>
                  <a:gd name="T58" fmla="*/ 0 h 9"/>
                  <a:gd name="T59" fmla="*/ 9 w 9"/>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9" h="9">
                    <a:moveTo>
                      <a:pt x="3" y="1"/>
                    </a:moveTo>
                    <a:lnTo>
                      <a:pt x="2" y="3"/>
                    </a:lnTo>
                    <a:lnTo>
                      <a:pt x="0" y="4"/>
                    </a:lnTo>
                    <a:lnTo>
                      <a:pt x="2" y="6"/>
                    </a:lnTo>
                    <a:lnTo>
                      <a:pt x="3" y="7"/>
                    </a:lnTo>
                    <a:lnTo>
                      <a:pt x="5" y="9"/>
                    </a:lnTo>
                    <a:lnTo>
                      <a:pt x="8" y="9"/>
                    </a:lnTo>
                    <a:lnTo>
                      <a:pt x="8" y="7"/>
                    </a:lnTo>
                    <a:lnTo>
                      <a:pt x="9" y="6"/>
                    </a:lnTo>
                    <a:lnTo>
                      <a:pt x="9" y="4"/>
                    </a:lnTo>
                    <a:lnTo>
                      <a:pt x="9" y="3"/>
                    </a:lnTo>
                    <a:lnTo>
                      <a:pt x="9" y="1"/>
                    </a:lnTo>
                    <a:lnTo>
                      <a:pt x="8" y="0"/>
                    </a:lnTo>
                    <a:lnTo>
                      <a:pt x="6" y="0"/>
                    </a:lnTo>
                    <a:lnTo>
                      <a:pt x="5" y="0"/>
                    </a:lnTo>
                    <a:lnTo>
                      <a:pt x="3" y="0"/>
                    </a:lnTo>
                    <a:lnTo>
                      <a:pt x="3"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27" name="Freeform 71"/>
              <p:cNvSpPr>
                <a:spLocks/>
              </p:cNvSpPr>
              <p:nvPr/>
            </p:nvSpPr>
            <p:spPr bwMode="auto">
              <a:xfrm>
                <a:off x="3615" y="2244"/>
                <a:ext cx="9" cy="8"/>
              </a:xfrm>
              <a:custGeom>
                <a:avLst/>
                <a:gdLst>
                  <a:gd name="T0" fmla="*/ 3 w 9"/>
                  <a:gd name="T1" fmla="*/ 0 h 8"/>
                  <a:gd name="T2" fmla="*/ 2 w 9"/>
                  <a:gd name="T3" fmla="*/ 1 h 8"/>
                  <a:gd name="T4" fmla="*/ 0 w 9"/>
                  <a:gd name="T5" fmla="*/ 3 h 8"/>
                  <a:gd name="T6" fmla="*/ 0 w 9"/>
                  <a:gd name="T7" fmla="*/ 4 h 8"/>
                  <a:gd name="T8" fmla="*/ 2 w 9"/>
                  <a:gd name="T9" fmla="*/ 6 h 8"/>
                  <a:gd name="T10" fmla="*/ 3 w 9"/>
                  <a:gd name="T11" fmla="*/ 7 h 8"/>
                  <a:gd name="T12" fmla="*/ 5 w 9"/>
                  <a:gd name="T13" fmla="*/ 8 h 8"/>
                  <a:gd name="T14" fmla="*/ 6 w 9"/>
                  <a:gd name="T15" fmla="*/ 8 h 8"/>
                  <a:gd name="T16" fmla="*/ 8 w 9"/>
                  <a:gd name="T17" fmla="*/ 7 h 8"/>
                  <a:gd name="T18" fmla="*/ 8 w 9"/>
                  <a:gd name="T19" fmla="*/ 7 h 8"/>
                  <a:gd name="T20" fmla="*/ 9 w 9"/>
                  <a:gd name="T21" fmla="*/ 6 h 8"/>
                  <a:gd name="T22" fmla="*/ 9 w 9"/>
                  <a:gd name="T23" fmla="*/ 4 h 8"/>
                  <a:gd name="T24" fmla="*/ 9 w 9"/>
                  <a:gd name="T25" fmla="*/ 3 h 8"/>
                  <a:gd name="T26" fmla="*/ 9 w 9"/>
                  <a:gd name="T27" fmla="*/ 1 h 8"/>
                  <a:gd name="T28" fmla="*/ 8 w 9"/>
                  <a:gd name="T29" fmla="*/ 0 h 8"/>
                  <a:gd name="T30" fmla="*/ 6 w 9"/>
                  <a:gd name="T31" fmla="*/ 0 h 8"/>
                  <a:gd name="T32" fmla="*/ 5 w 9"/>
                  <a:gd name="T33" fmla="*/ 0 h 8"/>
                  <a:gd name="T34" fmla="*/ 3 w 9"/>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3" y="0"/>
                    </a:moveTo>
                    <a:lnTo>
                      <a:pt x="2" y="1"/>
                    </a:lnTo>
                    <a:lnTo>
                      <a:pt x="0" y="3"/>
                    </a:lnTo>
                    <a:lnTo>
                      <a:pt x="0" y="4"/>
                    </a:lnTo>
                    <a:lnTo>
                      <a:pt x="2" y="6"/>
                    </a:lnTo>
                    <a:lnTo>
                      <a:pt x="3" y="7"/>
                    </a:lnTo>
                    <a:lnTo>
                      <a:pt x="5" y="8"/>
                    </a:lnTo>
                    <a:lnTo>
                      <a:pt x="6" y="8"/>
                    </a:lnTo>
                    <a:lnTo>
                      <a:pt x="8" y="7"/>
                    </a:lnTo>
                    <a:lnTo>
                      <a:pt x="9" y="6"/>
                    </a:lnTo>
                    <a:lnTo>
                      <a:pt x="9" y="4"/>
                    </a:lnTo>
                    <a:lnTo>
                      <a:pt x="9" y="3"/>
                    </a:lnTo>
                    <a:lnTo>
                      <a:pt x="9" y="1"/>
                    </a:lnTo>
                    <a:lnTo>
                      <a:pt x="8" y="0"/>
                    </a:lnTo>
                    <a:lnTo>
                      <a:pt x="6" y="0"/>
                    </a:lnTo>
                    <a:lnTo>
                      <a:pt x="5"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28" name="Freeform 72"/>
              <p:cNvSpPr>
                <a:spLocks/>
              </p:cNvSpPr>
              <p:nvPr/>
            </p:nvSpPr>
            <p:spPr bwMode="auto">
              <a:xfrm>
                <a:off x="3628" y="2232"/>
                <a:ext cx="9" cy="9"/>
              </a:xfrm>
              <a:custGeom>
                <a:avLst/>
                <a:gdLst>
                  <a:gd name="T0" fmla="*/ 3 w 9"/>
                  <a:gd name="T1" fmla="*/ 0 h 9"/>
                  <a:gd name="T2" fmla="*/ 2 w 9"/>
                  <a:gd name="T3" fmla="*/ 2 h 9"/>
                  <a:gd name="T4" fmla="*/ 0 w 9"/>
                  <a:gd name="T5" fmla="*/ 3 h 9"/>
                  <a:gd name="T6" fmla="*/ 0 w 9"/>
                  <a:gd name="T7" fmla="*/ 5 h 9"/>
                  <a:gd name="T8" fmla="*/ 2 w 9"/>
                  <a:gd name="T9" fmla="*/ 6 h 9"/>
                  <a:gd name="T10" fmla="*/ 3 w 9"/>
                  <a:gd name="T11" fmla="*/ 7 h 9"/>
                  <a:gd name="T12" fmla="*/ 5 w 9"/>
                  <a:gd name="T13" fmla="*/ 9 h 9"/>
                  <a:gd name="T14" fmla="*/ 6 w 9"/>
                  <a:gd name="T15" fmla="*/ 9 h 9"/>
                  <a:gd name="T16" fmla="*/ 8 w 9"/>
                  <a:gd name="T17" fmla="*/ 7 h 9"/>
                  <a:gd name="T18" fmla="*/ 8 w 9"/>
                  <a:gd name="T19" fmla="*/ 7 h 9"/>
                  <a:gd name="T20" fmla="*/ 9 w 9"/>
                  <a:gd name="T21" fmla="*/ 6 h 9"/>
                  <a:gd name="T22" fmla="*/ 9 w 9"/>
                  <a:gd name="T23" fmla="*/ 5 h 9"/>
                  <a:gd name="T24" fmla="*/ 9 w 9"/>
                  <a:gd name="T25" fmla="*/ 3 h 9"/>
                  <a:gd name="T26" fmla="*/ 9 w 9"/>
                  <a:gd name="T27" fmla="*/ 2 h 9"/>
                  <a:gd name="T28" fmla="*/ 8 w 9"/>
                  <a:gd name="T29" fmla="*/ 0 h 9"/>
                  <a:gd name="T30" fmla="*/ 6 w 9"/>
                  <a:gd name="T31" fmla="*/ 0 h 9"/>
                  <a:gd name="T32" fmla="*/ 5 w 9"/>
                  <a:gd name="T33" fmla="*/ 0 h 9"/>
                  <a:gd name="T34" fmla="*/ 3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3" y="0"/>
                    </a:moveTo>
                    <a:lnTo>
                      <a:pt x="2" y="2"/>
                    </a:lnTo>
                    <a:lnTo>
                      <a:pt x="0" y="3"/>
                    </a:lnTo>
                    <a:lnTo>
                      <a:pt x="0" y="5"/>
                    </a:lnTo>
                    <a:lnTo>
                      <a:pt x="2" y="6"/>
                    </a:lnTo>
                    <a:lnTo>
                      <a:pt x="3" y="7"/>
                    </a:lnTo>
                    <a:lnTo>
                      <a:pt x="5" y="9"/>
                    </a:lnTo>
                    <a:lnTo>
                      <a:pt x="6" y="9"/>
                    </a:lnTo>
                    <a:lnTo>
                      <a:pt x="8" y="7"/>
                    </a:lnTo>
                    <a:lnTo>
                      <a:pt x="9" y="6"/>
                    </a:lnTo>
                    <a:lnTo>
                      <a:pt x="9" y="5"/>
                    </a:lnTo>
                    <a:lnTo>
                      <a:pt x="9" y="3"/>
                    </a:lnTo>
                    <a:lnTo>
                      <a:pt x="9" y="2"/>
                    </a:lnTo>
                    <a:lnTo>
                      <a:pt x="8" y="0"/>
                    </a:lnTo>
                    <a:lnTo>
                      <a:pt x="6" y="0"/>
                    </a:lnTo>
                    <a:lnTo>
                      <a:pt x="5"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29" name="Freeform 73"/>
              <p:cNvSpPr>
                <a:spLocks/>
              </p:cNvSpPr>
              <p:nvPr/>
            </p:nvSpPr>
            <p:spPr bwMode="auto">
              <a:xfrm>
                <a:off x="3641" y="2221"/>
                <a:ext cx="9" cy="8"/>
              </a:xfrm>
              <a:custGeom>
                <a:avLst/>
                <a:gdLst>
                  <a:gd name="T0" fmla="*/ 3 w 9"/>
                  <a:gd name="T1" fmla="*/ 0 h 8"/>
                  <a:gd name="T2" fmla="*/ 2 w 9"/>
                  <a:gd name="T3" fmla="*/ 1 h 8"/>
                  <a:gd name="T4" fmla="*/ 0 w 9"/>
                  <a:gd name="T5" fmla="*/ 2 h 8"/>
                  <a:gd name="T6" fmla="*/ 0 w 9"/>
                  <a:gd name="T7" fmla="*/ 4 h 8"/>
                  <a:gd name="T8" fmla="*/ 2 w 9"/>
                  <a:gd name="T9" fmla="*/ 5 h 8"/>
                  <a:gd name="T10" fmla="*/ 3 w 9"/>
                  <a:gd name="T11" fmla="*/ 7 h 8"/>
                  <a:gd name="T12" fmla="*/ 5 w 9"/>
                  <a:gd name="T13" fmla="*/ 8 h 8"/>
                  <a:gd name="T14" fmla="*/ 6 w 9"/>
                  <a:gd name="T15" fmla="*/ 8 h 8"/>
                  <a:gd name="T16" fmla="*/ 8 w 9"/>
                  <a:gd name="T17" fmla="*/ 7 h 8"/>
                  <a:gd name="T18" fmla="*/ 8 w 9"/>
                  <a:gd name="T19" fmla="*/ 7 h 8"/>
                  <a:gd name="T20" fmla="*/ 9 w 9"/>
                  <a:gd name="T21" fmla="*/ 5 h 8"/>
                  <a:gd name="T22" fmla="*/ 9 w 9"/>
                  <a:gd name="T23" fmla="*/ 4 h 8"/>
                  <a:gd name="T24" fmla="*/ 9 w 9"/>
                  <a:gd name="T25" fmla="*/ 2 h 8"/>
                  <a:gd name="T26" fmla="*/ 9 w 9"/>
                  <a:gd name="T27" fmla="*/ 1 h 8"/>
                  <a:gd name="T28" fmla="*/ 8 w 9"/>
                  <a:gd name="T29" fmla="*/ 0 h 8"/>
                  <a:gd name="T30" fmla="*/ 6 w 9"/>
                  <a:gd name="T31" fmla="*/ 0 h 8"/>
                  <a:gd name="T32" fmla="*/ 5 w 9"/>
                  <a:gd name="T33" fmla="*/ 0 h 8"/>
                  <a:gd name="T34" fmla="*/ 3 w 9"/>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3" y="0"/>
                    </a:moveTo>
                    <a:lnTo>
                      <a:pt x="2" y="1"/>
                    </a:lnTo>
                    <a:lnTo>
                      <a:pt x="0" y="2"/>
                    </a:lnTo>
                    <a:lnTo>
                      <a:pt x="0" y="4"/>
                    </a:lnTo>
                    <a:lnTo>
                      <a:pt x="2" y="5"/>
                    </a:lnTo>
                    <a:lnTo>
                      <a:pt x="3" y="7"/>
                    </a:lnTo>
                    <a:lnTo>
                      <a:pt x="5" y="8"/>
                    </a:lnTo>
                    <a:lnTo>
                      <a:pt x="6" y="8"/>
                    </a:lnTo>
                    <a:lnTo>
                      <a:pt x="8" y="7"/>
                    </a:lnTo>
                    <a:lnTo>
                      <a:pt x="9" y="5"/>
                    </a:lnTo>
                    <a:lnTo>
                      <a:pt x="9" y="4"/>
                    </a:lnTo>
                    <a:lnTo>
                      <a:pt x="9" y="2"/>
                    </a:lnTo>
                    <a:lnTo>
                      <a:pt x="9" y="1"/>
                    </a:lnTo>
                    <a:lnTo>
                      <a:pt x="8" y="0"/>
                    </a:lnTo>
                    <a:lnTo>
                      <a:pt x="6" y="0"/>
                    </a:lnTo>
                    <a:lnTo>
                      <a:pt x="5"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30" name="Freeform 74"/>
              <p:cNvSpPr>
                <a:spLocks/>
              </p:cNvSpPr>
              <p:nvPr/>
            </p:nvSpPr>
            <p:spPr bwMode="auto">
              <a:xfrm>
                <a:off x="3655" y="2209"/>
                <a:ext cx="8" cy="9"/>
              </a:xfrm>
              <a:custGeom>
                <a:avLst/>
                <a:gdLst>
                  <a:gd name="T0" fmla="*/ 2 w 8"/>
                  <a:gd name="T1" fmla="*/ 0 h 9"/>
                  <a:gd name="T2" fmla="*/ 1 w 8"/>
                  <a:gd name="T3" fmla="*/ 1 h 9"/>
                  <a:gd name="T4" fmla="*/ 0 w 8"/>
                  <a:gd name="T5" fmla="*/ 3 h 9"/>
                  <a:gd name="T6" fmla="*/ 0 w 8"/>
                  <a:gd name="T7" fmla="*/ 4 h 9"/>
                  <a:gd name="T8" fmla="*/ 1 w 8"/>
                  <a:gd name="T9" fmla="*/ 6 h 9"/>
                  <a:gd name="T10" fmla="*/ 2 w 8"/>
                  <a:gd name="T11" fmla="*/ 7 h 9"/>
                  <a:gd name="T12" fmla="*/ 4 w 8"/>
                  <a:gd name="T13" fmla="*/ 9 h 9"/>
                  <a:gd name="T14" fmla="*/ 5 w 8"/>
                  <a:gd name="T15" fmla="*/ 9 h 9"/>
                  <a:gd name="T16" fmla="*/ 7 w 8"/>
                  <a:gd name="T17" fmla="*/ 7 h 9"/>
                  <a:gd name="T18" fmla="*/ 7 w 8"/>
                  <a:gd name="T19" fmla="*/ 7 h 9"/>
                  <a:gd name="T20" fmla="*/ 8 w 8"/>
                  <a:gd name="T21" fmla="*/ 6 h 9"/>
                  <a:gd name="T22" fmla="*/ 8 w 8"/>
                  <a:gd name="T23" fmla="*/ 4 h 9"/>
                  <a:gd name="T24" fmla="*/ 8 w 8"/>
                  <a:gd name="T25" fmla="*/ 3 h 9"/>
                  <a:gd name="T26" fmla="*/ 8 w 8"/>
                  <a:gd name="T27" fmla="*/ 1 h 9"/>
                  <a:gd name="T28" fmla="*/ 7 w 8"/>
                  <a:gd name="T29" fmla="*/ 0 h 9"/>
                  <a:gd name="T30" fmla="*/ 5 w 8"/>
                  <a:gd name="T31" fmla="*/ 0 h 9"/>
                  <a:gd name="T32" fmla="*/ 4 w 8"/>
                  <a:gd name="T33" fmla="*/ 0 h 9"/>
                  <a:gd name="T34" fmla="*/ 2 w 8"/>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2" y="0"/>
                    </a:moveTo>
                    <a:lnTo>
                      <a:pt x="1" y="1"/>
                    </a:lnTo>
                    <a:lnTo>
                      <a:pt x="0" y="3"/>
                    </a:lnTo>
                    <a:lnTo>
                      <a:pt x="0" y="4"/>
                    </a:lnTo>
                    <a:lnTo>
                      <a:pt x="1" y="6"/>
                    </a:lnTo>
                    <a:lnTo>
                      <a:pt x="2" y="7"/>
                    </a:lnTo>
                    <a:lnTo>
                      <a:pt x="4" y="9"/>
                    </a:lnTo>
                    <a:lnTo>
                      <a:pt x="5" y="9"/>
                    </a:lnTo>
                    <a:lnTo>
                      <a:pt x="7" y="7"/>
                    </a:lnTo>
                    <a:lnTo>
                      <a:pt x="8" y="6"/>
                    </a:lnTo>
                    <a:lnTo>
                      <a:pt x="8" y="4"/>
                    </a:lnTo>
                    <a:lnTo>
                      <a:pt x="8" y="3"/>
                    </a:lnTo>
                    <a:lnTo>
                      <a:pt x="8" y="1"/>
                    </a:lnTo>
                    <a:lnTo>
                      <a:pt x="7" y="0"/>
                    </a:lnTo>
                    <a:lnTo>
                      <a:pt x="5" y="0"/>
                    </a:lnTo>
                    <a:lnTo>
                      <a:pt x="4" y="0"/>
                    </a:lnTo>
                    <a:lnTo>
                      <a:pt x="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31" name="Freeform 75"/>
              <p:cNvSpPr>
                <a:spLocks/>
              </p:cNvSpPr>
              <p:nvPr/>
            </p:nvSpPr>
            <p:spPr bwMode="auto">
              <a:xfrm>
                <a:off x="3669" y="2197"/>
                <a:ext cx="9" cy="9"/>
              </a:xfrm>
              <a:custGeom>
                <a:avLst/>
                <a:gdLst>
                  <a:gd name="T0" fmla="*/ 2 w 9"/>
                  <a:gd name="T1" fmla="*/ 0 h 9"/>
                  <a:gd name="T2" fmla="*/ 0 w 9"/>
                  <a:gd name="T3" fmla="*/ 2 h 9"/>
                  <a:gd name="T4" fmla="*/ 0 w 9"/>
                  <a:gd name="T5" fmla="*/ 3 h 9"/>
                  <a:gd name="T6" fmla="*/ 0 w 9"/>
                  <a:gd name="T7" fmla="*/ 5 h 9"/>
                  <a:gd name="T8" fmla="*/ 0 w 9"/>
                  <a:gd name="T9" fmla="*/ 6 h 9"/>
                  <a:gd name="T10" fmla="*/ 2 w 9"/>
                  <a:gd name="T11" fmla="*/ 8 h 9"/>
                  <a:gd name="T12" fmla="*/ 3 w 9"/>
                  <a:gd name="T13" fmla="*/ 9 h 9"/>
                  <a:gd name="T14" fmla="*/ 4 w 9"/>
                  <a:gd name="T15" fmla="*/ 9 h 9"/>
                  <a:gd name="T16" fmla="*/ 6 w 9"/>
                  <a:gd name="T17" fmla="*/ 8 h 9"/>
                  <a:gd name="T18" fmla="*/ 6 w 9"/>
                  <a:gd name="T19" fmla="*/ 8 h 9"/>
                  <a:gd name="T20" fmla="*/ 7 w 9"/>
                  <a:gd name="T21" fmla="*/ 6 h 9"/>
                  <a:gd name="T22" fmla="*/ 9 w 9"/>
                  <a:gd name="T23" fmla="*/ 5 h 9"/>
                  <a:gd name="T24" fmla="*/ 9 w 9"/>
                  <a:gd name="T25" fmla="*/ 3 h 9"/>
                  <a:gd name="T26" fmla="*/ 7 w 9"/>
                  <a:gd name="T27" fmla="*/ 2 h 9"/>
                  <a:gd name="T28" fmla="*/ 6 w 9"/>
                  <a:gd name="T29" fmla="*/ 0 h 9"/>
                  <a:gd name="T30" fmla="*/ 4 w 9"/>
                  <a:gd name="T31" fmla="*/ 0 h 9"/>
                  <a:gd name="T32" fmla="*/ 3 w 9"/>
                  <a:gd name="T33" fmla="*/ 0 h 9"/>
                  <a:gd name="T34" fmla="*/ 2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2" y="0"/>
                    </a:moveTo>
                    <a:lnTo>
                      <a:pt x="0" y="2"/>
                    </a:lnTo>
                    <a:lnTo>
                      <a:pt x="0" y="3"/>
                    </a:lnTo>
                    <a:lnTo>
                      <a:pt x="0" y="5"/>
                    </a:lnTo>
                    <a:lnTo>
                      <a:pt x="0" y="6"/>
                    </a:lnTo>
                    <a:lnTo>
                      <a:pt x="2" y="8"/>
                    </a:lnTo>
                    <a:lnTo>
                      <a:pt x="3" y="9"/>
                    </a:lnTo>
                    <a:lnTo>
                      <a:pt x="4" y="9"/>
                    </a:lnTo>
                    <a:lnTo>
                      <a:pt x="6" y="8"/>
                    </a:lnTo>
                    <a:lnTo>
                      <a:pt x="7" y="6"/>
                    </a:lnTo>
                    <a:lnTo>
                      <a:pt x="9" y="5"/>
                    </a:lnTo>
                    <a:lnTo>
                      <a:pt x="9" y="3"/>
                    </a:lnTo>
                    <a:lnTo>
                      <a:pt x="7" y="2"/>
                    </a:lnTo>
                    <a:lnTo>
                      <a:pt x="6" y="0"/>
                    </a:lnTo>
                    <a:lnTo>
                      <a:pt x="4" y="0"/>
                    </a:lnTo>
                    <a:lnTo>
                      <a:pt x="3" y="0"/>
                    </a:lnTo>
                    <a:lnTo>
                      <a:pt x="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32" name="Freeform 76"/>
              <p:cNvSpPr>
                <a:spLocks/>
              </p:cNvSpPr>
              <p:nvPr/>
            </p:nvSpPr>
            <p:spPr bwMode="auto">
              <a:xfrm>
                <a:off x="3682" y="2187"/>
                <a:ext cx="9" cy="9"/>
              </a:xfrm>
              <a:custGeom>
                <a:avLst/>
                <a:gdLst>
                  <a:gd name="T0" fmla="*/ 2 w 9"/>
                  <a:gd name="T1" fmla="*/ 0 h 9"/>
                  <a:gd name="T2" fmla="*/ 0 w 9"/>
                  <a:gd name="T3" fmla="*/ 2 h 9"/>
                  <a:gd name="T4" fmla="*/ 0 w 9"/>
                  <a:gd name="T5" fmla="*/ 3 h 9"/>
                  <a:gd name="T6" fmla="*/ 0 w 9"/>
                  <a:gd name="T7" fmla="*/ 4 h 9"/>
                  <a:gd name="T8" fmla="*/ 0 w 9"/>
                  <a:gd name="T9" fmla="*/ 6 h 9"/>
                  <a:gd name="T10" fmla="*/ 2 w 9"/>
                  <a:gd name="T11" fmla="*/ 7 h 9"/>
                  <a:gd name="T12" fmla="*/ 3 w 9"/>
                  <a:gd name="T13" fmla="*/ 9 h 9"/>
                  <a:gd name="T14" fmla="*/ 5 w 9"/>
                  <a:gd name="T15" fmla="*/ 9 h 9"/>
                  <a:gd name="T16" fmla="*/ 6 w 9"/>
                  <a:gd name="T17" fmla="*/ 7 h 9"/>
                  <a:gd name="T18" fmla="*/ 6 w 9"/>
                  <a:gd name="T19" fmla="*/ 7 h 9"/>
                  <a:gd name="T20" fmla="*/ 7 w 9"/>
                  <a:gd name="T21" fmla="*/ 6 h 9"/>
                  <a:gd name="T22" fmla="*/ 9 w 9"/>
                  <a:gd name="T23" fmla="*/ 4 h 9"/>
                  <a:gd name="T24" fmla="*/ 9 w 9"/>
                  <a:gd name="T25" fmla="*/ 3 h 9"/>
                  <a:gd name="T26" fmla="*/ 7 w 9"/>
                  <a:gd name="T27" fmla="*/ 2 h 9"/>
                  <a:gd name="T28" fmla="*/ 6 w 9"/>
                  <a:gd name="T29" fmla="*/ 0 h 9"/>
                  <a:gd name="T30" fmla="*/ 5 w 9"/>
                  <a:gd name="T31" fmla="*/ 0 h 9"/>
                  <a:gd name="T32" fmla="*/ 3 w 9"/>
                  <a:gd name="T33" fmla="*/ 0 h 9"/>
                  <a:gd name="T34" fmla="*/ 2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2" y="0"/>
                    </a:moveTo>
                    <a:lnTo>
                      <a:pt x="0" y="2"/>
                    </a:lnTo>
                    <a:lnTo>
                      <a:pt x="0" y="3"/>
                    </a:lnTo>
                    <a:lnTo>
                      <a:pt x="0" y="4"/>
                    </a:lnTo>
                    <a:lnTo>
                      <a:pt x="0" y="6"/>
                    </a:lnTo>
                    <a:lnTo>
                      <a:pt x="2" y="7"/>
                    </a:lnTo>
                    <a:lnTo>
                      <a:pt x="3" y="9"/>
                    </a:lnTo>
                    <a:lnTo>
                      <a:pt x="5" y="9"/>
                    </a:lnTo>
                    <a:lnTo>
                      <a:pt x="6" y="7"/>
                    </a:lnTo>
                    <a:lnTo>
                      <a:pt x="7" y="6"/>
                    </a:lnTo>
                    <a:lnTo>
                      <a:pt x="9" y="4"/>
                    </a:lnTo>
                    <a:lnTo>
                      <a:pt x="9" y="3"/>
                    </a:lnTo>
                    <a:lnTo>
                      <a:pt x="7" y="2"/>
                    </a:lnTo>
                    <a:lnTo>
                      <a:pt x="6" y="0"/>
                    </a:lnTo>
                    <a:lnTo>
                      <a:pt x="5" y="0"/>
                    </a:lnTo>
                    <a:lnTo>
                      <a:pt x="3" y="0"/>
                    </a:lnTo>
                    <a:lnTo>
                      <a:pt x="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33" name="Freeform 77"/>
              <p:cNvSpPr>
                <a:spLocks/>
              </p:cNvSpPr>
              <p:nvPr/>
            </p:nvSpPr>
            <p:spPr bwMode="auto">
              <a:xfrm>
                <a:off x="3697" y="2175"/>
                <a:ext cx="8" cy="9"/>
              </a:xfrm>
              <a:custGeom>
                <a:avLst/>
                <a:gdLst>
                  <a:gd name="T0" fmla="*/ 1 w 8"/>
                  <a:gd name="T1" fmla="*/ 2 h 9"/>
                  <a:gd name="T2" fmla="*/ 0 w 8"/>
                  <a:gd name="T3" fmla="*/ 3 h 9"/>
                  <a:gd name="T4" fmla="*/ 0 w 8"/>
                  <a:gd name="T5" fmla="*/ 5 h 9"/>
                  <a:gd name="T6" fmla="*/ 0 w 8"/>
                  <a:gd name="T7" fmla="*/ 6 h 9"/>
                  <a:gd name="T8" fmla="*/ 0 w 8"/>
                  <a:gd name="T9" fmla="*/ 8 h 9"/>
                  <a:gd name="T10" fmla="*/ 1 w 8"/>
                  <a:gd name="T11" fmla="*/ 9 h 9"/>
                  <a:gd name="T12" fmla="*/ 3 w 8"/>
                  <a:gd name="T13" fmla="*/ 9 h 9"/>
                  <a:gd name="T14" fmla="*/ 4 w 8"/>
                  <a:gd name="T15" fmla="*/ 9 h 9"/>
                  <a:gd name="T16" fmla="*/ 5 w 8"/>
                  <a:gd name="T17" fmla="*/ 9 h 9"/>
                  <a:gd name="T18" fmla="*/ 5 w 8"/>
                  <a:gd name="T19" fmla="*/ 9 h 9"/>
                  <a:gd name="T20" fmla="*/ 7 w 8"/>
                  <a:gd name="T21" fmla="*/ 8 h 9"/>
                  <a:gd name="T22" fmla="*/ 8 w 8"/>
                  <a:gd name="T23" fmla="*/ 6 h 9"/>
                  <a:gd name="T24" fmla="*/ 8 w 8"/>
                  <a:gd name="T25" fmla="*/ 5 h 9"/>
                  <a:gd name="T26" fmla="*/ 7 w 8"/>
                  <a:gd name="T27" fmla="*/ 3 h 9"/>
                  <a:gd name="T28" fmla="*/ 5 w 8"/>
                  <a:gd name="T29" fmla="*/ 2 h 9"/>
                  <a:gd name="T30" fmla="*/ 4 w 8"/>
                  <a:gd name="T31" fmla="*/ 0 h 9"/>
                  <a:gd name="T32" fmla="*/ 3 w 8"/>
                  <a:gd name="T33" fmla="*/ 0 h 9"/>
                  <a:gd name="T34" fmla="*/ 1 w 8"/>
                  <a:gd name="T35" fmla="*/ 2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1" y="2"/>
                    </a:moveTo>
                    <a:lnTo>
                      <a:pt x="0" y="3"/>
                    </a:lnTo>
                    <a:lnTo>
                      <a:pt x="0" y="5"/>
                    </a:lnTo>
                    <a:lnTo>
                      <a:pt x="0" y="6"/>
                    </a:lnTo>
                    <a:lnTo>
                      <a:pt x="0" y="8"/>
                    </a:lnTo>
                    <a:lnTo>
                      <a:pt x="1" y="9"/>
                    </a:lnTo>
                    <a:lnTo>
                      <a:pt x="3" y="9"/>
                    </a:lnTo>
                    <a:lnTo>
                      <a:pt x="4" y="9"/>
                    </a:lnTo>
                    <a:lnTo>
                      <a:pt x="5" y="9"/>
                    </a:lnTo>
                    <a:lnTo>
                      <a:pt x="7" y="8"/>
                    </a:lnTo>
                    <a:lnTo>
                      <a:pt x="8" y="6"/>
                    </a:lnTo>
                    <a:lnTo>
                      <a:pt x="8" y="5"/>
                    </a:lnTo>
                    <a:lnTo>
                      <a:pt x="7" y="3"/>
                    </a:lnTo>
                    <a:lnTo>
                      <a:pt x="5" y="2"/>
                    </a:lnTo>
                    <a:lnTo>
                      <a:pt x="4" y="0"/>
                    </a:lnTo>
                    <a:lnTo>
                      <a:pt x="3" y="0"/>
                    </a:lnTo>
                    <a:lnTo>
                      <a:pt x="1"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34" name="Freeform 78"/>
              <p:cNvSpPr>
                <a:spLocks/>
              </p:cNvSpPr>
              <p:nvPr/>
            </p:nvSpPr>
            <p:spPr bwMode="auto">
              <a:xfrm>
                <a:off x="3711" y="2167"/>
                <a:ext cx="9" cy="8"/>
              </a:xfrm>
              <a:custGeom>
                <a:avLst/>
                <a:gdLst>
                  <a:gd name="T0" fmla="*/ 2 w 9"/>
                  <a:gd name="T1" fmla="*/ 0 h 8"/>
                  <a:gd name="T2" fmla="*/ 0 w 9"/>
                  <a:gd name="T3" fmla="*/ 1 h 8"/>
                  <a:gd name="T4" fmla="*/ 0 w 9"/>
                  <a:gd name="T5" fmla="*/ 3 h 8"/>
                  <a:gd name="T6" fmla="*/ 0 w 9"/>
                  <a:gd name="T7" fmla="*/ 4 h 8"/>
                  <a:gd name="T8" fmla="*/ 0 w 9"/>
                  <a:gd name="T9" fmla="*/ 6 h 8"/>
                  <a:gd name="T10" fmla="*/ 2 w 9"/>
                  <a:gd name="T11" fmla="*/ 7 h 8"/>
                  <a:gd name="T12" fmla="*/ 3 w 9"/>
                  <a:gd name="T13" fmla="*/ 8 h 8"/>
                  <a:gd name="T14" fmla="*/ 5 w 9"/>
                  <a:gd name="T15" fmla="*/ 8 h 8"/>
                  <a:gd name="T16" fmla="*/ 6 w 9"/>
                  <a:gd name="T17" fmla="*/ 7 h 8"/>
                  <a:gd name="T18" fmla="*/ 6 w 9"/>
                  <a:gd name="T19" fmla="*/ 7 h 8"/>
                  <a:gd name="T20" fmla="*/ 7 w 9"/>
                  <a:gd name="T21" fmla="*/ 6 h 8"/>
                  <a:gd name="T22" fmla="*/ 9 w 9"/>
                  <a:gd name="T23" fmla="*/ 4 h 8"/>
                  <a:gd name="T24" fmla="*/ 9 w 9"/>
                  <a:gd name="T25" fmla="*/ 3 h 8"/>
                  <a:gd name="T26" fmla="*/ 7 w 9"/>
                  <a:gd name="T27" fmla="*/ 1 h 8"/>
                  <a:gd name="T28" fmla="*/ 6 w 9"/>
                  <a:gd name="T29" fmla="*/ 0 h 8"/>
                  <a:gd name="T30" fmla="*/ 5 w 9"/>
                  <a:gd name="T31" fmla="*/ 0 h 8"/>
                  <a:gd name="T32" fmla="*/ 3 w 9"/>
                  <a:gd name="T33" fmla="*/ 0 h 8"/>
                  <a:gd name="T34" fmla="*/ 2 w 9"/>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2" y="0"/>
                    </a:moveTo>
                    <a:lnTo>
                      <a:pt x="0" y="1"/>
                    </a:lnTo>
                    <a:lnTo>
                      <a:pt x="0" y="3"/>
                    </a:lnTo>
                    <a:lnTo>
                      <a:pt x="0" y="4"/>
                    </a:lnTo>
                    <a:lnTo>
                      <a:pt x="0" y="6"/>
                    </a:lnTo>
                    <a:lnTo>
                      <a:pt x="2" y="7"/>
                    </a:lnTo>
                    <a:lnTo>
                      <a:pt x="3" y="8"/>
                    </a:lnTo>
                    <a:lnTo>
                      <a:pt x="5" y="8"/>
                    </a:lnTo>
                    <a:lnTo>
                      <a:pt x="6" y="7"/>
                    </a:lnTo>
                    <a:lnTo>
                      <a:pt x="7" y="6"/>
                    </a:lnTo>
                    <a:lnTo>
                      <a:pt x="9" y="4"/>
                    </a:lnTo>
                    <a:lnTo>
                      <a:pt x="9" y="3"/>
                    </a:lnTo>
                    <a:lnTo>
                      <a:pt x="7" y="1"/>
                    </a:lnTo>
                    <a:lnTo>
                      <a:pt x="6" y="0"/>
                    </a:lnTo>
                    <a:lnTo>
                      <a:pt x="5" y="0"/>
                    </a:lnTo>
                    <a:lnTo>
                      <a:pt x="3" y="0"/>
                    </a:lnTo>
                    <a:lnTo>
                      <a:pt x="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35" name="Freeform 79"/>
              <p:cNvSpPr>
                <a:spLocks/>
              </p:cNvSpPr>
              <p:nvPr/>
            </p:nvSpPr>
            <p:spPr bwMode="auto">
              <a:xfrm>
                <a:off x="3726" y="2158"/>
                <a:ext cx="8" cy="9"/>
              </a:xfrm>
              <a:custGeom>
                <a:avLst/>
                <a:gdLst>
                  <a:gd name="T0" fmla="*/ 3 w 8"/>
                  <a:gd name="T1" fmla="*/ 0 h 9"/>
                  <a:gd name="T2" fmla="*/ 1 w 8"/>
                  <a:gd name="T3" fmla="*/ 0 h 9"/>
                  <a:gd name="T4" fmla="*/ 0 w 8"/>
                  <a:gd name="T5" fmla="*/ 2 h 9"/>
                  <a:gd name="T6" fmla="*/ 0 w 8"/>
                  <a:gd name="T7" fmla="*/ 3 h 9"/>
                  <a:gd name="T8" fmla="*/ 0 w 8"/>
                  <a:gd name="T9" fmla="*/ 4 h 9"/>
                  <a:gd name="T10" fmla="*/ 0 w 8"/>
                  <a:gd name="T11" fmla="*/ 6 h 9"/>
                  <a:gd name="T12" fmla="*/ 1 w 8"/>
                  <a:gd name="T13" fmla="*/ 7 h 9"/>
                  <a:gd name="T14" fmla="*/ 3 w 8"/>
                  <a:gd name="T15" fmla="*/ 9 h 9"/>
                  <a:gd name="T16" fmla="*/ 4 w 8"/>
                  <a:gd name="T17" fmla="*/ 9 h 9"/>
                  <a:gd name="T18" fmla="*/ 4 w 8"/>
                  <a:gd name="T19" fmla="*/ 9 h 9"/>
                  <a:gd name="T20" fmla="*/ 6 w 8"/>
                  <a:gd name="T21" fmla="*/ 7 h 9"/>
                  <a:gd name="T22" fmla="*/ 7 w 8"/>
                  <a:gd name="T23" fmla="*/ 6 h 9"/>
                  <a:gd name="T24" fmla="*/ 8 w 8"/>
                  <a:gd name="T25" fmla="*/ 4 h 9"/>
                  <a:gd name="T26" fmla="*/ 8 w 8"/>
                  <a:gd name="T27" fmla="*/ 3 h 9"/>
                  <a:gd name="T28" fmla="*/ 7 w 8"/>
                  <a:gd name="T29" fmla="*/ 2 h 9"/>
                  <a:gd name="T30" fmla="*/ 6 w 8"/>
                  <a:gd name="T31" fmla="*/ 0 h 9"/>
                  <a:gd name="T32" fmla="*/ 4 w 8"/>
                  <a:gd name="T33" fmla="*/ 0 h 9"/>
                  <a:gd name="T34" fmla="*/ 3 w 8"/>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3" y="0"/>
                    </a:moveTo>
                    <a:lnTo>
                      <a:pt x="1" y="0"/>
                    </a:lnTo>
                    <a:lnTo>
                      <a:pt x="0" y="2"/>
                    </a:lnTo>
                    <a:lnTo>
                      <a:pt x="0" y="3"/>
                    </a:lnTo>
                    <a:lnTo>
                      <a:pt x="0" y="4"/>
                    </a:lnTo>
                    <a:lnTo>
                      <a:pt x="0" y="6"/>
                    </a:lnTo>
                    <a:lnTo>
                      <a:pt x="1" y="7"/>
                    </a:lnTo>
                    <a:lnTo>
                      <a:pt x="3" y="9"/>
                    </a:lnTo>
                    <a:lnTo>
                      <a:pt x="4" y="9"/>
                    </a:lnTo>
                    <a:lnTo>
                      <a:pt x="6" y="7"/>
                    </a:lnTo>
                    <a:lnTo>
                      <a:pt x="7" y="6"/>
                    </a:lnTo>
                    <a:lnTo>
                      <a:pt x="8" y="4"/>
                    </a:lnTo>
                    <a:lnTo>
                      <a:pt x="8" y="3"/>
                    </a:lnTo>
                    <a:lnTo>
                      <a:pt x="7" y="2"/>
                    </a:lnTo>
                    <a:lnTo>
                      <a:pt x="6" y="0"/>
                    </a:lnTo>
                    <a:lnTo>
                      <a:pt x="4"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36" name="Freeform 80"/>
              <p:cNvSpPr>
                <a:spLocks/>
              </p:cNvSpPr>
              <p:nvPr/>
            </p:nvSpPr>
            <p:spPr bwMode="auto">
              <a:xfrm>
                <a:off x="3742" y="2151"/>
                <a:ext cx="8" cy="9"/>
              </a:xfrm>
              <a:custGeom>
                <a:avLst/>
                <a:gdLst>
                  <a:gd name="T0" fmla="*/ 3 w 8"/>
                  <a:gd name="T1" fmla="*/ 0 h 9"/>
                  <a:gd name="T2" fmla="*/ 1 w 8"/>
                  <a:gd name="T3" fmla="*/ 0 h 9"/>
                  <a:gd name="T4" fmla="*/ 0 w 8"/>
                  <a:gd name="T5" fmla="*/ 1 h 9"/>
                  <a:gd name="T6" fmla="*/ 0 w 8"/>
                  <a:gd name="T7" fmla="*/ 3 h 9"/>
                  <a:gd name="T8" fmla="*/ 0 w 8"/>
                  <a:gd name="T9" fmla="*/ 4 h 9"/>
                  <a:gd name="T10" fmla="*/ 0 w 8"/>
                  <a:gd name="T11" fmla="*/ 6 h 9"/>
                  <a:gd name="T12" fmla="*/ 1 w 8"/>
                  <a:gd name="T13" fmla="*/ 7 h 9"/>
                  <a:gd name="T14" fmla="*/ 3 w 8"/>
                  <a:gd name="T15" fmla="*/ 9 h 9"/>
                  <a:gd name="T16" fmla="*/ 4 w 8"/>
                  <a:gd name="T17" fmla="*/ 9 h 9"/>
                  <a:gd name="T18" fmla="*/ 4 w 8"/>
                  <a:gd name="T19" fmla="*/ 9 h 9"/>
                  <a:gd name="T20" fmla="*/ 5 w 8"/>
                  <a:gd name="T21" fmla="*/ 7 h 9"/>
                  <a:gd name="T22" fmla="*/ 7 w 8"/>
                  <a:gd name="T23" fmla="*/ 6 h 9"/>
                  <a:gd name="T24" fmla="*/ 8 w 8"/>
                  <a:gd name="T25" fmla="*/ 4 h 9"/>
                  <a:gd name="T26" fmla="*/ 8 w 8"/>
                  <a:gd name="T27" fmla="*/ 3 h 9"/>
                  <a:gd name="T28" fmla="*/ 7 w 8"/>
                  <a:gd name="T29" fmla="*/ 1 h 9"/>
                  <a:gd name="T30" fmla="*/ 5 w 8"/>
                  <a:gd name="T31" fmla="*/ 0 h 9"/>
                  <a:gd name="T32" fmla="*/ 4 w 8"/>
                  <a:gd name="T33" fmla="*/ 0 h 9"/>
                  <a:gd name="T34" fmla="*/ 3 w 8"/>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3" y="0"/>
                    </a:moveTo>
                    <a:lnTo>
                      <a:pt x="1" y="0"/>
                    </a:lnTo>
                    <a:lnTo>
                      <a:pt x="0" y="1"/>
                    </a:lnTo>
                    <a:lnTo>
                      <a:pt x="0" y="3"/>
                    </a:lnTo>
                    <a:lnTo>
                      <a:pt x="0" y="4"/>
                    </a:lnTo>
                    <a:lnTo>
                      <a:pt x="0" y="6"/>
                    </a:lnTo>
                    <a:lnTo>
                      <a:pt x="1" y="7"/>
                    </a:lnTo>
                    <a:lnTo>
                      <a:pt x="3" y="9"/>
                    </a:lnTo>
                    <a:lnTo>
                      <a:pt x="4" y="9"/>
                    </a:lnTo>
                    <a:lnTo>
                      <a:pt x="5" y="7"/>
                    </a:lnTo>
                    <a:lnTo>
                      <a:pt x="7" y="6"/>
                    </a:lnTo>
                    <a:lnTo>
                      <a:pt x="8" y="4"/>
                    </a:lnTo>
                    <a:lnTo>
                      <a:pt x="8" y="3"/>
                    </a:lnTo>
                    <a:lnTo>
                      <a:pt x="7" y="1"/>
                    </a:lnTo>
                    <a:lnTo>
                      <a:pt x="5" y="0"/>
                    </a:lnTo>
                    <a:lnTo>
                      <a:pt x="4"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37" name="Freeform 81"/>
              <p:cNvSpPr>
                <a:spLocks/>
              </p:cNvSpPr>
              <p:nvPr/>
            </p:nvSpPr>
            <p:spPr bwMode="auto">
              <a:xfrm>
                <a:off x="3758" y="2146"/>
                <a:ext cx="8" cy="9"/>
              </a:xfrm>
              <a:custGeom>
                <a:avLst/>
                <a:gdLst>
                  <a:gd name="T0" fmla="*/ 5 w 8"/>
                  <a:gd name="T1" fmla="*/ 0 h 9"/>
                  <a:gd name="T2" fmla="*/ 4 w 8"/>
                  <a:gd name="T3" fmla="*/ 0 h 9"/>
                  <a:gd name="T4" fmla="*/ 3 w 8"/>
                  <a:gd name="T5" fmla="*/ 0 h 9"/>
                  <a:gd name="T6" fmla="*/ 1 w 8"/>
                  <a:gd name="T7" fmla="*/ 2 h 9"/>
                  <a:gd name="T8" fmla="*/ 0 w 8"/>
                  <a:gd name="T9" fmla="*/ 3 h 9"/>
                  <a:gd name="T10" fmla="*/ 0 w 8"/>
                  <a:gd name="T11" fmla="*/ 5 h 9"/>
                  <a:gd name="T12" fmla="*/ 1 w 8"/>
                  <a:gd name="T13" fmla="*/ 6 h 9"/>
                  <a:gd name="T14" fmla="*/ 3 w 8"/>
                  <a:gd name="T15" fmla="*/ 8 h 9"/>
                  <a:gd name="T16" fmla="*/ 4 w 8"/>
                  <a:gd name="T17" fmla="*/ 9 h 9"/>
                  <a:gd name="T18" fmla="*/ 4 w 8"/>
                  <a:gd name="T19" fmla="*/ 9 h 9"/>
                  <a:gd name="T20" fmla="*/ 5 w 8"/>
                  <a:gd name="T21" fmla="*/ 9 h 9"/>
                  <a:gd name="T22" fmla="*/ 7 w 8"/>
                  <a:gd name="T23" fmla="*/ 8 h 9"/>
                  <a:gd name="T24" fmla="*/ 8 w 8"/>
                  <a:gd name="T25" fmla="*/ 6 h 9"/>
                  <a:gd name="T26" fmla="*/ 8 w 8"/>
                  <a:gd name="T27" fmla="*/ 5 h 9"/>
                  <a:gd name="T28" fmla="*/ 8 w 8"/>
                  <a:gd name="T29" fmla="*/ 3 h 9"/>
                  <a:gd name="T30" fmla="*/ 8 w 8"/>
                  <a:gd name="T31" fmla="*/ 2 h 9"/>
                  <a:gd name="T32" fmla="*/ 7 w 8"/>
                  <a:gd name="T33" fmla="*/ 0 h 9"/>
                  <a:gd name="T34" fmla="*/ 5 w 8"/>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5" y="0"/>
                    </a:moveTo>
                    <a:lnTo>
                      <a:pt x="4" y="0"/>
                    </a:lnTo>
                    <a:lnTo>
                      <a:pt x="3" y="0"/>
                    </a:lnTo>
                    <a:lnTo>
                      <a:pt x="1" y="2"/>
                    </a:lnTo>
                    <a:lnTo>
                      <a:pt x="0" y="3"/>
                    </a:lnTo>
                    <a:lnTo>
                      <a:pt x="0" y="5"/>
                    </a:lnTo>
                    <a:lnTo>
                      <a:pt x="1" y="6"/>
                    </a:lnTo>
                    <a:lnTo>
                      <a:pt x="3" y="8"/>
                    </a:lnTo>
                    <a:lnTo>
                      <a:pt x="4" y="9"/>
                    </a:lnTo>
                    <a:lnTo>
                      <a:pt x="5" y="9"/>
                    </a:lnTo>
                    <a:lnTo>
                      <a:pt x="7" y="8"/>
                    </a:lnTo>
                    <a:lnTo>
                      <a:pt x="8" y="6"/>
                    </a:lnTo>
                    <a:lnTo>
                      <a:pt x="8" y="5"/>
                    </a:lnTo>
                    <a:lnTo>
                      <a:pt x="8" y="3"/>
                    </a:lnTo>
                    <a:lnTo>
                      <a:pt x="8" y="2"/>
                    </a:lnTo>
                    <a:lnTo>
                      <a:pt x="7" y="0"/>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38" name="Freeform 82"/>
              <p:cNvSpPr>
                <a:spLocks/>
              </p:cNvSpPr>
              <p:nvPr/>
            </p:nvSpPr>
            <p:spPr bwMode="auto">
              <a:xfrm>
                <a:off x="3775" y="2145"/>
                <a:ext cx="9" cy="9"/>
              </a:xfrm>
              <a:custGeom>
                <a:avLst/>
                <a:gdLst>
                  <a:gd name="T0" fmla="*/ 6 w 9"/>
                  <a:gd name="T1" fmla="*/ 0 h 9"/>
                  <a:gd name="T2" fmla="*/ 4 w 9"/>
                  <a:gd name="T3" fmla="*/ 0 h 9"/>
                  <a:gd name="T4" fmla="*/ 3 w 9"/>
                  <a:gd name="T5" fmla="*/ 1 h 9"/>
                  <a:gd name="T6" fmla="*/ 2 w 9"/>
                  <a:gd name="T7" fmla="*/ 3 h 9"/>
                  <a:gd name="T8" fmla="*/ 0 w 9"/>
                  <a:gd name="T9" fmla="*/ 4 h 9"/>
                  <a:gd name="T10" fmla="*/ 0 w 9"/>
                  <a:gd name="T11" fmla="*/ 6 h 9"/>
                  <a:gd name="T12" fmla="*/ 2 w 9"/>
                  <a:gd name="T13" fmla="*/ 7 h 9"/>
                  <a:gd name="T14" fmla="*/ 3 w 9"/>
                  <a:gd name="T15" fmla="*/ 9 h 9"/>
                  <a:gd name="T16" fmla="*/ 4 w 9"/>
                  <a:gd name="T17" fmla="*/ 9 h 9"/>
                  <a:gd name="T18" fmla="*/ 4 w 9"/>
                  <a:gd name="T19" fmla="*/ 9 h 9"/>
                  <a:gd name="T20" fmla="*/ 6 w 9"/>
                  <a:gd name="T21" fmla="*/ 9 h 9"/>
                  <a:gd name="T22" fmla="*/ 7 w 9"/>
                  <a:gd name="T23" fmla="*/ 9 h 9"/>
                  <a:gd name="T24" fmla="*/ 9 w 9"/>
                  <a:gd name="T25" fmla="*/ 7 h 9"/>
                  <a:gd name="T26" fmla="*/ 9 w 9"/>
                  <a:gd name="T27" fmla="*/ 6 h 9"/>
                  <a:gd name="T28" fmla="*/ 9 w 9"/>
                  <a:gd name="T29" fmla="*/ 4 h 9"/>
                  <a:gd name="T30" fmla="*/ 9 w 9"/>
                  <a:gd name="T31" fmla="*/ 3 h 9"/>
                  <a:gd name="T32" fmla="*/ 7 w 9"/>
                  <a:gd name="T33" fmla="*/ 1 h 9"/>
                  <a:gd name="T34" fmla="*/ 6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6" y="0"/>
                    </a:moveTo>
                    <a:lnTo>
                      <a:pt x="4" y="0"/>
                    </a:lnTo>
                    <a:lnTo>
                      <a:pt x="3" y="1"/>
                    </a:lnTo>
                    <a:lnTo>
                      <a:pt x="2" y="3"/>
                    </a:lnTo>
                    <a:lnTo>
                      <a:pt x="0" y="4"/>
                    </a:lnTo>
                    <a:lnTo>
                      <a:pt x="0" y="6"/>
                    </a:lnTo>
                    <a:lnTo>
                      <a:pt x="2" y="7"/>
                    </a:lnTo>
                    <a:lnTo>
                      <a:pt x="3" y="9"/>
                    </a:lnTo>
                    <a:lnTo>
                      <a:pt x="4" y="9"/>
                    </a:lnTo>
                    <a:lnTo>
                      <a:pt x="6" y="9"/>
                    </a:lnTo>
                    <a:lnTo>
                      <a:pt x="7" y="9"/>
                    </a:lnTo>
                    <a:lnTo>
                      <a:pt x="9" y="7"/>
                    </a:lnTo>
                    <a:lnTo>
                      <a:pt x="9" y="6"/>
                    </a:lnTo>
                    <a:lnTo>
                      <a:pt x="9" y="4"/>
                    </a:lnTo>
                    <a:lnTo>
                      <a:pt x="9" y="3"/>
                    </a:lnTo>
                    <a:lnTo>
                      <a:pt x="7" y="1"/>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39" name="Freeform 83"/>
              <p:cNvSpPr>
                <a:spLocks/>
              </p:cNvSpPr>
              <p:nvPr/>
            </p:nvSpPr>
            <p:spPr bwMode="auto">
              <a:xfrm>
                <a:off x="3793" y="2149"/>
                <a:ext cx="8" cy="9"/>
              </a:xfrm>
              <a:custGeom>
                <a:avLst/>
                <a:gdLst>
                  <a:gd name="T0" fmla="*/ 4 w 8"/>
                  <a:gd name="T1" fmla="*/ 0 h 9"/>
                  <a:gd name="T2" fmla="*/ 2 w 8"/>
                  <a:gd name="T3" fmla="*/ 0 h 9"/>
                  <a:gd name="T4" fmla="*/ 1 w 8"/>
                  <a:gd name="T5" fmla="*/ 2 h 9"/>
                  <a:gd name="T6" fmla="*/ 0 w 8"/>
                  <a:gd name="T7" fmla="*/ 3 h 9"/>
                  <a:gd name="T8" fmla="*/ 0 w 8"/>
                  <a:gd name="T9" fmla="*/ 5 h 9"/>
                  <a:gd name="T10" fmla="*/ 0 w 8"/>
                  <a:gd name="T11" fmla="*/ 6 h 9"/>
                  <a:gd name="T12" fmla="*/ 0 w 8"/>
                  <a:gd name="T13" fmla="*/ 8 h 9"/>
                  <a:gd name="T14" fmla="*/ 1 w 8"/>
                  <a:gd name="T15" fmla="*/ 9 h 9"/>
                  <a:gd name="T16" fmla="*/ 2 w 8"/>
                  <a:gd name="T17" fmla="*/ 9 h 9"/>
                  <a:gd name="T18" fmla="*/ 2 w 8"/>
                  <a:gd name="T19" fmla="*/ 9 h 9"/>
                  <a:gd name="T20" fmla="*/ 4 w 8"/>
                  <a:gd name="T21" fmla="*/ 9 h 9"/>
                  <a:gd name="T22" fmla="*/ 5 w 8"/>
                  <a:gd name="T23" fmla="*/ 9 h 9"/>
                  <a:gd name="T24" fmla="*/ 7 w 8"/>
                  <a:gd name="T25" fmla="*/ 8 h 9"/>
                  <a:gd name="T26" fmla="*/ 8 w 8"/>
                  <a:gd name="T27" fmla="*/ 6 h 9"/>
                  <a:gd name="T28" fmla="*/ 8 w 8"/>
                  <a:gd name="T29" fmla="*/ 5 h 9"/>
                  <a:gd name="T30" fmla="*/ 7 w 8"/>
                  <a:gd name="T31" fmla="*/ 3 h 9"/>
                  <a:gd name="T32" fmla="*/ 5 w 8"/>
                  <a:gd name="T33" fmla="*/ 2 h 9"/>
                  <a:gd name="T34" fmla="*/ 4 w 8"/>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4" y="0"/>
                    </a:moveTo>
                    <a:lnTo>
                      <a:pt x="2" y="0"/>
                    </a:lnTo>
                    <a:lnTo>
                      <a:pt x="1" y="2"/>
                    </a:lnTo>
                    <a:lnTo>
                      <a:pt x="0" y="3"/>
                    </a:lnTo>
                    <a:lnTo>
                      <a:pt x="0" y="5"/>
                    </a:lnTo>
                    <a:lnTo>
                      <a:pt x="0" y="6"/>
                    </a:lnTo>
                    <a:lnTo>
                      <a:pt x="0" y="8"/>
                    </a:lnTo>
                    <a:lnTo>
                      <a:pt x="1" y="9"/>
                    </a:lnTo>
                    <a:lnTo>
                      <a:pt x="2" y="9"/>
                    </a:lnTo>
                    <a:lnTo>
                      <a:pt x="4" y="9"/>
                    </a:lnTo>
                    <a:lnTo>
                      <a:pt x="5" y="9"/>
                    </a:lnTo>
                    <a:lnTo>
                      <a:pt x="7" y="8"/>
                    </a:lnTo>
                    <a:lnTo>
                      <a:pt x="8" y="6"/>
                    </a:lnTo>
                    <a:lnTo>
                      <a:pt x="8" y="5"/>
                    </a:lnTo>
                    <a:lnTo>
                      <a:pt x="7" y="3"/>
                    </a:lnTo>
                    <a:lnTo>
                      <a:pt x="5" y="2"/>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40" name="Freeform 84"/>
              <p:cNvSpPr>
                <a:spLocks/>
              </p:cNvSpPr>
              <p:nvPr/>
            </p:nvSpPr>
            <p:spPr bwMode="auto">
              <a:xfrm>
                <a:off x="3808" y="2157"/>
                <a:ext cx="9" cy="8"/>
              </a:xfrm>
              <a:custGeom>
                <a:avLst/>
                <a:gdLst>
                  <a:gd name="T0" fmla="*/ 6 w 9"/>
                  <a:gd name="T1" fmla="*/ 0 h 8"/>
                  <a:gd name="T2" fmla="*/ 5 w 9"/>
                  <a:gd name="T3" fmla="*/ 0 h 8"/>
                  <a:gd name="T4" fmla="*/ 3 w 9"/>
                  <a:gd name="T5" fmla="*/ 0 h 8"/>
                  <a:gd name="T6" fmla="*/ 2 w 9"/>
                  <a:gd name="T7" fmla="*/ 1 h 8"/>
                  <a:gd name="T8" fmla="*/ 0 w 9"/>
                  <a:gd name="T9" fmla="*/ 3 h 8"/>
                  <a:gd name="T10" fmla="*/ 0 w 9"/>
                  <a:gd name="T11" fmla="*/ 4 h 8"/>
                  <a:gd name="T12" fmla="*/ 2 w 9"/>
                  <a:gd name="T13" fmla="*/ 5 h 8"/>
                  <a:gd name="T14" fmla="*/ 3 w 9"/>
                  <a:gd name="T15" fmla="*/ 7 h 8"/>
                  <a:gd name="T16" fmla="*/ 5 w 9"/>
                  <a:gd name="T17" fmla="*/ 8 h 8"/>
                  <a:gd name="T18" fmla="*/ 5 w 9"/>
                  <a:gd name="T19" fmla="*/ 8 h 8"/>
                  <a:gd name="T20" fmla="*/ 6 w 9"/>
                  <a:gd name="T21" fmla="*/ 8 h 8"/>
                  <a:gd name="T22" fmla="*/ 8 w 9"/>
                  <a:gd name="T23" fmla="*/ 7 h 8"/>
                  <a:gd name="T24" fmla="*/ 9 w 9"/>
                  <a:gd name="T25" fmla="*/ 5 h 8"/>
                  <a:gd name="T26" fmla="*/ 9 w 9"/>
                  <a:gd name="T27" fmla="*/ 4 h 8"/>
                  <a:gd name="T28" fmla="*/ 9 w 9"/>
                  <a:gd name="T29" fmla="*/ 3 h 8"/>
                  <a:gd name="T30" fmla="*/ 9 w 9"/>
                  <a:gd name="T31" fmla="*/ 1 h 8"/>
                  <a:gd name="T32" fmla="*/ 8 w 9"/>
                  <a:gd name="T33" fmla="*/ 0 h 8"/>
                  <a:gd name="T34" fmla="*/ 6 w 9"/>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6" y="0"/>
                    </a:moveTo>
                    <a:lnTo>
                      <a:pt x="5" y="0"/>
                    </a:lnTo>
                    <a:lnTo>
                      <a:pt x="3" y="0"/>
                    </a:lnTo>
                    <a:lnTo>
                      <a:pt x="2" y="1"/>
                    </a:lnTo>
                    <a:lnTo>
                      <a:pt x="0" y="3"/>
                    </a:lnTo>
                    <a:lnTo>
                      <a:pt x="0" y="4"/>
                    </a:lnTo>
                    <a:lnTo>
                      <a:pt x="2" y="5"/>
                    </a:lnTo>
                    <a:lnTo>
                      <a:pt x="3" y="7"/>
                    </a:lnTo>
                    <a:lnTo>
                      <a:pt x="5" y="8"/>
                    </a:lnTo>
                    <a:lnTo>
                      <a:pt x="6" y="8"/>
                    </a:lnTo>
                    <a:lnTo>
                      <a:pt x="8" y="7"/>
                    </a:lnTo>
                    <a:lnTo>
                      <a:pt x="9" y="5"/>
                    </a:lnTo>
                    <a:lnTo>
                      <a:pt x="9" y="4"/>
                    </a:lnTo>
                    <a:lnTo>
                      <a:pt x="9" y="3"/>
                    </a:lnTo>
                    <a:lnTo>
                      <a:pt x="9" y="1"/>
                    </a:lnTo>
                    <a:lnTo>
                      <a:pt x="8" y="0"/>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41" name="Freeform 85"/>
              <p:cNvSpPr>
                <a:spLocks/>
              </p:cNvSpPr>
              <p:nvPr/>
            </p:nvSpPr>
            <p:spPr bwMode="auto">
              <a:xfrm>
                <a:off x="3824" y="2165"/>
                <a:ext cx="9" cy="9"/>
              </a:xfrm>
              <a:custGeom>
                <a:avLst/>
                <a:gdLst>
                  <a:gd name="T0" fmla="*/ 6 w 9"/>
                  <a:gd name="T1" fmla="*/ 0 h 9"/>
                  <a:gd name="T2" fmla="*/ 5 w 9"/>
                  <a:gd name="T3" fmla="*/ 0 h 9"/>
                  <a:gd name="T4" fmla="*/ 3 w 9"/>
                  <a:gd name="T5" fmla="*/ 0 h 9"/>
                  <a:gd name="T6" fmla="*/ 2 w 9"/>
                  <a:gd name="T7" fmla="*/ 0 h 9"/>
                  <a:gd name="T8" fmla="*/ 0 w 9"/>
                  <a:gd name="T9" fmla="*/ 2 h 9"/>
                  <a:gd name="T10" fmla="*/ 0 w 9"/>
                  <a:gd name="T11" fmla="*/ 3 h 9"/>
                  <a:gd name="T12" fmla="*/ 0 w 9"/>
                  <a:gd name="T13" fmla="*/ 5 h 9"/>
                  <a:gd name="T14" fmla="*/ 0 w 9"/>
                  <a:gd name="T15" fmla="*/ 6 h 9"/>
                  <a:gd name="T16" fmla="*/ 2 w 9"/>
                  <a:gd name="T17" fmla="*/ 8 h 9"/>
                  <a:gd name="T18" fmla="*/ 2 w 9"/>
                  <a:gd name="T19" fmla="*/ 8 h 9"/>
                  <a:gd name="T20" fmla="*/ 3 w 9"/>
                  <a:gd name="T21" fmla="*/ 9 h 9"/>
                  <a:gd name="T22" fmla="*/ 5 w 9"/>
                  <a:gd name="T23" fmla="*/ 9 h 9"/>
                  <a:gd name="T24" fmla="*/ 6 w 9"/>
                  <a:gd name="T25" fmla="*/ 8 h 9"/>
                  <a:gd name="T26" fmla="*/ 8 w 9"/>
                  <a:gd name="T27" fmla="*/ 6 h 9"/>
                  <a:gd name="T28" fmla="*/ 9 w 9"/>
                  <a:gd name="T29" fmla="*/ 5 h 9"/>
                  <a:gd name="T30" fmla="*/ 9 w 9"/>
                  <a:gd name="T31" fmla="*/ 3 h 9"/>
                  <a:gd name="T32" fmla="*/ 8 w 9"/>
                  <a:gd name="T33" fmla="*/ 2 h 9"/>
                  <a:gd name="T34" fmla="*/ 6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6" y="0"/>
                    </a:moveTo>
                    <a:lnTo>
                      <a:pt x="5" y="0"/>
                    </a:lnTo>
                    <a:lnTo>
                      <a:pt x="3" y="0"/>
                    </a:lnTo>
                    <a:lnTo>
                      <a:pt x="2" y="0"/>
                    </a:lnTo>
                    <a:lnTo>
                      <a:pt x="0" y="2"/>
                    </a:lnTo>
                    <a:lnTo>
                      <a:pt x="0" y="3"/>
                    </a:lnTo>
                    <a:lnTo>
                      <a:pt x="0" y="5"/>
                    </a:lnTo>
                    <a:lnTo>
                      <a:pt x="0" y="6"/>
                    </a:lnTo>
                    <a:lnTo>
                      <a:pt x="2" y="8"/>
                    </a:lnTo>
                    <a:lnTo>
                      <a:pt x="3" y="9"/>
                    </a:lnTo>
                    <a:lnTo>
                      <a:pt x="5" y="9"/>
                    </a:lnTo>
                    <a:lnTo>
                      <a:pt x="6" y="8"/>
                    </a:lnTo>
                    <a:lnTo>
                      <a:pt x="8" y="6"/>
                    </a:lnTo>
                    <a:lnTo>
                      <a:pt x="9" y="5"/>
                    </a:lnTo>
                    <a:lnTo>
                      <a:pt x="9" y="3"/>
                    </a:lnTo>
                    <a:lnTo>
                      <a:pt x="8" y="2"/>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42" name="Freeform 86"/>
              <p:cNvSpPr>
                <a:spLocks/>
              </p:cNvSpPr>
              <p:nvPr/>
            </p:nvSpPr>
            <p:spPr bwMode="auto">
              <a:xfrm>
                <a:off x="3839" y="2174"/>
                <a:ext cx="9" cy="9"/>
              </a:xfrm>
              <a:custGeom>
                <a:avLst/>
                <a:gdLst>
                  <a:gd name="T0" fmla="*/ 6 w 9"/>
                  <a:gd name="T1" fmla="*/ 0 h 9"/>
                  <a:gd name="T2" fmla="*/ 4 w 9"/>
                  <a:gd name="T3" fmla="*/ 0 h 9"/>
                  <a:gd name="T4" fmla="*/ 3 w 9"/>
                  <a:gd name="T5" fmla="*/ 0 h 9"/>
                  <a:gd name="T6" fmla="*/ 1 w 9"/>
                  <a:gd name="T7" fmla="*/ 0 h 9"/>
                  <a:gd name="T8" fmla="*/ 0 w 9"/>
                  <a:gd name="T9" fmla="*/ 1 h 9"/>
                  <a:gd name="T10" fmla="*/ 0 w 9"/>
                  <a:gd name="T11" fmla="*/ 3 h 9"/>
                  <a:gd name="T12" fmla="*/ 0 w 9"/>
                  <a:gd name="T13" fmla="*/ 4 h 9"/>
                  <a:gd name="T14" fmla="*/ 0 w 9"/>
                  <a:gd name="T15" fmla="*/ 6 h 9"/>
                  <a:gd name="T16" fmla="*/ 1 w 9"/>
                  <a:gd name="T17" fmla="*/ 7 h 9"/>
                  <a:gd name="T18" fmla="*/ 1 w 9"/>
                  <a:gd name="T19" fmla="*/ 7 h 9"/>
                  <a:gd name="T20" fmla="*/ 3 w 9"/>
                  <a:gd name="T21" fmla="*/ 9 h 9"/>
                  <a:gd name="T22" fmla="*/ 4 w 9"/>
                  <a:gd name="T23" fmla="*/ 9 h 9"/>
                  <a:gd name="T24" fmla="*/ 6 w 9"/>
                  <a:gd name="T25" fmla="*/ 7 h 9"/>
                  <a:gd name="T26" fmla="*/ 7 w 9"/>
                  <a:gd name="T27" fmla="*/ 6 h 9"/>
                  <a:gd name="T28" fmla="*/ 9 w 9"/>
                  <a:gd name="T29" fmla="*/ 4 h 9"/>
                  <a:gd name="T30" fmla="*/ 9 w 9"/>
                  <a:gd name="T31" fmla="*/ 3 h 9"/>
                  <a:gd name="T32" fmla="*/ 7 w 9"/>
                  <a:gd name="T33" fmla="*/ 1 h 9"/>
                  <a:gd name="T34" fmla="*/ 6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6" y="0"/>
                    </a:moveTo>
                    <a:lnTo>
                      <a:pt x="4" y="0"/>
                    </a:lnTo>
                    <a:lnTo>
                      <a:pt x="3" y="0"/>
                    </a:lnTo>
                    <a:lnTo>
                      <a:pt x="1" y="0"/>
                    </a:lnTo>
                    <a:lnTo>
                      <a:pt x="0" y="1"/>
                    </a:lnTo>
                    <a:lnTo>
                      <a:pt x="0" y="3"/>
                    </a:lnTo>
                    <a:lnTo>
                      <a:pt x="0" y="4"/>
                    </a:lnTo>
                    <a:lnTo>
                      <a:pt x="0" y="6"/>
                    </a:lnTo>
                    <a:lnTo>
                      <a:pt x="1" y="7"/>
                    </a:lnTo>
                    <a:lnTo>
                      <a:pt x="3" y="9"/>
                    </a:lnTo>
                    <a:lnTo>
                      <a:pt x="4" y="9"/>
                    </a:lnTo>
                    <a:lnTo>
                      <a:pt x="6" y="7"/>
                    </a:lnTo>
                    <a:lnTo>
                      <a:pt x="7" y="6"/>
                    </a:lnTo>
                    <a:lnTo>
                      <a:pt x="9" y="4"/>
                    </a:lnTo>
                    <a:lnTo>
                      <a:pt x="9" y="3"/>
                    </a:lnTo>
                    <a:lnTo>
                      <a:pt x="7" y="1"/>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43" name="Freeform 87"/>
              <p:cNvSpPr>
                <a:spLocks/>
              </p:cNvSpPr>
              <p:nvPr/>
            </p:nvSpPr>
            <p:spPr bwMode="auto">
              <a:xfrm>
                <a:off x="3852" y="2184"/>
                <a:ext cx="9" cy="9"/>
              </a:xfrm>
              <a:custGeom>
                <a:avLst/>
                <a:gdLst>
                  <a:gd name="T0" fmla="*/ 7 w 9"/>
                  <a:gd name="T1" fmla="*/ 0 h 9"/>
                  <a:gd name="T2" fmla="*/ 6 w 9"/>
                  <a:gd name="T3" fmla="*/ 0 h 9"/>
                  <a:gd name="T4" fmla="*/ 4 w 9"/>
                  <a:gd name="T5" fmla="*/ 0 h 9"/>
                  <a:gd name="T6" fmla="*/ 3 w 9"/>
                  <a:gd name="T7" fmla="*/ 0 h 9"/>
                  <a:gd name="T8" fmla="*/ 2 w 9"/>
                  <a:gd name="T9" fmla="*/ 2 h 9"/>
                  <a:gd name="T10" fmla="*/ 0 w 9"/>
                  <a:gd name="T11" fmla="*/ 3 h 9"/>
                  <a:gd name="T12" fmla="*/ 0 w 9"/>
                  <a:gd name="T13" fmla="*/ 5 h 9"/>
                  <a:gd name="T14" fmla="*/ 2 w 9"/>
                  <a:gd name="T15" fmla="*/ 6 h 9"/>
                  <a:gd name="T16" fmla="*/ 3 w 9"/>
                  <a:gd name="T17" fmla="*/ 7 h 9"/>
                  <a:gd name="T18" fmla="*/ 3 w 9"/>
                  <a:gd name="T19" fmla="*/ 7 h 9"/>
                  <a:gd name="T20" fmla="*/ 4 w 9"/>
                  <a:gd name="T21" fmla="*/ 9 h 9"/>
                  <a:gd name="T22" fmla="*/ 6 w 9"/>
                  <a:gd name="T23" fmla="*/ 9 h 9"/>
                  <a:gd name="T24" fmla="*/ 7 w 9"/>
                  <a:gd name="T25" fmla="*/ 7 h 9"/>
                  <a:gd name="T26" fmla="*/ 9 w 9"/>
                  <a:gd name="T27" fmla="*/ 6 h 9"/>
                  <a:gd name="T28" fmla="*/ 9 w 9"/>
                  <a:gd name="T29" fmla="*/ 5 h 9"/>
                  <a:gd name="T30" fmla="*/ 9 w 9"/>
                  <a:gd name="T31" fmla="*/ 3 h 9"/>
                  <a:gd name="T32" fmla="*/ 9 w 9"/>
                  <a:gd name="T33" fmla="*/ 2 h 9"/>
                  <a:gd name="T34" fmla="*/ 7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7" y="0"/>
                    </a:moveTo>
                    <a:lnTo>
                      <a:pt x="6" y="0"/>
                    </a:lnTo>
                    <a:lnTo>
                      <a:pt x="4" y="0"/>
                    </a:lnTo>
                    <a:lnTo>
                      <a:pt x="3" y="0"/>
                    </a:lnTo>
                    <a:lnTo>
                      <a:pt x="2" y="2"/>
                    </a:lnTo>
                    <a:lnTo>
                      <a:pt x="0" y="3"/>
                    </a:lnTo>
                    <a:lnTo>
                      <a:pt x="0" y="5"/>
                    </a:lnTo>
                    <a:lnTo>
                      <a:pt x="2" y="6"/>
                    </a:lnTo>
                    <a:lnTo>
                      <a:pt x="3" y="7"/>
                    </a:lnTo>
                    <a:lnTo>
                      <a:pt x="4" y="9"/>
                    </a:lnTo>
                    <a:lnTo>
                      <a:pt x="6" y="9"/>
                    </a:lnTo>
                    <a:lnTo>
                      <a:pt x="7" y="7"/>
                    </a:lnTo>
                    <a:lnTo>
                      <a:pt x="9" y="6"/>
                    </a:lnTo>
                    <a:lnTo>
                      <a:pt x="9" y="5"/>
                    </a:lnTo>
                    <a:lnTo>
                      <a:pt x="9" y="3"/>
                    </a:lnTo>
                    <a:lnTo>
                      <a:pt x="9" y="2"/>
                    </a:lnTo>
                    <a:lnTo>
                      <a:pt x="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44" name="Freeform 88"/>
              <p:cNvSpPr>
                <a:spLocks/>
              </p:cNvSpPr>
              <p:nvPr/>
            </p:nvSpPr>
            <p:spPr bwMode="auto">
              <a:xfrm>
                <a:off x="3867" y="2194"/>
                <a:ext cx="8" cy="9"/>
              </a:xfrm>
              <a:custGeom>
                <a:avLst/>
                <a:gdLst>
                  <a:gd name="T0" fmla="*/ 7 w 8"/>
                  <a:gd name="T1" fmla="*/ 2 h 9"/>
                  <a:gd name="T2" fmla="*/ 5 w 8"/>
                  <a:gd name="T3" fmla="*/ 0 h 9"/>
                  <a:gd name="T4" fmla="*/ 4 w 8"/>
                  <a:gd name="T5" fmla="*/ 0 h 9"/>
                  <a:gd name="T6" fmla="*/ 2 w 8"/>
                  <a:gd name="T7" fmla="*/ 2 h 9"/>
                  <a:gd name="T8" fmla="*/ 1 w 8"/>
                  <a:gd name="T9" fmla="*/ 3 h 9"/>
                  <a:gd name="T10" fmla="*/ 0 w 8"/>
                  <a:gd name="T11" fmla="*/ 5 h 9"/>
                  <a:gd name="T12" fmla="*/ 0 w 8"/>
                  <a:gd name="T13" fmla="*/ 6 h 9"/>
                  <a:gd name="T14" fmla="*/ 1 w 8"/>
                  <a:gd name="T15" fmla="*/ 8 h 9"/>
                  <a:gd name="T16" fmla="*/ 2 w 8"/>
                  <a:gd name="T17" fmla="*/ 9 h 9"/>
                  <a:gd name="T18" fmla="*/ 2 w 8"/>
                  <a:gd name="T19" fmla="*/ 9 h 9"/>
                  <a:gd name="T20" fmla="*/ 4 w 8"/>
                  <a:gd name="T21" fmla="*/ 9 h 9"/>
                  <a:gd name="T22" fmla="*/ 5 w 8"/>
                  <a:gd name="T23" fmla="*/ 9 h 9"/>
                  <a:gd name="T24" fmla="*/ 7 w 8"/>
                  <a:gd name="T25" fmla="*/ 9 h 9"/>
                  <a:gd name="T26" fmla="*/ 8 w 8"/>
                  <a:gd name="T27" fmla="*/ 8 h 9"/>
                  <a:gd name="T28" fmla="*/ 8 w 8"/>
                  <a:gd name="T29" fmla="*/ 6 h 9"/>
                  <a:gd name="T30" fmla="*/ 8 w 8"/>
                  <a:gd name="T31" fmla="*/ 5 h 9"/>
                  <a:gd name="T32" fmla="*/ 8 w 8"/>
                  <a:gd name="T33" fmla="*/ 3 h 9"/>
                  <a:gd name="T34" fmla="*/ 7 w 8"/>
                  <a:gd name="T35" fmla="*/ 2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7" y="2"/>
                    </a:moveTo>
                    <a:lnTo>
                      <a:pt x="5" y="0"/>
                    </a:lnTo>
                    <a:lnTo>
                      <a:pt x="4" y="0"/>
                    </a:lnTo>
                    <a:lnTo>
                      <a:pt x="2" y="2"/>
                    </a:lnTo>
                    <a:lnTo>
                      <a:pt x="1" y="3"/>
                    </a:lnTo>
                    <a:lnTo>
                      <a:pt x="0" y="5"/>
                    </a:lnTo>
                    <a:lnTo>
                      <a:pt x="0" y="6"/>
                    </a:lnTo>
                    <a:lnTo>
                      <a:pt x="1" y="8"/>
                    </a:lnTo>
                    <a:lnTo>
                      <a:pt x="2" y="9"/>
                    </a:lnTo>
                    <a:lnTo>
                      <a:pt x="4" y="9"/>
                    </a:lnTo>
                    <a:lnTo>
                      <a:pt x="5" y="9"/>
                    </a:lnTo>
                    <a:lnTo>
                      <a:pt x="7" y="9"/>
                    </a:lnTo>
                    <a:lnTo>
                      <a:pt x="8" y="8"/>
                    </a:lnTo>
                    <a:lnTo>
                      <a:pt x="8" y="6"/>
                    </a:lnTo>
                    <a:lnTo>
                      <a:pt x="8" y="5"/>
                    </a:lnTo>
                    <a:lnTo>
                      <a:pt x="8" y="3"/>
                    </a:lnTo>
                    <a:lnTo>
                      <a:pt x="7"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45" name="Freeform 89"/>
              <p:cNvSpPr>
                <a:spLocks/>
              </p:cNvSpPr>
              <p:nvPr/>
            </p:nvSpPr>
            <p:spPr bwMode="auto">
              <a:xfrm>
                <a:off x="3880" y="2206"/>
                <a:ext cx="8" cy="9"/>
              </a:xfrm>
              <a:custGeom>
                <a:avLst/>
                <a:gdLst>
                  <a:gd name="T0" fmla="*/ 7 w 8"/>
                  <a:gd name="T1" fmla="*/ 0 h 9"/>
                  <a:gd name="T2" fmla="*/ 5 w 8"/>
                  <a:gd name="T3" fmla="*/ 0 h 9"/>
                  <a:gd name="T4" fmla="*/ 4 w 8"/>
                  <a:gd name="T5" fmla="*/ 0 h 9"/>
                  <a:gd name="T6" fmla="*/ 3 w 8"/>
                  <a:gd name="T7" fmla="*/ 0 h 9"/>
                  <a:gd name="T8" fmla="*/ 1 w 8"/>
                  <a:gd name="T9" fmla="*/ 1 h 9"/>
                  <a:gd name="T10" fmla="*/ 0 w 8"/>
                  <a:gd name="T11" fmla="*/ 3 h 9"/>
                  <a:gd name="T12" fmla="*/ 0 w 8"/>
                  <a:gd name="T13" fmla="*/ 4 h 9"/>
                  <a:gd name="T14" fmla="*/ 1 w 8"/>
                  <a:gd name="T15" fmla="*/ 6 h 9"/>
                  <a:gd name="T16" fmla="*/ 3 w 8"/>
                  <a:gd name="T17" fmla="*/ 7 h 9"/>
                  <a:gd name="T18" fmla="*/ 3 w 8"/>
                  <a:gd name="T19" fmla="*/ 7 h 9"/>
                  <a:gd name="T20" fmla="*/ 4 w 8"/>
                  <a:gd name="T21" fmla="*/ 9 h 9"/>
                  <a:gd name="T22" fmla="*/ 5 w 8"/>
                  <a:gd name="T23" fmla="*/ 9 h 9"/>
                  <a:gd name="T24" fmla="*/ 7 w 8"/>
                  <a:gd name="T25" fmla="*/ 7 h 9"/>
                  <a:gd name="T26" fmla="*/ 8 w 8"/>
                  <a:gd name="T27" fmla="*/ 6 h 9"/>
                  <a:gd name="T28" fmla="*/ 8 w 8"/>
                  <a:gd name="T29" fmla="*/ 4 h 9"/>
                  <a:gd name="T30" fmla="*/ 8 w 8"/>
                  <a:gd name="T31" fmla="*/ 3 h 9"/>
                  <a:gd name="T32" fmla="*/ 8 w 8"/>
                  <a:gd name="T33" fmla="*/ 1 h 9"/>
                  <a:gd name="T34" fmla="*/ 7 w 8"/>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7" y="0"/>
                    </a:moveTo>
                    <a:lnTo>
                      <a:pt x="5" y="0"/>
                    </a:lnTo>
                    <a:lnTo>
                      <a:pt x="4" y="0"/>
                    </a:lnTo>
                    <a:lnTo>
                      <a:pt x="3" y="0"/>
                    </a:lnTo>
                    <a:lnTo>
                      <a:pt x="1" y="1"/>
                    </a:lnTo>
                    <a:lnTo>
                      <a:pt x="0" y="3"/>
                    </a:lnTo>
                    <a:lnTo>
                      <a:pt x="0" y="4"/>
                    </a:lnTo>
                    <a:lnTo>
                      <a:pt x="1" y="6"/>
                    </a:lnTo>
                    <a:lnTo>
                      <a:pt x="3" y="7"/>
                    </a:lnTo>
                    <a:lnTo>
                      <a:pt x="4" y="9"/>
                    </a:lnTo>
                    <a:lnTo>
                      <a:pt x="5" y="9"/>
                    </a:lnTo>
                    <a:lnTo>
                      <a:pt x="7" y="7"/>
                    </a:lnTo>
                    <a:lnTo>
                      <a:pt x="8" y="6"/>
                    </a:lnTo>
                    <a:lnTo>
                      <a:pt x="8" y="4"/>
                    </a:lnTo>
                    <a:lnTo>
                      <a:pt x="8" y="3"/>
                    </a:lnTo>
                    <a:lnTo>
                      <a:pt x="8" y="1"/>
                    </a:lnTo>
                    <a:lnTo>
                      <a:pt x="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46" name="Freeform 90"/>
              <p:cNvSpPr>
                <a:spLocks/>
              </p:cNvSpPr>
              <p:nvPr/>
            </p:nvSpPr>
            <p:spPr bwMode="auto">
              <a:xfrm>
                <a:off x="3894" y="2216"/>
                <a:ext cx="9" cy="9"/>
              </a:xfrm>
              <a:custGeom>
                <a:avLst/>
                <a:gdLst>
                  <a:gd name="T0" fmla="*/ 6 w 9"/>
                  <a:gd name="T1" fmla="*/ 2 h 9"/>
                  <a:gd name="T2" fmla="*/ 5 w 9"/>
                  <a:gd name="T3" fmla="*/ 0 h 9"/>
                  <a:gd name="T4" fmla="*/ 3 w 9"/>
                  <a:gd name="T5" fmla="*/ 0 h 9"/>
                  <a:gd name="T6" fmla="*/ 2 w 9"/>
                  <a:gd name="T7" fmla="*/ 2 h 9"/>
                  <a:gd name="T8" fmla="*/ 0 w 9"/>
                  <a:gd name="T9" fmla="*/ 3 h 9"/>
                  <a:gd name="T10" fmla="*/ 0 w 9"/>
                  <a:gd name="T11" fmla="*/ 5 h 9"/>
                  <a:gd name="T12" fmla="*/ 0 w 9"/>
                  <a:gd name="T13" fmla="*/ 6 h 9"/>
                  <a:gd name="T14" fmla="*/ 0 w 9"/>
                  <a:gd name="T15" fmla="*/ 7 h 9"/>
                  <a:gd name="T16" fmla="*/ 2 w 9"/>
                  <a:gd name="T17" fmla="*/ 9 h 9"/>
                  <a:gd name="T18" fmla="*/ 2 w 9"/>
                  <a:gd name="T19" fmla="*/ 9 h 9"/>
                  <a:gd name="T20" fmla="*/ 3 w 9"/>
                  <a:gd name="T21" fmla="*/ 9 h 9"/>
                  <a:gd name="T22" fmla="*/ 5 w 9"/>
                  <a:gd name="T23" fmla="*/ 9 h 9"/>
                  <a:gd name="T24" fmla="*/ 6 w 9"/>
                  <a:gd name="T25" fmla="*/ 9 h 9"/>
                  <a:gd name="T26" fmla="*/ 7 w 9"/>
                  <a:gd name="T27" fmla="*/ 7 h 9"/>
                  <a:gd name="T28" fmla="*/ 9 w 9"/>
                  <a:gd name="T29" fmla="*/ 6 h 9"/>
                  <a:gd name="T30" fmla="*/ 9 w 9"/>
                  <a:gd name="T31" fmla="*/ 5 h 9"/>
                  <a:gd name="T32" fmla="*/ 7 w 9"/>
                  <a:gd name="T33" fmla="*/ 3 h 9"/>
                  <a:gd name="T34" fmla="*/ 6 w 9"/>
                  <a:gd name="T35" fmla="*/ 2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6" y="2"/>
                    </a:moveTo>
                    <a:lnTo>
                      <a:pt x="5" y="0"/>
                    </a:lnTo>
                    <a:lnTo>
                      <a:pt x="3" y="0"/>
                    </a:lnTo>
                    <a:lnTo>
                      <a:pt x="2" y="2"/>
                    </a:lnTo>
                    <a:lnTo>
                      <a:pt x="0" y="3"/>
                    </a:lnTo>
                    <a:lnTo>
                      <a:pt x="0" y="5"/>
                    </a:lnTo>
                    <a:lnTo>
                      <a:pt x="0" y="6"/>
                    </a:lnTo>
                    <a:lnTo>
                      <a:pt x="0" y="7"/>
                    </a:lnTo>
                    <a:lnTo>
                      <a:pt x="2" y="9"/>
                    </a:lnTo>
                    <a:lnTo>
                      <a:pt x="3" y="9"/>
                    </a:lnTo>
                    <a:lnTo>
                      <a:pt x="5" y="9"/>
                    </a:lnTo>
                    <a:lnTo>
                      <a:pt x="6" y="9"/>
                    </a:lnTo>
                    <a:lnTo>
                      <a:pt x="7" y="7"/>
                    </a:lnTo>
                    <a:lnTo>
                      <a:pt x="9" y="6"/>
                    </a:lnTo>
                    <a:lnTo>
                      <a:pt x="9" y="5"/>
                    </a:lnTo>
                    <a:lnTo>
                      <a:pt x="7" y="3"/>
                    </a:lnTo>
                    <a:lnTo>
                      <a:pt x="6"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47" name="Freeform 91"/>
              <p:cNvSpPr>
                <a:spLocks/>
              </p:cNvSpPr>
              <p:nvPr/>
            </p:nvSpPr>
            <p:spPr bwMode="auto">
              <a:xfrm>
                <a:off x="3907" y="2228"/>
                <a:ext cx="9" cy="9"/>
              </a:xfrm>
              <a:custGeom>
                <a:avLst/>
                <a:gdLst>
                  <a:gd name="T0" fmla="*/ 8 w 9"/>
                  <a:gd name="T1" fmla="*/ 0 h 9"/>
                  <a:gd name="T2" fmla="*/ 6 w 9"/>
                  <a:gd name="T3" fmla="*/ 0 h 9"/>
                  <a:gd name="T4" fmla="*/ 5 w 9"/>
                  <a:gd name="T5" fmla="*/ 0 h 9"/>
                  <a:gd name="T6" fmla="*/ 3 w 9"/>
                  <a:gd name="T7" fmla="*/ 0 h 9"/>
                  <a:gd name="T8" fmla="*/ 2 w 9"/>
                  <a:gd name="T9" fmla="*/ 1 h 9"/>
                  <a:gd name="T10" fmla="*/ 0 w 9"/>
                  <a:gd name="T11" fmla="*/ 3 h 9"/>
                  <a:gd name="T12" fmla="*/ 0 w 9"/>
                  <a:gd name="T13" fmla="*/ 4 h 9"/>
                  <a:gd name="T14" fmla="*/ 2 w 9"/>
                  <a:gd name="T15" fmla="*/ 6 h 9"/>
                  <a:gd name="T16" fmla="*/ 3 w 9"/>
                  <a:gd name="T17" fmla="*/ 7 h 9"/>
                  <a:gd name="T18" fmla="*/ 3 w 9"/>
                  <a:gd name="T19" fmla="*/ 7 h 9"/>
                  <a:gd name="T20" fmla="*/ 5 w 9"/>
                  <a:gd name="T21" fmla="*/ 9 h 9"/>
                  <a:gd name="T22" fmla="*/ 6 w 9"/>
                  <a:gd name="T23" fmla="*/ 9 h 9"/>
                  <a:gd name="T24" fmla="*/ 8 w 9"/>
                  <a:gd name="T25" fmla="*/ 7 h 9"/>
                  <a:gd name="T26" fmla="*/ 9 w 9"/>
                  <a:gd name="T27" fmla="*/ 6 h 9"/>
                  <a:gd name="T28" fmla="*/ 9 w 9"/>
                  <a:gd name="T29" fmla="*/ 4 h 9"/>
                  <a:gd name="T30" fmla="*/ 9 w 9"/>
                  <a:gd name="T31" fmla="*/ 3 h 9"/>
                  <a:gd name="T32" fmla="*/ 9 w 9"/>
                  <a:gd name="T33" fmla="*/ 1 h 9"/>
                  <a:gd name="T34" fmla="*/ 8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8" y="0"/>
                    </a:moveTo>
                    <a:lnTo>
                      <a:pt x="6" y="0"/>
                    </a:lnTo>
                    <a:lnTo>
                      <a:pt x="5" y="0"/>
                    </a:lnTo>
                    <a:lnTo>
                      <a:pt x="3" y="0"/>
                    </a:lnTo>
                    <a:lnTo>
                      <a:pt x="2" y="1"/>
                    </a:lnTo>
                    <a:lnTo>
                      <a:pt x="0" y="3"/>
                    </a:lnTo>
                    <a:lnTo>
                      <a:pt x="0" y="4"/>
                    </a:lnTo>
                    <a:lnTo>
                      <a:pt x="2" y="6"/>
                    </a:lnTo>
                    <a:lnTo>
                      <a:pt x="3" y="7"/>
                    </a:lnTo>
                    <a:lnTo>
                      <a:pt x="5" y="9"/>
                    </a:lnTo>
                    <a:lnTo>
                      <a:pt x="6" y="9"/>
                    </a:lnTo>
                    <a:lnTo>
                      <a:pt x="8" y="7"/>
                    </a:lnTo>
                    <a:lnTo>
                      <a:pt x="9" y="6"/>
                    </a:lnTo>
                    <a:lnTo>
                      <a:pt x="9" y="4"/>
                    </a:lnTo>
                    <a:lnTo>
                      <a:pt x="9" y="3"/>
                    </a:lnTo>
                    <a:lnTo>
                      <a:pt x="9" y="1"/>
                    </a:lnTo>
                    <a:lnTo>
                      <a:pt x="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48" name="Freeform 92"/>
              <p:cNvSpPr>
                <a:spLocks/>
              </p:cNvSpPr>
              <p:nvPr/>
            </p:nvSpPr>
            <p:spPr bwMode="auto">
              <a:xfrm>
                <a:off x="3920" y="2238"/>
                <a:ext cx="9" cy="9"/>
              </a:xfrm>
              <a:custGeom>
                <a:avLst/>
                <a:gdLst>
                  <a:gd name="T0" fmla="*/ 8 w 9"/>
                  <a:gd name="T1" fmla="*/ 1 h 9"/>
                  <a:gd name="T2" fmla="*/ 6 w 9"/>
                  <a:gd name="T3" fmla="*/ 0 h 9"/>
                  <a:gd name="T4" fmla="*/ 5 w 9"/>
                  <a:gd name="T5" fmla="*/ 0 h 9"/>
                  <a:gd name="T6" fmla="*/ 3 w 9"/>
                  <a:gd name="T7" fmla="*/ 1 h 9"/>
                  <a:gd name="T8" fmla="*/ 2 w 9"/>
                  <a:gd name="T9" fmla="*/ 3 h 9"/>
                  <a:gd name="T10" fmla="*/ 0 w 9"/>
                  <a:gd name="T11" fmla="*/ 4 h 9"/>
                  <a:gd name="T12" fmla="*/ 0 w 9"/>
                  <a:gd name="T13" fmla="*/ 6 h 9"/>
                  <a:gd name="T14" fmla="*/ 2 w 9"/>
                  <a:gd name="T15" fmla="*/ 7 h 9"/>
                  <a:gd name="T16" fmla="*/ 3 w 9"/>
                  <a:gd name="T17" fmla="*/ 9 h 9"/>
                  <a:gd name="T18" fmla="*/ 3 w 9"/>
                  <a:gd name="T19" fmla="*/ 9 h 9"/>
                  <a:gd name="T20" fmla="*/ 5 w 9"/>
                  <a:gd name="T21" fmla="*/ 9 h 9"/>
                  <a:gd name="T22" fmla="*/ 6 w 9"/>
                  <a:gd name="T23" fmla="*/ 9 h 9"/>
                  <a:gd name="T24" fmla="*/ 8 w 9"/>
                  <a:gd name="T25" fmla="*/ 9 h 9"/>
                  <a:gd name="T26" fmla="*/ 9 w 9"/>
                  <a:gd name="T27" fmla="*/ 7 h 9"/>
                  <a:gd name="T28" fmla="*/ 9 w 9"/>
                  <a:gd name="T29" fmla="*/ 6 h 9"/>
                  <a:gd name="T30" fmla="*/ 9 w 9"/>
                  <a:gd name="T31" fmla="*/ 4 h 9"/>
                  <a:gd name="T32" fmla="*/ 9 w 9"/>
                  <a:gd name="T33" fmla="*/ 3 h 9"/>
                  <a:gd name="T34" fmla="*/ 8 w 9"/>
                  <a:gd name="T35" fmla="*/ 1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8" y="1"/>
                    </a:moveTo>
                    <a:lnTo>
                      <a:pt x="6" y="0"/>
                    </a:lnTo>
                    <a:lnTo>
                      <a:pt x="5" y="0"/>
                    </a:lnTo>
                    <a:lnTo>
                      <a:pt x="3" y="1"/>
                    </a:lnTo>
                    <a:lnTo>
                      <a:pt x="2" y="3"/>
                    </a:lnTo>
                    <a:lnTo>
                      <a:pt x="0" y="4"/>
                    </a:lnTo>
                    <a:lnTo>
                      <a:pt x="0" y="6"/>
                    </a:lnTo>
                    <a:lnTo>
                      <a:pt x="2" y="7"/>
                    </a:lnTo>
                    <a:lnTo>
                      <a:pt x="3" y="9"/>
                    </a:lnTo>
                    <a:lnTo>
                      <a:pt x="5" y="9"/>
                    </a:lnTo>
                    <a:lnTo>
                      <a:pt x="6" y="9"/>
                    </a:lnTo>
                    <a:lnTo>
                      <a:pt x="8" y="9"/>
                    </a:lnTo>
                    <a:lnTo>
                      <a:pt x="9" y="7"/>
                    </a:lnTo>
                    <a:lnTo>
                      <a:pt x="9" y="6"/>
                    </a:lnTo>
                    <a:lnTo>
                      <a:pt x="9" y="4"/>
                    </a:lnTo>
                    <a:lnTo>
                      <a:pt x="9" y="3"/>
                    </a:lnTo>
                    <a:lnTo>
                      <a:pt x="8"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49" name="Freeform 93"/>
              <p:cNvSpPr>
                <a:spLocks/>
              </p:cNvSpPr>
              <p:nvPr/>
            </p:nvSpPr>
            <p:spPr bwMode="auto">
              <a:xfrm>
                <a:off x="3935" y="2250"/>
                <a:ext cx="9" cy="8"/>
              </a:xfrm>
              <a:custGeom>
                <a:avLst/>
                <a:gdLst>
                  <a:gd name="T0" fmla="*/ 6 w 9"/>
                  <a:gd name="T1" fmla="*/ 0 h 8"/>
                  <a:gd name="T2" fmla="*/ 4 w 9"/>
                  <a:gd name="T3" fmla="*/ 0 h 8"/>
                  <a:gd name="T4" fmla="*/ 3 w 9"/>
                  <a:gd name="T5" fmla="*/ 0 h 8"/>
                  <a:gd name="T6" fmla="*/ 1 w 9"/>
                  <a:gd name="T7" fmla="*/ 0 h 8"/>
                  <a:gd name="T8" fmla="*/ 0 w 9"/>
                  <a:gd name="T9" fmla="*/ 1 h 8"/>
                  <a:gd name="T10" fmla="*/ 0 w 9"/>
                  <a:gd name="T11" fmla="*/ 2 h 8"/>
                  <a:gd name="T12" fmla="*/ 0 w 9"/>
                  <a:gd name="T13" fmla="*/ 4 h 8"/>
                  <a:gd name="T14" fmla="*/ 0 w 9"/>
                  <a:gd name="T15" fmla="*/ 5 h 8"/>
                  <a:gd name="T16" fmla="*/ 1 w 9"/>
                  <a:gd name="T17" fmla="*/ 7 h 8"/>
                  <a:gd name="T18" fmla="*/ 1 w 9"/>
                  <a:gd name="T19" fmla="*/ 7 h 8"/>
                  <a:gd name="T20" fmla="*/ 3 w 9"/>
                  <a:gd name="T21" fmla="*/ 8 h 8"/>
                  <a:gd name="T22" fmla="*/ 4 w 9"/>
                  <a:gd name="T23" fmla="*/ 8 h 8"/>
                  <a:gd name="T24" fmla="*/ 6 w 9"/>
                  <a:gd name="T25" fmla="*/ 7 h 8"/>
                  <a:gd name="T26" fmla="*/ 7 w 9"/>
                  <a:gd name="T27" fmla="*/ 5 h 8"/>
                  <a:gd name="T28" fmla="*/ 9 w 9"/>
                  <a:gd name="T29" fmla="*/ 4 h 8"/>
                  <a:gd name="T30" fmla="*/ 9 w 9"/>
                  <a:gd name="T31" fmla="*/ 2 h 8"/>
                  <a:gd name="T32" fmla="*/ 7 w 9"/>
                  <a:gd name="T33" fmla="*/ 1 h 8"/>
                  <a:gd name="T34" fmla="*/ 6 w 9"/>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6" y="0"/>
                    </a:moveTo>
                    <a:lnTo>
                      <a:pt x="4" y="0"/>
                    </a:lnTo>
                    <a:lnTo>
                      <a:pt x="3" y="0"/>
                    </a:lnTo>
                    <a:lnTo>
                      <a:pt x="1" y="0"/>
                    </a:lnTo>
                    <a:lnTo>
                      <a:pt x="0" y="1"/>
                    </a:lnTo>
                    <a:lnTo>
                      <a:pt x="0" y="2"/>
                    </a:lnTo>
                    <a:lnTo>
                      <a:pt x="0" y="4"/>
                    </a:lnTo>
                    <a:lnTo>
                      <a:pt x="0" y="5"/>
                    </a:lnTo>
                    <a:lnTo>
                      <a:pt x="1" y="7"/>
                    </a:lnTo>
                    <a:lnTo>
                      <a:pt x="3" y="8"/>
                    </a:lnTo>
                    <a:lnTo>
                      <a:pt x="4" y="8"/>
                    </a:lnTo>
                    <a:lnTo>
                      <a:pt x="6" y="7"/>
                    </a:lnTo>
                    <a:lnTo>
                      <a:pt x="7" y="5"/>
                    </a:lnTo>
                    <a:lnTo>
                      <a:pt x="9" y="4"/>
                    </a:lnTo>
                    <a:lnTo>
                      <a:pt x="9" y="2"/>
                    </a:lnTo>
                    <a:lnTo>
                      <a:pt x="7" y="1"/>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grpSp>
        <p:grpSp>
          <p:nvGrpSpPr>
            <p:cNvPr id="23" name="Group 22"/>
            <p:cNvGrpSpPr/>
            <p:nvPr/>
          </p:nvGrpSpPr>
          <p:grpSpPr>
            <a:xfrm rot="2867199">
              <a:off x="3235212" y="2592114"/>
              <a:ext cx="5284788" cy="1771650"/>
              <a:chOff x="2165350" y="2533650"/>
              <a:chExt cx="5284788" cy="1771650"/>
            </a:xfrm>
          </p:grpSpPr>
          <p:grpSp>
            <p:nvGrpSpPr>
              <p:cNvPr id="24" name="Group 94"/>
              <p:cNvGrpSpPr>
                <a:grpSpLocks/>
              </p:cNvGrpSpPr>
              <p:nvPr/>
            </p:nvGrpSpPr>
            <p:grpSpPr bwMode="auto">
              <a:xfrm>
                <a:off x="5692775" y="3587750"/>
                <a:ext cx="546100" cy="122238"/>
                <a:chOff x="3598" y="2212"/>
                <a:chExt cx="344" cy="77"/>
              </a:xfrm>
            </p:grpSpPr>
            <p:sp>
              <p:nvSpPr>
                <p:cNvPr id="304" name="Freeform 95"/>
                <p:cNvSpPr>
                  <a:spLocks/>
                </p:cNvSpPr>
                <p:nvPr/>
              </p:nvSpPr>
              <p:spPr bwMode="auto">
                <a:xfrm>
                  <a:off x="3598" y="2280"/>
                  <a:ext cx="9" cy="9"/>
                </a:xfrm>
                <a:custGeom>
                  <a:avLst/>
                  <a:gdLst>
                    <a:gd name="T0" fmla="*/ 4 w 9"/>
                    <a:gd name="T1" fmla="*/ 0 h 9"/>
                    <a:gd name="T2" fmla="*/ 3 w 9"/>
                    <a:gd name="T3" fmla="*/ 2 h 9"/>
                    <a:gd name="T4" fmla="*/ 1 w 9"/>
                    <a:gd name="T5" fmla="*/ 3 h 9"/>
                    <a:gd name="T6" fmla="*/ 0 w 9"/>
                    <a:gd name="T7" fmla="*/ 4 h 9"/>
                    <a:gd name="T8" fmla="*/ 0 w 9"/>
                    <a:gd name="T9" fmla="*/ 4 h 9"/>
                    <a:gd name="T10" fmla="*/ 1 w 9"/>
                    <a:gd name="T11" fmla="*/ 6 h 9"/>
                    <a:gd name="T12" fmla="*/ 3 w 9"/>
                    <a:gd name="T13" fmla="*/ 7 h 9"/>
                    <a:gd name="T14" fmla="*/ 4 w 9"/>
                    <a:gd name="T15" fmla="*/ 9 h 9"/>
                    <a:gd name="T16" fmla="*/ 6 w 9"/>
                    <a:gd name="T17" fmla="*/ 9 h 9"/>
                    <a:gd name="T18" fmla="*/ 6 w 9"/>
                    <a:gd name="T19" fmla="*/ 9 h 9"/>
                    <a:gd name="T20" fmla="*/ 7 w 9"/>
                    <a:gd name="T21" fmla="*/ 7 h 9"/>
                    <a:gd name="T22" fmla="*/ 9 w 9"/>
                    <a:gd name="T23" fmla="*/ 6 h 9"/>
                    <a:gd name="T24" fmla="*/ 9 w 9"/>
                    <a:gd name="T25" fmla="*/ 4 h 9"/>
                    <a:gd name="T26" fmla="*/ 9 w 9"/>
                    <a:gd name="T27" fmla="*/ 3 h 9"/>
                    <a:gd name="T28" fmla="*/ 9 w 9"/>
                    <a:gd name="T29" fmla="*/ 2 h 9"/>
                    <a:gd name="T30" fmla="*/ 7 w 9"/>
                    <a:gd name="T31" fmla="*/ 0 h 9"/>
                    <a:gd name="T32" fmla="*/ 6 w 9"/>
                    <a:gd name="T33" fmla="*/ 0 h 9"/>
                    <a:gd name="T34" fmla="*/ 4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4" y="0"/>
                      </a:moveTo>
                      <a:lnTo>
                        <a:pt x="3" y="2"/>
                      </a:lnTo>
                      <a:lnTo>
                        <a:pt x="1" y="3"/>
                      </a:lnTo>
                      <a:lnTo>
                        <a:pt x="0" y="4"/>
                      </a:lnTo>
                      <a:lnTo>
                        <a:pt x="1" y="6"/>
                      </a:lnTo>
                      <a:lnTo>
                        <a:pt x="3" y="7"/>
                      </a:lnTo>
                      <a:lnTo>
                        <a:pt x="4" y="9"/>
                      </a:lnTo>
                      <a:lnTo>
                        <a:pt x="6" y="9"/>
                      </a:lnTo>
                      <a:lnTo>
                        <a:pt x="7" y="7"/>
                      </a:lnTo>
                      <a:lnTo>
                        <a:pt x="9" y="6"/>
                      </a:lnTo>
                      <a:lnTo>
                        <a:pt x="9" y="4"/>
                      </a:lnTo>
                      <a:lnTo>
                        <a:pt x="9" y="3"/>
                      </a:lnTo>
                      <a:lnTo>
                        <a:pt x="9" y="2"/>
                      </a:lnTo>
                      <a:lnTo>
                        <a:pt x="7" y="0"/>
                      </a:lnTo>
                      <a:lnTo>
                        <a:pt x="6"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05" name="Freeform 96"/>
                <p:cNvSpPr>
                  <a:spLocks/>
                </p:cNvSpPr>
                <p:nvPr/>
              </p:nvSpPr>
              <p:spPr bwMode="auto">
                <a:xfrm>
                  <a:off x="3614" y="2273"/>
                  <a:ext cx="9" cy="9"/>
                </a:xfrm>
                <a:custGeom>
                  <a:avLst/>
                  <a:gdLst>
                    <a:gd name="T0" fmla="*/ 1 w 9"/>
                    <a:gd name="T1" fmla="*/ 0 h 9"/>
                    <a:gd name="T2" fmla="*/ 0 w 9"/>
                    <a:gd name="T3" fmla="*/ 1 h 9"/>
                    <a:gd name="T4" fmla="*/ 0 w 9"/>
                    <a:gd name="T5" fmla="*/ 3 h 9"/>
                    <a:gd name="T6" fmla="*/ 0 w 9"/>
                    <a:gd name="T7" fmla="*/ 4 h 9"/>
                    <a:gd name="T8" fmla="*/ 0 w 9"/>
                    <a:gd name="T9" fmla="*/ 6 h 9"/>
                    <a:gd name="T10" fmla="*/ 1 w 9"/>
                    <a:gd name="T11" fmla="*/ 7 h 9"/>
                    <a:gd name="T12" fmla="*/ 3 w 9"/>
                    <a:gd name="T13" fmla="*/ 9 h 9"/>
                    <a:gd name="T14" fmla="*/ 4 w 9"/>
                    <a:gd name="T15" fmla="*/ 9 h 9"/>
                    <a:gd name="T16" fmla="*/ 6 w 9"/>
                    <a:gd name="T17" fmla="*/ 7 h 9"/>
                    <a:gd name="T18" fmla="*/ 6 w 9"/>
                    <a:gd name="T19" fmla="*/ 7 h 9"/>
                    <a:gd name="T20" fmla="*/ 7 w 9"/>
                    <a:gd name="T21" fmla="*/ 6 h 9"/>
                    <a:gd name="T22" fmla="*/ 9 w 9"/>
                    <a:gd name="T23" fmla="*/ 4 h 9"/>
                    <a:gd name="T24" fmla="*/ 9 w 9"/>
                    <a:gd name="T25" fmla="*/ 3 h 9"/>
                    <a:gd name="T26" fmla="*/ 7 w 9"/>
                    <a:gd name="T27" fmla="*/ 1 h 9"/>
                    <a:gd name="T28" fmla="*/ 6 w 9"/>
                    <a:gd name="T29" fmla="*/ 0 h 9"/>
                    <a:gd name="T30" fmla="*/ 4 w 9"/>
                    <a:gd name="T31" fmla="*/ 0 h 9"/>
                    <a:gd name="T32" fmla="*/ 3 w 9"/>
                    <a:gd name="T33" fmla="*/ 0 h 9"/>
                    <a:gd name="T34" fmla="*/ 1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1" y="0"/>
                      </a:moveTo>
                      <a:lnTo>
                        <a:pt x="0" y="1"/>
                      </a:lnTo>
                      <a:lnTo>
                        <a:pt x="0" y="3"/>
                      </a:lnTo>
                      <a:lnTo>
                        <a:pt x="0" y="4"/>
                      </a:lnTo>
                      <a:lnTo>
                        <a:pt x="0" y="6"/>
                      </a:lnTo>
                      <a:lnTo>
                        <a:pt x="1" y="7"/>
                      </a:lnTo>
                      <a:lnTo>
                        <a:pt x="3" y="9"/>
                      </a:lnTo>
                      <a:lnTo>
                        <a:pt x="4" y="9"/>
                      </a:lnTo>
                      <a:lnTo>
                        <a:pt x="6" y="7"/>
                      </a:lnTo>
                      <a:lnTo>
                        <a:pt x="7" y="6"/>
                      </a:lnTo>
                      <a:lnTo>
                        <a:pt x="9" y="4"/>
                      </a:lnTo>
                      <a:lnTo>
                        <a:pt x="9" y="3"/>
                      </a:lnTo>
                      <a:lnTo>
                        <a:pt x="7" y="1"/>
                      </a:lnTo>
                      <a:lnTo>
                        <a:pt x="6" y="0"/>
                      </a:lnTo>
                      <a:lnTo>
                        <a:pt x="4" y="0"/>
                      </a:lnTo>
                      <a:lnTo>
                        <a:pt x="3" y="0"/>
                      </a:lnTo>
                      <a:lnTo>
                        <a:pt x="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06" name="Freeform 97"/>
                <p:cNvSpPr>
                  <a:spLocks/>
                </p:cNvSpPr>
                <p:nvPr/>
              </p:nvSpPr>
              <p:spPr bwMode="auto">
                <a:xfrm>
                  <a:off x="3628" y="2264"/>
                  <a:ext cx="9" cy="9"/>
                </a:xfrm>
                <a:custGeom>
                  <a:avLst/>
                  <a:gdLst>
                    <a:gd name="T0" fmla="*/ 3 w 9"/>
                    <a:gd name="T1" fmla="*/ 0 h 9"/>
                    <a:gd name="T2" fmla="*/ 2 w 9"/>
                    <a:gd name="T3" fmla="*/ 2 h 9"/>
                    <a:gd name="T4" fmla="*/ 0 w 9"/>
                    <a:gd name="T5" fmla="*/ 3 h 9"/>
                    <a:gd name="T6" fmla="*/ 0 w 9"/>
                    <a:gd name="T7" fmla="*/ 4 h 9"/>
                    <a:gd name="T8" fmla="*/ 2 w 9"/>
                    <a:gd name="T9" fmla="*/ 6 h 9"/>
                    <a:gd name="T10" fmla="*/ 3 w 9"/>
                    <a:gd name="T11" fmla="*/ 7 h 9"/>
                    <a:gd name="T12" fmla="*/ 5 w 9"/>
                    <a:gd name="T13" fmla="*/ 9 h 9"/>
                    <a:gd name="T14" fmla="*/ 6 w 9"/>
                    <a:gd name="T15" fmla="*/ 9 h 9"/>
                    <a:gd name="T16" fmla="*/ 8 w 9"/>
                    <a:gd name="T17" fmla="*/ 7 h 9"/>
                    <a:gd name="T18" fmla="*/ 8 w 9"/>
                    <a:gd name="T19" fmla="*/ 7 h 9"/>
                    <a:gd name="T20" fmla="*/ 9 w 9"/>
                    <a:gd name="T21" fmla="*/ 6 h 9"/>
                    <a:gd name="T22" fmla="*/ 9 w 9"/>
                    <a:gd name="T23" fmla="*/ 4 h 9"/>
                    <a:gd name="T24" fmla="*/ 9 w 9"/>
                    <a:gd name="T25" fmla="*/ 3 h 9"/>
                    <a:gd name="T26" fmla="*/ 9 w 9"/>
                    <a:gd name="T27" fmla="*/ 2 h 9"/>
                    <a:gd name="T28" fmla="*/ 8 w 9"/>
                    <a:gd name="T29" fmla="*/ 0 h 9"/>
                    <a:gd name="T30" fmla="*/ 6 w 9"/>
                    <a:gd name="T31" fmla="*/ 0 h 9"/>
                    <a:gd name="T32" fmla="*/ 5 w 9"/>
                    <a:gd name="T33" fmla="*/ 0 h 9"/>
                    <a:gd name="T34" fmla="*/ 3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3" y="0"/>
                      </a:moveTo>
                      <a:lnTo>
                        <a:pt x="2" y="2"/>
                      </a:lnTo>
                      <a:lnTo>
                        <a:pt x="0" y="3"/>
                      </a:lnTo>
                      <a:lnTo>
                        <a:pt x="0" y="4"/>
                      </a:lnTo>
                      <a:lnTo>
                        <a:pt x="2" y="6"/>
                      </a:lnTo>
                      <a:lnTo>
                        <a:pt x="3" y="7"/>
                      </a:lnTo>
                      <a:lnTo>
                        <a:pt x="5" y="9"/>
                      </a:lnTo>
                      <a:lnTo>
                        <a:pt x="6" y="9"/>
                      </a:lnTo>
                      <a:lnTo>
                        <a:pt x="8" y="7"/>
                      </a:lnTo>
                      <a:lnTo>
                        <a:pt x="9" y="6"/>
                      </a:lnTo>
                      <a:lnTo>
                        <a:pt x="9" y="4"/>
                      </a:lnTo>
                      <a:lnTo>
                        <a:pt x="9" y="3"/>
                      </a:lnTo>
                      <a:lnTo>
                        <a:pt x="9" y="2"/>
                      </a:lnTo>
                      <a:lnTo>
                        <a:pt x="8" y="0"/>
                      </a:lnTo>
                      <a:lnTo>
                        <a:pt x="6" y="0"/>
                      </a:lnTo>
                      <a:lnTo>
                        <a:pt x="5"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07" name="Freeform 98"/>
                <p:cNvSpPr>
                  <a:spLocks/>
                </p:cNvSpPr>
                <p:nvPr/>
              </p:nvSpPr>
              <p:spPr bwMode="auto">
                <a:xfrm>
                  <a:off x="3644" y="2255"/>
                  <a:ext cx="9" cy="9"/>
                </a:xfrm>
                <a:custGeom>
                  <a:avLst/>
                  <a:gdLst>
                    <a:gd name="T0" fmla="*/ 2 w 9"/>
                    <a:gd name="T1" fmla="*/ 0 h 9"/>
                    <a:gd name="T2" fmla="*/ 0 w 9"/>
                    <a:gd name="T3" fmla="*/ 2 h 9"/>
                    <a:gd name="T4" fmla="*/ 0 w 9"/>
                    <a:gd name="T5" fmla="*/ 3 h 9"/>
                    <a:gd name="T6" fmla="*/ 0 w 9"/>
                    <a:gd name="T7" fmla="*/ 5 h 9"/>
                    <a:gd name="T8" fmla="*/ 0 w 9"/>
                    <a:gd name="T9" fmla="*/ 6 h 9"/>
                    <a:gd name="T10" fmla="*/ 2 w 9"/>
                    <a:gd name="T11" fmla="*/ 8 h 9"/>
                    <a:gd name="T12" fmla="*/ 3 w 9"/>
                    <a:gd name="T13" fmla="*/ 9 h 9"/>
                    <a:gd name="T14" fmla="*/ 5 w 9"/>
                    <a:gd name="T15" fmla="*/ 9 h 9"/>
                    <a:gd name="T16" fmla="*/ 6 w 9"/>
                    <a:gd name="T17" fmla="*/ 8 h 9"/>
                    <a:gd name="T18" fmla="*/ 6 w 9"/>
                    <a:gd name="T19" fmla="*/ 8 h 9"/>
                    <a:gd name="T20" fmla="*/ 8 w 9"/>
                    <a:gd name="T21" fmla="*/ 6 h 9"/>
                    <a:gd name="T22" fmla="*/ 9 w 9"/>
                    <a:gd name="T23" fmla="*/ 5 h 9"/>
                    <a:gd name="T24" fmla="*/ 9 w 9"/>
                    <a:gd name="T25" fmla="*/ 3 h 9"/>
                    <a:gd name="T26" fmla="*/ 8 w 9"/>
                    <a:gd name="T27" fmla="*/ 2 h 9"/>
                    <a:gd name="T28" fmla="*/ 6 w 9"/>
                    <a:gd name="T29" fmla="*/ 0 h 9"/>
                    <a:gd name="T30" fmla="*/ 5 w 9"/>
                    <a:gd name="T31" fmla="*/ 0 h 9"/>
                    <a:gd name="T32" fmla="*/ 3 w 9"/>
                    <a:gd name="T33" fmla="*/ 0 h 9"/>
                    <a:gd name="T34" fmla="*/ 2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2" y="0"/>
                      </a:moveTo>
                      <a:lnTo>
                        <a:pt x="0" y="2"/>
                      </a:lnTo>
                      <a:lnTo>
                        <a:pt x="0" y="3"/>
                      </a:lnTo>
                      <a:lnTo>
                        <a:pt x="0" y="5"/>
                      </a:lnTo>
                      <a:lnTo>
                        <a:pt x="0" y="6"/>
                      </a:lnTo>
                      <a:lnTo>
                        <a:pt x="2" y="8"/>
                      </a:lnTo>
                      <a:lnTo>
                        <a:pt x="3" y="9"/>
                      </a:lnTo>
                      <a:lnTo>
                        <a:pt x="5" y="9"/>
                      </a:lnTo>
                      <a:lnTo>
                        <a:pt x="6" y="8"/>
                      </a:lnTo>
                      <a:lnTo>
                        <a:pt x="8" y="6"/>
                      </a:lnTo>
                      <a:lnTo>
                        <a:pt x="9" y="5"/>
                      </a:lnTo>
                      <a:lnTo>
                        <a:pt x="9" y="3"/>
                      </a:lnTo>
                      <a:lnTo>
                        <a:pt x="8" y="2"/>
                      </a:lnTo>
                      <a:lnTo>
                        <a:pt x="6" y="0"/>
                      </a:lnTo>
                      <a:lnTo>
                        <a:pt x="5" y="0"/>
                      </a:lnTo>
                      <a:lnTo>
                        <a:pt x="3" y="0"/>
                      </a:lnTo>
                      <a:lnTo>
                        <a:pt x="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08" name="Freeform 99"/>
                <p:cNvSpPr>
                  <a:spLocks/>
                </p:cNvSpPr>
                <p:nvPr/>
              </p:nvSpPr>
              <p:spPr bwMode="auto">
                <a:xfrm>
                  <a:off x="3659" y="2247"/>
                  <a:ext cx="9" cy="8"/>
                </a:xfrm>
                <a:custGeom>
                  <a:avLst/>
                  <a:gdLst>
                    <a:gd name="T0" fmla="*/ 3 w 9"/>
                    <a:gd name="T1" fmla="*/ 0 h 8"/>
                    <a:gd name="T2" fmla="*/ 1 w 9"/>
                    <a:gd name="T3" fmla="*/ 1 h 8"/>
                    <a:gd name="T4" fmla="*/ 0 w 9"/>
                    <a:gd name="T5" fmla="*/ 3 h 8"/>
                    <a:gd name="T6" fmla="*/ 0 w 9"/>
                    <a:gd name="T7" fmla="*/ 4 h 8"/>
                    <a:gd name="T8" fmla="*/ 1 w 9"/>
                    <a:gd name="T9" fmla="*/ 5 h 8"/>
                    <a:gd name="T10" fmla="*/ 3 w 9"/>
                    <a:gd name="T11" fmla="*/ 7 h 8"/>
                    <a:gd name="T12" fmla="*/ 4 w 9"/>
                    <a:gd name="T13" fmla="*/ 8 h 8"/>
                    <a:gd name="T14" fmla="*/ 6 w 9"/>
                    <a:gd name="T15" fmla="*/ 8 h 8"/>
                    <a:gd name="T16" fmla="*/ 7 w 9"/>
                    <a:gd name="T17" fmla="*/ 7 h 8"/>
                    <a:gd name="T18" fmla="*/ 7 w 9"/>
                    <a:gd name="T19" fmla="*/ 7 h 8"/>
                    <a:gd name="T20" fmla="*/ 9 w 9"/>
                    <a:gd name="T21" fmla="*/ 5 h 8"/>
                    <a:gd name="T22" fmla="*/ 9 w 9"/>
                    <a:gd name="T23" fmla="*/ 4 h 8"/>
                    <a:gd name="T24" fmla="*/ 9 w 9"/>
                    <a:gd name="T25" fmla="*/ 3 h 8"/>
                    <a:gd name="T26" fmla="*/ 9 w 9"/>
                    <a:gd name="T27" fmla="*/ 1 h 8"/>
                    <a:gd name="T28" fmla="*/ 7 w 9"/>
                    <a:gd name="T29" fmla="*/ 0 h 8"/>
                    <a:gd name="T30" fmla="*/ 6 w 9"/>
                    <a:gd name="T31" fmla="*/ 0 h 8"/>
                    <a:gd name="T32" fmla="*/ 4 w 9"/>
                    <a:gd name="T33" fmla="*/ 0 h 8"/>
                    <a:gd name="T34" fmla="*/ 3 w 9"/>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3" y="0"/>
                      </a:moveTo>
                      <a:lnTo>
                        <a:pt x="1" y="1"/>
                      </a:lnTo>
                      <a:lnTo>
                        <a:pt x="0" y="3"/>
                      </a:lnTo>
                      <a:lnTo>
                        <a:pt x="0" y="4"/>
                      </a:lnTo>
                      <a:lnTo>
                        <a:pt x="1" y="5"/>
                      </a:lnTo>
                      <a:lnTo>
                        <a:pt x="3" y="7"/>
                      </a:lnTo>
                      <a:lnTo>
                        <a:pt x="4" y="8"/>
                      </a:lnTo>
                      <a:lnTo>
                        <a:pt x="6" y="8"/>
                      </a:lnTo>
                      <a:lnTo>
                        <a:pt x="7" y="7"/>
                      </a:lnTo>
                      <a:lnTo>
                        <a:pt x="9" y="5"/>
                      </a:lnTo>
                      <a:lnTo>
                        <a:pt x="9" y="4"/>
                      </a:lnTo>
                      <a:lnTo>
                        <a:pt x="9" y="3"/>
                      </a:lnTo>
                      <a:lnTo>
                        <a:pt x="9" y="1"/>
                      </a:lnTo>
                      <a:lnTo>
                        <a:pt x="7" y="0"/>
                      </a:lnTo>
                      <a:lnTo>
                        <a:pt x="6" y="0"/>
                      </a:lnTo>
                      <a:lnTo>
                        <a:pt x="4"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09" name="Freeform 100"/>
                <p:cNvSpPr>
                  <a:spLocks/>
                </p:cNvSpPr>
                <p:nvPr/>
              </p:nvSpPr>
              <p:spPr bwMode="auto">
                <a:xfrm>
                  <a:off x="3675" y="2238"/>
                  <a:ext cx="9" cy="9"/>
                </a:xfrm>
                <a:custGeom>
                  <a:avLst/>
                  <a:gdLst>
                    <a:gd name="T0" fmla="*/ 3 w 9"/>
                    <a:gd name="T1" fmla="*/ 0 h 9"/>
                    <a:gd name="T2" fmla="*/ 1 w 9"/>
                    <a:gd name="T3" fmla="*/ 1 h 9"/>
                    <a:gd name="T4" fmla="*/ 0 w 9"/>
                    <a:gd name="T5" fmla="*/ 3 h 9"/>
                    <a:gd name="T6" fmla="*/ 0 w 9"/>
                    <a:gd name="T7" fmla="*/ 4 h 9"/>
                    <a:gd name="T8" fmla="*/ 0 w 9"/>
                    <a:gd name="T9" fmla="*/ 6 h 9"/>
                    <a:gd name="T10" fmla="*/ 0 w 9"/>
                    <a:gd name="T11" fmla="*/ 7 h 9"/>
                    <a:gd name="T12" fmla="*/ 1 w 9"/>
                    <a:gd name="T13" fmla="*/ 9 h 9"/>
                    <a:gd name="T14" fmla="*/ 3 w 9"/>
                    <a:gd name="T15" fmla="*/ 9 h 9"/>
                    <a:gd name="T16" fmla="*/ 4 w 9"/>
                    <a:gd name="T17" fmla="*/ 9 h 9"/>
                    <a:gd name="T18" fmla="*/ 4 w 9"/>
                    <a:gd name="T19" fmla="*/ 9 h 9"/>
                    <a:gd name="T20" fmla="*/ 6 w 9"/>
                    <a:gd name="T21" fmla="*/ 9 h 9"/>
                    <a:gd name="T22" fmla="*/ 7 w 9"/>
                    <a:gd name="T23" fmla="*/ 7 h 9"/>
                    <a:gd name="T24" fmla="*/ 9 w 9"/>
                    <a:gd name="T25" fmla="*/ 6 h 9"/>
                    <a:gd name="T26" fmla="*/ 9 w 9"/>
                    <a:gd name="T27" fmla="*/ 4 h 9"/>
                    <a:gd name="T28" fmla="*/ 7 w 9"/>
                    <a:gd name="T29" fmla="*/ 3 h 9"/>
                    <a:gd name="T30" fmla="*/ 6 w 9"/>
                    <a:gd name="T31" fmla="*/ 1 h 9"/>
                    <a:gd name="T32" fmla="*/ 4 w 9"/>
                    <a:gd name="T33" fmla="*/ 0 h 9"/>
                    <a:gd name="T34" fmla="*/ 3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3" y="0"/>
                      </a:moveTo>
                      <a:lnTo>
                        <a:pt x="1" y="1"/>
                      </a:lnTo>
                      <a:lnTo>
                        <a:pt x="0" y="3"/>
                      </a:lnTo>
                      <a:lnTo>
                        <a:pt x="0" y="4"/>
                      </a:lnTo>
                      <a:lnTo>
                        <a:pt x="0" y="6"/>
                      </a:lnTo>
                      <a:lnTo>
                        <a:pt x="0" y="7"/>
                      </a:lnTo>
                      <a:lnTo>
                        <a:pt x="1" y="9"/>
                      </a:lnTo>
                      <a:lnTo>
                        <a:pt x="3" y="9"/>
                      </a:lnTo>
                      <a:lnTo>
                        <a:pt x="4" y="9"/>
                      </a:lnTo>
                      <a:lnTo>
                        <a:pt x="6" y="9"/>
                      </a:lnTo>
                      <a:lnTo>
                        <a:pt x="7" y="7"/>
                      </a:lnTo>
                      <a:lnTo>
                        <a:pt x="9" y="6"/>
                      </a:lnTo>
                      <a:lnTo>
                        <a:pt x="9" y="4"/>
                      </a:lnTo>
                      <a:lnTo>
                        <a:pt x="7" y="3"/>
                      </a:lnTo>
                      <a:lnTo>
                        <a:pt x="6" y="1"/>
                      </a:lnTo>
                      <a:lnTo>
                        <a:pt x="4"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10" name="Freeform 101"/>
                <p:cNvSpPr>
                  <a:spLocks/>
                </p:cNvSpPr>
                <p:nvPr/>
              </p:nvSpPr>
              <p:spPr bwMode="auto">
                <a:xfrm>
                  <a:off x="3691" y="2231"/>
                  <a:ext cx="9" cy="8"/>
                </a:xfrm>
                <a:custGeom>
                  <a:avLst/>
                  <a:gdLst>
                    <a:gd name="T0" fmla="*/ 3 w 9"/>
                    <a:gd name="T1" fmla="*/ 0 h 8"/>
                    <a:gd name="T2" fmla="*/ 1 w 9"/>
                    <a:gd name="T3" fmla="*/ 1 h 8"/>
                    <a:gd name="T4" fmla="*/ 0 w 9"/>
                    <a:gd name="T5" fmla="*/ 3 h 8"/>
                    <a:gd name="T6" fmla="*/ 0 w 9"/>
                    <a:gd name="T7" fmla="*/ 4 h 8"/>
                    <a:gd name="T8" fmla="*/ 0 w 9"/>
                    <a:gd name="T9" fmla="*/ 6 h 8"/>
                    <a:gd name="T10" fmla="*/ 0 w 9"/>
                    <a:gd name="T11" fmla="*/ 7 h 8"/>
                    <a:gd name="T12" fmla="*/ 1 w 9"/>
                    <a:gd name="T13" fmla="*/ 8 h 8"/>
                    <a:gd name="T14" fmla="*/ 3 w 9"/>
                    <a:gd name="T15" fmla="*/ 8 h 8"/>
                    <a:gd name="T16" fmla="*/ 4 w 9"/>
                    <a:gd name="T17" fmla="*/ 8 h 8"/>
                    <a:gd name="T18" fmla="*/ 4 w 9"/>
                    <a:gd name="T19" fmla="*/ 8 h 8"/>
                    <a:gd name="T20" fmla="*/ 6 w 9"/>
                    <a:gd name="T21" fmla="*/ 8 h 8"/>
                    <a:gd name="T22" fmla="*/ 7 w 9"/>
                    <a:gd name="T23" fmla="*/ 7 h 8"/>
                    <a:gd name="T24" fmla="*/ 9 w 9"/>
                    <a:gd name="T25" fmla="*/ 6 h 8"/>
                    <a:gd name="T26" fmla="*/ 9 w 9"/>
                    <a:gd name="T27" fmla="*/ 4 h 8"/>
                    <a:gd name="T28" fmla="*/ 7 w 9"/>
                    <a:gd name="T29" fmla="*/ 3 h 8"/>
                    <a:gd name="T30" fmla="*/ 6 w 9"/>
                    <a:gd name="T31" fmla="*/ 1 h 8"/>
                    <a:gd name="T32" fmla="*/ 4 w 9"/>
                    <a:gd name="T33" fmla="*/ 0 h 8"/>
                    <a:gd name="T34" fmla="*/ 3 w 9"/>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3" y="0"/>
                      </a:moveTo>
                      <a:lnTo>
                        <a:pt x="1" y="1"/>
                      </a:lnTo>
                      <a:lnTo>
                        <a:pt x="0" y="3"/>
                      </a:lnTo>
                      <a:lnTo>
                        <a:pt x="0" y="4"/>
                      </a:lnTo>
                      <a:lnTo>
                        <a:pt x="0" y="6"/>
                      </a:lnTo>
                      <a:lnTo>
                        <a:pt x="0" y="7"/>
                      </a:lnTo>
                      <a:lnTo>
                        <a:pt x="1" y="8"/>
                      </a:lnTo>
                      <a:lnTo>
                        <a:pt x="3" y="8"/>
                      </a:lnTo>
                      <a:lnTo>
                        <a:pt x="4" y="8"/>
                      </a:lnTo>
                      <a:lnTo>
                        <a:pt x="6" y="8"/>
                      </a:lnTo>
                      <a:lnTo>
                        <a:pt x="7" y="7"/>
                      </a:lnTo>
                      <a:lnTo>
                        <a:pt x="9" y="6"/>
                      </a:lnTo>
                      <a:lnTo>
                        <a:pt x="9" y="4"/>
                      </a:lnTo>
                      <a:lnTo>
                        <a:pt x="7" y="3"/>
                      </a:lnTo>
                      <a:lnTo>
                        <a:pt x="6" y="1"/>
                      </a:lnTo>
                      <a:lnTo>
                        <a:pt x="4"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11" name="Freeform 102"/>
                <p:cNvSpPr>
                  <a:spLocks/>
                </p:cNvSpPr>
                <p:nvPr/>
              </p:nvSpPr>
              <p:spPr bwMode="auto">
                <a:xfrm>
                  <a:off x="3707" y="2225"/>
                  <a:ext cx="9" cy="9"/>
                </a:xfrm>
                <a:custGeom>
                  <a:avLst/>
                  <a:gdLst>
                    <a:gd name="T0" fmla="*/ 3 w 9"/>
                    <a:gd name="T1" fmla="*/ 0 h 9"/>
                    <a:gd name="T2" fmla="*/ 1 w 9"/>
                    <a:gd name="T3" fmla="*/ 0 h 9"/>
                    <a:gd name="T4" fmla="*/ 0 w 9"/>
                    <a:gd name="T5" fmla="*/ 1 h 9"/>
                    <a:gd name="T6" fmla="*/ 0 w 9"/>
                    <a:gd name="T7" fmla="*/ 3 h 9"/>
                    <a:gd name="T8" fmla="*/ 0 w 9"/>
                    <a:gd name="T9" fmla="*/ 4 h 9"/>
                    <a:gd name="T10" fmla="*/ 0 w 9"/>
                    <a:gd name="T11" fmla="*/ 6 h 9"/>
                    <a:gd name="T12" fmla="*/ 1 w 9"/>
                    <a:gd name="T13" fmla="*/ 7 h 9"/>
                    <a:gd name="T14" fmla="*/ 3 w 9"/>
                    <a:gd name="T15" fmla="*/ 9 h 9"/>
                    <a:gd name="T16" fmla="*/ 4 w 9"/>
                    <a:gd name="T17" fmla="*/ 9 h 9"/>
                    <a:gd name="T18" fmla="*/ 4 w 9"/>
                    <a:gd name="T19" fmla="*/ 9 h 9"/>
                    <a:gd name="T20" fmla="*/ 6 w 9"/>
                    <a:gd name="T21" fmla="*/ 7 h 9"/>
                    <a:gd name="T22" fmla="*/ 7 w 9"/>
                    <a:gd name="T23" fmla="*/ 6 h 9"/>
                    <a:gd name="T24" fmla="*/ 9 w 9"/>
                    <a:gd name="T25" fmla="*/ 4 h 9"/>
                    <a:gd name="T26" fmla="*/ 9 w 9"/>
                    <a:gd name="T27" fmla="*/ 3 h 9"/>
                    <a:gd name="T28" fmla="*/ 7 w 9"/>
                    <a:gd name="T29" fmla="*/ 1 h 9"/>
                    <a:gd name="T30" fmla="*/ 6 w 9"/>
                    <a:gd name="T31" fmla="*/ 0 h 9"/>
                    <a:gd name="T32" fmla="*/ 4 w 9"/>
                    <a:gd name="T33" fmla="*/ 0 h 9"/>
                    <a:gd name="T34" fmla="*/ 3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3" y="0"/>
                      </a:moveTo>
                      <a:lnTo>
                        <a:pt x="1" y="0"/>
                      </a:lnTo>
                      <a:lnTo>
                        <a:pt x="0" y="1"/>
                      </a:lnTo>
                      <a:lnTo>
                        <a:pt x="0" y="3"/>
                      </a:lnTo>
                      <a:lnTo>
                        <a:pt x="0" y="4"/>
                      </a:lnTo>
                      <a:lnTo>
                        <a:pt x="0" y="6"/>
                      </a:lnTo>
                      <a:lnTo>
                        <a:pt x="1" y="7"/>
                      </a:lnTo>
                      <a:lnTo>
                        <a:pt x="3" y="9"/>
                      </a:lnTo>
                      <a:lnTo>
                        <a:pt x="4" y="9"/>
                      </a:lnTo>
                      <a:lnTo>
                        <a:pt x="6" y="7"/>
                      </a:lnTo>
                      <a:lnTo>
                        <a:pt x="7" y="6"/>
                      </a:lnTo>
                      <a:lnTo>
                        <a:pt x="9" y="4"/>
                      </a:lnTo>
                      <a:lnTo>
                        <a:pt x="9" y="3"/>
                      </a:lnTo>
                      <a:lnTo>
                        <a:pt x="7" y="1"/>
                      </a:lnTo>
                      <a:lnTo>
                        <a:pt x="6" y="0"/>
                      </a:lnTo>
                      <a:lnTo>
                        <a:pt x="4"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12" name="Freeform 103"/>
                <p:cNvSpPr>
                  <a:spLocks/>
                </p:cNvSpPr>
                <p:nvPr/>
              </p:nvSpPr>
              <p:spPr bwMode="auto">
                <a:xfrm>
                  <a:off x="3723" y="2218"/>
                  <a:ext cx="9" cy="8"/>
                </a:xfrm>
                <a:custGeom>
                  <a:avLst/>
                  <a:gdLst>
                    <a:gd name="T0" fmla="*/ 3 w 9"/>
                    <a:gd name="T1" fmla="*/ 0 h 8"/>
                    <a:gd name="T2" fmla="*/ 1 w 9"/>
                    <a:gd name="T3" fmla="*/ 1 h 8"/>
                    <a:gd name="T4" fmla="*/ 0 w 9"/>
                    <a:gd name="T5" fmla="*/ 3 h 8"/>
                    <a:gd name="T6" fmla="*/ 0 w 9"/>
                    <a:gd name="T7" fmla="*/ 4 h 8"/>
                    <a:gd name="T8" fmla="*/ 0 w 9"/>
                    <a:gd name="T9" fmla="*/ 5 h 8"/>
                    <a:gd name="T10" fmla="*/ 0 w 9"/>
                    <a:gd name="T11" fmla="*/ 7 h 8"/>
                    <a:gd name="T12" fmla="*/ 1 w 9"/>
                    <a:gd name="T13" fmla="*/ 8 h 8"/>
                    <a:gd name="T14" fmla="*/ 3 w 9"/>
                    <a:gd name="T15" fmla="*/ 8 h 8"/>
                    <a:gd name="T16" fmla="*/ 4 w 9"/>
                    <a:gd name="T17" fmla="*/ 8 h 8"/>
                    <a:gd name="T18" fmla="*/ 4 w 9"/>
                    <a:gd name="T19" fmla="*/ 8 h 8"/>
                    <a:gd name="T20" fmla="*/ 6 w 9"/>
                    <a:gd name="T21" fmla="*/ 8 h 8"/>
                    <a:gd name="T22" fmla="*/ 7 w 9"/>
                    <a:gd name="T23" fmla="*/ 7 h 8"/>
                    <a:gd name="T24" fmla="*/ 9 w 9"/>
                    <a:gd name="T25" fmla="*/ 5 h 8"/>
                    <a:gd name="T26" fmla="*/ 9 w 9"/>
                    <a:gd name="T27" fmla="*/ 4 h 8"/>
                    <a:gd name="T28" fmla="*/ 7 w 9"/>
                    <a:gd name="T29" fmla="*/ 3 h 8"/>
                    <a:gd name="T30" fmla="*/ 6 w 9"/>
                    <a:gd name="T31" fmla="*/ 1 h 8"/>
                    <a:gd name="T32" fmla="*/ 4 w 9"/>
                    <a:gd name="T33" fmla="*/ 0 h 8"/>
                    <a:gd name="T34" fmla="*/ 3 w 9"/>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3" y="0"/>
                      </a:moveTo>
                      <a:lnTo>
                        <a:pt x="1" y="1"/>
                      </a:lnTo>
                      <a:lnTo>
                        <a:pt x="0" y="3"/>
                      </a:lnTo>
                      <a:lnTo>
                        <a:pt x="0" y="4"/>
                      </a:lnTo>
                      <a:lnTo>
                        <a:pt x="0" y="5"/>
                      </a:lnTo>
                      <a:lnTo>
                        <a:pt x="0" y="7"/>
                      </a:lnTo>
                      <a:lnTo>
                        <a:pt x="1" y="8"/>
                      </a:lnTo>
                      <a:lnTo>
                        <a:pt x="3" y="8"/>
                      </a:lnTo>
                      <a:lnTo>
                        <a:pt x="4" y="8"/>
                      </a:lnTo>
                      <a:lnTo>
                        <a:pt x="6" y="8"/>
                      </a:lnTo>
                      <a:lnTo>
                        <a:pt x="7" y="7"/>
                      </a:lnTo>
                      <a:lnTo>
                        <a:pt x="9" y="5"/>
                      </a:lnTo>
                      <a:lnTo>
                        <a:pt x="9" y="4"/>
                      </a:lnTo>
                      <a:lnTo>
                        <a:pt x="7" y="3"/>
                      </a:lnTo>
                      <a:lnTo>
                        <a:pt x="6" y="1"/>
                      </a:lnTo>
                      <a:lnTo>
                        <a:pt x="4"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13" name="Freeform 104"/>
                <p:cNvSpPr>
                  <a:spLocks/>
                </p:cNvSpPr>
                <p:nvPr/>
              </p:nvSpPr>
              <p:spPr bwMode="auto">
                <a:xfrm>
                  <a:off x="3739" y="2213"/>
                  <a:ext cx="8" cy="9"/>
                </a:xfrm>
                <a:custGeom>
                  <a:avLst/>
                  <a:gdLst>
                    <a:gd name="T0" fmla="*/ 4 w 8"/>
                    <a:gd name="T1" fmla="*/ 0 h 9"/>
                    <a:gd name="T2" fmla="*/ 3 w 8"/>
                    <a:gd name="T3" fmla="*/ 2 h 9"/>
                    <a:gd name="T4" fmla="*/ 1 w 8"/>
                    <a:gd name="T5" fmla="*/ 3 h 9"/>
                    <a:gd name="T6" fmla="*/ 0 w 8"/>
                    <a:gd name="T7" fmla="*/ 5 h 9"/>
                    <a:gd name="T8" fmla="*/ 0 w 8"/>
                    <a:gd name="T9" fmla="*/ 6 h 9"/>
                    <a:gd name="T10" fmla="*/ 1 w 8"/>
                    <a:gd name="T11" fmla="*/ 8 h 9"/>
                    <a:gd name="T12" fmla="*/ 3 w 8"/>
                    <a:gd name="T13" fmla="*/ 9 h 9"/>
                    <a:gd name="T14" fmla="*/ 4 w 8"/>
                    <a:gd name="T15" fmla="*/ 9 h 9"/>
                    <a:gd name="T16" fmla="*/ 6 w 8"/>
                    <a:gd name="T17" fmla="*/ 9 h 9"/>
                    <a:gd name="T18" fmla="*/ 6 w 8"/>
                    <a:gd name="T19" fmla="*/ 9 h 9"/>
                    <a:gd name="T20" fmla="*/ 7 w 8"/>
                    <a:gd name="T21" fmla="*/ 9 h 9"/>
                    <a:gd name="T22" fmla="*/ 8 w 8"/>
                    <a:gd name="T23" fmla="*/ 8 h 9"/>
                    <a:gd name="T24" fmla="*/ 8 w 8"/>
                    <a:gd name="T25" fmla="*/ 6 h 9"/>
                    <a:gd name="T26" fmla="*/ 8 w 8"/>
                    <a:gd name="T27" fmla="*/ 5 h 9"/>
                    <a:gd name="T28" fmla="*/ 8 w 8"/>
                    <a:gd name="T29" fmla="*/ 3 h 9"/>
                    <a:gd name="T30" fmla="*/ 7 w 8"/>
                    <a:gd name="T31" fmla="*/ 2 h 9"/>
                    <a:gd name="T32" fmla="*/ 6 w 8"/>
                    <a:gd name="T33" fmla="*/ 0 h 9"/>
                    <a:gd name="T34" fmla="*/ 4 w 8"/>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4" y="0"/>
                      </a:moveTo>
                      <a:lnTo>
                        <a:pt x="3" y="2"/>
                      </a:lnTo>
                      <a:lnTo>
                        <a:pt x="1" y="3"/>
                      </a:lnTo>
                      <a:lnTo>
                        <a:pt x="0" y="5"/>
                      </a:lnTo>
                      <a:lnTo>
                        <a:pt x="0" y="6"/>
                      </a:lnTo>
                      <a:lnTo>
                        <a:pt x="1" y="8"/>
                      </a:lnTo>
                      <a:lnTo>
                        <a:pt x="3" y="9"/>
                      </a:lnTo>
                      <a:lnTo>
                        <a:pt x="4" y="9"/>
                      </a:lnTo>
                      <a:lnTo>
                        <a:pt x="6" y="9"/>
                      </a:lnTo>
                      <a:lnTo>
                        <a:pt x="7" y="9"/>
                      </a:lnTo>
                      <a:lnTo>
                        <a:pt x="8" y="8"/>
                      </a:lnTo>
                      <a:lnTo>
                        <a:pt x="8" y="6"/>
                      </a:lnTo>
                      <a:lnTo>
                        <a:pt x="8" y="5"/>
                      </a:lnTo>
                      <a:lnTo>
                        <a:pt x="8" y="3"/>
                      </a:lnTo>
                      <a:lnTo>
                        <a:pt x="7" y="2"/>
                      </a:lnTo>
                      <a:lnTo>
                        <a:pt x="6"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14" name="Freeform 105"/>
                <p:cNvSpPr>
                  <a:spLocks/>
                </p:cNvSpPr>
                <p:nvPr/>
              </p:nvSpPr>
              <p:spPr bwMode="auto">
                <a:xfrm>
                  <a:off x="3756" y="2212"/>
                  <a:ext cx="9" cy="9"/>
                </a:xfrm>
                <a:custGeom>
                  <a:avLst/>
                  <a:gdLst>
                    <a:gd name="T0" fmla="*/ 6 w 9"/>
                    <a:gd name="T1" fmla="*/ 0 h 9"/>
                    <a:gd name="T2" fmla="*/ 5 w 9"/>
                    <a:gd name="T3" fmla="*/ 0 h 9"/>
                    <a:gd name="T4" fmla="*/ 3 w 9"/>
                    <a:gd name="T5" fmla="*/ 0 h 9"/>
                    <a:gd name="T6" fmla="*/ 2 w 9"/>
                    <a:gd name="T7" fmla="*/ 1 h 9"/>
                    <a:gd name="T8" fmla="*/ 0 w 9"/>
                    <a:gd name="T9" fmla="*/ 3 h 9"/>
                    <a:gd name="T10" fmla="*/ 0 w 9"/>
                    <a:gd name="T11" fmla="*/ 4 h 9"/>
                    <a:gd name="T12" fmla="*/ 2 w 9"/>
                    <a:gd name="T13" fmla="*/ 6 h 9"/>
                    <a:gd name="T14" fmla="*/ 3 w 9"/>
                    <a:gd name="T15" fmla="*/ 7 h 9"/>
                    <a:gd name="T16" fmla="*/ 5 w 9"/>
                    <a:gd name="T17" fmla="*/ 9 h 9"/>
                    <a:gd name="T18" fmla="*/ 5 w 9"/>
                    <a:gd name="T19" fmla="*/ 9 h 9"/>
                    <a:gd name="T20" fmla="*/ 6 w 9"/>
                    <a:gd name="T21" fmla="*/ 9 h 9"/>
                    <a:gd name="T22" fmla="*/ 7 w 9"/>
                    <a:gd name="T23" fmla="*/ 7 h 9"/>
                    <a:gd name="T24" fmla="*/ 9 w 9"/>
                    <a:gd name="T25" fmla="*/ 6 h 9"/>
                    <a:gd name="T26" fmla="*/ 9 w 9"/>
                    <a:gd name="T27" fmla="*/ 4 h 9"/>
                    <a:gd name="T28" fmla="*/ 9 w 9"/>
                    <a:gd name="T29" fmla="*/ 3 h 9"/>
                    <a:gd name="T30" fmla="*/ 9 w 9"/>
                    <a:gd name="T31" fmla="*/ 1 h 9"/>
                    <a:gd name="T32" fmla="*/ 7 w 9"/>
                    <a:gd name="T33" fmla="*/ 0 h 9"/>
                    <a:gd name="T34" fmla="*/ 6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6" y="0"/>
                      </a:moveTo>
                      <a:lnTo>
                        <a:pt x="5" y="0"/>
                      </a:lnTo>
                      <a:lnTo>
                        <a:pt x="3" y="0"/>
                      </a:lnTo>
                      <a:lnTo>
                        <a:pt x="2" y="1"/>
                      </a:lnTo>
                      <a:lnTo>
                        <a:pt x="0" y="3"/>
                      </a:lnTo>
                      <a:lnTo>
                        <a:pt x="0" y="4"/>
                      </a:lnTo>
                      <a:lnTo>
                        <a:pt x="2" y="6"/>
                      </a:lnTo>
                      <a:lnTo>
                        <a:pt x="3" y="7"/>
                      </a:lnTo>
                      <a:lnTo>
                        <a:pt x="5" y="9"/>
                      </a:lnTo>
                      <a:lnTo>
                        <a:pt x="6" y="9"/>
                      </a:lnTo>
                      <a:lnTo>
                        <a:pt x="7" y="7"/>
                      </a:lnTo>
                      <a:lnTo>
                        <a:pt x="9" y="6"/>
                      </a:lnTo>
                      <a:lnTo>
                        <a:pt x="9" y="4"/>
                      </a:lnTo>
                      <a:lnTo>
                        <a:pt x="9" y="3"/>
                      </a:lnTo>
                      <a:lnTo>
                        <a:pt x="9" y="1"/>
                      </a:lnTo>
                      <a:lnTo>
                        <a:pt x="7" y="0"/>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15" name="Freeform 106"/>
                <p:cNvSpPr>
                  <a:spLocks/>
                </p:cNvSpPr>
                <p:nvPr/>
              </p:nvSpPr>
              <p:spPr bwMode="auto">
                <a:xfrm>
                  <a:off x="3774" y="2212"/>
                  <a:ext cx="8" cy="9"/>
                </a:xfrm>
                <a:custGeom>
                  <a:avLst/>
                  <a:gdLst>
                    <a:gd name="T0" fmla="*/ 5 w 8"/>
                    <a:gd name="T1" fmla="*/ 0 h 9"/>
                    <a:gd name="T2" fmla="*/ 4 w 8"/>
                    <a:gd name="T3" fmla="*/ 0 h 9"/>
                    <a:gd name="T4" fmla="*/ 3 w 8"/>
                    <a:gd name="T5" fmla="*/ 0 h 9"/>
                    <a:gd name="T6" fmla="*/ 1 w 8"/>
                    <a:gd name="T7" fmla="*/ 1 h 9"/>
                    <a:gd name="T8" fmla="*/ 0 w 8"/>
                    <a:gd name="T9" fmla="*/ 3 h 9"/>
                    <a:gd name="T10" fmla="*/ 0 w 8"/>
                    <a:gd name="T11" fmla="*/ 4 h 9"/>
                    <a:gd name="T12" fmla="*/ 1 w 8"/>
                    <a:gd name="T13" fmla="*/ 6 h 9"/>
                    <a:gd name="T14" fmla="*/ 3 w 8"/>
                    <a:gd name="T15" fmla="*/ 7 h 9"/>
                    <a:gd name="T16" fmla="*/ 4 w 8"/>
                    <a:gd name="T17" fmla="*/ 9 h 9"/>
                    <a:gd name="T18" fmla="*/ 4 w 8"/>
                    <a:gd name="T19" fmla="*/ 9 h 9"/>
                    <a:gd name="T20" fmla="*/ 5 w 8"/>
                    <a:gd name="T21" fmla="*/ 9 h 9"/>
                    <a:gd name="T22" fmla="*/ 7 w 8"/>
                    <a:gd name="T23" fmla="*/ 7 h 9"/>
                    <a:gd name="T24" fmla="*/ 8 w 8"/>
                    <a:gd name="T25" fmla="*/ 6 h 9"/>
                    <a:gd name="T26" fmla="*/ 8 w 8"/>
                    <a:gd name="T27" fmla="*/ 4 h 9"/>
                    <a:gd name="T28" fmla="*/ 8 w 8"/>
                    <a:gd name="T29" fmla="*/ 3 h 9"/>
                    <a:gd name="T30" fmla="*/ 8 w 8"/>
                    <a:gd name="T31" fmla="*/ 1 h 9"/>
                    <a:gd name="T32" fmla="*/ 7 w 8"/>
                    <a:gd name="T33" fmla="*/ 0 h 9"/>
                    <a:gd name="T34" fmla="*/ 5 w 8"/>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5" y="0"/>
                      </a:moveTo>
                      <a:lnTo>
                        <a:pt x="4" y="0"/>
                      </a:lnTo>
                      <a:lnTo>
                        <a:pt x="3" y="0"/>
                      </a:lnTo>
                      <a:lnTo>
                        <a:pt x="1" y="1"/>
                      </a:lnTo>
                      <a:lnTo>
                        <a:pt x="0" y="3"/>
                      </a:lnTo>
                      <a:lnTo>
                        <a:pt x="0" y="4"/>
                      </a:lnTo>
                      <a:lnTo>
                        <a:pt x="1" y="6"/>
                      </a:lnTo>
                      <a:lnTo>
                        <a:pt x="3" y="7"/>
                      </a:lnTo>
                      <a:lnTo>
                        <a:pt x="4" y="9"/>
                      </a:lnTo>
                      <a:lnTo>
                        <a:pt x="5" y="9"/>
                      </a:lnTo>
                      <a:lnTo>
                        <a:pt x="7" y="7"/>
                      </a:lnTo>
                      <a:lnTo>
                        <a:pt x="8" y="6"/>
                      </a:lnTo>
                      <a:lnTo>
                        <a:pt x="8" y="4"/>
                      </a:lnTo>
                      <a:lnTo>
                        <a:pt x="8" y="3"/>
                      </a:lnTo>
                      <a:lnTo>
                        <a:pt x="8" y="1"/>
                      </a:lnTo>
                      <a:lnTo>
                        <a:pt x="7" y="0"/>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16" name="Freeform 107"/>
                <p:cNvSpPr>
                  <a:spLocks/>
                </p:cNvSpPr>
                <p:nvPr/>
              </p:nvSpPr>
              <p:spPr bwMode="auto">
                <a:xfrm>
                  <a:off x="3791" y="2215"/>
                  <a:ext cx="9" cy="8"/>
                </a:xfrm>
                <a:custGeom>
                  <a:avLst/>
                  <a:gdLst>
                    <a:gd name="T0" fmla="*/ 6 w 9"/>
                    <a:gd name="T1" fmla="*/ 0 h 8"/>
                    <a:gd name="T2" fmla="*/ 4 w 9"/>
                    <a:gd name="T3" fmla="*/ 0 h 8"/>
                    <a:gd name="T4" fmla="*/ 3 w 9"/>
                    <a:gd name="T5" fmla="*/ 0 h 8"/>
                    <a:gd name="T6" fmla="*/ 2 w 9"/>
                    <a:gd name="T7" fmla="*/ 1 h 8"/>
                    <a:gd name="T8" fmla="*/ 0 w 9"/>
                    <a:gd name="T9" fmla="*/ 3 h 8"/>
                    <a:gd name="T10" fmla="*/ 0 w 9"/>
                    <a:gd name="T11" fmla="*/ 4 h 8"/>
                    <a:gd name="T12" fmla="*/ 2 w 9"/>
                    <a:gd name="T13" fmla="*/ 6 h 8"/>
                    <a:gd name="T14" fmla="*/ 3 w 9"/>
                    <a:gd name="T15" fmla="*/ 7 h 8"/>
                    <a:gd name="T16" fmla="*/ 4 w 9"/>
                    <a:gd name="T17" fmla="*/ 8 h 8"/>
                    <a:gd name="T18" fmla="*/ 4 w 9"/>
                    <a:gd name="T19" fmla="*/ 8 h 8"/>
                    <a:gd name="T20" fmla="*/ 6 w 9"/>
                    <a:gd name="T21" fmla="*/ 8 h 8"/>
                    <a:gd name="T22" fmla="*/ 7 w 9"/>
                    <a:gd name="T23" fmla="*/ 7 h 8"/>
                    <a:gd name="T24" fmla="*/ 9 w 9"/>
                    <a:gd name="T25" fmla="*/ 6 h 8"/>
                    <a:gd name="T26" fmla="*/ 9 w 9"/>
                    <a:gd name="T27" fmla="*/ 4 h 8"/>
                    <a:gd name="T28" fmla="*/ 9 w 9"/>
                    <a:gd name="T29" fmla="*/ 3 h 8"/>
                    <a:gd name="T30" fmla="*/ 9 w 9"/>
                    <a:gd name="T31" fmla="*/ 1 h 8"/>
                    <a:gd name="T32" fmla="*/ 7 w 9"/>
                    <a:gd name="T33" fmla="*/ 0 h 8"/>
                    <a:gd name="T34" fmla="*/ 6 w 9"/>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6" y="0"/>
                      </a:moveTo>
                      <a:lnTo>
                        <a:pt x="4" y="0"/>
                      </a:lnTo>
                      <a:lnTo>
                        <a:pt x="3" y="0"/>
                      </a:lnTo>
                      <a:lnTo>
                        <a:pt x="2" y="1"/>
                      </a:lnTo>
                      <a:lnTo>
                        <a:pt x="0" y="3"/>
                      </a:lnTo>
                      <a:lnTo>
                        <a:pt x="0" y="4"/>
                      </a:lnTo>
                      <a:lnTo>
                        <a:pt x="2" y="6"/>
                      </a:lnTo>
                      <a:lnTo>
                        <a:pt x="3" y="7"/>
                      </a:lnTo>
                      <a:lnTo>
                        <a:pt x="4" y="8"/>
                      </a:lnTo>
                      <a:lnTo>
                        <a:pt x="6" y="8"/>
                      </a:lnTo>
                      <a:lnTo>
                        <a:pt x="7" y="7"/>
                      </a:lnTo>
                      <a:lnTo>
                        <a:pt x="9" y="6"/>
                      </a:lnTo>
                      <a:lnTo>
                        <a:pt x="9" y="4"/>
                      </a:lnTo>
                      <a:lnTo>
                        <a:pt x="9" y="3"/>
                      </a:lnTo>
                      <a:lnTo>
                        <a:pt x="9" y="1"/>
                      </a:lnTo>
                      <a:lnTo>
                        <a:pt x="7" y="0"/>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17" name="Freeform 108"/>
                <p:cNvSpPr>
                  <a:spLocks/>
                </p:cNvSpPr>
                <p:nvPr/>
              </p:nvSpPr>
              <p:spPr bwMode="auto">
                <a:xfrm>
                  <a:off x="3808" y="2219"/>
                  <a:ext cx="9" cy="9"/>
                </a:xfrm>
                <a:custGeom>
                  <a:avLst/>
                  <a:gdLst>
                    <a:gd name="T0" fmla="*/ 5 w 9"/>
                    <a:gd name="T1" fmla="*/ 0 h 9"/>
                    <a:gd name="T2" fmla="*/ 3 w 9"/>
                    <a:gd name="T3" fmla="*/ 0 h 9"/>
                    <a:gd name="T4" fmla="*/ 2 w 9"/>
                    <a:gd name="T5" fmla="*/ 0 h 9"/>
                    <a:gd name="T6" fmla="*/ 0 w 9"/>
                    <a:gd name="T7" fmla="*/ 2 h 9"/>
                    <a:gd name="T8" fmla="*/ 0 w 9"/>
                    <a:gd name="T9" fmla="*/ 3 h 9"/>
                    <a:gd name="T10" fmla="*/ 0 w 9"/>
                    <a:gd name="T11" fmla="*/ 4 h 9"/>
                    <a:gd name="T12" fmla="*/ 0 w 9"/>
                    <a:gd name="T13" fmla="*/ 6 h 9"/>
                    <a:gd name="T14" fmla="*/ 2 w 9"/>
                    <a:gd name="T15" fmla="*/ 7 h 9"/>
                    <a:gd name="T16" fmla="*/ 3 w 9"/>
                    <a:gd name="T17" fmla="*/ 9 h 9"/>
                    <a:gd name="T18" fmla="*/ 3 w 9"/>
                    <a:gd name="T19" fmla="*/ 9 h 9"/>
                    <a:gd name="T20" fmla="*/ 5 w 9"/>
                    <a:gd name="T21" fmla="*/ 9 h 9"/>
                    <a:gd name="T22" fmla="*/ 6 w 9"/>
                    <a:gd name="T23" fmla="*/ 7 h 9"/>
                    <a:gd name="T24" fmla="*/ 8 w 9"/>
                    <a:gd name="T25" fmla="*/ 6 h 9"/>
                    <a:gd name="T26" fmla="*/ 9 w 9"/>
                    <a:gd name="T27" fmla="*/ 4 h 9"/>
                    <a:gd name="T28" fmla="*/ 9 w 9"/>
                    <a:gd name="T29" fmla="*/ 3 h 9"/>
                    <a:gd name="T30" fmla="*/ 8 w 9"/>
                    <a:gd name="T31" fmla="*/ 2 h 9"/>
                    <a:gd name="T32" fmla="*/ 6 w 9"/>
                    <a:gd name="T33" fmla="*/ 0 h 9"/>
                    <a:gd name="T34" fmla="*/ 5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5" y="0"/>
                      </a:moveTo>
                      <a:lnTo>
                        <a:pt x="3" y="0"/>
                      </a:lnTo>
                      <a:lnTo>
                        <a:pt x="2" y="0"/>
                      </a:lnTo>
                      <a:lnTo>
                        <a:pt x="0" y="2"/>
                      </a:lnTo>
                      <a:lnTo>
                        <a:pt x="0" y="3"/>
                      </a:lnTo>
                      <a:lnTo>
                        <a:pt x="0" y="4"/>
                      </a:lnTo>
                      <a:lnTo>
                        <a:pt x="0" y="6"/>
                      </a:lnTo>
                      <a:lnTo>
                        <a:pt x="2" y="7"/>
                      </a:lnTo>
                      <a:lnTo>
                        <a:pt x="3" y="9"/>
                      </a:lnTo>
                      <a:lnTo>
                        <a:pt x="5" y="9"/>
                      </a:lnTo>
                      <a:lnTo>
                        <a:pt x="6" y="7"/>
                      </a:lnTo>
                      <a:lnTo>
                        <a:pt x="8" y="6"/>
                      </a:lnTo>
                      <a:lnTo>
                        <a:pt x="9" y="4"/>
                      </a:lnTo>
                      <a:lnTo>
                        <a:pt x="9" y="3"/>
                      </a:lnTo>
                      <a:lnTo>
                        <a:pt x="8" y="2"/>
                      </a:lnTo>
                      <a:lnTo>
                        <a:pt x="6" y="0"/>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18" name="Freeform 109"/>
                <p:cNvSpPr>
                  <a:spLocks/>
                </p:cNvSpPr>
                <p:nvPr/>
              </p:nvSpPr>
              <p:spPr bwMode="auto">
                <a:xfrm>
                  <a:off x="3824" y="2225"/>
                  <a:ext cx="9" cy="9"/>
                </a:xfrm>
                <a:custGeom>
                  <a:avLst/>
                  <a:gdLst>
                    <a:gd name="T0" fmla="*/ 5 w 9"/>
                    <a:gd name="T1" fmla="*/ 0 h 9"/>
                    <a:gd name="T2" fmla="*/ 3 w 9"/>
                    <a:gd name="T3" fmla="*/ 0 h 9"/>
                    <a:gd name="T4" fmla="*/ 2 w 9"/>
                    <a:gd name="T5" fmla="*/ 1 h 9"/>
                    <a:gd name="T6" fmla="*/ 0 w 9"/>
                    <a:gd name="T7" fmla="*/ 3 h 9"/>
                    <a:gd name="T8" fmla="*/ 0 w 9"/>
                    <a:gd name="T9" fmla="*/ 4 h 9"/>
                    <a:gd name="T10" fmla="*/ 0 w 9"/>
                    <a:gd name="T11" fmla="*/ 6 h 9"/>
                    <a:gd name="T12" fmla="*/ 0 w 9"/>
                    <a:gd name="T13" fmla="*/ 7 h 9"/>
                    <a:gd name="T14" fmla="*/ 2 w 9"/>
                    <a:gd name="T15" fmla="*/ 9 h 9"/>
                    <a:gd name="T16" fmla="*/ 3 w 9"/>
                    <a:gd name="T17" fmla="*/ 9 h 9"/>
                    <a:gd name="T18" fmla="*/ 3 w 9"/>
                    <a:gd name="T19" fmla="*/ 9 h 9"/>
                    <a:gd name="T20" fmla="*/ 5 w 9"/>
                    <a:gd name="T21" fmla="*/ 9 h 9"/>
                    <a:gd name="T22" fmla="*/ 6 w 9"/>
                    <a:gd name="T23" fmla="*/ 9 h 9"/>
                    <a:gd name="T24" fmla="*/ 8 w 9"/>
                    <a:gd name="T25" fmla="*/ 7 h 9"/>
                    <a:gd name="T26" fmla="*/ 9 w 9"/>
                    <a:gd name="T27" fmla="*/ 6 h 9"/>
                    <a:gd name="T28" fmla="*/ 9 w 9"/>
                    <a:gd name="T29" fmla="*/ 4 h 9"/>
                    <a:gd name="T30" fmla="*/ 8 w 9"/>
                    <a:gd name="T31" fmla="*/ 3 h 9"/>
                    <a:gd name="T32" fmla="*/ 6 w 9"/>
                    <a:gd name="T33" fmla="*/ 1 h 9"/>
                    <a:gd name="T34" fmla="*/ 5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5" y="0"/>
                      </a:moveTo>
                      <a:lnTo>
                        <a:pt x="3" y="0"/>
                      </a:lnTo>
                      <a:lnTo>
                        <a:pt x="2" y="1"/>
                      </a:lnTo>
                      <a:lnTo>
                        <a:pt x="0" y="3"/>
                      </a:lnTo>
                      <a:lnTo>
                        <a:pt x="0" y="4"/>
                      </a:lnTo>
                      <a:lnTo>
                        <a:pt x="0" y="6"/>
                      </a:lnTo>
                      <a:lnTo>
                        <a:pt x="0" y="7"/>
                      </a:lnTo>
                      <a:lnTo>
                        <a:pt x="2" y="9"/>
                      </a:lnTo>
                      <a:lnTo>
                        <a:pt x="3" y="9"/>
                      </a:lnTo>
                      <a:lnTo>
                        <a:pt x="5" y="9"/>
                      </a:lnTo>
                      <a:lnTo>
                        <a:pt x="6" y="9"/>
                      </a:lnTo>
                      <a:lnTo>
                        <a:pt x="8" y="7"/>
                      </a:lnTo>
                      <a:lnTo>
                        <a:pt x="9" y="6"/>
                      </a:lnTo>
                      <a:lnTo>
                        <a:pt x="9" y="4"/>
                      </a:lnTo>
                      <a:lnTo>
                        <a:pt x="8" y="3"/>
                      </a:lnTo>
                      <a:lnTo>
                        <a:pt x="6"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19" name="Freeform 110"/>
                <p:cNvSpPr>
                  <a:spLocks/>
                </p:cNvSpPr>
                <p:nvPr/>
              </p:nvSpPr>
              <p:spPr bwMode="auto">
                <a:xfrm>
                  <a:off x="3840" y="2232"/>
                  <a:ext cx="9" cy="9"/>
                </a:xfrm>
                <a:custGeom>
                  <a:avLst/>
                  <a:gdLst>
                    <a:gd name="T0" fmla="*/ 5 w 9"/>
                    <a:gd name="T1" fmla="*/ 0 h 9"/>
                    <a:gd name="T2" fmla="*/ 3 w 9"/>
                    <a:gd name="T3" fmla="*/ 0 h 9"/>
                    <a:gd name="T4" fmla="*/ 2 w 9"/>
                    <a:gd name="T5" fmla="*/ 0 h 9"/>
                    <a:gd name="T6" fmla="*/ 0 w 9"/>
                    <a:gd name="T7" fmla="*/ 2 h 9"/>
                    <a:gd name="T8" fmla="*/ 0 w 9"/>
                    <a:gd name="T9" fmla="*/ 3 h 9"/>
                    <a:gd name="T10" fmla="*/ 0 w 9"/>
                    <a:gd name="T11" fmla="*/ 5 h 9"/>
                    <a:gd name="T12" fmla="*/ 0 w 9"/>
                    <a:gd name="T13" fmla="*/ 6 h 9"/>
                    <a:gd name="T14" fmla="*/ 2 w 9"/>
                    <a:gd name="T15" fmla="*/ 7 h 9"/>
                    <a:gd name="T16" fmla="*/ 3 w 9"/>
                    <a:gd name="T17" fmla="*/ 9 h 9"/>
                    <a:gd name="T18" fmla="*/ 3 w 9"/>
                    <a:gd name="T19" fmla="*/ 9 h 9"/>
                    <a:gd name="T20" fmla="*/ 5 w 9"/>
                    <a:gd name="T21" fmla="*/ 9 h 9"/>
                    <a:gd name="T22" fmla="*/ 6 w 9"/>
                    <a:gd name="T23" fmla="*/ 7 h 9"/>
                    <a:gd name="T24" fmla="*/ 8 w 9"/>
                    <a:gd name="T25" fmla="*/ 6 h 9"/>
                    <a:gd name="T26" fmla="*/ 9 w 9"/>
                    <a:gd name="T27" fmla="*/ 5 h 9"/>
                    <a:gd name="T28" fmla="*/ 9 w 9"/>
                    <a:gd name="T29" fmla="*/ 3 h 9"/>
                    <a:gd name="T30" fmla="*/ 8 w 9"/>
                    <a:gd name="T31" fmla="*/ 2 h 9"/>
                    <a:gd name="T32" fmla="*/ 6 w 9"/>
                    <a:gd name="T33" fmla="*/ 0 h 9"/>
                    <a:gd name="T34" fmla="*/ 5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5" y="0"/>
                      </a:moveTo>
                      <a:lnTo>
                        <a:pt x="3" y="0"/>
                      </a:lnTo>
                      <a:lnTo>
                        <a:pt x="2" y="0"/>
                      </a:lnTo>
                      <a:lnTo>
                        <a:pt x="0" y="2"/>
                      </a:lnTo>
                      <a:lnTo>
                        <a:pt x="0" y="3"/>
                      </a:lnTo>
                      <a:lnTo>
                        <a:pt x="0" y="5"/>
                      </a:lnTo>
                      <a:lnTo>
                        <a:pt x="0" y="6"/>
                      </a:lnTo>
                      <a:lnTo>
                        <a:pt x="2" y="7"/>
                      </a:lnTo>
                      <a:lnTo>
                        <a:pt x="3" y="9"/>
                      </a:lnTo>
                      <a:lnTo>
                        <a:pt x="5" y="9"/>
                      </a:lnTo>
                      <a:lnTo>
                        <a:pt x="6" y="7"/>
                      </a:lnTo>
                      <a:lnTo>
                        <a:pt x="8" y="6"/>
                      </a:lnTo>
                      <a:lnTo>
                        <a:pt x="9" y="5"/>
                      </a:lnTo>
                      <a:lnTo>
                        <a:pt x="9" y="3"/>
                      </a:lnTo>
                      <a:lnTo>
                        <a:pt x="8" y="2"/>
                      </a:lnTo>
                      <a:lnTo>
                        <a:pt x="6" y="0"/>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20" name="Freeform 111"/>
                <p:cNvSpPr>
                  <a:spLocks/>
                </p:cNvSpPr>
                <p:nvPr/>
              </p:nvSpPr>
              <p:spPr bwMode="auto">
                <a:xfrm>
                  <a:off x="3856" y="2239"/>
                  <a:ext cx="9" cy="9"/>
                </a:xfrm>
                <a:custGeom>
                  <a:avLst/>
                  <a:gdLst>
                    <a:gd name="T0" fmla="*/ 5 w 9"/>
                    <a:gd name="T1" fmla="*/ 0 h 9"/>
                    <a:gd name="T2" fmla="*/ 3 w 9"/>
                    <a:gd name="T3" fmla="*/ 0 h 9"/>
                    <a:gd name="T4" fmla="*/ 2 w 9"/>
                    <a:gd name="T5" fmla="*/ 0 h 9"/>
                    <a:gd name="T6" fmla="*/ 0 w 9"/>
                    <a:gd name="T7" fmla="*/ 2 h 9"/>
                    <a:gd name="T8" fmla="*/ 0 w 9"/>
                    <a:gd name="T9" fmla="*/ 3 h 9"/>
                    <a:gd name="T10" fmla="*/ 0 w 9"/>
                    <a:gd name="T11" fmla="*/ 5 h 9"/>
                    <a:gd name="T12" fmla="*/ 0 w 9"/>
                    <a:gd name="T13" fmla="*/ 6 h 9"/>
                    <a:gd name="T14" fmla="*/ 2 w 9"/>
                    <a:gd name="T15" fmla="*/ 8 h 9"/>
                    <a:gd name="T16" fmla="*/ 3 w 9"/>
                    <a:gd name="T17" fmla="*/ 9 h 9"/>
                    <a:gd name="T18" fmla="*/ 3 w 9"/>
                    <a:gd name="T19" fmla="*/ 9 h 9"/>
                    <a:gd name="T20" fmla="*/ 5 w 9"/>
                    <a:gd name="T21" fmla="*/ 9 h 9"/>
                    <a:gd name="T22" fmla="*/ 6 w 9"/>
                    <a:gd name="T23" fmla="*/ 8 h 9"/>
                    <a:gd name="T24" fmla="*/ 8 w 9"/>
                    <a:gd name="T25" fmla="*/ 6 h 9"/>
                    <a:gd name="T26" fmla="*/ 9 w 9"/>
                    <a:gd name="T27" fmla="*/ 5 h 9"/>
                    <a:gd name="T28" fmla="*/ 9 w 9"/>
                    <a:gd name="T29" fmla="*/ 3 h 9"/>
                    <a:gd name="T30" fmla="*/ 8 w 9"/>
                    <a:gd name="T31" fmla="*/ 2 h 9"/>
                    <a:gd name="T32" fmla="*/ 6 w 9"/>
                    <a:gd name="T33" fmla="*/ 0 h 9"/>
                    <a:gd name="T34" fmla="*/ 5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5" y="0"/>
                      </a:moveTo>
                      <a:lnTo>
                        <a:pt x="3" y="0"/>
                      </a:lnTo>
                      <a:lnTo>
                        <a:pt x="2" y="0"/>
                      </a:lnTo>
                      <a:lnTo>
                        <a:pt x="0" y="2"/>
                      </a:lnTo>
                      <a:lnTo>
                        <a:pt x="0" y="3"/>
                      </a:lnTo>
                      <a:lnTo>
                        <a:pt x="0" y="5"/>
                      </a:lnTo>
                      <a:lnTo>
                        <a:pt x="0" y="6"/>
                      </a:lnTo>
                      <a:lnTo>
                        <a:pt x="2" y="8"/>
                      </a:lnTo>
                      <a:lnTo>
                        <a:pt x="3" y="9"/>
                      </a:lnTo>
                      <a:lnTo>
                        <a:pt x="5" y="9"/>
                      </a:lnTo>
                      <a:lnTo>
                        <a:pt x="6" y="8"/>
                      </a:lnTo>
                      <a:lnTo>
                        <a:pt x="8" y="6"/>
                      </a:lnTo>
                      <a:lnTo>
                        <a:pt x="9" y="5"/>
                      </a:lnTo>
                      <a:lnTo>
                        <a:pt x="9" y="3"/>
                      </a:lnTo>
                      <a:lnTo>
                        <a:pt x="8" y="2"/>
                      </a:lnTo>
                      <a:lnTo>
                        <a:pt x="6" y="0"/>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21" name="Freeform 112"/>
                <p:cNvSpPr>
                  <a:spLocks/>
                </p:cNvSpPr>
                <p:nvPr/>
              </p:nvSpPr>
              <p:spPr bwMode="auto">
                <a:xfrm>
                  <a:off x="3872" y="2247"/>
                  <a:ext cx="9" cy="8"/>
                </a:xfrm>
                <a:custGeom>
                  <a:avLst/>
                  <a:gdLst>
                    <a:gd name="T0" fmla="*/ 6 w 9"/>
                    <a:gd name="T1" fmla="*/ 0 h 8"/>
                    <a:gd name="T2" fmla="*/ 5 w 9"/>
                    <a:gd name="T3" fmla="*/ 0 h 8"/>
                    <a:gd name="T4" fmla="*/ 3 w 9"/>
                    <a:gd name="T5" fmla="*/ 0 h 8"/>
                    <a:gd name="T6" fmla="*/ 2 w 9"/>
                    <a:gd name="T7" fmla="*/ 0 h 8"/>
                    <a:gd name="T8" fmla="*/ 0 w 9"/>
                    <a:gd name="T9" fmla="*/ 1 h 8"/>
                    <a:gd name="T10" fmla="*/ 0 w 9"/>
                    <a:gd name="T11" fmla="*/ 3 h 8"/>
                    <a:gd name="T12" fmla="*/ 0 w 9"/>
                    <a:gd name="T13" fmla="*/ 4 h 8"/>
                    <a:gd name="T14" fmla="*/ 0 w 9"/>
                    <a:gd name="T15" fmla="*/ 5 h 8"/>
                    <a:gd name="T16" fmla="*/ 2 w 9"/>
                    <a:gd name="T17" fmla="*/ 7 h 8"/>
                    <a:gd name="T18" fmla="*/ 2 w 9"/>
                    <a:gd name="T19" fmla="*/ 7 h 8"/>
                    <a:gd name="T20" fmla="*/ 3 w 9"/>
                    <a:gd name="T21" fmla="*/ 8 h 8"/>
                    <a:gd name="T22" fmla="*/ 5 w 9"/>
                    <a:gd name="T23" fmla="*/ 8 h 8"/>
                    <a:gd name="T24" fmla="*/ 6 w 9"/>
                    <a:gd name="T25" fmla="*/ 7 h 8"/>
                    <a:gd name="T26" fmla="*/ 8 w 9"/>
                    <a:gd name="T27" fmla="*/ 5 h 8"/>
                    <a:gd name="T28" fmla="*/ 9 w 9"/>
                    <a:gd name="T29" fmla="*/ 4 h 8"/>
                    <a:gd name="T30" fmla="*/ 9 w 9"/>
                    <a:gd name="T31" fmla="*/ 3 h 8"/>
                    <a:gd name="T32" fmla="*/ 8 w 9"/>
                    <a:gd name="T33" fmla="*/ 1 h 8"/>
                    <a:gd name="T34" fmla="*/ 6 w 9"/>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6" y="0"/>
                      </a:moveTo>
                      <a:lnTo>
                        <a:pt x="5" y="0"/>
                      </a:lnTo>
                      <a:lnTo>
                        <a:pt x="3" y="0"/>
                      </a:lnTo>
                      <a:lnTo>
                        <a:pt x="2" y="0"/>
                      </a:lnTo>
                      <a:lnTo>
                        <a:pt x="0" y="1"/>
                      </a:lnTo>
                      <a:lnTo>
                        <a:pt x="0" y="3"/>
                      </a:lnTo>
                      <a:lnTo>
                        <a:pt x="0" y="4"/>
                      </a:lnTo>
                      <a:lnTo>
                        <a:pt x="0" y="5"/>
                      </a:lnTo>
                      <a:lnTo>
                        <a:pt x="2" y="7"/>
                      </a:lnTo>
                      <a:lnTo>
                        <a:pt x="3" y="8"/>
                      </a:lnTo>
                      <a:lnTo>
                        <a:pt x="5" y="8"/>
                      </a:lnTo>
                      <a:lnTo>
                        <a:pt x="6" y="7"/>
                      </a:lnTo>
                      <a:lnTo>
                        <a:pt x="8" y="5"/>
                      </a:lnTo>
                      <a:lnTo>
                        <a:pt x="9" y="4"/>
                      </a:lnTo>
                      <a:lnTo>
                        <a:pt x="9" y="3"/>
                      </a:lnTo>
                      <a:lnTo>
                        <a:pt x="8" y="1"/>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22" name="Freeform 113"/>
                <p:cNvSpPr>
                  <a:spLocks/>
                </p:cNvSpPr>
                <p:nvPr/>
              </p:nvSpPr>
              <p:spPr bwMode="auto">
                <a:xfrm>
                  <a:off x="3887" y="2254"/>
                  <a:ext cx="9" cy="9"/>
                </a:xfrm>
                <a:custGeom>
                  <a:avLst/>
                  <a:gdLst>
                    <a:gd name="T0" fmla="*/ 7 w 9"/>
                    <a:gd name="T1" fmla="*/ 1 h 9"/>
                    <a:gd name="T2" fmla="*/ 6 w 9"/>
                    <a:gd name="T3" fmla="*/ 0 h 9"/>
                    <a:gd name="T4" fmla="*/ 4 w 9"/>
                    <a:gd name="T5" fmla="*/ 0 h 9"/>
                    <a:gd name="T6" fmla="*/ 3 w 9"/>
                    <a:gd name="T7" fmla="*/ 1 h 9"/>
                    <a:gd name="T8" fmla="*/ 1 w 9"/>
                    <a:gd name="T9" fmla="*/ 3 h 9"/>
                    <a:gd name="T10" fmla="*/ 0 w 9"/>
                    <a:gd name="T11" fmla="*/ 4 h 9"/>
                    <a:gd name="T12" fmla="*/ 0 w 9"/>
                    <a:gd name="T13" fmla="*/ 6 h 9"/>
                    <a:gd name="T14" fmla="*/ 1 w 9"/>
                    <a:gd name="T15" fmla="*/ 7 h 9"/>
                    <a:gd name="T16" fmla="*/ 3 w 9"/>
                    <a:gd name="T17" fmla="*/ 9 h 9"/>
                    <a:gd name="T18" fmla="*/ 3 w 9"/>
                    <a:gd name="T19" fmla="*/ 9 h 9"/>
                    <a:gd name="T20" fmla="*/ 4 w 9"/>
                    <a:gd name="T21" fmla="*/ 9 h 9"/>
                    <a:gd name="T22" fmla="*/ 6 w 9"/>
                    <a:gd name="T23" fmla="*/ 9 h 9"/>
                    <a:gd name="T24" fmla="*/ 7 w 9"/>
                    <a:gd name="T25" fmla="*/ 9 h 9"/>
                    <a:gd name="T26" fmla="*/ 9 w 9"/>
                    <a:gd name="T27" fmla="*/ 7 h 9"/>
                    <a:gd name="T28" fmla="*/ 9 w 9"/>
                    <a:gd name="T29" fmla="*/ 6 h 9"/>
                    <a:gd name="T30" fmla="*/ 9 w 9"/>
                    <a:gd name="T31" fmla="*/ 4 h 9"/>
                    <a:gd name="T32" fmla="*/ 9 w 9"/>
                    <a:gd name="T33" fmla="*/ 3 h 9"/>
                    <a:gd name="T34" fmla="*/ 7 w 9"/>
                    <a:gd name="T35" fmla="*/ 1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7" y="1"/>
                      </a:moveTo>
                      <a:lnTo>
                        <a:pt x="6" y="0"/>
                      </a:lnTo>
                      <a:lnTo>
                        <a:pt x="4" y="0"/>
                      </a:lnTo>
                      <a:lnTo>
                        <a:pt x="3" y="1"/>
                      </a:lnTo>
                      <a:lnTo>
                        <a:pt x="1" y="3"/>
                      </a:lnTo>
                      <a:lnTo>
                        <a:pt x="0" y="4"/>
                      </a:lnTo>
                      <a:lnTo>
                        <a:pt x="0" y="6"/>
                      </a:lnTo>
                      <a:lnTo>
                        <a:pt x="1" y="7"/>
                      </a:lnTo>
                      <a:lnTo>
                        <a:pt x="3" y="9"/>
                      </a:lnTo>
                      <a:lnTo>
                        <a:pt x="4" y="9"/>
                      </a:lnTo>
                      <a:lnTo>
                        <a:pt x="6" y="9"/>
                      </a:lnTo>
                      <a:lnTo>
                        <a:pt x="7" y="9"/>
                      </a:lnTo>
                      <a:lnTo>
                        <a:pt x="9" y="7"/>
                      </a:lnTo>
                      <a:lnTo>
                        <a:pt x="9" y="6"/>
                      </a:lnTo>
                      <a:lnTo>
                        <a:pt x="9" y="4"/>
                      </a:lnTo>
                      <a:lnTo>
                        <a:pt x="9" y="3"/>
                      </a:lnTo>
                      <a:lnTo>
                        <a:pt x="7"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23" name="Freeform 114"/>
                <p:cNvSpPr>
                  <a:spLocks/>
                </p:cNvSpPr>
                <p:nvPr/>
              </p:nvSpPr>
              <p:spPr bwMode="auto">
                <a:xfrm>
                  <a:off x="3903" y="2263"/>
                  <a:ext cx="9" cy="8"/>
                </a:xfrm>
                <a:custGeom>
                  <a:avLst/>
                  <a:gdLst>
                    <a:gd name="T0" fmla="*/ 6 w 9"/>
                    <a:gd name="T1" fmla="*/ 1 h 8"/>
                    <a:gd name="T2" fmla="*/ 4 w 9"/>
                    <a:gd name="T3" fmla="*/ 0 h 8"/>
                    <a:gd name="T4" fmla="*/ 3 w 9"/>
                    <a:gd name="T5" fmla="*/ 0 h 8"/>
                    <a:gd name="T6" fmla="*/ 1 w 9"/>
                    <a:gd name="T7" fmla="*/ 1 h 8"/>
                    <a:gd name="T8" fmla="*/ 0 w 9"/>
                    <a:gd name="T9" fmla="*/ 3 h 8"/>
                    <a:gd name="T10" fmla="*/ 0 w 9"/>
                    <a:gd name="T11" fmla="*/ 4 h 8"/>
                    <a:gd name="T12" fmla="*/ 0 w 9"/>
                    <a:gd name="T13" fmla="*/ 5 h 8"/>
                    <a:gd name="T14" fmla="*/ 0 w 9"/>
                    <a:gd name="T15" fmla="*/ 7 h 8"/>
                    <a:gd name="T16" fmla="*/ 1 w 9"/>
                    <a:gd name="T17" fmla="*/ 8 h 8"/>
                    <a:gd name="T18" fmla="*/ 1 w 9"/>
                    <a:gd name="T19" fmla="*/ 8 h 8"/>
                    <a:gd name="T20" fmla="*/ 3 w 9"/>
                    <a:gd name="T21" fmla="*/ 8 h 8"/>
                    <a:gd name="T22" fmla="*/ 4 w 9"/>
                    <a:gd name="T23" fmla="*/ 8 h 8"/>
                    <a:gd name="T24" fmla="*/ 6 w 9"/>
                    <a:gd name="T25" fmla="*/ 8 h 8"/>
                    <a:gd name="T26" fmla="*/ 7 w 9"/>
                    <a:gd name="T27" fmla="*/ 7 h 8"/>
                    <a:gd name="T28" fmla="*/ 9 w 9"/>
                    <a:gd name="T29" fmla="*/ 5 h 8"/>
                    <a:gd name="T30" fmla="*/ 9 w 9"/>
                    <a:gd name="T31" fmla="*/ 4 h 8"/>
                    <a:gd name="T32" fmla="*/ 7 w 9"/>
                    <a:gd name="T33" fmla="*/ 3 h 8"/>
                    <a:gd name="T34" fmla="*/ 6 w 9"/>
                    <a:gd name="T35" fmla="*/ 1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6" y="1"/>
                      </a:moveTo>
                      <a:lnTo>
                        <a:pt x="4" y="0"/>
                      </a:lnTo>
                      <a:lnTo>
                        <a:pt x="3" y="0"/>
                      </a:lnTo>
                      <a:lnTo>
                        <a:pt x="1" y="1"/>
                      </a:lnTo>
                      <a:lnTo>
                        <a:pt x="0" y="3"/>
                      </a:lnTo>
                      <a:lnTo>
                        <a:pt x="0" y="4"/>
                      </a:lnTo>
                      <a:lnTo>
                        <a:pt x="0" y="5"/>
                      </a:lnTo>
                      <a:lnTo>
                        <a:pt x="0" y="7"/>
                      </a:lnTo>
                      <a:lnTo>
                        <a:pt x="1" y="8"/>
                      </a:lnTo>
                      <a:lnTo>
                        <a:pt x="3" y="8"/>
                      </a:lnTo>
                      <a:lnTo>
                        <a:pt x="4" y="8"/>
                      </a:lnTo>
                      <a:lnTo>
                        <a:pt x="6" y="8"/>
                      </a:lnTo>
                      <a:lnTo>
                        <a:pt x="7" y="7"/>
                      </a:lnTo>
                      <a:lnTo>
                        <a:pt x="9" y="5"/>
                      </a:lnTo>
                      <a:lnTo>
                        <a:pt x="9" y="4"/>
                      </a:lnTo>
                      <a:lnTo>
                        <a:pt x="7" y="3"/>
                      </a:lnTo>
                      <a:lnTo>
                        <a:pt x="6"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24" name="Freeform 115"/>
                <p:cNvSpPr>
                  <a:spLocks/>
                </p:cNvSpPr>
                <p:nvPr/>
              </p:nvSpPr>
              <p:spPr bwMode="auto">
                <a:xfrm>
                  <a:off x="3917" y="2271"/>
                  <a:ext cx="9" cy="9"/>
                </a:xfrm>
                <a:custGeom>
                  <a:avLst/>
                  <a:gdLst>
                    <a:gd name="T0" fmla="*/ 8 w 9"/>
                    <a:gd name="T1" fmla="*/ 0 h 9"/>
                    <a:gd name="T2" fmla="*/ 6 w 9"/>
                    <a:gd name="T3" fmla="*/ 0 h 9"/>
                    <a:gd name="T4" fmla="*/ 5 w 9"/>
                    <a:gd name="T5" fmla="*/ 0 h 9"/>
                    <a:gd name="T6" fmla="*/ 3 w 9"/>
                    <a:gd name="T7" fmla="*/ 0 h 9"/>
                    <a:gd name="T8" fmla="*/ 2 w 9"/>
                    <a:gd name="T9" fmla="*/ 2 h 9"/>
                    <a:gd name="T10" fmla="*/ 0 w 9"/>
                    <a:gd name="T11" fmla="*/ 3 h 9"/>
                    <a:gd name="T12" fmla="*/ 0 w 9"/>
                    <a:gd name="T13" fmla="*/ 5 h 9"/>
                    <a:gd name="T14" fmla="*/ 2 w 9"/>
                    <a:gd name="T15" fmla="*/ 6 h 9"/>
                    <a:gd name="T16" fmla="*/ 3 w 9"/>
                    <a:gd name="T17" fmla="*/ 8 h 9"/>
                    <a:gd name="T18" fmla="*/ 3 w 9"/>
                    <a:gd name="T19" fmla="*/ 8 h 9"/>
                    <a:gd name="T20" fmla="*/ 5 w 9"/>
                    <a:gd name="T21" fmla="*/ 9 h 9"/>
                    <a:gd name="T22" fmla="*/ 6 w 9"/>
                    <a:gd name="T23" fmla="*/ 9 h 9"/>
                    <a:gd name="T24" fmla="*/ 8 w 9"/>
                    <a:gd name="T25" fmla="*/ 8 h 9"/>
                    <a:gd name="T26" fmla="*/ 9 w 9"/>
                    <a:gd name="T27" fmla="*/ 6 h 9"/>
                    <a:gd name="T28" fmla="*/ 9 w 9"/>
                    <a:gd name="T29" fmla="*/ 5 h 9"/>
                    <a:gd name="T30" fmla="*/ 9 w 9"/>
                    <a:gd name="T31" fmla="*/ 3 h 9"/>
                    <a:gd name="T32" fmla="*/ 9 w 9"/>
                    <a:gd name="T33" fmla="*/ 2 h 9"/>
                    <a:gd name="T34" fmla="*/ 8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8" y="0"/>
                      </a:moveTo>
                      <a:lnTo>
                        <a:pt x="6" y="0"/>
                      </a:lnTo>
                      <a:lnTo>
                        <a:pt x="5" y="0"/>
                      </a:lnTo>
                      <a:lnTo>
                        <a:pt x="3" y="0"/>
                      </a:lnTo>
                      <a:lnTo>
                        <a:pt x="2" y="2"/>
                      </a:lnTo>
                      <a:lnTo>
                        <a:pt x="0" y="3"/>
                      </a:lnTo>
                      <a:lnTo>
                        <a:pt x="0" y="5"/>
                      </a:lnTo>
                      <a:lnTo>
                        <a:pt x="2" y="6"/>
                      </a:lnTo>
                      <a:lnTo>
                        <a:pt x="3" y="8"/>
                      </a:lnTo>
                      <a:lnTo>
                        <a:pt x="5" y="9"/>
                      </a:lnTo>
                      <a:lnTo>
                        <a:pt x="6" y="9"/>
                      </a:lnTo>
                      <a:lnTo>
                        <a:pt x="8" y="8"/>
                      </a:lnTo>
                      <a:lnTo>
                        <a:pt x="9" y="6"/>
                      </a:lnTo>
                      <a:lnTo>
                        <a:pt x="9" y="5"/>
                      </a:lnTo>
                      <a:lnTo>
                        <a:pt x="9" y="3"/>
                      </a:lnTo>
                      <a:lnTo>
                        <a:pt x="9" y="2"/>
                      </a:lnTo>
                      <a:lnTo>
                        <a:pt x="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25" name="Freeform 116"/>
                <p:cNvSpPr>
                  <a:spLocks/>
                </p:cNvSpPr>
                <p:nvPr/>
              </p:nvSpPr>
              <p:spPr bwMode="auto">
                <a:xfrm>
                  <a:off x="3933" y="2279"/>
                  <a:ext cx="9" cy="8"/>
                </a:xfrm>
                <a:custGeom>
                  <a:avLst/>
                  <a:gdLst>
                    <a:gd name="T0" fmla="*/ 6 w 9"/>
                    <a:gd name="T1" fmla="*/ 0 h 8"/>
                    <a:gd name="T2" fmla="*/ 5 w 9"/>
                    <a:gd name="T3" fmla="*/ 0 h 8"/>
                    <a:gd name="T4" fmla="*/ 3 w 9"/>
                    <a:gd name="T5" fmla="*/ 0 h 8"/>
                    <a:gd name="T6" fmla="*/ 2 w 9"/>
                    <a:gd name="T7" fmla="*/ 1 h 8"/>
                    <a:gd name="T8" fmla="*/ 0 w 9"/>
                    <a:gd name="T9" fmla="*/ 3 h 8"/>
                    <a:gd name="T10" fmla="*/ 0 w 9"/>
                    <a:gd name="T11" fmla="*/ 4 h 8"/>
                    <a:gd name="T12" fmla="*/ 2 w 9"/>
                    <a:gd name="T13" fmla="*/ 5 h 8"/>
                    <a:gd name="T14" fmla="*/ 3 w 9"/>
                    <a:gd name="T15" fmla="*/ 7 h 8"/>
                    <a:gd name="T16" fmla="*/ 5 w 9"/>
                    <a:gd name="T17" fmla="*/ 8 h 8"/>
                    <a:gd name="T18" fmla="*/ 5 w 9"/>
                    <a:gd name="T19" fmla="*/ 8 h 8"/>
                    <a:gd name="T20" fmla="*/ 6 w 9"/>
                    <a:gd name="T21" fmla="*/ 8 h 8"/>
                    <a:gd name="T22" fmla="*/ 8 w 9"/>
                    <a:gd name="T23" fmla="*/ 7 h 8"/>
                    <a:gd name="T24" fmla="*/ 9 w 9"/>
                    <a:gd name="T25" fmla="*/ 5 h 8"/>
                    <a:gd name="T26" fmla="*/ 9 w 9"/>
                    <a:gd name="T27" fmla="*/ 4 h 8"/>
                    <a:gd name="T28" fmla="*/ 9 w 9"/>
                    <a:gd name="T29" fmla="*/ 3 h 8"/>
                    <a:gd name="T30" fmla="*/ 9 w 9"/>
                    <a:gd name="T31" fmla="*/ 1 h 8"/>
                    <a:gd name="T32" fmla="*/ 8 w 9"/>
                    <a:gd name="T33" fmla="*/ 0 h 8"/>
                    <a:gd name="T34" fmla="*/ 6 w 9"/>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6" y="0"/>
                      </a:moveTo>
                      <a:lnTo>
                        <a:pt x="5" y="0"/>
                      </a:lnTo>
                      <a:lnTo>
                        <a:pt x="3" y="0"/>
                      </a:lnTo>
                      <a:lnTo>
                        <a:pt x="2" y="1"/>
                      </a:lnTo>
                      <a:lnTo>
                        <a:pt x="0" y="3"/>
                      </a:lnTo>
                      <a:lnTo>
                        <a:pt x="0" y="4"/>
                      </a:lnTo>
                      <a:lnTo>
                        <a:pt x="2" y="5"/>
                      </a:lnTo>
                      <a:lnTo>
                        <a:pt x="3" y="7"/>
                      </a:lnTo>
                      <a:lnTo>
                        <a:pt x="5" y="8"/>
                      </a:lnTo>
                      <a:lnTo>
                        <a:pt x="6" y="8"/>
                      </a:lnTo>
                      <a:lnTo>
                        <a:pt x="8" y="7"/>
                      </a:lnTo>
                      <a:lnTo>
                        <a:pt x="9" y="5"/>
                      </a:lnTo>
                      <a:lnTo>
                        <a:pt x="9" y="4"/>
                      </a:lnTo>
                      <a:lnTo>
                        <a:pt x="9" y="3"/>
                      </a:lnTo>
                      <a:lnTo>
                        <a:pt x="9" y="1"/>
                      </a:lnTo>
                      <a:lnTo>
                        <a:pt x="8" y="0"/>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grpSp>
          <p:grpSp>
            <p:nvGrpSpPr>
              <p:cNvPr id="25" name="Group 24"/>
              <p:cNvGrpSpPr/>
              <p:nvPr/>
            </p:nvGrpSpPr>
            <p:grpSpPr>
              <a:xfrm>
                <a:off x="2165350" y="2533650"/>
                <a:ext cx="5284788" cy="1771650"/>
                <a:chOff x="2165350" y="2533650"/>
                <a:chExt cx="5284788" cy="1771650"/>
              </a:xfrm>
            </p:grpSpPr>
            <p:grpSp>
              <p:nvGrpSpPr>
                <p:cNvPr id="26" name="Group 213"/>
                <p:cNvGrpSpPr>
                  <a:grpSpLocks/>
                </p:cNvGrpSpPr>
                <p:nvPr/>
              </p:nvGrpSpPr>
              <p:grpSpPr bwMode="auto">
                <a:xfrm>
                  <a:off x="5707063" y="3108325"/>
                  <a:ext cx="541337" cy="185738"/>
                  <a:chOff x="3607" y="1910"/>
                  <a:chExt cx="341" cy="117"/>
                </a:xfrm>
              </p:grpSpPr>
              <p:sp>
                <p:nvSpPr>
                  <p:cNvPr id="280" name="Freeform 214"/>
                  <p:cNvSpPr>
                    <a:spLocks/>
                  </p:cNvSpPr>
                  <p:nvPr/>
                </p:nvSpPr>
                <p:spPr bwMode="auto">
                  <a:xfrm>
                    <a:off x="3607" y="1910"/>
                    <a:ext cx="8" cy="8"/>
                  </a:xfrm>
                  <a:custGeom>
                    <a:avLst/>
                    <a:gdLst>
                      <a:gd name="T0" fmla="*/ 7 w 8"/>
                      <a:gd name="T1" fmla="*/ 1 h 8"/>
                      <a:gd name="T2" fmla="*/ 4 w 8"/>
                      <a:gd name="T3" fmla="*/ 0 h 8"/>
                      <a:gd name="T4" fmla="*/ 4 w 8"/>
                      <a:gd name="T5" fmla="*/ 0 h 8"/>
                      <a:gd name="T6" fmla="*/ 3 w 8"/>
                      <a:gd name="T7" fmla="*/ 1 h 8"/>
                      <a:gd name="T8" fmla="*/ 1 w 8"/>
                      <a:gd name="T9" fmla="*/ 3 h 8"/>
                      <a:gd name="T10" fmla="*/ 0 w 8"/>
                      <a:gd name="T11" fmla="*/ 4 h 8"/>
                      <a:gd name="T12" fmla="*/ 0 w 8"/>
                      <a:gd name="T13" fmla="*/ 4 h 8"/>
                      <a:gd name="T14" fmla="*/ 1 w 8"/>
                      <a:gd name="T15" fmla="*/ 5 h 8"/>
                      <a:gd name="T16" fmla="*/ 3 w 8"/>
                      <a:gd name="T17" fmla="*/ 8 h 8"/>
                      <a:gd name="T18" fmla="*/ 3 w 8"/>
                      <a:gd name="T19" fmla="*/ 8 h 8"/>
                      <a:gd name="T20" fmla="*/ 4 w 8"/>
                      <a:gd name="T21" fmla="*/ 8 h 8"/>
                      <a:gd name="T22" fmla="*/ 4 w 8"/>
                      <a:gd name="T23" fmla="*/ 8 h 8"/>
                      <a:gd name="T24" fmla="*/ 5 w 8"/>
                      <a:gd name="T25" fmla="*/ 7 h 8"/>
                      <a:gd name="T26" fmla="*/ 7 w 8"/>
                      <a:gd name="T27" fmla="*/ 5 h 8"/>
                      <a:gd name="T28" fmla="*/ 8 w 8"/>
                      <a:gd name="T29" fmla="*/ 4 h 8"/>
                      <a:gd name="T30" fmla="*/ 8 w 8"/>
                      <a:gd name="T31" fmla="*/ 4 h 8"/>
                      <a:gd name="T32" fmla="*/ 7 w 8"/>
                      <a:gd name="T33" fmla="*/ 3 h 8"/>
                      <a:gd name="T34" fmla="*/ 7 w 8"/>
                      <a:gd name="T35" fmla="*/ 1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8"/>
                      <a:gd name="T56" fmla="*/ 8 w 8"/>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8">
                        <a:moveTo>
                          <a:pt x="7" y="1"/>
                        </a:moveTo>
                        <a:lnTo>
                          <a:pt x="4" y="0"/>
                        </a:lnTo>
                        <a:lnTo>
                          <a:pt x="3" y="1"/>
                        </a:lnTo>
                        <a:lnTo>
                          <a:pt x="1" y="3"/>
                        </a:lnTo>
                        <a:lnTo>
                          <a:pt x="0" y="4"/>
                        </a:lnTo>
                        <a:lnTo>
                          <a:pt x="1" y="5"/>
                        </a:lnTo>
                        <a:lnTo>
                          <a:pt x="3" y="8"/>
                        </a:lnTo>
                        <a:lnTo>
                          <a:pt x="4" y="8"/>
                        </a:lnTo>
                        <a:lnTo>
                          <a:pt x="5" y="7"/>
                        </a:lnTo>
                        <a:lnTo>
                          <a:pt x="7" y="5"/>
                        </a:lnTo>
                        <a:lnTo>
                          <a:pt x="8" y="4"/>
                        </a:lnTo>
                        <a:lnTo>
                          <a:pt x="7" y="3"/>
                        </a:lnTo>
                        <a:lnTo>
                          <a:pt x="7"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81" name="Freeform 215"/>
                  <p:cNvSpPr>
                    <a:spLocks/>
                  </p:cNvSpPr>
                  <p:nvPr/>
                </p:nvSpPr>
                <p:spPr bwMode="auto">
                  <a:xfrm>
                    <a:off x="3620" y="1920"/>
                    <a:ext cx="8" cy="9"/>
                  </a:xfrm>
                  <a:custGeom>
                    <a:avLst/>
                    <a:gdLst>
                      <a:gd name="T0" fmla="*/ 7 w 8"/>
                      <a:gd name="T1" fmla="*/ 1 h 9"/>
                      <a:gd name="T2" fmla="*/ 6 w 8"/>
                      <a:gd name="T3" fmla="*/ 0 h 9"/>
                      <a:gd name="T4" fmla="*/ 4 w 8"/>
                      <a:gd name="T5" fmla="*/ 0 h 9"/>
                      <a:gd name="T6" fmla="*/ 3 w 8"/>
                      <a:gd name="T7" fmla="*/ 1 h 9"/>
                      <a:gd name="T8" fmla="*/ 1 w 8"/>
                      <a:gd name="T9" fmla="*/ 3 h 9"/>
                      <a:gd name="T10" fmla="*/ 0 w 8"/>
                      <a:gd name="T11" fmla="*/ 4 h 9"/>
                      <a:gd name="T12" fmla="*/ 0 w 8"/>
                      <a:gd name="T13" fmla="*/ 6 h 9"/>
                      <a:gd name="T14" fmla="*/ 1 w 8"/>
                      <a:gd name="T15" fmla="*/ 7 h 9"/>
                      <a:gd name="T16" fmla="*/ 3 w 8"/>
                      <a:gd name="T17" fmla="*/ 9 h 9"/>
                      <a:gd name="T18" fmla="*/ 3 w 8"/>
                      <a:gd name="T19" fmla="*/ 9 h 9"/>
                      <a:gd name="T20" fmla="*/ 4 w 8"/>
                      <a:gd name="T21" fmla="*/ 9 h 9"/>
                      <a:gd name="T22" fmla="*/ 6 w 8"/>
                      <a:gd name="T23" fmla="*/ 9 h 9"/>
                      <a:gd name="T24" fmla="*/ 7 w 8"/>
                      <a:gd name="T25" fmla="*/ 9 h 9"/>
                      <a:gd name="T26" fmla="*/ 8 w 8"/>
                      <a:gd name="T27" fmla="*/ 7 h 9"/>
                      <a:gd name="T28" fmla="*/ 8 w 8"/>
                      <a:gd name="T29" fmla="*/ 6 h 9"/>
                      <a:gd name="T30" fmla="*/ 8 w 8"/>
                      <a:gd name="T31" fmla="*/ 4 h 9"/>
                      <a:gd name="T32" fmla="*/ 8 w 8"/>
                      <a:gd name="T33" fmla="*/ 3 h 9"/>
                      <a:gd name="T34" fmla="*/ 7 w 8"/>
                      <a:gd name="T35" fmla="*/ 1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7" y="1"/>
                        </a:moveTo>
                        <a:lnTo>
                          <a:pt x="6" y="0"/>
                        </a:lnTo>
                        <a:lnTo>
                          <a:pt x="4" y="0"/>
                        </a:lnTo>
                        <a:lnTo>
                          <a:pt x="3" y="1"/>
                        </a:lnTo>
                        <a:lnTo>
                          <a:pt x="1" y="3"/>
                        </a:lnTo>
                        <a:lnTo>
                          <a:pt x="0" y="4"/>
                        </a:lnTo>
                        <a:lnTo>
                          <a:pt x="0" y="6"/>
                        </a:lnTo>
                        <a:lnTo>
                          <a:pt x="1" y="7"/>
                        </a:lnTo>
                        <a:lnTo>
                          <a:pt x="3" y="9"/>
                        </a:lnTo>
                        <a:lnTo>
                          <a:pt x="4" y="9"/>
                        </a:lnTo>
                        <a:lnTo>
                          <a:pt x="6" y="9"/>
                        </a:lnTo>
                        <a:lnTo>
                          <a:pt x="7" y="9"/>
                        </a:lnTo>
                        <a:lnTo>
                          <a:pt x="8" y="7"/>
                        </a:lnTo>
                        <a:lnTo>
                          <a:pt x="8" y="6"/>
                        </a:lnTo>
                        <a:lnTo>
                          <a:pt x="8" y="4"/>
                        </a:lnTo>
                        <a:lnTo>
                          <a:pt x="8" y="3"/>
                        </a:lnTo>
                        <a:lnTo>
                          <a:pt x="7"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82" name="Freeform 216"/>
                  <p:cNvSpPr>
                    <a:spLocks/>
                  </p:cNvSpPr>
                  <p:nvPr/>
                </p:nvSpPr>
                <p:spPr bwMode="auto">
                  <a:xfrm>
                    <a:off x="3633" y="1931"/>
                    <a:ext cx="8" cy="9"/>
                  </a:xfrm>
                  <a:custGeom>
                    <a:avLst/>
                    <a:gdLst>
                      <a:gd name="T0" fmla="*/ 7 w 8"/>
                      <a:gd name="T1" fmla="*/ 2 h 9"/>
                      <a:gd name="T2" fmla="*/ 6 w 8"/>
                      <a:gd name="T3" fmla="*/ 0 h 9"/>
                      <a:gd name="T4" fmla="*/ 4 w 8"/>
                      <a:gd name="T5" fmla="*/ 0 h 9"/>
                      <a:gd name="T6" fmla="*/ 3 w 8"/>
                      <a:gd name="T7" fmla="*/ 2 h 9"/>
                      <a:gd name="T8" fmla="*/ 1 w 8"/>
                      <a:gd name="T9" fmla="*/ 3 h 9"/>
                      <a:gd name="T10" fmla="*/ 0 w 8"/>
                      <a:gd name="T11" fmla="*/ 5 h 9"/>
                      <a:gd name="T12" fmla="*/ 0 w 8"/>
                      <a:gd name="T13" fmla="*/ 6 h 9"/>
                      <a:gd name="T14" fmla="*/ 1 w 8"/>
                      <a:gd name="T15" fmla="*/ 8 h 9"/>
                      <a:gd name="T16" fmla="*/ 3 w 8"/>
                      <a:gd name="T17" fmla="*/ 9 h 9"/>
                      <a:gd name="T18" fmla="*/ 3 w 8"/>
                      <a:gd name="T19" fmla="*/ 9 h 9"/>
                      <a:gd name="T20" fmla="*/ 4 w 8"/>
                      <a:gd name="T21" fmla="*/ 9 h 9"/>
                      <a:gd name="T22" fmla="*/ 6 w 8"/>
                      <a:gd name="T23" fmla="*/ 9 h 9"/>
                      <a:gd name="T24" fmla="*/ 7 w 8"/>
                      <a:gd name="T25" fmla="*/ 9 h 9"/>
                      <a:gd name="T26" fmla="*/ 8 w 8"/>
                      <a:gd name="T27" fmla="*/ 8 h 9"/>
                      <a:gd name="T28" fmla="*/ 8 w 8"/>
                      <a:gd name="T29" fmla="*/ 6 h 9"/>
                      <a:gd name="T30" fmla="*/ 8 w 8"/>
                      <a:gd name="T31" fmla="*/ 5 h 9"/>
                      <a:gd name="T32" fmla="*/ 8 w 8"/>
                      <a:gd name="T33" fmla="*/ 3 h 9"/>
                      <a:gd name="T34" fmla="*/ 7 w 8"/>
                      <a:gd name="T35" fmla="*/ 2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7" y="2"/>
                        </a:moveTo>
                        <a:lnTo>
                          <a:pt x="6" y="0"/>
                        </a:lnTo>
                        <a:lnTo>
                          <a:pt x="4" y="0"/>
                        </a:lnTo>
                        <a:lnTo>
                          <a:pt x="3" y="2"/>
                        </a:lnTo>
                        <a:lnTo>
                          <a:pt x="1" y="3"/>
                        </a:lnTo>
                        <a:lnTo>
                          <a:pt x="0" y="5"/>
                        </a:lnTo>
                        <a:lnTo>
                          <a:pt x="0" y="6"/>
                        </a:lnTo>
                        <a:lnTo>
                          <a:pt x="1" y="8"/>
                        </a:lnTo>
                        <a:lnTo>
                          <a:pt x="3" y="9"/>
                        </a:lnTo>
                        <a:lnTo>
                          <a:pt x="4" y="9"/>
                        </a:lnTo>
                        <a:lnTo>
                          <a:pt x="6" y="9"/>
                        </a:lnTo>
                        <a:lnTo>
                          <a:pt x="7" y="9"/>
                        </a:lnTo>
                        <a:lnTo>
                          <a:pt x="8" y="8"/>
                        </a:lnTo>
                        <a:lnTo>
                          <a:pt x="8" y="6"/>
                        </a:lnTo>
                        <a:lnTo>
                          <a:pt x="8" y="5"/>
                        </a:lnTo>
                        <a:lnTo>
                          <a:pt x="8" y="3"/>
                        </a:lnTo>
                        <a:lnTo>
                          <a:pt x="7"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83" name="Freeform 217"/>
                  <p:cNvSpPr>
                    <a:spLocks/>
                  </p:cNvSpPr>
                  <p:nvPr/>
                </p:nvSpPr>
                <p:spPr bwMode="auto">
                  <a:xfrm>
                    <a:off x="3646" y="1943"/>
                    <a:ext cx="9" cy="9"/>
                  </a:xfrm>
                  <a:custGeom>
                    <a:avLst/>
                    <a:gdLst>
                      <a:gd name="T0" fmla="*/ 7 w 9"/>
                      <a:gd name="T1" fmla="*/ 1 h 9"/>
                      <a:gd name="T2" fmla="*/ 6 w 9"/>
                      <a:gd name="T3" fmla="*/ 0 h 9"/>
                      <a:gd name="T4" fmla="*/ 4 w 9"/>
                      <a:gd name="T5" fmla="*/ 0 h 9"/>
                      <a:gd name="T6" fmla="*/ 3 w 9"/>
                      <a:gd name="T7" fmla="*/ 1 h 9"/>
                      <a:gd name="T8" fmla="*/ 1 w 9"/>
                      <a:gd name="T9" fmla="*/ 3 h 9"/>
                      <a:gd name="T10" fmla="*/ 0 w 9"/>
                      <a:gd name="T11" fmla="*/ 4 h 9"/>
                      <a:gd name="T12" fmla="*/ 0 w 9"/>
                      <a:gd name="T13" fmla="*/ 6 h 9"/>
                      <a:gd name="T14" fmla="*/ 1 w 9"/>
                      <a:gd name="T15" fmla="*/ 7 h 9"/>
                      <a:gd name="T16" fmla="*/ 3 w 9"/>
                      <a:gd name="T17" fmla="*/ 9 h 9"/>
                      <a:gd name="T18" fmla="*/ 3 w 9"/>
                      <a:gd name="T19" fmla="*/ 9 h 9"/>
                      <a:gd name="T20" fmla="*/ 4 w 9"/>
                      <a:gd name="T21" fmla="*/ 9 h 9"/>
                      <a:gd name="T22" fmla="*/ 6 w 9"/>
                      <a:gd name="T23" fmla="*/ 9 h 9"/>
                      <a:gd name="T24" fmla="*/ 7 w 9"/>
                      <a:gd name="T25" fmla="*/ 9 h 9"/>
                      <a:gd name="T26" fmla="*/ 9 w 9"/>
                      <a:gd name="T27" fmla="*/ 7 h 9"/>
                      <a:gd name="T28" fmla="*/ 9 w 9"/>
                      <a:gd name="T29" fmla="*/ 6 h 9"/>
                      <a:gd name="T30" fmla="*/ 9 w 9"/>
                      <a:gd name="T31" fmla="*/ 4 h 9"/>
                      <a:gd name="T32" fmla="*/ 9 w 9"/>
                      <a:gd name="T33" fmla="*/ 3 h 9"/>
                      <a:gd name="T34" fmla="*/ 7 w 9"/>
                      <a:gd name="T35" fmla="*/ 1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7" y="1"/>
                        </a:moveTo>
                        <a:lnTo>
                          <a:pt x="6" y="0"/>
                        </a:lnTo>
                        <a:lnTo>
                          <a:pt x="4" y="0"/>
                        </a:lnTo>
                        <a:lnTo>
                          <a:pt x="3" y="1"/>
                        </a:lnTo>
                        <a:lnTo>
                          <a:pt x="1" y="3"/>
                        </a:lnTo>
                        <a:lnTo>
                          <a:pt x="0" y="4"/>
                        </a:lnTo>
                        <a:lnTo>
                          <a:pt x="0" y="6"/>
                        </a:lnTo>
                        <a:lnTo>
                          <a:pt x="1" y="7"/>
                        </a:lnTo>
                        <a:lnTo>
                          <a:pt x="3" y="9"/>
                        </a:lnTo>
                        <a:lnTo>
                          <a:pt x="4" y="9"/>
                        </a:lnTo>
                        <a:lnTo>
                          <a:pt x="6" y="9"/>
                        </a:lnTo>
                        <a:lnTo>
                          <a:pt x="7" y="9"/>
                        </a:lnTo>
                        <a:lnTo>
                          <a:pt x="9" y="7"/>
                        </a:lnTo>
                        <a:lnTo>
                          <a:pt x="9" y="6"/>
                        </a:lnTo>
                        <a:lnTo>
                          <a:pt x="9" y="4"/>
                        </a:lnTo>
                        <a:lnTo>
                          <a:pt x="9" y="3"/>
                        </a:lnTo>
                        <a:lnTo>
                          <a:pt x="7"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84" name="Freeform 218"/>
                  <p:cNvSpPr>
                    <a:spLocks/>
                  </p:cNvSpPr>
                  <p:nvPr/>
                </p:nvSpPr>
                <p:spPr bwMode="auto">
                  <a:xfrm>
                    <a:off x="3659" y="1955"/>
                    <a:ext cx="9" cy="8"/>
                  </a:xfrm>
                  <a:custGeom>
                    <a:avLst/>
                    <a:gdLst>
                      <a:gd name="T0" fmla="*/ 7 w 9"/>
                      <a:gd name="T1" fmla="*/ 1 h 8"/>
                      <a:gd name="T2" fmla="*/ 6 w 9"/>
                      <a:gd name="T3" fmla="*/ 0 h 8"/>
                      <a:gd name="T4" fmla="*/ 4 w 9"/>
                      <a:gd name="T5" fmla="*/ 0 h 8"/>
                      <a:gd name="T6" fmla="*/ 3 w 9"/>
                      <a:gd name="T7" fmla="*/ 1 h 8"/>
                      <a:gd name="T8" fmla="*/ 1 w 9"/>
                      <a:gd name="T9" fmla="*/ 3 h 8"/>
                      <a:gd name="T10" fmla="*/ 0 w 9"/>
                      <a:gd name="T11" fmla="*/ 4 h 8"/>
                      <a:gd name="T12" fmla="*/ 0 w 9"/>
                      <a:gd name="T13" fmla="*/ 5 h 8"/>
                      <a:gd name="T14" fmla="*/ 1 w 9"/>
                      <a:gd name="T15" fmla="*/ 7 h 8"/>
                      <a:gd name="T16" fmla="*/ 3 w 9"/>
                      <a:gd name="T17" fmla="*/ 8 h 8"/>
                      <a:gd name="T18" fmla="*/ 3 w 9"/>
                      <a:gd name="T19" fmla="*/ 8 h 8"/>
                      <a:gd name="T20" fmla="*/ 4 w 9"/>
                      <a:gd name="T21" fmla="*/ 8 h 8"/>
                      <a:gd name="T22" fmla="*/ 6 w 9"/>
                      <a:gd name="T23" fmla="*/ 8 h 8"/>
                      <a:gd name="T24" fmla="*/ 7 w 9"/>
                      <a:gd name="T25" fmla="*/ 8 h 8"/>
                      <a:gd name="T26" fmla="*/ 9 w 9"/>
                      <a:gd name="T27" fmla="*/ 7 h 8"/>
                      <a:gd name="T28" fmla="*/ 9 w 9"/>
                      <a:gd name="T29" fmla="*/ 5 h 8"/>
                      <a:gd name="T30" fmla="*/ 9 w 9"/>
                      <a:gd name="T31" fmla="*/ 4 h 8"/>
                      <a:gd name="T32" fmla="*/ 9 w 9"/>
                      <a:gd name="T33" fmla="*/ 3 h 8"/>
                      <a:gd name="T34" fmla="*/ 7 w 9"/>
                      <a:gd name="T35" fmla="*/ 1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7" y="1"/>
                        </a:moveTo>
                        <a:lnTo>
                          <a:pt x="6" y="0"/>
                        </a:lnTo>
                        <a:lnTo>
                          <a:pt x="4" y="0"/>
                        </a:lnTo>
                        <a:lnTo>
                          <a:pt x="3" y="1"/>
                        </a:lnTo>
                        <a:lnTo>
                          <a:pt x="1" y="3"/>
                        </a:lnTo>
                        <a:lnTo>
                          <a:pt x="0" y="4"/>
                        </a:lnTo>
                        <a:lnTo>
                          <a:pt x="0" y="5"/>
                        </a:lnTo>
                        <a:lnTo>
                          <a:pt x="1" y="7"/>
                        </a:lnTo>
                        <a:lnTo>
                          <a:pt x="3" y="8"/>
                        </a:lnTo>
                        <a:lnTo>
                          <a:pt x="4" y="8"/>
                        </a:lnTo>
                        <a:lnTo>
                          <a:pt x="6" y="8"/>
                        </a:lnTo>
                        <a:lnTo>
                          <a:pt x="7" y="8"/>
                        </a:lnTo>
                        <a:lnTo>
                          <a:pt x="9" y="7"/>
                        </a:lnTo>
                        <a:lnTo>
                          <a:pt x="9" y="5"/>
                        </a:lnTo>
                        <a:lnTo>
                          <a:pt x="9" y="4"/>
                        </a:lnTo>
                        <a:lnTo>
                          <a:pt x="9" y="3"/>
                        </a:lnTo>
                        <a:lnTo>
                          <a:pt x="7"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85" name="Freeform 219"/>
                  <p:cNvSpPr>
                    <a:spLocks/>
                  </p:cNvSpPr>
                  <p:nvPr/>
                </p:nvSpPr>
                <p:spPr bwMode="auto">
                  <a:xfrm>
                    <a:off x="3673" y="1966"/>
                    <a:ext cx="9" cy="9"/>
                  </a:xfrm>
                  <a:custGeom>
                    <a:avLst/>
                    <a:gdLst>
                      <a:gd name="T0" fmla="*/ 6 w 9"/>
                      <a:gd name="T1" fmla="*/ 2 h 9"/>
                      <a:gd name="T2" fmla="*/ 5 w 9"/>
                      <a:gd name="T3" fmla="*/ 0 h 9"/>
                      <a:gd name="T4" fmla="*/ 3 w 9"/>
                      <a:gd name="T5" fmla="*/ 0 h 9"/>
                      <a:gd name="T6" fmla="*/ 2 w 9"/>
                      <a:gd name="T7" fmla="*/ 2 h 9"/>
                      <a:gd name="T8" fmla="*/ 0 w 9"/>
                      <a:gd name="T9" fmla="*/ 3 h 9"/>
                      <a:gd name="T10" fmla="*/ 0 w 9"/>
                      <a:gd name="T11" fmla="*/ 5 h 9"/>
                      <a:gd name="T12" fmla="*/ 0 w 9"/>
                      <a:gd name="T13" fmla="*/ 6 h 9"/>
                      <a:gd name="T14" fmla="*/ 0 w 9"/>
                      <a:gd name="T15" fmla="*/ 8 h 9"/>
                      <a:gd name="T16" fmla="*/ 2 w 9"/>
                      <a:gd name="T17" fmla="*/ 9 h 9"/>
                      <a:gd name="T18" fmla="*/ 2 w 9"/>
                      <a:gd name="T19" fmla="*/ 9 h 9"/>
                      <a:gd name="T20" fmla="*/ 3 w 9"/>
                      <a:gd name="T21" fmla="*/ 9 h 9"/>
                      <a:gd name="T22" fmla="*/ 5 w 9"/>
                      <a:gd name="T23" fmla="*/ 9 h 9"/>
                      <a:gd name="T24" fmla="*/ 6 w 9"/>
                      <a:gd name="T25" fmla="*/ 9 h 9"/>
                      <a:gd name="T26" fmla="*/ 8 w 9"/>
                      <a:gd name="T27" fmla="*/ 8 h 9"/>
                      <a:gd name="T28" fmla="*/ 9 w 9"/>
                      <a:gd name="T29" fmla="*/ 6 h 9"/>
                      <a:gd name="T30" fmla="*/ 9 w 9"/>
                      <a:gd name="T31" fmla="*/ 5 h 9"/>
                      <a:gd name="T32" fmla="*/ 8 w 9"/>
                      <a:gd name="T33" fmla="*/ 3 h 9"/>
                      <a:gd name="T34" fmla="*/ 6 w 9"/>
                      <a:gd name="T35" fmla="*/ 2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6" y="2"/>
                        </a:moveTo>
                        <a:lnTo>
                          <a:pt x="5" y="0"/>
                        </a:lnTo>
                        <a:lnTo>
                          <a:pt x="3" y="0"/>
                        </a:lnTo>
                        <a:lnTo>
                          <a:pt x="2" y="2"/>
                        </a:lnTo>
                        <a:lnTo>
                          <a:pt x="0" y="3"/>
                        </a:lnTo>
                        <a:lnTo>
                          <a:pt x="0" y="5"/>
                        </a:lnTo>
                        <a:lnTo>
                          <a:pt x="0" y="6"/>
                        </a:lnTo>
                        <a:lnTo>
                          <a:pt x="0" y="8"/>
                        </a:lnTo>
                        <a:lnTo>
                          <a:pt x="2" y="9"/>
                        </a:lnTo>
                        <a:lnTo>
                          <a:pt x="3" y="9"/>
                        </a:lnTo>
                        <a:lnTo>
                          <a:pt x="5" y="9"/>
                        </a:lnTo>
                        <a:lnTo>
                          <a:pt x="6" y="9"/>
                        </a:lnTo>
                        <a:lnTo>
                          <a:pt x="8" y="8"/>
                        </a:lnTo>
                        <a:lnTo>
                          <a:pt x="9" y="6"/>
                        </a:lnTo>
                        <a:lnTo>
                          <a:pt x="9" y="5"/>
                        </a:lnTo>
                        <a:lnTo>
                          <a:pt x="8" y="3"/>
                        </a:lnTo>
                        <a:lnTo>
                          <a:pt x="6"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86" name="Freeform 220"/>
                  <p:cNvSpPr>
                    <a:spLocks/>
                  </p:cNvSpPr>
                  <p:nvPr/>
                </p:nvSpPr>
                <p:spPr bwMode="auto">
                  <a:xfrm>
                    <a:off x="3687" y="1976"/>
                    <a:ext cx="8" cy="9"/>
                  </a:xfrm>
                  <a:custGeom>
                    <a:avLst/>
                    <a:gdLst>
                      <a:gd name="T0" fmla="*/ 5 w 8"/>
                      <a:gd name="T1" fmla="*/ 2 h 9"/>
                      <a:gd name="T2" fmla="*/ 4 w 8"/>
                      <a:gd name="T3" fmla="*/ 0 h 9"/>
                      <a:gd name="T4" fmla="*/ 2 w 8"/>
                      <a:gd name="T5" fmla="*/ 0 h 9"/>
                      <a:gd name="T6" fmla="*/ 1 w 8"/>
                      <a:gd name="T7" fmla="*/ 2 h 9"/>
                      <a:gd name="T8" fmla="*/ 0 w 8"/>
                      <a:gd name="T9" fmla="*/ 3 h 9"/>
                      <a:gd name="T10" fmla="*/ 0 w 8"/>
                      <a:gd name="T11" fmla="*/ 5 h 9"/>
                      <a:gd name="T12" fmla="*/ 0 w 8"/>
                      <a:gd name="T13" fmla="*/ 6 h 9"/>
                      <a:gd name="T14" fmla="*/ 0 w 8"/>
                      <a:gd name="T15" fmla="*/ 8 h 9"/>
                      <a:gd name="T16" fmla="*/ 1 w 8"/>
                      <a:gd name="T17" fmla="*/ 9 h 9"/>
                      <a:gd name="T18" fmla="*/ 1 w 8"/>
                      <a:gd name="T19" fmla="*/ 9 h 9"/>
                      <a:gd name="T20" fmla="*/ 2 w 8"/>
                      <a:gd name="T21" fmla="*/ 9 h 9"/>
                      <a:gd name="T22" fmla="*/ 4 w 8"/>
                      <a:gd name="T23" fmla="*/ 9 h 9"/>
                      <a:gd name="T24" fmla="*/ 5 w 8"/>
                      <a:gd name="T25" fmla="*/ 9 h 9"/>
                      <a:gd name="T26" fmla="*/ 7 w 8"/>
                      <a:gd name="T27" fmla="*/ 8 h 9"/>
                      <a:gd name="T28" fmla="*/ 8 w 8"/>
                      <a:gd name="T29" fmla="*/ 6 h 9"/>
                      <a:gd name="T30" fmla="*/ 8 w 8"/>
                      <a:gd name="T31" fmla="*/ 5 h 9"/>
                      <a:gd name="T32" fmla="*/ 7 w 8"/>
                      <a:gd name="T33" fmla="*/ 3 h 9"/>
                      <a:gd name="T34" fmla="*/ 5 w 8"/>
                      <a:gd name="T35" fmla="*/ 2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5" y="2"/>
                        </a:moveTo>
                        <a:lnTo>
                          <a:pt x="4" y="0"/>
                        </a:lnTo>
                        <a:lnTo>
                          <a:pt x="2" y="0"/>
                        </a:lnTo>
                        <a:lnTo>
                          <a:pt x="1" y="2"/>
                        </a:lnTo>
                        <a:lnTo>
                          <a:pt x="0" y="3"/>
                        </a:lnTo>
                        <a:lnTo>
                          <a:pt x="0" y="5"/>
                        </a:lnTo>
                        <a:lnTo>
                          <a:pt x="0" y="6"/>
                        </a:lnTo>
                        <a:lnTo>
                          <a:pt x="0" y="8"/>
                        </a:lnTo>
                        <a:lnTo>
                          <a:pt x="1" y="9"/>
                        </a:lnTo>
                        <a:lnTo>
                          <a:pt x="2" y="9"/>
                        </a:lnTo>
                        <a:lnTo>
                          <a:pt x="4" y="9"/>
                        </a:lnTo>
                        <a:lnTo>
                          <a:pt x="5" y="9"/>
                        </a:lnTo>
                        <a:lnTo>
                          <a:pt x="7" y="8"/>
                        </a:lnTo>
                        <a:lnTo>
                          <a:pt x="8" y="6"/>
                        </a:lnTo>
                        <a:lnTo>
                          <a:pt x="8" y="5"/>
                        </a:lnTo>
                        <a:lnTo>
                          <a:pt x="7" y="3"/>
                        </a:lnTo>
                        <a:lnTo>
                          <a:pt x="5"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87" name="Freeform 221"/>
                  <p:cNvSpPr>
                    <a:spLocks/>
                  </p:cNvSpPr>
                  <p:nvPr/>
                </p:nvSpPr>
                <p:spPr bwMode="auto">
                  <a:xfrm>
                    <a:off x="3701" y="1988"/>
                    <a:ext cx="9" cy="9"/>
                  </a:xfrm>
                  <a:custGeom>
                    <a:avLst/>
                    <a:gdLst>
                      <a:gd name="T0" fmla="*/ 6 w 9"/>
                      <a:gd name="T1" fmla="*/ 0 h 9"/>
                      <a:gd name="T2" fmla="*/ 4 w 9"/>
                      <a:gd name="T3" fmla="*/ 0 h 9"/>
                      <a:gd name="T4" fmla="*/ 3 w 9"/>
                      <a:gd name="T5" fmla="*/ 0 h 9"/>
                      <a:gd name="T6" fmla="*/ 1 w 9"/>
                      <a:gd name="T7" fmla="*/ 0 h 9"/>
                      <a:gd name="T8" fmla="*/ 0 w 9"/>
                      <a:gd name="T9" fmla="*/ 2 h 9"/>
                      <a:gd name="T10" fmla="*/ 0 w 9"/>
                      <a:gd name="T11" fmla="*/ 3 h 9"/>
                      <a:gd name="T12" fmla="*/ 0 w 9"/>
                      <a:gd name="T13" fmla="*/ 4 h 9"/>
                      <a:gd name="T14" fmla="*/ 0 w 9"/>
                      <a:gd name="T15" fmla="*/ 6 h 9"/>
                      <a:gd name="T16" fmla="*/ 1 w 9"/>
                      <a:gd name="T17" fmla="*/ 7 h 9"/>
                      <a:gd name="T18" fmla="*/ 1 w 9"/>
                      <a:gd name="T19" fmla="*/ 7 h 9"/>
                      <a:gd name="T20" fmla="*/ 3 w 9"/>
                      <a:gd name="T21" fmla="*/ 9 h 9"/>
                      <a:gd name="T22" fmla="*/ 4 w 9"/>
                      <a:gd name="T23" fmla="*/ 9 h 9"/>
                      <a:gd name="T24" fmla="*/ 6 w 9"/>
                      <a:gd name="T25" fmla="*/ 7 h 9"/>
                      <a:gd name="T26" fmla="*/ 7 w 9"/>
                      <a:gd name="T27" fmla="*/ 6 h 9"/>
                      <a:gd name="T28" fmla="*/ 9 w 9"/>
                      <a:gd name="T29" fmla="*/ 4 h 9"/>
                      <a:gd name="T30" fmla="*/ 9 w 9"/>
                      <a:gd name="T31" fmla="*/ 3 h 9"/>
                      <a:gd name="T32" fmla="*/ 7 w 9"/>
                      <a:gd name="T33" fmla="*/ 2 h 9"/>
                      <a:gd name="T34" fmla="*/ 6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6" y="0"/>
                        </a:moveTo>
                        <a:lnTo>
                          <a:pt x="4" y="0"/>
                        </a:lnTo>
                        <a:lnTo>
                          <a:pt x="3" y="0"/>
                        </a:lnTo>
                        <a:lnTo>
                          <a:pt x="1" y="0"/>
                        </a:lnTo>
                        <a:lnTo>
                          <a:pt x="0" y="2"/>
                        </a:lnTo>
                        <a:lnTo>
                          <a:pt x="0" y="3"/>
                        </a:lnTo>
                        <a:lnTo>
                          <a:pt x="0" y="4"/>
                        </a:lnTo>
                        <a:lnTo>
                          <a:pt x="0" y="6"/>
                        </a:lnTo>
                        <a:lnTo>
                          <a:pt x="1" y="7"/>
                        </a:lnTo>
                        <a:lnTo>
                          <a:pt x="3" y="9"/>
                        </a:lnTo>
                        <a:lnTo>
                          <a:pt x="4" y="9"/>
                        </a:lnTo>
                        <a:lnTo>
                          <a:pt x="6" y="7"/>
                        </a:lnTo>
                        <a:lnTo>
                          <a:pt x="7" y="6"/>
                        </a:lnTo>
                        <a:lnTo>
                          <a:pt x="9" y="4"/>
                        </a:lnTo>
                        <a:lnTo>
                          <a:pt x="9" y="3"/>
                        </a:lnTo>
                        <a:lnTo>
                          <a:pt x="7" y="2"/>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88" name="Freeform 222"/>
                  <p:cNvSpPr>
                    <a:spLocks/>
                  </p:cNvSpPr>
                  <p:nvPr/>
                </p:nvSpPr>
                <p:spPr bwMode="auto">
                  <a:xfrm>
                    <a:off x="3716" y="1997"/>
                    <a:ext cx="8" cy="9"/>
                  </a:xfrm>
                  <a:custGeom>
                    <a:avLst/>
                    <a:gdLst>
                      <a:gd name="T0" fmla="*/ 5 w 8"/>
                      <a:gd name="T1" fmla="*/ 1 h 9"/>
                      <a:gd name="T2" fmla="*/ 4 w 8"/>
                      <a:gd name="T3" fmla="*/ 0 h 9"/>
                      <a:gd name="T4" fmla="*/ 2 w 8"/>
                      <a:gd name="T5" fmla="*/ 0 h 9"/>
                      <a:gd name="T6" fmla="*/ 1 w 8"/>
                      <a:gd name="T7" fmla="*/ 1 h 9"/>
                      <a:gd name="T8" fmla="*/ 0 w 8"/>
                      <a:gd name="T9" fmla="*/ 3 h 9"/>
                      <a:gd name="T10" fmla="*/ 0 w 8"/>
                      <a:gd name="T11" fmla="*/ 4 h 9"/>
                      <a:gd name="T12" fmla="*/ 0 w 8"/>
                      <a:gd name="T13" fmla="*/ 6 h 9"/>
                      <a:gd name="T14" fmla="*/ 0 w 8"/>
                      <a:gd name="T15" fmla="*/ 7 h 9"/>
                      <a:gd name="T16" fmla="*/ 1 w 8"/>
                      <a:gd name="T17" fmla="*/ 9 h 9"/>
                      <a:gd name="T18" fmla="*/ 1 w 8"/>
                      <a:gd name="T19" fmla="*/ 9 h 9"/>
                      <a:gd name="T20" fmla="*/ 2 w 8"/>
                      <a:gd name="T21" fmla="*/ 9 h 9"/>
                      <a:gd name="T22" fmla="*/ 4 w 8"/>
                      <a:gd name="T23" fmla="*/ 9 h 9"/>
                      <a:gd name="T24" fmla="*/ 5 w 8"/>
                      <a:gd name="T25" fmla="*/ 9 h 9"/>
                      <a:gd name="T26" fmla="*/ 7 w 8"/>
                      <a:gd name="T27" fmla="*/ 7 h 9"/>
                      <a:gd name="T28" fmla="*/ 8 w 8"/>
                      <a:gd name="T29" fmla="*/ 6 h 9"/>
                      <a:gd name="T30" fmla="*/ 8 w 8"/>
                      <a:gd name="T31" fmla="*/ 4 h 9"/>
                      <a:gd name="T32" fmla="*/ 7 w 8"/>
                      <a:gd name="T33" fmla="*/ 3 h 9"/>
                      <a:gd name="T34" fmla="*/ 5 w 8"/>
                      <a:gd name="T35" fmla="*/ 1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5" y="1"/>
                        </a:moveTo>
                        <a:lnTo>
                          <a:pt x="4" y="0"/>
                        </a:lnTo>
                        <a:lnTo>
                          <a:pt x="2" y="0"/>
                        </a:lnTo>
                        <a:lnTo>
                          <a:pt x="1" y="1"/>
                        </a:lnTo>
                        <a:lnTo>
                          <a:pt x="0" y="3"/>
                        </a:lnTo>
                        <a:lnTo>
                          <a:pt x="0" y="4"/>
                        </a:lnTo>
                        <a:lnTo>
                          <a:pt x="0" y="6"/>
                        </a:lnTo>
                        <a:lnTo>
                          <a:pt x="0" y="7"/>
                        </a:lnTo>
                        <a:lnTo>
                          <a:pt x="1" y="9"/>
                        </a:lnTo>
                        <a:lnTo>
                          <a:pt x="2" y="9"/>
                        </a:lnTo>
                        <a:lnTo>
                          <a:pt x="4" y="9"/>
                        </a:lnTo>
                        <a:lnTo>
                          <a:pt x="5" y="9"/>
                        </a:lnTo>
                        <a:lnTo>
                          <a:pt x="7" y="7"/>
                        </a:lnTo>
                        <a:lnTo>
                          <a:pt x="8" y="6"/>
                        </a:lnTo>
                        <a:lnTo>
                          <a:pt x="8" y="4"/>
                        </a:lnTo>
                        <a:lnTo>
                          <a:pt x="7" y="3"/>
                        </a:lnTo>
                        <a:lnTo>
                          <a:pt x="5"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89" name="Freeform 223"/>
                  <p:cNvSpPr>
                    <a:spLocks/>
                  </p:cNvSpPr>
                  <p:nvPr/>
                </p:nvSpPr>
                <p:spPr bwMode="auto">
                  <a:xfrm>
                    <a:off x="3730" y="2006"/>
                    <a:ext cx="9" cy="8"/>
                  </a:xfrm>
                  <a:custGeom>
                    <a:avLst/>
                    <a:gdLst>
                      <a:gd name="T0" fmla="*/ 4 w 9"/>
                      <a:gd name="T1" fmla="*/ 0 h 8"/>
                      <a:gd name="T2" fmla="*/ 3 w 9"/>
                      <a:gd name="T3" fmla="*/ 0 h 8"/>
                      <a:gd name="T4" fmla="*/ 2 w 9"/>
                      <a:gd name="T5" fmla="*/ 1 h 8"/>
                      <a:gd name="T6" fmla="*/ 0 w 9"/>
                      <a:gd name="T7" fmla="*/ 2 h 8"/>
                      <a:gd name="T8" fmla="*/ 0 w 9"/>
                      <a:gd name="T9" fmla="*/ 4 h 8"/>
                      <a:gd name="T10" fmla="*/ 0 w 9"/>
                      <a:gd name="T11" fmla="*/ 5 h 8"/>
                      <a:gd name="T12" fmla="*/ 0 w 9"/>
                      <a:gd name="T13" fmla="*/ 7 h 8"/>
                      <a:gd name="T14" fmla="*/ 2 w 9"/>
                      <a:gd name="T15" fmla="*/ 8 h 8"/>
                      <a:gd name="T16" fmla="*/ 3 w 9"/>
                      <a:gd name="T17" fmla="*/ 8 h 8"/>
                      <a:gd name="T18" fmla="*/ 3 w 9"/>
                      <a:gd name="T19" fmla="*/ 8 h 8"/>
                      <a:gd name="T20" fmla="*/ 4 w 9"/>
                      <a:gd name="T21" fmla="*/ 8 h 8"/>
                      <a:gd name="T22" fmla="*/ 6 w 9"/>
                      <a:gd name="T23" fmla="*/ 8 h 8"/>
                      <a:gd name="T24" fmla="*/ 7 w 9"/>
                      <a:gd name="T25" fmla="*/ 7 h 8"/>
                      <a:gd name="T26" fmla="*/ 9 w 9"/>
                      <a:gd name="T27" fmla="*/ 5 h 8"/>
                      <a:gd name="T28" fmla="*/ 9 w 9"/>
                      <a:gd name="T29" fmla="*/ 4 h 8"/>
                      <a:gd name="T30" fmla="*/ 7 w 9"/>
                      <a:gd name="T31" fmla="*/ 2 h 8"/>
                      <a:gd name="T32" fmla="*/ 6 w 9"/>
                      <a:gd name="T33" fmla="*/ 1 h 8"/>
                      <a:gd name="T34" fmla="*/ 4 w 9"/>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4" y="0"/>
                        </a:moveTo>
                        <a:lnTo>
                          <a:pt x="3" y="0"/>
                        </a:lnTo>
                        <a:lnTo>
                          <a:pt x="2" y="1"/>
                        </a:lnTo>
                        <a:lnTo>
                          <a:pt x="0" y="2"/>
                        </a:lnTo>
                        <a:lnTo>
                          <a:pt x="0" y="4"/>
                        </a:lnTo>
                        <a:lnTo>
                          <a:pt x="0" y="5"/>
                        </a:lnTo>
                        <a:lnTo>
                          <a:pt x="0" y="7"/>
                        </a:lnTo>
                        <a:lnTo>
                          <a:pt x="2" y="8"/>
                        </a:lnTo>
                        <a:lnTo>
                          <a:pt x="3" y="8"/>
                        </a:lnTo>
                        <a:lnTo>
                          <a:pt x="4" y="8"/>
                        </a:lnTo>
                        <a:lnTo>
                          <a:pt x="6" y="8"/>
                        </a:lnTo>
                        <a:lnTo>
                          <a:pt x="7" y="7"/>
                        </a:lnTo>
                        <a:lnTo>
                          <a:pt x="9" y="5"/>
                        </a:lnTo>
                        <a:lnTo>
                          <a:pt x="9" y="4"/>
                        </a:lnTo>
                        <a:lnTo>
                          <a:pt x="7" y="2"/>
                        </a:lnTo>
                        <a:lnTo>
                          <a:pt x="6" y="1"/>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90" name="Freeform 224"/>
                  <p:cNvSpPr>
                    <a:spLocks/>
                  </p:cNvSpPr>
                  <p:nvPr/>
                </p:nvSpPr>
                <p:spPr bwMode="auto">
                  <a:xfrm>
                    <a:off x="3746" y="2013"/>
                    <a:ext cx="9" cy="8"/>
                  </a:xfrm>
                  <a:custGeom>
                    <a:avLst/>
                    <a:gdLst>
                      <a:gd name="T0" fmla="*/ 4 w 9"/>
                      <a:gd name="T1" fmla="*/ 0 h 8"/>
                      <a:gd name="T2" fmla="*/ 3 w 9"/>
                      <a:gd name="T3" fmla="*/ 0 h 8"/>
                      <a:gd name="T4" fmla="*/ 1 w 9"/>
                      <a:gd name="T5" fmla="*/ 1 h 8"/>
                      <a:gd name="T6" fmla="*/ 0 w 9"/>
                      <a:gd name="T7" fmla="*/ 3 h 8"/>
                      <a:gd name="T8" fmla="*/ 0 w 9"/>
                      <a:gd name="T9" fmla="*/ 4 h 8"/>
                      <a:gd name="T10" fmla="*/ 0 w 9"/>
                      <a:gd name="T11" fmla="*/ 6 h 8"/>
                      <a:gd name="T12" fmla="*/ 0 w 9"/>
                      <a:gd name="T13" fmla="*/ 7 h 8"/>
                      <a:gd name="T14" fmla="*/ 1 w 9"/>
                      <a:gd name="T15" fmla="*/ 8 h 8"/>
                      <a:gd name="T16" fmla="*/ 3 w 9"/>
                      <a:gd name="T17" fmla="*/ 8 h 8"/>
                      <a:gd name="T18" fmla="*/ 3 w 9"/>
                      <a:gd name="T19" fmla="*/ 8 h 8"/>
                      <a:gd name="T20" fmla="*/ 4 w 9"/>
                      <a:gd name="T21" fmla="*/ 8 h 8"/>
                      <a:gd name="T22" fmla="*/ 6 w 9"/>
                      <a:gd name="T23" fmla="*/ 8 h 8"/>
                      <a:gd name="T24" fmla="*/ 7 w 9"/>
                      <a:gd name="T25" fmla="*/ 7 h 8"/>
                      <a:gd name="T26" fmla="*/ 9 w 9"/>
                      <a:gd name="T27" fmla="*/ 6 h 8"/>
                      <a:gd name="T28" fmla="*/ 9 w 9"/>
                      <a:gd name="T29" fmla="*/ 4 h 8"/>
                      <a:gd name="T30" fmla="*/ 7 w 9"/>
                      <a:gd name="T31" fmla="*/ 3 h 8"/>
                      <a:gd name="T32" fmla="*/ 6 w 9"/>
                      <a:gd name="T33" fmla="*/ 1 h 8"/>
                      <a:gd name="T34" fmla="*/ 4 w 9"/>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4" y="0"/>
                        </a:moveTo>
                        <a:lnTo>
                          <a:pt x="3" y="0"/>
                        </a:lnTo>
                        <a:lnTo>
                          <a:pt x="1" y="1"/>
                        </a:lnTo>
                        <a:lnTo>
                          <a:pt x="0" y="3"/>
                        </a:lnTo>
                        <a:lnTo>
                          <a:pt x="0" y="4"/>
                        </a:lnTo>
                        <a:lnTo>
                          <a:pt x="0" y="6"/>
                        </a:lnTo>
                        <a:lnTo>
                          <a:pt x="0" y="7"/>
                        </a:lnTo>
                        <a:lnTo>
                          <a:pt x="1" y="8"/>
                        </a:lnTo>
                        <a:lnTo>
                          <a:pt x="3" y="8"/>
                        </a:lnTo>
                        <a:lnTo>
                          <a:pt x="4" y="8"/>
                        </a:lnTo>
                        <a:lnTo>
                          <a:pt x="6" y="8"/>
                        </a:lnTo>
                        <a:lnTo>
                          <a:pt x="7" y="7"/>
                        </a:lnTo>
                        <a:lnTo>
                          <a:pt x="9" y="6"/>
                        </a:lnTo>
                        <a:lnTo>
                          <a:pt x="9" y="4"/>
                        </a:lnTo>
                        <a:lnTo>
                          <a:pt x="7" y="3"/>
                        </a:lnTo>
                        <a:lnTo>
                          <a:pt x="6" y="1"/>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91" name="Freeform 225"/>
                  <p:cNvSpPr>
                    <a:spLocks/>
                  </p:cNvSpPr>
                  <p:nvPr/>
                </p:nvSpPr>
                <p:spPr bwMode="auto">
                  <a:xfrm>
                    <a:off x="3762" y="2017"/>
                    <a:ext cx="9" cy="9"/>
                  </a:xfrm>
                  <a:custGeom>
                    <a:avLst/>
                    <a:gdLst>
                      <a:gd name="T0" fmla="*/ 6 w 9"/>
                      <a:gd name="T1" fmla="*/ 0 h 9"/>
                      <a:gd name="T2" fmla="*/ 4 w 9"/>
                      <a:gd name="T3" fmla="*/ 0 h 9"/>
                      <a:gd name="T4" fmla="*/ 3 w 9"/>
                      <a:gd name="T5" fmla="*/ 2 h 9"/>
                      <a:gd name="T6" fmla="*/ 1 w 9"/>
                      <a:gd name="T7" fmla="*/ 3 h 9"/>
                      <a:gd name="T8" fmla="*/ 0 w 9"/>
                      <a:gd name="T9" fmla="*/ 4 h 9"/>
                      <a:gd name="T10" fmla="*/ 0 w 9"/>
                      <a:gd name="T11" fmla="*/ 6 h 9"/>
                      <a:gd name="T12" fmla="*/ 1 w 9"/>
                      <a:gd name="T13" fmla="*/ 7 h 9"/>
                      <a:gd name="T14" fmla="*/ 3 w 9"/>
                      <a:gd name="T15" fmla="*/ 9 h 9"/>
                      <a:gd name="T16" fmla="*/ 4 w 9"/>
                      <a:gd name="T17" fmla="*/ 9 h 9"/>
                      <a:gd name="T18" fmla="*/ 4 w 9"/>
                      <a:gd name="T19" fmla="*/ 9 h 9"/>
                      <a:gd name="T20" fmla="*/ 6 w 9"/>
                      <a:gd name="T21" fmla="*/ 9 h 9"/>
                      <a:gd name="T22" fmla="*/ 7 w 9"/>
                      <a:gd name="T23" fmla="*/ 9 h 9"/>
                      <a:gd name="T24" fmla="*/ 9 w 9"/>
                      <a:gd name="T25" fmla="*/ 7 h 9"/>
                      <a:gd name="T26" fmla="*/ 9 w 9"/>
                      <a:gd name="T27" fmla="*/ 6 h 9"/>
                      <a:gd name="T28" fmla="*/ 9 w 9"/>
                      <a:gd name="T29" fmla="*/ 4 h 9"/>
                      <a:gd name="T30" fmla="*/ 9 w 9"/>
                      <a:gd name="T31" fmla="*/ 3 h 9"/>
                      <a:gd name="T32" fmla="*/ 7 w 9"/>
                      <a:gd name="T33" fmla="*/ 2 h 9"/>
                      <a:gd name="T34" fmla="*/ 6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6" y="0"/>
                        </a:moveTo>
                        <a:lnTo>
                          <a:pt x="4" y="0"/>
                        </a:lnTo>
                        <a:lnTo>
                          <a:pt x="3" y="2"/>
                        </a:lnTo>
                        <a:lnTo>
                          <a:pt x="1" y="3"/>
                        </a:lnTo>
                        <a:lnTo>
                          <a:pt x="0" y="4"/>
                        </a:lnTo>
                        <a:lnTo>
                          <a:pt x="0" y="6"/>
                        </a:lnTo>
                        <a:lnTo>
                          <a:pt x="1" y="7"/>
                        </a:lnTo>
                        <a:lnTo>
                          <a:pt x="3" y="9"/>
                        </a:lnTo>
                        <a:lnTo>
                          <a:pt x="4" y="9"/>
                        </a:lnTo>
                        <a:lnTo>
                          <a:pt x="6" y="9"/>
                        </a:lnTo>
                        <a:lnTo>
                          <a:pt x="7" y="9"/>
                        </a:lnTo>
                        <a:lnTo>
                          <a:pt x="9" y="7"/>
                        </a:lnTo>
                        <a:lnTo>
                          <a:pt x="9" y="6"/>
                        </a:lnTo>
                        <a:lnTo>
                          <a:pt x="9" y="4"/>
                        </a:lnTo>
                        <a:lnTo>
                          <a:pt x="9" y="3"/>
                        </a:lnTo>
                        <a:lnTo>
                          <a:pt x="7" y="2"/>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92" name="Freeform 226"/>
                  <p:cNvSpPr>
                    <a:spLocks/>
                  </p:cNvSpPr>
                  <p:nvPr/>
                </p:nvSpPr>
                <p:spPr bwMode="auto">
                  <a:xfrm>
                    <a:off x="3779" y="2019"/>
                    <a:ext cx="9" cy="8"/>
                  </a:xfrm>
                  <a:custGeom>
                    <a:avLst/>
                    <a:gdLst>
                      <a:gd name="T0" fmla="*/ 6 w 9"/>
                      <a:gd name="T1" fmla="*/ 0 h 8"/>
                      <a:gd name="T2" fmla="*/ 5 w 9"/>
                      <a:gd name="T3" fmla="*/ 0 h 8"/>
                      <a:gd name="T4" fmla="*/ 3 w 9"/>
                      <a:gd name="T5" fmla="*/ 0 h 8"/>
                      <a:gd name="T6" fmla="*/ 2 w 9"/>
                      <a:gd name="T7" fmla="*/ 1 h 8"/>
                      <a:gd name="T8" fmla="*/ 0 w 9"/>
                      <a:gd name="T9" fmla="*/ 2 h 8"/>
                      <a:gd name="T10" fmla="*/ 0 w 9"/>
                      <a:gd name="T11" fmla="*/ 4 h 8"/>
                      <a:gd name="T12" fmla="*/ 2 w 9"/>
                      <a:gd name="T13" fmla="*/ 5 h 8"/>
                      <a:gd name="T14" fmla="*/ 3 w 9"/>
                      <a:gd name="T15" fmla="*/ 7 h 8"/>
                      <a:gd name="T16" fmla="*/ 5 w 9"/>
                      <a:gd name="T17" fmla="*/ 8 h 8"/>
                      <a:gd name="T18" fmla="*/ 5 w 9"/>
                      <a:gd name="T19" fmla="*/ 8 h 8"/>
                      <a:gd name="T20" fmla="*/ 6 w 9"/>
                      <a:gd name="T21" fmla="*/ 8 h 8"/>
                      <a:gd name="T22" fmla="*/ 8 w 9"/>
                      <a:gd name="T23" fmla="*/ 7 h 8"/>
                      <a:gd name="T24" fmla="*/ 9 w 9"/>
                      <a:gd name="T25" fmla="*/ 5 h 8"/>
                      <a:gd name="T26" fmla="*/ 9 w 9"/>
                      <a:gd name="T27" fmla="*/ 4 h 8"/>
                      <a:gd name="T28" fmla="*/ 9 w 9"/>
                      <a:gd name="T29" fmla="*/ 2 h 8"/>
                      <a:gd name="T30" fmla="*/ 9 w 9"/>
                      <a:gd name="T31" fmla="*/ 1 h 8"/>
                      <a:gd name="T32" fmla="*/ 8 w 9"/>
                      <a:gd name="T33" fmla="*/ 0 h 8"/>
                      <a:gd name="T34" fmla="*/ 6 w 9"/>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6" y="0"/>
                        </a:moveTo>
                        <a:lnTo>
                          <a:pt x="5" y="0"/>
                        </a:lnTo>
                        <a:lnTo>
                          <a:pt x="3" y="0"/>
                        </a:lnTo>
                        <a:lnTo>
                          <a:pt x="2" y="1"/>
                        </a:lnTo>
                        <a:lnTo>
                          <a:pt x="0" y="2"/>
                        </a:lnTo>
                        <a:lnTo>
                          <a:pt x="0" y="4"/>
                        </a:lnTo>
                        <a:lnTo>
                          <a:pt x="2" y="5"/>
                        </a:lnTo>
                        <a:lnTo>
                          <a:pt x="3" y="7"/>
                        </a:lnTo>
                        <a:lnTo>
                          <a:pt x="5" y="8"/>
                        </a:lnTo>
                        <a:lnTo>
                          <a:pt x="6" y="8"/>
                        </a:lnTo>
                        <a:lnTo>
                          <a:pt x="8" y="7"/>
                        </a:lnTo>
                        <a:lnTo>
                          <a:pt x="9" y="5"/>
                        </a:lnTo>
                        <a:lnTo>
                          <a:pt x="9" y="4"/>
                        </a:lnTo>
                        <a:lnTo>
                          <a:pt x="9" y="2"/>
                        </a:lnTo>
                        <a:lnTo>
                          <a:pt x="9" y="1"/>
                        </a:lnTo>
                        <a:lnTo>
                          <a:pt x="8" y="0"/>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93" name="Freeform 227"/>
                  <p:cNvSpPr>
                    <a:spLocks/>
                  </p:cNvSpPr>
                  <p:nvPr/>
                </p:nvSpPr>
                <p:spPr bwMode="auto">
                  <a:xfrm>
                    <a:off x="3797" y="2014"/>
                    <a:ext cx="9" cy="9"/>
                  </a:xfrm>
                  <a:custGeom>
                    <a:avLst/>
                    <a:gdLst>
                      <a:gd name="T0" fmla="*/ 3 w 9"/>
                      <a:gd name="T1" fmla="*/ 0 h 9"/>
                      <a:gd name="T2" fmla="*/ 1 w 9"/>
                      <a:gd name="T3" fmla="*/ 0 h 9"/>
                      <a:gd name="T4" fmla="*/ 0 w 9"/>
                      <a:gd name="T5" fmla="*/ 2 h 9"/>
                      <a:gd name="T6" fmla="*/ 0 w 9"/>
                      <a:gd name="T7" fmla="*/ 3 h 9"/>
                      <a:gd name="T8" fmla="*/ 0 w 9"/>
                      <a:gd name="T9" fmla="*/ 5 h 9"/>
                      <a:gd name="T10" fmla="*/ 0 w 9"/>
                      <a:gd name="T11" fmla="*/ 6 h 9"/>
                      <a:gd name="T12" fmla="*/ 1 w 9"/>
                      <a:gd name="T13" fmla="*/ 7 h 9"/>
                      <a:gd name="T14" fmla="*/ 3 w 9"/>
                      <a:gd name="T15" fmla="*/ 9 h 9"/>
                      <a:gd name="T16" fmla="*/ 4 w 9"/>
                      <a:gd name="T17" fmla="*/ 9 h 9"/>
                      <a:gd name="T18" fmla="*/ 4 w 9"/>
                      <a:gd name="T19" fmla="*/ 9 h 9"/>
                      <a:gd name="T20" fmla="*/ 6 w 9"/>
                      <a:gd name="T21" fmla="*/ 7 h 9"/>
                      <a:gd name="T22" fmla="*/ 7 w 9"/>
                      <a:gd name="T23" fmla="*/ 6 h 9"/>
                      <a:gd name="T24" fmla="*/ 9 w 9"/>
                      <a:gd name="T25" fmla="*/ 5 h 9"/>
                      <a:gd name="T26" fmla="*/ 9 w 9"/>
                      <a:gd name="T27" fmla="*/ 3 h 9"/>
                      <a:gd name="T28" fmla="*/ 7 w 9"/>
                      <a:gd name="T29" fmla="*/ 2 h 9"/>
                      <a:gd name="T30" fmla="*/ 6 w 9"/>
                      <a:gd name="T31" fmla="*/ 0 h 9"/>
                      <a:gd name="T32" fmla="*/ 4 w 9"/>
                      <a:gd name="T33" fmla="*/ 0 h 9"/>
                      <a:gd name="T34" fmla="*/ 3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3" y="0"/>
                        </a:moveTo>
                        <a:lnTo>
                          <a:pt x="1" y="0"/>
                        </a:lnTo>
                        <a:lnTo>
                          <a:pt x="0" y="2"/>
                        </a:lnTo>
                        <a:lnTo>
                          <a:pt x="0" y="3"/>
                        </a:lnTo>
                        <a:lnTo>
                          <a:pt x="0" y="5"/>
                        </a:lnTo>
                        <a:lnTo>
                          <a:pt x="0" y="6"/>
                        </a:lnTo>
                        <a:lnTo>
                          <a:pt x="1" y="7"/>
                        </a:lnTo>
                        <a:lnTo>
                          <a:pt x="3" y="9"/>
                        </a:lnTo>
                        <a:lnTo>
                          <a:pt x="4" y="9"/>
                        </a:lnTo>
                        <a:lnTo>
                          <a:pt x="6" y="7"/>
                        </a:lnTo>
                        <a:lnTo>
                          <a:pt x="7" y="6"/>
                        </a:lnTo>
                        <a:lnTo>
                          <a:pt x="9" y="5"/>
                        </a:lnTo>
                        <a:lnTo>
                          <a:pt x="9" y="3"/>
                        </a:lnTo>
                        <a:lnTo>
                          <a:pt x="7" y="2"/>
                        </a:lnTo>
                        <a:lnTo>
                          <a:pt x="6" y="0"/>
                        </a:lnTo>
                        <a:lnTo>
                          <a:pt x="4"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94" name="Freeform 228"/>
                  <p:cNvSpPr>
                    <a:spLocks/>
                  </p:cNvSpPr>
                  <p:nvPr/>
                </p:nvSpPr>
                <p:spPr bwMode="auto">
                  <a:xfrm>
                    <a:off x="3813" y="2007"/>
                    <a:ext cx="9" cy="9"/>
                  </a:xfrm>
                  <a:custGeom>
                    <a:avLst/>
                    <a:gdLst>
                      <a:gd name="T0" fmla="*/ 4 w 9"/>
                      <a:gd name="T1" fmla="*/ 0 h 9"/>
                      <a:gd name="T2" fmla="*/ 3 w 9"/>
                      <a:gd name="T3" fmla="*/ 1 h 9"/>
                      <a:gd name="T4" fmla="*/ 1 w 9"/>
                      <a:gd name="T5" fmla="*/ 3 h 9"/>
                      <a:gd name="T6" fmla="*/ 0 w 9"/>
                      <a:gd name="T7" fmla="*/ 4 h 9"/>
                      <a:gd name="T8" fmla="*/ 0 w 9"/>
                      <a:gd name="T9" fmla="*/ 6 h 9"/>
                      <a:gd name="T10" fmla="*/ 1 w 9"/>
                      <a:gd name="T11" fmla="*/ 7 h 9"/>
                      <a:gd name="T12" fmla="*/ 3 w 9"/>
                      <a:gd name="T13" fmla="*/ 9 h 9"/>
                      <a:gd name="T14" fmla="*/ 4 w 9"/>
                      <a:gd name="T15" fmla="*/ 9 h 9"/>
                      <a:gd name="T16" fmla="*/ 6 w 9"/>
                      <a:gd name="T17" fmla="*/ 9 h 9"/>
                      <a:gd name="T18" fmla="*/ 6 w 9"/>
                      <a:gd name="T19" fmla="*/ 9 h 9"/>
                      <a:gd name="T20" fmla="*/ 7 w 9"/>
                      <a:gd name="T21" fmla="*/ 9 h 9"/>
                      <a:gd name="T22" fmla="*/ 9 w 9"/>
                      <a:gd name="T23" fmla="*/ 7 h 9"/>
                      <a:gd name="T24" fmla="*/ 9 w 9"/>
                      <a:gd name="T25" fmla="*/ 6 h 9"/>
                      <a:gd name="T26" fmla="*/ 9 w 9"/>
                      <a:gd name="T27" fmla="*/ 4 h 9"/>
                      <a:gd name="T28" fmla="*/ 9 w 9"/>
                      <a:gd name="T29" fmla="*/ 3 h 9"/>
                      <a:gd name="T30" fmla="*/ 7 w 9"/>
                      <a:gd name="T31" fmla="*/ 1 h 9"/>
                      <a:gd name="T32" fmla="*/ 6 w 9"/>
                      <a:gd name="T33" fmla="*/ 0 h 9"/>
                      <a:gd name="T34" fmla="*/ 4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4" y="0"/>
                        </a:moveTo>
                        <a:lnTo>
                          <a:pt x="3" y="1"/>
                        </a:lnTo>
                        <a:lnTo>
                          <a:pt x="1" y="3"/>
                        </a:lnTo>
                        <a:lnTo>
                          <a:pt x="0" y="4"/>
                        </a:lnTo>
                        <a:lnTo>
                          <a:pt x="0" y="6"/>
                        </a:lnTo>
                        <a:lnTo>
                          <a:pt x="1" y="7"/>
                        </a:lnTo>
                        <a:lnTo>
                          <a:pt x="3" y="9"/>
                        </a:lnTo>
                        <a:lnTo>
                          <a:pt x="4" y="9"/>
                        </a:lnTo>
                        <a:lnTo>
                          <a:pt x="6" y="9"/>
                        </a:lnTo>
                        <a:lnTo>
                          <a:pt x="7" y="9"/>
                        </a:lnTo>
                        <a:lnTo>
                          <a:pt x="9" y="7"/>
                        </a:lnTo>
                        <a:lnTo>
                          <a:pt x="9" y="6"/>
                        </a:lnTo>
                        <a:lnTo>
                          <a:pt x="9" y="4"/>
                        </a:lnTo>
                        <a:lnTo>
                          <a:pt x="9" y="3"/>
                        </a:lnTo>
                        <a:lnTo>
                          <a:pt x="7" y="1"/>
                        </a:lnTo>
                        <a:lnTo>
                          <a:pt x="6"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95" name="Freeform 229"/>
                  <p:cNvSpPr>
                    <a:spLocks/>
                  </p:cNvSpPr>
                  <p:nvPr/>
                </p:nvSpPr>
                <p:spPr bwMode="auto">
                  <a:xfrm>
                    <a:off x="3829" y="1998"/>
                    <a:ext cx="9" cy="9"/>
                  </a:xfrm>
                  <a:custGeom>
                    <a:avLst/>
                    <a:gdLst>
                      <a:gd name="T0" fmla="*/ 1 w 9"/>
                      <a:gd name="T1" fmla="*/ 2 h 9"/>
                      <a:gd name="T2" fmla="*/ 0 w 9"/>
                      <a:gd name="T3" fmla="*/ 3 h 9"/>
                      <a:gd name="T4" fmla="*/ 0 w 9"/>
                      <a:gd name="T5" fmla="*/ 5 h 9"/>
                      <a:gd name="T6" fmla="*/ 0 w 9"/>
                      <a:gd name="T7" fmla="*/ 6 h 9"/>
                      <a:gd name="T8" fmla="*/ 0 w 9"/>
                      <a:gd name="T9" fmla="*/ 8 h 9"/>
                      <a:gd name="T10" fmla="*/ 1 w 9"/>
                      <a:gd name="T11" fmla="*/ 9 h 9"/>
                      <a:gd name="T12" fmla="*/ 3 w 9"/>
                      <a:gd name="T13" fmla="*/ 9 h 9"/>
                      <a:gd name="T14" fmla="*/ 4 w 9"/>
                      <a:gd name="T15" fmla="*/ 9 h 9"/>
                      <a:gd name="T16" fmla="*/ 6 w 9"/>
                      <a:gd name="T17" fmla="*/ 9 h 9"/>
                      <a:gd name="T18" fmla="*/ 6 w 9"/>
                      <a:gd name="T19" fmla="*/ 9 h 9"/>
                      <a:gd name="T20" fmla="*/ 7 w 9"/>
                      <a:gd name="T21" fmla="*/ 8 h 9"/>
                      <a:gd name="T22" fmla="*/ 9 w 9"/>
                      <a:gd name="T23" fmla="*/ 6 h 9"/>
                      <a:gd name="T24" fmla="*/ 9 w 9"/>
                      <a:gd name="T25" fmla="*/ 5 h 9"/>
                      <a:gd name="T26" fmla="*/ 7 w 9"/>
                      <a:gd name="T27" fmla="*/ 3 h 9"/>
                      <a:gd name="T28" fmla="*/ 6 w 9"/>
                      <a:gd name="T29" fmla="*/ 2 h 9"/>
                      <a:gd name="T30" fmla="*/ 4 w 9"/>
                      <a:gd name="T31" fmla="*/ 0 h 9"/>
                      <a:gd name="T32" fmla="*/ 3 w 9"/>
                      <a:gd name="T33" fmla="*/ 0 h 9"/>
                      <a:gd name="T34" fmla="*/ 1 w 9"/>
                      <a:gd name="T35" fmla="*/ 2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1" y="2"/>
                        </a:moveTo>
                        <a:lnTo>
                          <a:pt x="0" y="3"/>
                        </a:lnTo>
                        <a:lnTo>
                          <a:pt x="0" y="5"/>
                        </a:lnTo>
                        <a:lnTo>
                          <a:pt x="0" y="6"/>
                        </a:lnTo>
                        <a:lnTo>
                          <a:pt x="0" y="8"/>
                        </a:lnTo>
                        <a:lnTo>
                          <a:pt x="1" y="9"/>
                        </a:lnTo>
                        <a:lnTo>
                          <a:pt x="3" y="9"/>
                        </a:lnTo>
                        <a:lnTo>
                          <a:pt x="4" y="9"/>
                        </a:lnTo>
                        <a:lnTo>
                          <a:pt x="6" y="9"/>
                        </a:lnTo>
                        <a:lnTo>
                          <a:pt x="7" y="8"/>
                        </a:lnTo>
                        <a:lnTo>
                          <a:pt x="9" y="6"/>
                        </a:lnTo>
                        <a:lnTo>
                          <a:pt x="9" y="5"/>
                        </a:lnTo>
                        <a:lnTo>
                          <a:pt x="7" y="3"/>
                        </a:lnTo>
                        <a:lnTo>
                          <a:pt x="6" y="2"/>
                        </a:lnTo>
                        <a:lnTo>
                          <a:pt x="4" y="0"/>
                        </a:lnTo>
                        <a:lnTo>
                          <a:pt x="3" y="0"/>
                        </a:lnTo>
                        <a:lnTo>
                          <a:pt x="1"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96" name="Freeform 230"/>
                  <p:cNvSpPr>
                    <a:spLocks/>
                  </p:cNvSpPr>
                  <p:nvPr/>
                </p:nvSpPr>
                <p:spPr bwMode="auto">
                  <a:xfrm>
                    <a:off x="3843" y="1990"/>
                    <a:ext cx="9" cy="8"/>
                  </a:xfrm>
                  <a:custGeom>
                    <a:avLst/>
                    <a:gdLst>
                      <a:gd name="T0" fmla="*/ 2 w 9"/>
                      <a:gd name="T1" fmla="*/ 1 h 8"/>
                      <a:gd name="T2" fmla="*/ 0 w 9"/>
                      <a:gd name="T3" fmla="*/ 2 h 8"/>
                      <a:gd name="T4" fmla="*/ 0 w 9"/>
                      <a:gd name="T5" fmla="*/ 4 h 8"/>
                      <a:gd name="T6" fmla="*/ 0 w 9"/>
                      <a:gd name="T7" fmla="*/ 5 h 8"/>
                      <a:gd name="T8" fmla="*/ 0 w 9"/>
                      <a:gd name="T9" fmla="*/ 7 h 8"/>
                      <a:gd name="T10" fmla="*/ 2 w 9"/>
                      <a:gd name="T11" fmla="*/ 8 h 8"/>
                      <a:gd name="T12" fmla="*/ 3 w 9"/>
                      <a:gd name="T13" fmla="*/ 8 h 8"/>
                      <a:gd name="T14" fmla="*/ 5 w 9"/>
                      <a:gd name="T15" fmla="*/ 8 h 8"/>
                      <a:gd name="T16" fmla="*/ 6 w 9"/>
                      <a:gd name="T17" fmla="*/ 8 h 8"/>
                      <a:gd name="T18" fmla="*/ 6 w 9"/>
                      <a:gd name="T19" fmla="*/ 8 h 8"/>
                      <a:gd name="T20" fmla="*/ 8 w 9"/>
                      <a:gd name="T21" fmla="*/ 7 h 8"/>
                      <a:gd name="T22" fmla="*/ 9 w 9"/>
                      <a:gd name="T23" fmla="*/ 5 h 8"/>
                      <a:gd name="T24" fmla="*/ 9 w 9"/>
                      <a:gd name="T25" fmla="*/ 4 h 8"/>
                      <a:gd name="T26" fmla="*/ 8 w 9"/>
                      <a:gd name="T27" fmla="*/ 2 h 8"/>
                      <a:gd name="T28" fmla="*/ 6 w 9"/>
                      <a:gd name="T29" fmla="*/ 1 h 8"/>
                      <a:gd name="T30" fmla="*/ 5 w 9"/>
                      <a:gd name="T31" fmla="*/ 0 h 8"/>
                      <a:gd name="T32" fmla="*/ 3 w 9"/>
                      <a:gd name="T33" fmla="*/ 0 h 8"/>
                      <a:gd name="T34" fmla="*/ 2 w 9"/>
                      <a:gd name="T35" fmla="*/ 1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2" y="1"/>
                        </a:moveTo>
                        <a:lnTo>
                          <a:pt x="0" y="2"/>
                        </a:lnTo>
                        <a:lnTo>
                          <a:pt x="0" y="4"/>
                        </a:lnTo>
                        <a:lnTo>
                          <a:pt x="0" y="5"/>
                        </a:lnTo>
                        <a:lnTo>
                          <a:pt x="0" y="7"/>
                        </a:lnTo>
                        <a:lnTo>
                          <a:pt x="2" y="8"/>
                        </a:lnTo>
                        <a:lnTo>
                          <a:pt x="3" y="8"/>
                        </a:lnTo>
                        <a:lnTo>
                          <a:pt x="5" y="8"/>
                        </a:lnTo>
                        <a:lnTo>
                          <a:pt x="6" y="8"/>
                        </a:lnTo>
                        <a:lnTo>
                          <a:pt x="8" y="7"/>
                        </a:lnTo>
                        <a:lnTo>
                          <a:pt x="9" y="5"/>
                        </a:lnTo>
                        <a:lnTo>
                          <a:pt x="9" y="4"/>
                        </a:lnTo>
                        <a:lnTo>
                          <a:pt x="8" y="2"/>
                        </a:lnTo>
                        <a:lnTo>
                          <a:pt x="6" y="1"/>
                        </a:lnTo>
                        <a:lnTo>
                          <a:pt x="5" y="0"/>
                        </a:lnTo>
                        <a:lnTo>
                          <a:pt x="3" y="0"/>
                        </a:lnTo>
                        <a:lnTo>
                          <a:pt x="2"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97" name="Freeform 231"/>
                  <p:cNvSpPr>
                    <a:spLocks/>
                  </p:cNvSpPr>
                  <p:nvPr/>
                </p:nvSpPr>
                <p:spPr bwMode="auto">
                  <a:xfrm>
                    <a:off x="3856" y="1979"/>
                    <a:ext cx="9" cy="9"/>
                  </a:xfrm>
                  <a:custGeom>
                    <a:avLst/>
                    <a:gdLst>
                      <a:gd name="T0" fmla="*/ 3 w 9"/>
                      <a:gd name="T1" fmla="*/ 2 h 9"/>
                      <a:gd name="T2" fmla="*/ 2 w 9"/>
                      <a:gd name="T3" fmla="*/ 3 h 9"/>
                      <a:gd name="T4" fmla="*/ 0 w 9"/>
                      <a:gd name="T5" fmla="*/ 5 h 9"/>
                      <a:gd name="T6" fmla="*/ 0 w 9"/>
                      <a:gd name="T7" fmla="*/ 6 h 9"/>
                      <a:gd name="T8" fmla="*/ 2 w 9"/>
                      <a:gd name="T9" fmla="*/ 8 h 9"/>
                      <a:gd name="T10" fmla="*/ 3 w 9"/>
                      <a:gd name="T11" fmla="*/ 9 h 9"/>
                      <a:gd name="T12" fmla="*/ 5 w 9"/>
                      <a:gd name="T13" fmla="*/ 9 h 9"/>
                      <a:gd name="T14" fmla="*/ 6 w 9"/>
                      <a:gd name="T15" fmla="*/ 9 h 9"/>
                      <a:gd name="T16" fmla="*/ 8 w 9"/>
                      <a:gd name="T17" fmla="*/ 9 h 9"/>
                      <a:gd name="T18" fmla="*/ 8 w 9"/>
                      <a:gd name="T19" fmla="*/ 9 h 9"/>
                      <a:gd name="T20" fmla="*/ 9 w 9"/>
                      <a:gd name="T21" fmla="*/ 8 h 9"/>
                      <a:gd name="T22" fmla="*/ 9 w 9"/>
                      <a:gd name="T23" fmla="*/ 6 h 9"/>
                      <a:gd name="T24" fmla="*/ 9 w 9"/>
                      <a:gd name="T25" fmla="*/ 5 h 9"/>
                      <a:gd name="T26" fmla="*/ 9 w 9"/>
                      <a:gd name="T27" fmla="*/ 3 h 9"/>
                      <a:gd name="T28" fmla="*/ 8 w 9"/>
                      <a:gd name="T29" fmla="*/ 2 h 9"/>
                      <a:gd name="T30" fmla="*/ 6 w 9"/>
                      <a:gd name="T31" fmla="*/ 0 h 9"/>
                      <a:gd name="T32" fmla="*/ 5 w 9"/>
                      <a:gd name="T33" fmla="*/ 0 h 9"/>
                      <a:gd name="T34" fmla="*/ 3 w 9"/>
                      <a:gd name="T35" fmla="*/ 2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3" y="2"/>
                        </a:moveTo>
                        <a:lnTo>
                          <a:pt x="2" y="3"/>
                        </a:lnTo>
                        <a:lnTo>
                          <a:pt x="0" y="5"/>
                        </a:lnTo>
                        <a:lnTo>
                          <a:pt x="0" y="6"/>
                        </a:lnTo>
                        <a:lnTo>
                          <a:pt x="2" y="8"/>
                        </a:lnTo>
                        <a:lnTo>
                          <a:pt x="3" y="9"/>
                        </a:lnTo>
                        <a:lnTo>
                          <a:pt x="5" y="9"/>
                        </a:lnTo>
                        <a:lnTo>
                          <a:pt x="6" y="9"/>
                        </a:lnTo>
                        <a:lnTo>
                          <a:pt x="8" y="9"/>
                        </a:lnTo>
                        <a:lnTo>
                          <a:pt x="9" y="8"/>
                        </a:lnTo>
                        <a:lnTo>
                          <a:pt x="9" y="6"/>
                        </a:lnTo>
                        <a:lnTo>
                          <a:pt x="9" y="5"/>
                        </a:lnTo>
                        <a:lnTo>
                          <a:pt x="9" y="3"/>
                        </a:lnTo>
                        <a:lnTo>
                          <a:pt x="8" y="2"/>
                        </a:lnTo>
                        <a:lnTo>
                          <a:pt x="6" y="0"/>
                        </a:lnTo>
                        <a:lnTo>
                          <a:pt x="5" y="0"/>
                        </a:lnTo>
                        <a:lnTo>
                          <a:pt x="3"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98" name="Freeform 232"/>
                  <p:cNvSpPr>
                    <a:spLocks/>
                  </p:cNvSpPr>
                  <p:nvPr/>
                </p:nvSpPr>
                <p:spPr bwMode="auto">
                  <a:xfrm>
                    <a:off x="3871" y="1969"/>
                    <a:ext cx="9" cy="9"/>
                  </a:xfrm>
                  <a:custGeom>
                    <a:avLst/>
                    <a:gdLst>
                      <a:gd name="T0" fmla="*/ 3 w 9"/>
                      <a:gd name="T1" fmla="*/ 0 h 9"/>
                      <a:gd name="T2" fmla="*/ 1 w 9"/>
                      <a:gd name="T3" fmla="*/ 2 h 9"/>
                      <a:gd name="T4" fmla="*/ 0 w 9"/>
                      <a:gd name="T5" fmla="*/ 3 h 9"/>
                      <a:gd name="T6" fmla="*/ 0 w 9"/>
                      <a:gd name="T7" fmla="*/ 5 h 9"/>
                      <a:gd name="T8" fmla="*/ 1 w 9"/>
                      <a:gd name="T9" fmla="*/ 6 h 9"/>
                      <a:gd name="T10" fmla="*/ 3 w 9"/>
                      <a:gd name="T11" fmla="*/ 7 h 9"/>
                      <a:gd name="T12" fmla="*/ 4 w 9"/>
                      <a:gd name="T13" fmla="*/ 9 h 9"/>
                      <a:gd name="T14" fmla="*/ 6 w 9"/>
                      <a:gd name="T15" fmla="*/ 9 h 9"/>
                      <a:gd name="T16" fmla="*/ 7 w 9"/>
                      <a:gd name="T17" fmla="*/ 7 h 9"/>
                      <a:gd name="T18" fmla="*/ 7 w 9"/>
                      <a:gd name="T19" fmla="*/ 7 h 9"/>
                      <a:gd name="T20" fmla="*/ 9 w 9"/>
                      <a:gd name="T21" fmla="*/ 6 h 9"/>
                      <a:gd name="T22" fmla="*/ 9 w 9"/>
                      <a:gd name="T23" fmla="*/ 5 h 9"/>
                      <a:gd name="T24" fmla="*/ 9 w 9"/>
                      <a:gd name="T25" fmla="*/ 3 h 9"/>
                      <a:gd name="T26" fmla="*/ 9 w 9"/>
                      <a:gd name="T27" fmla="*/ 2 h 9"/>
                      <a:gd name="T28" fmla="*/ 7 w 9"/>
                      <a:gd name="T29" fmla="*/ 0 h 9"/>
                      <a:gd name="T30" fmla="*/ 6 w 9"/>
                      <a:gd name="T31" fmla="*/ 0 h 9"/>
                      <a:gd name="T32" fmla="*/ 4 w 9"/>
                      <a:gd name="T33" fmla="*/ 0 h 9"/>
                      <a:gd name="T34" fmla="*/ 3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3" y="0"/>
                        </a:moveTo>
                        <a:lnTo>
                          <a:pt x="1" y="2"/>
                        </a:lnTo>
                        <a:lnTo>
                          <a:pt x="0" y="3"/>
                        </a:lnTo>
                        <a:lnTo>
                          <a:pt x="0" y="5"/>
                        </a:lnTo>
                        <a:lnTo>
                          <a:pt x="1" y="6"/>
                        </a:lnTo>
                        <a:lnTo>
                          <a:pt x="3" y="7"/>
                        </a:lnTo>
                        <a:lnTo>
                          <a:pt x="4" y="9"/>
                        </a:lnTo>
                        <a:lnTo>
                          <a:pt x="6" y="9"/>
                        </a:lnTo>
                        <a:lnTo>
                          <a:pt x="7" y="7"/>
                        </a:lnTo>
                        <a:lnTo>
                          <a:pt x="9" y="6"/>
                        </a:lnTo>
                        <a:lnTo>
                          <a:pt x="9" y="5"/>
                        </a:lnTo>
                        <a:lnTo>
                          <a:pt x="9" y="3"/>
                        </a:lnTo>
                        <a:lnTo>
                          <a:pt x="9" y="2"/>
                        </a:lnTo>
                        <a:lnTo>
                          <a:pt x="7" y="0"/>
                        </a:lnTo>
                        <a:lnTo>
                          <a:pt x="6" y="0"/>
                        </a:lnTo>
                        <a:lnTo>
                          <a:pt x="4"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99" name="Freeform 233"/>
                  <p:cNvSpPr>
                    <a:spLocks/>
                  </p:cNvSpPr>
                  <p:nvPr/>
                </p:nvSpPr>
                <p:spPr bwMode="auto">
                  <a:xfrm>
                    <a:off x="3884" y="1958"/>
                    <a:ext cx="9" cy="8"/>
                  </a:xfrm>
                  <a:custGeom>
                    <a:avLst/>
                    <a:gdLst>
                      <a:gd name="T0" fmla="*/ 3 w 9"/>
                      <a:gd name="T1" fmla="*/ 1 h 8"/>
                      <a:gd name="T2" fmla="*/ 1 w 9"/>
                      <a:gd name="T3" fmla="*/ 2 h 8"/>
                      <a:gd name="T4" fmla="*/ 0 w 9"/>
                      <a:gd name="T5" fmla="*/ 4 h 8"/>
                      <a:gd name="T6" fmla="*/ 0 w 9"/>
                      <a:gd name="T7" fmla="*/ 5 h 8"/>
                      <a:gd name="T8" fmla="*/ 1 w 9"/>
                      <a:gd name="T9" fmla="*/ 7 h 8"/>
                      <a:gd name="T10" fmla="*/ 3 w 9"/>
                      <a:gd name="T11" fmla="*/ 8 h 8"/>
                      <a:gd name="T12" fmla="*/ 4 w 9"/>
                      <a:gd name="T13" fmla="*/ 8 h 8"/>
                      <a:gd name="T14" fmla="*/ 6 w 9"/>
                      <a:gd name="T15" fmla="*/ 8 h 8"/>
                      <a:gd name="T16" fmla="*/ 7 w 9"/>
                      <a:gd name="T17" fmla="*/ 8 h 8"/>
                      <a:gd name="T18" fmla="*/ 7 w 9"/>
                      <a:gd name="T19" fmla="*/ 8 h 8"/>
                      <a:gd name="T20" fmla="*/ 9 w 9"/>
                      <a:gd name="T21" fmla="*/ 7 h 8"/>
                      <a:gd name="T22" fmla="*/ 9 w 9"/>
                      <a:gd name="T23" fmla="*/ 5 h 8"/>
                      <a:gd name="T24" fmla="*/ 9 w 9"/>
                      <a:gd name="T25" fmla="*/ 4 h 8"/>
                      <a:gd name="T26" fmla="*/ 9 w 9"/>
                      <a:gd name="T27" fmla="*/ 2 h 8"/>
                      <a:gd name="T28" fmla="*/ 7 w 9"/>
                      <a:gd name="T29" fmla="*/ 1 h 8"/>
                      <a:gd name="T30" fmla="*/ 6 w 9"/>
                      <a:gd name="T31" fmla="*/ 0 h 8"/>
                      <a:gd name="T32" fmla="*/ 4 w 9"/>
                      <a:gd name="T33" fmla="*/ 0 h 8"/>
                      <a:gd name="T34" fmla="*/ 3 w 9"/>
                      <a:gd name="T35" fmla="*/ 1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3" y="1"/>
                        </a:moveTo>
                        <a:lnTo>
                          <a:pt x="1" y="2"/>
                        </a:lnTo>
                        <a:lnTo>
                          <a:pt x="0" y="4"/>
                        </a:lnTo>
                        <a:lnTo>
                          <a:pt x="0" y="5"/>
                        </a:lnTo>
                        <a:lnTo>
                          <a:pt x="1" y="7"/>
                        </a:lnTo>
                        <a:lnTo>
                          <a:pt x="3" y="8"/>
                        </a:lnTo>
                        <a:lnTo>
                          <a:pt x="4" y="8"/>
                        </a:lnTo>
                        <a:lnTo>
                          <a:pt x="6" y="8"/>
                        </a:lnTo>
                        <a:lnTo>
                          <a:pt x="7" y="8"/>
                        </a:lnTo>
                        <a:lnTo>
                          <a:pt x="9" y="7"/>
                        </a:lnTo>
                        <a:lnTo>
                          <a:pt x="9" y="5"/>
                        </a:lnTo>
                        <a:lnTo>
                          <a:pt x="9" y="4"/>
                        </a:lnTo>
                        <a:lnTo>
                          <a:pt x="9" y="2"/>
                        </a:lnTo>
                        <a:lnTo>
                          <a:pt x="7" y="1"/>
                        </a:lnTo>
                        <a:lnTo>
                          <a:pt x="6" y="0"/>
                        </a:lnTo>
                        <a:lnTo>
                          <a:pt x="4" y="0"/>
                        </a:lnTo>
                        <a:lnTo>
                          <a:pt x="3"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00" name="Freeform 234"/>
                  <p:cNvSpPr>
                    <a:spLocks/>
                  </p:cNvSpPr>
                  <p:nvPr/>
                </p:nvSpPr>
                <p:spPr bwMode="auto">
                  <a:xfrm>
                    <a:off x="3899" y="1947"/>
                    <a:ext cx="8" cy="9"/>
                  </a:xfrm>
                  <a:custGeom>
                    <a:avLst/>
                    <a:gdLst>
                      <a:gd name="T0" fmla="*/ 1 w 8"/>
                      <a:gd name="T1" fmla="*/ 0 h 9"/>
                      <a:gd name="T2" fmla="*/ 0 w 8"/>
                      <a:gd name="T3" fmla="*/ 2 h 9"/>
                      <a:gd name="T4" fmla="*/ 0 w 8"/>
                      <a:gd name="T5" fmla="*/ 3 h 9"/>
                      <a:gd name="T6" fmla="*/ 0 w 8"/>
                      <a:gd name="T7" fmla="*/ 5 h 9"/>
                      <a:gd name="T8" fmla="*/ 0 w 8"/>
                      <a:gd name="T9" fmla="*/ 6 h 9"/>
                      <a:gd name="T10" fmla="*/ 1 w 8"/>
                      <a:gd name="T11" fmla="*/ 8 h 9"/>
                      <a:gd name="T12" fmla="*/ 2 w 8"/>
                      <a:gd name="T13" fmla="*/ 9 h 9"/>
                      <a:gd name="T14" fmla="*/ 4 w 8"/>
                      <a:gd name="T15" fmla="*/ 9 h 9"/>
                      <a:gd name="T16" fmla="*/ 5 w 8"/>
                      <a:gd name="T17" fmla="*/ 8 h 9"/>
                      <a:gd name="T18" fmla="*/ 5 w 8"/>
                      <a:gd name="T19" fmla="*/ 8 h 9"/>
                      <a:gd name="T20" fmla="*/ 7 w 8"/>
                      <a:gd name="T21" fmla="*/ 6 h 9"/>
                      <a:gd name="T22" fmla="*/ 8 w 8"/>
                      <a:gd name="T23" fmla="*/ 5 h 9"/>
                      <a:gd name="T24" fmla="*/ 8 w 8"/>
                      <a:gd name="T25" fmla="*/ 3 h 9"/>
                      <a:gd name="T26" fmla="*/ 7 w 8"/>
                      <a:gd name="T27" fmla="*/ 2 h 9"/>
                      <a:gd name="T28" fmla="*/ 5 w 8"/>
                      <a:gd name="T29" fmla="*/ 0 h 9"/>
                      <a:gd name="T30" fmla="*/ 4 w 8"/>
                      <a:gd name="T31" fmla="*/ 0 h 9"/>
                      <a:gd name="T32" fmla="*/ 2 w 8"/>
                      <a:gd name="T33" fmla="*/ 0 h 9"/>
                      <a:gd name="T34" fmla="*/ 1 w 8"/>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1" y="0"/>
                        </a:moveTo>
                        <a:lnTo>
                          <a:pt x="0" y="2"/>
                        </a:lnTo>
                        <a:lnTo>
                          <a:pt x="0" y="3"/>
                        </a:lnTo>
                        <a:lnTo>
                          <a:pt x="0" y="5"/>
                        </a:lnTo>
                        <a:lnTo>
                          <a:pt x="0" y="6"/>
                        </a:lnTo>
                        <a:lnTo>
                          <a:pt x="1" y="8"/>
                        </a:lnTo>
                        <a:lnTo>
                          <a:pt x="2" y="9"/>
                        </a:lnTo>
                        <a:lnTo>
                          <a:pt x="4" y="9"/>
                        </a:lnTo>
                        <a:lnTo>
                          <a:pt x="5" y="8"/>
                        </a:lnTo>
                        <a:lnTo>
                          <a:pt x="7" y="6"/>
                        </a:lnTo>
                        <a:lnTo>
                          <a:pt x="8" y="5"/>
                        </a:lnTo>
                        <a:lnTo>
                          <a:pt x="8" y="3"/>
                        </a:lnTo>
                        <a:lnTo>
                          <a:pt x="7" y="2"/>
                        </a:lnTo>
                        <a:lnTo>
                          <a:pt x="5" y="0"/>
                        </a:lnTo>
                        <a:lnTo>
                          <a:pt x="4" y="0"/>
                        </a:lnTo>
                        <a:lnTo>
                          <a:pt x="2" y="0"/>
                        </a:lnTo>
                        <a:lnTo>
                          <a:pt x="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01" name="Freeform 235"/>
                  <p:cNvSpPr>
                    <a:spLocks/>
                  </p:cNvSpPr>
                  <p:nvPr/>
                </p:nvSpPr>
                <p:spPr bwMode="auto">
                  <a:xfrm>
                    <a:off x="3912" y="1936"/>
                    <a:ext cx="8" cy="8"/>
                  </a:xfrm>
                  <a:custGeom>
                    <a:avLst/>
                    <a:gdLst>
                      <a:gd name="T0" fmla="*/ 3 w 8"/>
                      <a:gd name="T1" fmla="*/ 1 h 8"/>
                      <a:gd name="T2" fmla="*/ 1 w 8"/>
                      <a:gd name="T3" fmla="*/ 3 h 8"/>
                      <a:gd name="T4" fmla="*/ 0 w 8"/>
                      <a:gd name="T5" fmla="*/ 4 h 8"/>
                      <a:gd name="T6" fmla="*/ 0 w 8"/>
                      <a:gd name="T7" fmla="*/ 6 h 8"/>
                      <a:gd name="T8" fmla="*/ 1 w 8"/>
                      <a:gd name="T9" fmla="*/ 7 h 8"/>
                      <a:gd name="T10" fmla="*/ 3 w 8"/>
                      <a:gd name="T11" fmla="*/ 8 h 8"/>
                      <a:gd name="T12" fmla="*/ 4 w 8"/>
                      <a:gd name="T13" fmla="*/ 8 h 8"/>
                      <a:gd name="T14" fmla="*/ 5 w 8"/>
                      <a:gd name="T15" fmla="*/ 8 h 8"/>
                      <a:gd name="T16" fmla="*/ 7 w 8"/>
                      <a:gd name="T17" fmla="*/ 8 h 8"/>
                      <a:gd name="T18" fmla="*/ 7 w 8"/>
                      <a:gd name="T19" fmla="*/ 8 h 8"/>
                      <a:gd name="T20" fmla="*/ 8 w 8"/>
                      <a:gd name="T21" fmla="*/ 7 h 8"/>
                      <a:gd name="T22" fmla="*/ 8 w 8"/>
                      <a:gd name="T23" fmla="*/ 6 h 8"/>
                      <a:gd name="T24" fmla="*/ 8 w 8"/>
                      <a:gd name="T25" fmla="*/ 4 h 8"/>
                      <a:gd name="T26" fmla="*/ 8 w 8"/>
                      <a:gd name="T27" fmla="*/ 3 h 8"/>
                      <a:gd name="T28" fmla="*/ 7 w 8"/>
                      <a:gd name="T29" fmla="*/ 1 h 8"/>
                      <a:gd name="T30" fmla="*/ 5 w 8"/>
                      <a:gd name="T31" fmla="*/ 0 h 8"/>
                      <a:gd name="T32" fmla="*/ 4 w 8"/>
                      <a:gd name="T33" fmla="*/ 0 h 8"/>
                      <a:gd name="T34" fmla="*/ 3 w 8"/>
                      <a:gd name="T35" fmla="*/ 1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8"/>
                      <a:gd name="T56" fmla="*/ 8 w 8"/>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8">
                        <a:moveTo>
                          <a:pt x="3" y="1"/>
                        </a:moveTo>
                        <a:lnTo>
                          <a:pt x="1" y="3"/>
                        </a:lnTo>
                        <a:lnTo>
                          <a:pt x="0" y="4"/>
                        </a:lnTo>
                        <a:lnTo>
                          <a:pt x="0" y="6"/>
                        </a:lnTo>
                        <a:lnTo>
                          <a:pt x="1" y="7"/>
                        </a:lnTo>
                        <a:lnTo>
                          <a:pt x="3" y="8"/>
                        </a:lnTo>
                        <a:lnTo>
                          <a:pt x="4" y="8"/>
                        </a:lnTo>
                        <a:lnTo>
                          <a:pt x="5" y="8"/>
                        </a:lnTo>
                        <a:lnTo>
                          <a:pt x="7" y="8"/>
                        </a:lnTo>
                        <a:lnTo>
                          <a:pt x="8" y="7"/>
                        </a:lnTo>
                        <a:lnTo>
                          <a:pt x="8" y="6"/>
                        </a:lnTo>
                        <a:lnTo>
                          <a:pt x="8" y="4"/>
                        </a:lnTo>
                        <a:lnTo>
                          <a:pt x="8" y="3"/>
                        </a:lnTo>
                        <a:lnTo>
                          <a:pt x="7" y="1"/>
                        </a:lnTo>
                        <a:lnTo>
                          <a:pt x="5" y="0"/>
                        </a:lnTo>
                        <a:lnTo>
                          <a:pt x="4" y="0"/>
                        </a:lnTo>
                        <a:lnTo>
                          <a:pt x="3"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02" name="Freeform 236"/>
                  <p:cNvSpPr>
                    <a:spLocks/>
                  </p:cNvSpPr>
                  <p:nvPr/>
                </p:nvSpPr>
                <p:spPr bwMode="auto">
                  <a:xfrm>
                    <a:off x="3925" y="1926"/>
                    <a:ext cx="8" cy="8"/>
                  </a:xfrm>
                  <a:custGeom>
                    <a:avLst/>
                    <a:gdLst>
                      <a:gd name="T0" fmla="*/ 3 w 8"/>
                      <a:gd name="T1" fmla="*/ 0 h 8"/>
                      <a:gd name="T2" fmla="*/ 1 w 8"/>
                      <a:gd name="T3" fmla="*/ 1 h 8"/>
                      <a:gd name="T4" fmla="*/ 0 w 8"/>
                      <a:gd name="T5" fmla="*/ 3 h 8"/>
                      <a:gd name="T6" fmla="*/ 0 w 8"/>
                      <a:gd name="T7" fmla="*/ 4 h 8"/>
                      <a:gd name="T8" fmla="*/ 1 w 8"/>
                      <a:gd name="T9" fmla="*/ 5 h 8"/>
                      <a:gd name="T10" fmla="*/ 3 w 8"/>
                      <a:gd name="T11" fmla="*/ 7 h 8"/>
                      <a:gd name="T12" fmla="*/ 4 w 8"/>
                      <a:gd name="T13" fmla="*/ 8 h 8"/>
                      <a:gd name="T14" fmla="*/ 5 w 8"/>
                      <a:gd name="T15" fmla="*/ 8 h 8"/>
                      <a:gd name="T16" fmla="*/ 7 w 8"/>
                      <a:gd name="T17" fmla="*/ 7 h 8"/>
                      <a:gd name="T18" fmla="*/ 7 w 8"/>
                      <a:gd name="T19" fmla="*/ 7 h 8"/>
                      <a:gd name="T20" fmla="*/ 8 w 8"/>
                      <a:gd name="T21" fmla="*/ 5 h 8"/>
                      <a:gd name="T22" fmla="*/ 8 w 8"/>
                      <a:gd name="T23" fmla="*/ 4 h 8"/>
                      <a:gd name="T24" fmla="*/ 8 w 8"/>
                      <a:gd name="T25" fmla="*/ 3 h 8"/>
                      <a:gd name="T26" fmla="*/ 8 w 8"/>
                      <a:gd name="T27" fmla="*/ 1 h 8"/>
                      <a:gd name="T28" fmla="*/ 7 w 8"/>
                      <a:gd name="T29" fmla="*/ 0 h 8"/>
                      <a:gd name="T30" fmla="*/ 5 w 8"/>
                      <a:gd name="T31" fmla="*/ 0 h 8"/>
                      <a:gd name="T32" fmla="*/ 4 w 8"/>
                      <a:gd name="T33" fmla="*/ 0 h 8"/>
                      <a:gd name="T34" fmla="*/ 3 w 8"/>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8"/>
                      <a:gd name="T56" fmla="*/ 8 w 8"/>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8">
                        <a:moveTo>
                          <a:pt x="3" y="0"/>
                        </a:moveTo>
                        <a:lnTo>
                          <a:pt x="1" y="1"/>
                        </a:lnTo>
                        <a:lnTo>
                          <a:pt x="0" y="3"/>
                        </a:lnTo>
                        <a:lnTo>
                          <a:pt x="0" y="4"/>
                        </a:lnTo>
                        <a:lnTo>
                          <a:pt x="1" y="5"/>
                        </a:lnTo>
                        <a:lnTo>
                          <a:pt x="3" y="7"/>
                        </a:lnTo>
                        <a:lnTo>
                          <a:pt x="4" y="8"/>
                        </a:lnTo>
                        <a:lnTo>
                          <a:pt x="5" y="8"/>
                        </a:lnTo>
                        <a:lnTo>
                          <a:pt x="7" y="7"/>
                        </a:lnTo>
                        <a:lnTo>
                          <a:pt x="8" y="5"/>
                        </a:lnTo>
                        <a:lnTo>
                          <a:pt x="8" y="4"/>
                        </a:lnTo>
                        <a:lnTo>
                          <a:pt x="8" y="3"/>
                        </a:lnTo>
                        <a:lnTo>
                          <a:pt x="8" y="1"/>
                        </a:lnTo>
                        <a:lnTo>
                          <a:pt x="7" y="0"/>
                        </a:lnTo>
                        <a:lnTo>
                          <a:pt x="5" y="0"/>
                        </a:lnTo>
                        <a:lnTo>
                          <a:pt x="4"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03" name="Freeform 237"/>
                  <p:cNvSpPr>
                    <a:spLocks/>
                  </p:cNvSpPr>
                  <p:nvPr/>
                </p:nvSpPr>
                <p:spPr bwMode="auto">
                  <a:xfrm>
                    <a:off x="3939" y="1914"/>
                    <a:ext cx="9" cy="9"/>
                  </a:xfrm>
                  <a:custGeom>
                    <a:avLst/>
                    <a:gdLst>
                      <a:gd name="T0" fmla="*/ 2 w 9"/>
                      <a:gd name="T1" fmla="*/ 1 h 9"/>
                      <a:gd name="T2" fmla="*/ 0 w 9"/>
                      <a:gd name="T3" fmla="*/ 3 h 9"/>
                      <a:gd name="T4" fmla="*/ 0 w 9"/>
                      <a:gd name="T5" fmla="*/ 4 h 9"/>
                      <a:gd name="T6" fmla="*/ 0 w 9"/>
                      <a:gd name="T7" fmla="*/ 6 h 9"/>
                      <a:gd name="T8" fmla="*/ 0 w 9"/>
                      <a:gd name="T9" fmla="*/ 7 h 9"/>
                      <a:gd name="T10" fmla="*/ 2 w 9"/>
                      <a:gd name="T11" fmla="*/ 9 h 9"/>
                      <a:gd name="T12" fmla="*/ 3 w 9"/>
                      <a:gd name="T13" fmla="*/ 9 h 9"/>
                      <a:gd name="T14" fmla="*/ 5 w 9"/>
                      <a:gd name="T15" fmla="*/ 9 h 9"/>
                      <a:gd name="T16" fmla="*/ 6 w 9"/>
                      <a:gd name="T17" fmla="*/ 9 h 9"/>
                      <a:gd name="T18" fmla="*/ 6 w 9"/>
                      <a:gd name="T19" fmla="*/ 9 h 9"/>
                      <a:gd name="T20" fmla="*/ 7 w 9"/>
                      <a:gd name="T21" fmla="*/ 7 h 9"/>
                      <a:gd name="T22" fmla="*/ 9 w 9"/>
                      <a:gd name="T23" fmla="*/ 6 h 9"/>
                      <a:gd name="T24" fmla="*/ 9 w 9"/>
                      <a:gd name="T25" fmla="*/ 4 h 9"/>
                      <a:gd name="T26" fmla="*/ 7 w 9"/>
                      <a:gd name="T27" fmla="*/ 3 h 9"/>
                      <a:gd name="T28" fmla="*/ 6 w 9"/>
                      <a:gd name="T29" fmla="*/ 1 h 9"/>
                      <a:gd name="T30" fmla="*/ 5 w 9"/>
                      <a:gd name="T31" fmla="*/ 0 h 9"/>
                      <a:gd name="T32" fmla="*/ 3 w 9"/>
                      <a:gd name="T33" fmla="*/ 0 h 9"/>
                      <a:gd name="T34" fmla="*/ 2 w 9"/>
                      <a:gd name="T35" fmla="*/ 1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2" y="1"/>
                        </a:moveTo>
                        <a:lnTo>
                          <a:pt x="0" y="3"/>
                        </a:lnTo>
                        <a:lnTo>
                          <a:pt x="0" y="4"/>
                        </a:lnTo>
                        <a:lnTo>
                          <a:pt x="0" y="6"/>
                        </a:lnTo>
                        <a:lnTo>
                          <a:pt x="0" y="7"/>
                        </a:lnTo>
                        <a:lnTo>
                          <a:pt x="2" y="9"/>
                        </a:lnTo>
                        <a:lnTo>
                          <a:pt x="3" y="9"/>
                        </a:lnTo>
                        <a:lnTo>
                          <a:pt x="5" y="9"/>
                        </a:lnTo>
                        <a:lnTo>
                          <a:pt x="6" y="9"/>
                        </a:lnTo>
                        <a:lnTo>
                          <a:pt x="7" y="7"/>
                        </a:lnTo>
                        <a:lnTo>
                          <a:pt x="9" y="6"/>
                        </a:lnTo>
                        <a:lnTo>
                          <a:pt x="9" y="4"/>
                        </a:lnTo>
                        <a:lnTo>
                          <a:pt x="7" y="3"/>
                        </a:lnTo>
                        <a:lnTo>
                          <a:pt x="6" y="1"/>
                        </a:lnTo>
                        <a:lnTo>
                          <a:pt x="5" y="0"/>
                        </a:lnTo>
                        <a:lnTo>
                          <a:pt x="3" y="0"/>
                        </a:lnTo>
                        <a:lnTo>
                          <a:pt x="2"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grpSp>
            <p:grpSp>
              <p:nvGrpSpPr>
                <p:cNvPr id="27" name="Group 26"/>
                <p:cNvGrpSpPr/>
                <p:nvPr/>
              </p:nvGrpSpPr>
              <p:grpSpPr>
                <a:xfrm>
                  <a:off x="2165350" y="2533650"/>
                  <a:ext cx="5284788" cy="1771650"/>
                  <a:chOff x="2165350" y="2533650"/>
                  <a:chExt cx="5284788" cy="1771650"/>
                </a:xfrm>
              </p:grpSpPr>
              <p:grpSp>
                <p:nvGrpSpPr>
                  <p:cNvPr id="28" name="Group 261"/>
                  <p:cNvGrpSpPr>
                    <a:grpSpLocks/>
                  </p:cNvGrpSpPr>
                  <p:nvPr/>
                </p:nvGrpSpPr>
                <p:grpSpPr bwMode="auto">
                  <a:xfrm>
                    <a:off x="5657850" y="3414713"/>
                    <a:ext cx="652463" cy="246062"/>
                    <a:chOff x="3576" y="2103"/>
                    <a:chExt cx="411" cy="155"/>
                  </a:xfrm>
                </p:grpSpPr>
                <p:sp>
                  <p:nvSpPr>
                    <p:cNvPr id="250" name="Freeform 262"/>
                    <p:cNvSpPr>
                      <a:spLocks/>
                    </p:cNvSpPr>
                    <p:nvPr/>
                  </p:nvSpPr>
                  <p:spPr bwMode="auto">
                    <a:xfrm>
                      <a:off x="3576" y="2250"/>
                      <a:ext cx="9" cy="8"/>
                    </a:xfrm>
                    <a:custGeom>
                      <a:avLst/>
                      <a:gdLst>
                        <a:gd name="T0" fmla="*/ 3 w 9"/>
                        <a:gd name="T1" fmla="*/ 1 h 8"/>
                        <a:gd name="T2" fmla="*/ 2 w 9"/>
                        <a:gd name="T3" fmla="*/ 2 h 8"/>
                        <a:gd name="T4" fmla="*/ 0 w 9"/>
                        <a:gd name="T5" fmla="*/ 4 h 8"/>
                        <a:gd name="T6" fmla="*/ 0 w 9"/>
                        <a:gd name="T7" fmla="*/ 4 h 8"/>
                        <a:gd name="T8" fmla="*/ 2 w 9"/>
                        <a:gd name="T9" fmla="*/ 5 h 8"/>
                        <a:gd name="T10" fmla="*/ 3 w 9"/>
                        <a:gd name="T11" fmla="*/ 7 h 8"/>
                        <a:gd name="T12" fmla="*/ 4 w 9"/>
                        <a:gd name="T13" fmla="*/ 8 h 8"/>
                        <a:gd name="T14" fmla="*/ 4 w 9"/>
                        <a:gd name="T15" fmla="*/ 8 h 8"/>
                        <a:gd name="T16" fmla="*/ 7 w 9"/>
                        <a:gd name="T17" fmla="*/ 8 h 8"/>
                        <a:gd name="T18" fmla="*/ 7 w 9"/>
                        <a:gd name="T19" fmla="*/ 7 h 8"/>
                        <a:gd name="T20" fmla="*/ 9 w 9"/>
                        <a:gd name="T21" fmla="*/ 5 h 8"/>
                        <a:gd name="T22" fmla="*/ 9 w 9"/>
                        <a:gd name="T23" fmla="*/ 4 h 8"/>
                        <a:gd name="T24" fmla="*/ 9 w 9"/>
                        <a:gd name="T25" fmla="*/ 2 h 8"/>
                        <a:gd name="T26" fmla="*/ 9 w 9"/>
                        <a:gd name="T27" fmla="*/ 1 h 8"/>
                        <a:gd name="T28" fmla="*/ 7 w 9"/>
                        <a:gd name="T29" fmla="*/ 0 h 8"/>
                        <a:gd name="T30" fmla="*/ 6 w 9"/>
                        <a:gd name="T31" fmla="*/ 0 h 8"/>
                        <a:gd name="T32" fmla="*/ 4 w 9"/>
                        <a:gd name="T33" fmla="*/ 0 h 8"/>
                        <a:gd name="T34" fmla="*/ 3 w 9"/>
                        <a:gd name="T35" fmla="*/ 0 h 8"/>
                        <a:gd name="T36" fmla="*/ 3 w 9"/>
                        <a:gd name="T37" fmla="*/ 1 h 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9"/>
                        <a:gd name="T58" fmla="*/ 0 h 8"/>
                        <a:gd name="T59" fmla="*/ 9 w 9"/>
                        <a:gd name="T60" fmla="*/ 8 h 8"/>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9" h="8">
                          <a:moveTo>
                            <a:pt x="3" y="1"/>
                          </a:moveTo>
                          <a:lnTo>
                            <a:pt x="2" y="2"/>
                          </a:lnTo>
                          <a:lnTo>
                            <a:pt x="0" y="4"/>
                          </a:lnTo>
                          <a:lnTo>
                            <a:pt x="2" y="5"/>
                          </a:lnTo>
                          <a:lnTo>
                            <a:pt x="3" y="7"/>
                          </a:lnTo>
                          <a:lnTo>
                            <a:pt x="4" y="8"/>
                          </a:lnTo>
                          <a:lnTo>
                            <a:pt x="7" y="8"/>
                          </a:lnTo>
                          <a:lnTo>
                            <a:pt x="7" y="7"/>
                          </a:lnTo>
                          <a:lnTo>
                            <a:pt x="9" y="5"/>
                          </a:lnTo>
                          <a:lnTo>
                            <a:pt x="9" y="4"/>
                          </a:lnTo>
                          <a:lnTo>
                            <a:pt x="9" y="2"/>
                          </a:lnTo>
                          <a:lnTo>
                            <a:pt x="9" y="1"/>
                          </a:lnTo>
                          <a:lnTo>
                            <a:pt x="7" y="0"/>
                          </a:lnTo>
                          <a:lnTo>
                            <a:pt x="6" y="0"/>
                          </a:lnTo>
                          <a:lnTo>
                            <a:pt x="4" y="0"/>
                          </a:lnTo>
                          <a:lnTo>
                            <a:pt x="3" y="0"/>
                          </a:lnTo>
                          <a:lnTo>
                            <a:pt x="3"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51" name="Freeform 263"/>
                    <p:cNvSpPr>
                      <a:spLocks/>
                    </p:cNvSpPr>
                    <p:nvPr/>
                  </p:nvSpPr>
                  <p:spPr bwMode="auto">
                    <a:xfrm>
                      <a:off x="3589" y="2238"/>
                      <a:ext cx="9" cy="9"/>
                    </a:xfrm>
                    <a:custGeom>
                      <a:avLst/>
                      <a:gdLst>
                        <a:gd name="T0" fmla="*/ 2 w 9"/>
                        <a:gd name="T1" fmla="*/ 0 h 9"/>
                        <a:gd name="T2" fmla="*/ 0 w 9"/>
                        <a:gd name="T3" fmla="*/ 1 h 9"/>
                        <a:gd name="T4" fmla="*/ 0 w 9"/>
                        <a:gd name="T5" fmla="*/ 3 h 9"/>
                        <a:gd name="T6" fmla="*/ 0 w 9"/>
                        <a:gd name="T7" fmla="*/ 4 h 9"/>
                        <a:gd name="T8" fmla="*/ 0 w 9"/>
                        <a:gd name="T9" fmla="*/ 6 h 9"/>
                        <a:gd name="T10" fmla="*/ 2 w 9"/>
                        <a:gd name="T11" fmla="*/ 7 h 9"/>
                        <a:gd name="T12" fmla="*/ 3 w 9"/>
                        <a:gd name="T13" fmla="*/ 9 h 9"/>
                        <a:gd name="T14" fmla="*/ 5 w 9"/>
                        <a:gd name="T15" fmla="*/ 9 h 9"/>
                        <a:gd name="T16" fmla="*/ 6 w 9"/>
                        <a:gd name="T17" fmla="*/ 7 h 9"/>
                        <a:gd name="T18" fmla="*/ 6 w 9"/>
                        <a:gd name="T19" fmla="*/ 7 h 9"/>
                        <a:gd name="T20" fmla="*/ 7 w 9"/>
                        <a:gd name="T21" fmla="*/ 6 h 9"/>
                        <a:gd name="T22" fmla="*/ 9 w 9"/>
                        <a:gd name="T23" fmla="*/ 4 h 9"/>
                        <a:gd name="T24" fmla="*/ 9 w 9"/>
                        <a:gd name="T25" fmla="*/ 3 h 9"/>
                        <a:gd name="T26" fmla="*/ 7 w 9"/>
                        <a:gd name="T27" fmla="*/ 1 h 9"/>
                        <a:gd name="T28" fmla="*/ 6 w 9"/>
                        <a:gd name="T29" fmla="*/ 0 h 9"/>
                        <a:gd name="T30" fmla="*/ 5 w 9"/>
                        <a:gd name="T31" fmla="*/ 0 h 9"/>
                        <a:gd name="T32" fmla="*/ 3 w 9"/>
                        <a:gd name="T33" fmla="*/ 0 h 9"/>
                        <a:gd name="T34" fmla="*/ 2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2" y="0"/>
                          </a:moveTo>
                          <a:lnTo>
                            <a:pt x="0" y="1"/>
                          </a:lnTo>
                          <a:lnTo>
                            <a:pt x="0" y="3"/>
                          </a:lnTo>
                          <a:lnTo>
                            <a:pt x="0" y="4"/>
                          </a:lnTo>
                          <a:lnTo>
                            <a:pt x="0" y="6"/>
                          </a:lnTo>
                          <a:lnTo>
                            <a:pt x="2" y="7"/>
                          </a:lnTo>
                          <a:lnTo>
                            <a:pt x="3" y="9"/>
                          </a:lnTo>
                          <a:lnTo>
                            <a:pt x="5" y="9"/>
                          </a:lnTo>
                          <a:lnTo>
                            <a:pt x="6" y="7"/>
                          </a:lnTo>
                          <a:lnTo>
                            <a:pt x="7" y="6"/>
                          </a:lnTo>
                          <a:lnTo>
                            <a:pt x="9" y="4"/>
                          </a:lnTo>
                          <a:lnTo>
                            <a:pt x="9" y="3"/>
                          </a:lnTo>
                          <a:lnTo>
                            <a:pt x="7" y="1"/>
                          </a:lnTo>
                          <a:lnTo>
                            <a:pt x="6" y="0"/>
                          </a:lnTo>
                          <a:lnTo>
                            <a:pt x="5" y="0"/>
                          </a:lnTo>
                          <a:lnTo>
                            <a:pt x="3" y="0"/>
                          </a:lnTo>
                          <a:lnTo>
                            <a:pt x="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52" name="Freeform 264"/>
                    <p:cNvSpPr>
                      <a:spLocks/>
                    </p:cNvSpPr>
                    <p:nvPr/>
                  </p:nvSpPr>
                  <p:spPr bwMode="auto">
                    <a:xfrm>
                      <a:off x="3601" y="2226"/>
                      <a:ext cx="9" cy="9"/>
                    </a:xfrm>
                    <a:custGeom>
                      <a:avLst/>
                      <a:gdLst>
                        <a:gd name="T0" fmla="*/ 1 w 9"/>
                        <a:gd name="T1" fmla="*/ 2 h 9"/>
                        <a:gd name="T2" fmla="*/ 0 w 9"/>
                        <a:gd name="T3" fmla="*/ 3 h 9"/>
                        <a:gd name="T4" fmla="*/ 0 w 9"/>
                        <a:gd name="T5" fmla="*/ 5 h 9"/>
                        <a:gd name="T6" fmla="*/ 1 w 9"/>
                        <a:gd name="T7" fmla="*/ 6 h 9"/>
                        <a:gd name="T8" fmla="*/ 3 w 9"/>
                        <a:gd name="T9" fmla="*/ 8 h 9"/>
                        <a:gd name="T10" fmla="*/ 4 w 9"/>
                        <a:gd name="T11" fmla="*/ 9 h 9"/>
                        <a:gd name="T12" fmla="*/ 6 w 9"/>
                        <a:gd name="T13" fmla="*/ 9 h 9"/>
                        <a:gd name="T14" fmla="*/ 7 w 9"/>
                        <a:gd name="T15" fmla="*/ 8 h 9"/>
                        <a:gd name="T16" fmla="*/ 9 w 9"/>
                        <a:gd name="T17" fmla="*/ 6 h 9"/>
                        <a:gd name="T18" fmla="*/ 9 w 9"/>
                        <a:gd name="T19" fmla="*/ 6 h 9"/>
                        <a:gd name="T20" fmla="*/ 9 w 9"/>
                        <a:gd name="T21" fmla="*/ 5 h 9"/>
                        <a:gd name="T22" fmla="*/ 9 w 9"/>
                        <a:gd name="T23" fmla="*/ 3 h 9"/>
                        <a:gd name="T24" fmla="*/ 9 w 9"/>
                        <a:gd name="T25" fmla="*/ 2 h 9"/>
                        <a:gd name="T26" fmla="*/ 7 w 9"/>
                        <a:gd name="T27" fmla="*/ 0 h 9"/>
                        <a:gd name="T28" fmla="*/ 6 w 9"/>
                        <a:gd name="T29" fmla="*/ 0 h 9"/>
                        <a:gd name="T30" fmla="*/ 4 w 9"/>
                        <a:gd name="T31" fmla="*/ 0 h 9"/>
                        <a:gd name="T32" fmla="*/ 3 w 9"/>
                        <a:gd name="T33" fmla="*/ 0 h 9"/>
                        <a:gd name="T34" fmla="*/ 1 w 9"/>
                        <a:gd name="T35" fmla="*/ 2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1" y="2"/>
                          </a:moveTo>
                          <a:lnTo>
                            <a:pt x="0" y="3"/>
                          </a:lnTo>
                          <a:lnTo>
                            <a:pt x="0" y="5"/>
                          </a:lnTo>
                          <a:lnTo>
                            <a:pt x="1" y="6"/>
                          </a:lnTo>
                          <a:lnTo>
                            <a:pt x="3" y="8"/>
                          </a:lnTo>
                          <a:lnTo>
                            <a:pt x="4" y="9"/>
                          </a:lnTo>
                          <a:lnTo>
                            <a:pt x="6" y="9"/>
                          </a:lnTo>
                          <a:lnTo>
                            <a:pt x="7" y="8"/>
                          </a:lnTo>
                          <a:lnTo>
                            <a:pt x="9" y="6"/>
                          </a:lnTo>
                          <a:lnTo>
                            <a:pt x="9" y="5"/>
                          </a:lnTo>
                          <a:lnTo>
                            <a:pt x="9" y="3"/>
                          </a:lnTo>
                          <a:lnTo>
                            <a:pt x="9" y="2"/>
                          </a:lnTo>
                          <a:lnTo>
                            <a:pt x="7" y="0"/>
                          </a:lnTo>
                          <a:lnTo>
                            <a:pt x="6" y="0"/>
                          </a:lnTo>
                          <a:lnTo>
                            <a:pt x="4" y="0"/>
                          </a:lnTo>
                          <a:lnTo>
                            <a:pt x="3" y="0"/>
                          </a:lnTo>
                          <a:lnTo>
                            <a:pt x="1"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53" name="Freeform 265"/>
                    <p:cNvSpPr>
                      <a:spLocks/>
                    </p:cNvSpPr>
                    <p:nvPr/>
                  </p:nvSpPr>
                  <p:spPr bwMode="auto">
                    <a:xfrm>
                      <a:off x="3614" y="2213"/>
                      <a:ext cx="9" cy="9"/>
                    </a:xfrm>
                    <a:custGeom>
                      <a:avLst/>
                      <a:gdLst>
                        <a:gd name="T0" fmla="*/ 0 w 9"/>
                        <a:gd name="T1" fmla="*/ 3 h 9"/>
                        <a:gd name="T2" fmla="*/ 0 w 9"/>
                        <a:gd name="T3" fmla="*/ 5 h 9"/>
                        <a:gd name="T4" fmla="*/ 0 w 9"/>
                        <a:gd name="T5" fmla="*/ 6 h 9"/>
                        <a:gd name="T6" fmla="*/ 0 w 9"/>
                        <a:gd name="T7" fmla="*/ 8 h 9"/>
                        <a:gd name="T8" fmla="*/ 1 w 9"/>
                        <a:gd name="T9" fmla="*/ 9 h 9"/>
                        <a:gd name="T10" fmla="*/ 3 w 9"/>
                        <a:gd name="T11" fmla="*/ 9 h 9"/>
                        <a:gd name="T12" fmla="*/ 4 w 9"/>
                        <a:gd name="T13" fmla="*/ 9 h 9"/>
                        <a:gd name="T14" fmla="*/ 6 w 9"/>
                        <a:gd name="T15" fmla="*/ 9 h 9"/>
                        <a:gd name="T16" fmla="*/ 7 w 9"/>
                        <a:gd name="T17" fmla="*/ 8 h 9"/>
                        <a:gd name="T18" fmla="*/ 7 w 9"/>
                        <a:gd name="T19" fmla="*/ 8 h 9"/>
                        <a:gd name="T20" fmla="*/ 9 w 9"/>
                        <a:gd name="T21" fmla="*/ 6 h 9"/>
                        <a:gd name="T22" fmla="*/ 9 w 9"/>
                        <a:gd name="T23" fmla="*/ 5 h 9"/>
                        <a:gd name="T24" fmla="*/ 7 w 9"/>
                        <a:gd name="T25" fmla="*/ 3 h 9"/>
                        <a:gd name="T26" fmla="*/ 6 w 9"/>
                        <a:gd name="T27" fmla="*/ 2 h 9"/>
                        <a:gd name="T28" fmla="*/ 4 w 9"/>
                        <a:gd name="T29" fmla="*/ 0 h 9"/>
                        <a:gd name="T30" fmla="*/ 3 w 9"/>
                        <a:gd name="T31" fmla="*/ 0 h 9"/>
                        <a:gd name="T32" fmla="*/ 1 w 9"/>
                        <a:gd name="T33" fmla="*/ 2 h 9"/>
                        <a:gd name="T34" fmla="*/ 0 w 9"/>
                        <a:gd name="T35" fmla="*/ 3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0" y="3"/>
                          </a:moveTo>
                          <a:lnTo>
                            <a:pt x="0" y="5"/>
                          </a:lnTo>
                          <a:lnTo>
                            <a:pt x="0" y="6"/>
                          </a:lnTo>
                          <a:lnTo>
                            <a:pt x="0" y="8"/>
                          </a:lnTo>
                          <a:lnTo>
                            <a:pt x="1" y="9"/>
                          </a:lnTo>
                          <a:lnTo>
                            <a:pt x="3" y="9"/>
                          </a:lnTo>
                          <a:lnTo>
                            <a:pt x="4" y="9"/>
                          </a:lnTo>
                          <a:lnTo>
                            <a:pt x="6" y="9"/>
                          </a:lnTo>
                          <a:lnTo>
                            <a:pt x="7" y="8"/>
                          </a:lnTo>
                          <a:lnTo>
                            <a:pt x="9" y="6"/>
                          </a:lnTo>
                          <a:lnTo>
                            <a:pt x="9" y="5"/>
                          </a:lnTo>
                          <a:lnTo>
                            <a:pt x="7" y="3"/>
                          </a:lnTo>
                          <a:lnTo>
                            <a:pt x="6" y="2"/>
                          </a:lnTo>
                          <a:lnTo>
                            <a:pt x="4" y="0"/>
                          </a:lnTo>
                          <a:lnTo>
                            <a:pt x="3" y="0"/>
                          </a:lnTo>
                          <a:lnTo>
                            <a:pt x="1" y="2"/>
                          </a:lnTo>
                          <a:lnTo>
                            <a:pt x="0"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54" name="Freeform 266"/>
                    <p:cNvSpPr>
                      <a:spLocks/>
                    </p:cNvSpPr>
                    <p:nvPr/>
                  </p:nvSpPr>
                  <p:spPr bwMode="auto">
                    <a:xfrm>
                      <a:off x="3626" y="2202"/>
                      <a:ext cx="8" cy="8"/>
                    </a:xfrm>
                    <a:custGeom>
                      <a:avLst/>
                      <a:gdLst>
                        <a:gd name="T0" fmla="*/ 1 w 8"/>
                        <a:gd name="T1" fmla="*/ 1 h 8"/>
                        <a:gd name="T2" fmla="*/ 0 w 8"/>
                        <a:gd name="T3" fmla="*/ 3 h 8"/>
                        <a:gd name="T4" fmla="*/ 0 w 8"/>
                        <a:gd name="T5" fmla="*/ 4 h 8"/>
                        <a:gd name="T6" fmla="*/ 1 w 8"/>
                        <a:gd name="T7" fmla="*/ 5 h 8"/>
                        <a:gd name="T8" fmla="*/ 2 w 8"/>
                        <a:gd name="T9" fmla="*/ 7 h 8"/>
                        <a:gd name="T10" fmla="*/ 4 w 8"/>
                        <a:gd name="T11" fmla="*/ 8 h 8"/>
                        <a:gd name="T12" fmla="*/ 5 w 8"/>
                        <a:gd name="T13" fmla="*/ 8 h 8"/>
                        <a:gd name="T14" fmla="*/ 7 w 8"/>
                        <a:gd name="T15" fmla="*/ 7 h 8"/>
                        <a:gd name="T16" fmla="*/ 8 w 8"/>
                        <a:gd name="T17" fmla="*/ 5 h 8"/>
                        <a:gd name="T18" fmla="*/ 8 w 8"/>
                        <a:gd name="T19" fmla="*/ 5 h 8"/>
                        <a:gd name="T20" fmla="*/ 8 w 8"/>
                        <a:gd name="T21" fmla="*/ 4 h 8"/>
                        <a:gd name="T22" fmla="*/ 8 w 8"/>
                        <a:gd name="T23" fmla="*/ 3 h 8"/>
                        <a:gd name="T24" fmla="*/ 8 w 8"/>
                        <a:gd name="T25" fmla="*/ 1 h 8"/>
                        <a:gd name="T26" fmla="*/ 7 w 8"/>
                        <a:gd name="T27" fmla="*/ 0 h 8"/>
                        <a:gd name="T28" fmla="*/ 5 w 8"/>
                        <a:gd name="T29" fmla="*/ 0 h 8"/>
                        <a:gd name="T30" fmla="*/ 4 w 8"/>
                        <a:gd name="T31" fmla="*/ 0 h 8"/>
                        <a:gd name="T32" fmla="*/ 2 w 8"/>
                        <a:gd name="T33" fmla="*/ 0 h 8"/>
                        <a:gd name="T34" fmla="*/ 1 w 8"/>
                        <a:gd name="T35" fmla="*/ 1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8"/>
                        <a:gd name="T56" fmla="*/ 8 w 8"/>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8">
                          <a:moveTo>
                            <a:pt x="1" y="1"/>
                          </a:moveTo>
                          <a:lnTo>
                            <a:pt x="0" y="3"/>
                          </a:lnTo>
                          <a:lnTo>
                            <a:pt x="0" y="4"/>
                          </a:lnTo>
                          <a:lnTo>
                            <a:pt x="1" y="5"/>
                          </a:lnTo>
                          <a:lnTo>
                            <a:pt x="2" y="7"/>
                          </a:lnTo>
                          <a:lnTo>
                            <a:pt x="4" y="8"/>
                          </a:lnTo>
                          <a:lnTo>
                            <a:pt x="5" y="8"/>
                          </a:lnTo>
                          <a:lnTo>
                            <a:pt x="7" y="7"/>
                          </a:lnTo>
                          <a:lnTo>
                            <a:pt x="8" y="5"/>
                          </a:lnTo>
                          <a:lnTo>
                            <a:pt x="8" y="4"/>
                          </a:lnTo>
                          <a:lnTo>
                            <a:pt x="8" y="3"/>
                          </a:lnTo>
                          <a:lnTo>
                            <a:pt x="8" y="1"/>
                          </a:lnTo>
                          <a:lnTo>
                            <a:pt x="7" y="0"/>
                          </a:lnTo>
                          <a:lnTo>
                            <a:pt x="5" y="0"/>
                          </a:lnTo>
                          <a:lnTo>
                            <a:pt x="4" y="0"/>
                          </a:lnTo>
                          <a:lnTo>
                            <a:pt x="2" y="0"/>
                          </a:lnTo>
                          <a:lnTo>
                            <a:pt x="1"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55" name="Freeform 267"/>
                    <p:cNvSpPr>
                      <a:spLocks/>
                    </p:cNvSpPr>
                    <p:nvPr/>
                  </p:nvSpPr>
                  <p:spPr bwMode="auto">
                    <a:xfrm>
                      <a:off x="3639" y="2189"/>
                      <a:ext cx="8" cy="8"/>
                    </a:xfrm>
                    <a:custGeom>
                      <a:avLst/>
                      <a:gdLst>
                        <a:gd name="T0" fmla="*/ 1 w 8"/>
                        <a:gd name="T1" fmla="*/ 1 h 8"/>
                        <a:gd name="T2" fmla="*/ 0 w 8"/>
                        <a:gd name="T3" fmla="*/ 2 h 8"/>
                        <a:gd name="T4" fmla="*/ 0 w 8"/>
                        <a:gd name="T5" fmla="*/ 4 h 8"/>
                        <a:gd name="T6" fmla="*/ 0 w 8"/>
                        <a:gd name="T7" fmla="*/ 5 h 8"/>
                        <a:gd name="T8" fmla="*/ 0 w 8"/>
                        <a:gd name="T9" fmla="*/ 7 h 8"/>
                        <a:gd name="T10" fmla="*/ 1 w 8"/>
                        <a:gd name="T11" fmla="*/ 8 h 8"/>
                        <a:gd name="T12" fmla="*/ 2 w 8"/>
                        <a:gd name="T13" fmla="*/ 8 h 8"/>
                        <a:gd name="T14" fmla="*/ 4 w 8"/>
                        <a:gd name="T15" fmla="*/ 8 h 8"/>
                        <a:gd name="T16" fmla="*/ 5 w 8"/>
                        <a:gd name="T17" fmla="*/ 8 h 8"/>
                        <a:gd name="T18" fmla="*/ 5 w 8"/>
                        <a:gd name="T19" fmla="*/ 8 h 8"/>
                        <a:gd name="T20" fmla="*/ 7 w 8"/>
                        <a:gd name="T21" fmla="*/ 7 h 8"/>
                        <a:gd name="T22" fmla="*/ 8 w 8"/>
                        <a:gd name="T23" fmla="*/ 5 h 8"/>
                        <a:gd name="T24" fmla="*/ 8 w 8"/>
                        <a:gd name="T25" fmla="*/ 4 h 8"/>
                        <a:gd name="T26" fmla="*/ 7 w 8"/>
                        <a:gd name="T27" fmla="*/ 2 h 8"/>
                        <a:gd name="T28" fmla="*/ 5 w 8"/>
                        <a:gd name="T29" fmla="*/ 1 h 8"/>
                        <a:gd name="T30" fmla="*/ 4 w 8"/>
                        <a:gd name="T31" fmla="*/ 0 h 8"/>
                        <a:gd name="T32" fmla="*/ 2 w 8"/>
                        <a:gd name="T33" fmla="*/ 0 h 8"/>
                        <a:gd name="T34" fmla="*/ 1 w 8"/>
                        <a:gd name="T35" fmla="*/ 1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8"/>
                        <a:gd name="T56" fmla="*/ 8 w 8"/>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8">
                          <a:moveTo>
                            <a:pt x="1" y="1"/>
                          </a:moveTo>
                          <a:lnTo>
                            <a:pt x="0" y="2"/>
                          </a:lnTo>
                          <a:lnTo>
                            <a:pt x="0" y="4"/>
                          </a:lnTo>
                          <a:lnTo>
                            <a:pt x="0" y="5"/>
                          </a:lnTo>
                          <a:lnTo>
                            <a:pt x="0" y="7"/>
                          </a:lnTo>
                          <a:lnTo>
                            <a:pt x="1" y="8"/>
                          </a:lnTo>
                          <a:lnTo>
                            <a:pt x="2" y="8"/>
                          </a:lnTo>
                          <a:lnTo>
                            <a:pt x="4" y="8"/>
                          </a:lnTo>
                          <a:lnTo>
                            <a:pt x="5" y="8"/>
                          </a:lnTo>
                          <a:lnTo>
                            <a:pt x="7" y="7"/>
                          </a:lnTo>
                          <a:lnTo>
                            <a:pt x="8" y="5"/>
                          </a:lnTo>
                          <a:lnTo>
                            <a:pt x="8" y="4"/>
                          </a:lnTo>
                          <a:lnTo>
                            <a:pt x="7" y="2"/>
                          </a:lnTo>
                          <a:lnTo>
                            <a:pt x="5" y="1"/>
                          </a:lnTo>
                          <a:lnTo>
                            <a:pt x="4" y="0"/>
                          </a:lnTo>
                          <a:lnTo>
                            <a:pt x="2" y="0"/>
                          </a:lnTo>
                          <a:lnTo>
                            <a:pt x="1"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56" name="Freeform 268"/>
                    <p:cNvSpPr>
                      <a:spLocks/>
                    </p:cNvSpPr>
                    <p:nvPr/>
                  </p:nvSpPr>
                  <p:spPr bwMode="auto">
                    <a:xfrm>
                      <a:off x="3652" y="2177"/>
                      <a:ext cx="8" cy="9"/>
                    </a:xfrm>
                    <a:custGeom>
                      <a:avLst/>
                      <a:gdLst>
                        <a:gd name="T0" fmla="*/ 1 w 8"/>
                        <a:gd name="T1" fmla="*/ 0 h 9"/>
                        <a:gd name="T2" fmla="*/ 0 w 8"/>
                        <a:gd name="T3" fmla="*/ 1 h 9"/>
                        <a:gd name="T4" fmla="*/ 0 w 8"/>
                        <a:gd name="T5" fmla="*/ 3 h 9"/>
                        <a:gd name="T6" fmla="*/ 0 w 8"/>
                        <a:gd name="T7" fmla="*/ 4 h 9"/>
                        <a:gd name="T8" fmla="*/ 0 w 8"/>
                        <a:gd name="T9" fmla="*/ 6 h 9"/>
                        <a:gd name="T10" fmla="*/ 1 w 8"/>
                        <a:gd name="T11" fmla="*/ 7 h 9"/>
                        <a:gd name="T12" fmla="*/ 3 w 8"/>
                        <a:gd name="T13" fmla="*/ 9 h 9"/>
                        <a:gd name="T14" fmla="*/ 4 w 8"/>
                        <a:gd name="T15" fmla="*/ 9 h 9"/>
                        <a:gd name="T16" fmla="*/ 5 w 8"/>
                        <a:gd name="T17" fmla="*/ 7 h 9"/>
                        <a:gd name="T18" fmla="*/ 5 w 8"/>
                        <a:gd name="T19" fmla="*/ 7 h 9"/>
                        <a:gd name="T20" fmla="*/ 7 w 8"/>
                        <a:gd name="T21" fmla="*/ 6 h 9"/>
                        <a:gd name="T22" fmla="*/ 8 w 8"/>
                        <a:gd name="T23" fmla="*/ 4 h 9"/>
                        <a:gd name="T24" fmla="*/ 8 w 8"/>
                        <a:gd name="T25" fmla="*/ 3 h 9"/>
                        <a:gd name="T26" fmla="*/ 7 w 8"/>
                        <a:gd name="T27" fmla="*/ 1 h 9"/>
                        <a:gd name="T28" fmla="*/ 5 w 8"/>
                        <a:gd name="T29" fmla="*/ 0 h 9"/>
                        <a:gd name="T30" fmla="*/ 4 w 8"/>
                        <a:gd name="T31" fmla="*/ 0 h 9"/>
                        <a:gd name="T32" fmla="*/ 3 w 8"/>
                        <a:gd name="T33" fmla="*/ 0 h 9"/>
                        <a:gd name="T34" fmla="*/ 1 w 8"/>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1" y="0"/>
                          </a:moveTo>
                          <a:lnTo>
                            <a:pt x="0" y="1"/>
                          </a:lnTo>
                          <a:lnTo>
                            <a:pt x="0" y="3"/>
                          </a:lnTo>
                          <a:lnTo>
                            <a:pt x="0" y="4"/>
                          </a:lnTo>
                          <a:lnTo>
                            <a:pt x="0" y="6"/>
                          </a:lnTo>
                          <a:lnTo>
                            <a:pt x="1" y="7"/>
                          </a:lnTo>
                          <a:lnTo>
                            <a:pt x="3" y="9"/>
                          </a:lnTo>
                          <a:lnTo>
                            <a:pt x="4" y="9"/>
                          </a:lnTo>
                          <a:lnTo>
                            <a:pt x="5" y="7"/>
                          </a:lnTo>
                          <a:lnTo>
                            <a:pt x="7" y="6"/>
                          </a:lnTo>
                          <a:lnTo>
                            <a:pt x="8" y="4"/>
                          </a:lnTo>
                          <a:lnTo>
                            <a:pt x="8" y="3"/>
                          </a:lnTo>
                          <a:lnTo>
                            <a:pt x="7" y="1"/>
                          </a:lnTo>
                          <a:lnTo>
                            <a:pt x="5" y="0"/>
                          </a:lnTo>
                          <a:lnTo>
                            <a:pt x="4" y="0"/>
                          </a:lnTo>
                          <a:lnTo>
                            <a:pt x="3" y="0"/>
                          </a:lnTo>
                          <a:lnTo>
                            <a:pt x="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57" name="Freeform 269"/>
                    <p:cNvSpPr>
                      <a:spLocks/>
                    </p:cNvSpPr>
                    <p:nvPr/>
                  </p:nvSpPr>
                  <p:spPr bwMode="auto">
                    <a:xfrm>
                      <a:off x="3663" y="2165"/>
                      <a:ext cx="9" cy="9"/>
                    </a:xfrm>
                    <a:custGeom>
                      <a:avLst/>
                      <a:gdLst>
                        <a:gd name="T0" fmla="*/ 3 w 9"/>
                        <a:gd name="T1" fmla="*/ 0 h 9"/>
                        <a:gd name="T2" fmla="*/ 2 w 9"/>
                        <a:gd name="T3" fmla="*/ 2 h 9"/>
                        <a:gd name="T4" fmla="*/ 0 w 9"/>
                        <a:gd name="T5" fmla="*/ 3 h 9"/>
                        <a:gd name="T6" fmla="*/ 0 w 9"/>
                        <a:gd name="T7" fmla="*/ 5 h 9"/>
                        <a:gd name="T8" fmla="*/ 2 w 9"/>
                        <a:gd name="T9" fmla="*/ 6 h 9"/>
                        <a:gd name="T10" fmla="*/ 3 w 9"/>
                        <a:gd name="T11" fmla="*/ 8 h 9"/>
                        <a:gd name="T12" fmla="*/ 5 w 9"/>
                        <a:gd name="T13" fmla="*/ 9 h 9"/>
                        <a:gd name="T14" fmla="*/ 6 w 9"/>
                        <a:gd name="T15" fmla="*/ 9 h 9"/>
                        <a:gd name="T16" fmla="*/ 8 w 9"/>
                        <a:gd name="T17" fmla="*/ 8 h 9"/>
                        <a:gd name="T18" fmla="*/ 8 w 9"/>
                        <a:gd name="T19" fmla="*/ 8 h 9"/>
                        <a:gd name="T20" fmla="*/ 9 w 9"/>
                        <a:gd name="T21" fmla="*/ 6 h 9"/>
                        <a:gd name="T22" fmla="*/ 9 w 9"/>
                        <a:gd name="T23" fmla="*/ 5 h 9"/>
                        <a:gd name="T24" fmla="*/ 9 w 9"/>
                        <a:gd name="T25" fmla="*/ 3 h 9"/>
                        <a:gd name="T26" fmla="*/ 9 w 9"/>
                        <a:gd name="T27" fmla="*/ 2 h 9"/>
                        <a:gd name="T28" fmla="*/ 8 w 9"/>
                        <a:gd name="T29" fmla="*/ 0 h 9"/>
                        <a:gd name="T30" fmla="*/ 6 w 9"/>
                        <a:gd name="T31" fmla="*/ 0 h 9"/>
                        <a:gd name="T32" fmla="*/ 5 w 9"/>
                        <a:gd name="T33" fmla="*/ 0 h 9"/>
                        <a:gd name="T34" fmla="*/ 3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3" y="0"/>
                          </a:moveTo>
                          <a:lnTo>
                            <a:pt x="2" y="2"/>
                          </a:lnTo>
                          <a:lnTo>
                            <a:pt x="0" y="3"/>
                          </a:lnTo>
                          <a:lnTo>
                            <a:pt x="0" y="5"/>
                          </a:lnTo>
                          <a:lnTo>
                            <a:pt x="2" y="6"/>
                          </a:lnTo>
                          <a:lnTo>
                            <a:pt x="3" y="8"/>
                          </a:lnTo>
                          <a:lnTo>
                            <a:pt x="5" y="9"/>
                          </a:lnTo>
                          <a:lnTo>
                            <a:pt x="6" y="9"/>
                          </a:lnTo>
                          <a:lnTo>
                            <a:pt x="8" y="8"/>
                          </a:lnTo>
                          <a:lnTo>
                            <a:pt x="9" y="6"/>
                          </a:lnTo>
                          <a:lnTo>
                            <a:pt x="9" y="5"/>
                          </a:lnTo>
                          <a:lnTo>
                            <a:pt x="9" y="3"/>
                          </a:lnTo>
                          <a:lnTo>
                            <a:pt x="9" y="2"/>
                          </a:lnTo>
                          <a:lnTo>
                            <a:pt x="8" y="0"/>
                          </a:lnTo>
                          <a:lnTo>
                            <a:pt x="6" y="0"/>
                          </a:lnTo>
                          <a:lnTo>
                            <a:pt x="5"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58" name="Freeform 270"/>
                    <p:cNvSpPr>
                      <a:spLocks/>
                    </p:cNvSpPr>
                    <p:nvPr/>
                  </p:nvSpPr>
                  <p:spPr bwMode="auto">
                    <a:xfrm>
                      <a:off x="3676" y="2154"/>
                      <a:ext cx="9" cy="8"/>
                    </a:xfrm>
                    <a:custGeom>
                      <a:avLst/>
                      <a:gdLst>
                        <a:gd name="T0" fmla="*/ 3 w 9"/>
                        <a:gd name="T1" fmla="*/ 0 h 8"/>
                        <a:gd name="T2" fmla="*/ 2 w 9"/>
                        <a:gd name="T3" fmla="*/ 1 h 8"/>
                        <a:gd name="T4" fmla="*/ 0 w 9"/>
                        <a:gd name="T5" fmla="*/ 3 h 8"/>
                        <a:gd name="T6" fmla="*/ 0 w 9"/>
                        <a:gd name="T7" fmla="*/ 4 h 8"/>
                        <a:gd name="T8" fmla="*/ 2 w 9"/>
                        <a:gd name="T9" fmla="*/ 6 h 8"/>
                        <a:gd name="T10" fmla="*/ 3 w 9"/>
                        <a:gd name="T11" fmla="*/ 7 h 8"/>
                        <a:gd name="T12" fmla="*/ 5 w 9"/>
                        <a:gd name="T13" fmla="*/ 8 h 8"/>
                        <a:gd name="T14" fmla="*/ 6 w 9"/>
                        <a:gd name="T15" fmla="*/ 8 h 8"/>
                        <a:gd name="T16" fmla="*/ 8 w 9"/>
                        <a:gd name="T17" fmla="*/ 7 h 8"/>
                        <a:gd name="T18" fmla="*/ 8 w 9"/>
                        <a:gd name="T19" fmla="*/ 7 h 8"/>
                        <a:gd name="T20" fmla="*/ 9 w 9"/>
                        <a:gd name="T21" fmla="*/ 6 h 8"/>
                        <a:gd name="T22" fmla="*/ 9 w 9"/>
                        <a:gd name="T23" fmla="*/ 4 h 8"/>
                        <a:gd name="T24" fmla="*/ 9 w 9"/>
                        <a:gd name="T25" fmla="*/ 3 h 8"/>
                        <a:gd name="T26" fmla="*/ 9 w 9"/>
                        <a:gd name="T27" fmla="*/ 1 h 8"/>
                        <a:gd name="T28" fmla="*/ 8 w 9"/>
                        <a:gd name="T29" fmla="*/ 0 h 8"/>
                        <a:gd name="T30" fmla="*/ 6 w 9"/>
                        <a:gd name="T31" fmla="*/ 0 h 8"/>
                        <a:gd name="T32" fmla="*/ 5 w 9"/>
                        <a:gd name="T33" fmla="*/ 0 h 8"/>
                        <a:gd name="T34" fmla="*/ 3 w 9"/>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3" y="0"/>
                          </a:moveTo>
                          <a:lnTo>
                            <a:pt x="2" y="1"/>
                          </a:lnTo>
                          <a:lnTo>
                            <a:pt x="0" y="3"/>
                          </a:lnTo>
                          <a:lnTo>
                            <a:pt x="0" y="4"/>
                          </a:lnTo>
                          <a:lnTo>
                            <a:pt x="2" y="6"/>
                          </a:lnTo>
                          <a:lnTo>
                            <a:pt x="3" y="7"/>
                          </a:lnTo>
                          <a:lnTo>
                            <a:pt x="5" y="8"/>
                          </a:lnTo>
                          <a:lnTo>
                            <a:pt x="6" y="8"/>
                          </a:lnTo>
                          <a:lnTo>
                            <a:pt x="8" y="7"/>
                          </a:lnTo>
                          <a:lnTo>
                            <a:pt x="9" y="6"/>
                          </a:lnTo>
                          <a:lnTo>
                            <a:pt x="9" y="4"/>
                          </a:lnTo>
                          <a:lnTo>
                            <a:pt x="9" y="3"/>
                          </a:lnTo>
                          <a:lnTo>
                            <a:pt x="9" y="1"/>
                          </a:lnTo>
                          <a:lnTo>
                            <a:pt x="8" y="0"/>
                          </a:lnTo>
                          <a:lnTo>
                            <a:pt x="6" y="0"/>
                          </a:lnTo>
                          <a:lnTo>
                            <a:pt x="5"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59" name="Freeform 271"/>
                    <p:cNvSpPr>
                      <a:spLocks/>
                    </p:cNvSpPr>
                    <p:nvPr/>
                  </p:nvSpPr>
                  <p:spPr bwMode="auto">
                    <a:xfrm>
                      <a:off x="3691" y="2142"/>
                      <a:ext cx="9" cy="9"/>
                    </a:xfrm>
                    <a:custGeom>
                      <a:avLst/>
                      <a:gdLst>
                        <a:gd name="T0" fmla="*/ 1 w 9"/>
                        <a:gd name="T1" fmla="*/ 0 h 9"/>
                        <a:gd name="T2" fmla="*/ 0 w 9"/>
                        <a:gd name="T3" fmla="*/ 2 h 9"/>
                        <a:gd name="T4" fmla="*/ 0 w 9"/>
                        <a:gd name="T5" fmla="*/ 3 h 9"/>
                        <a:gd name="T6" fmla="*/ 0 w 9"/>
                        <a:gd name="T7" fmla="*/ 4 h 9"/>
                        <a:gd name="T8" fmla="*/ 0 w 9"/>
                        <a:gd name="T9" fmla="*/ 6 h 9"/>
                        <a:gd name="T10" fmla="*/ 1 w 9"/>
                        <a:gd name="T11" fmla="*/ 7 h 9"/>
                        <a:gd name="T12" fmla="*/ 3 w 9"/>
                        <a:gd name="T13" fmla="*/ 9 h 9"/>
                        <a:gd name="T14" fmla="*/ 4 w 9"/>
                        <a:gd name="T15" fmla="*/ 9 h 9"/>
                        <a:gd name="T16" fmla="*/ 6 w 9"/>
                        <a:gd name="T17" fmla="*/ 7 h 9"/>
                        <a:gd name="T18" fmla="*/ 6 w 9"/>
                        <a:gd name="T19" fmla="*/ 7 h 9"/>
                        <a:gd name="T20" fmla="*/ 7 w 9"/>
                        <a:gd name="T21" fmla="*/ 6 h 9"/>
                        <a:gd name="T22" fmla="*/ 9 w 9"/>
                        <a:gd name="T23" fmla="*/ 4 h 9"/>
                        <a:gd name="T24" fmla="*/ 9 w 9"/>
                        <a:gd name="T25" fmla="*/ 3 h 9"/>
                        <a:gd name="T26" fmla="*/ 7 w 9"/>
                        <a:gd name="T27" fmla="*/ 2 h 9"/>
                        <a:gd name="T28" fmla="*/ 6 w 9"/>
                        <a:gd name="T29" fmla="*/ 0 h 9"/>
                        <a:gd name="T30" fmla="*/ 4 w 9"/>
                        <a:gd name="T31" fmla="*/ 0 h 9"/>
                        <a:gd name="T32" fmla="*/ 3 w 9"/>
                        <a:gd name="T33" fmla="*/ 0 h 9"/>
                        <a:gd name="T34" fmla="*/ 1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1" y="0"/>
                          </a:moveTo>
                          <a:lnTo>
                            <a:pt x="0" y="2"/>
                          </a:lnTo>
                          <a:lnTo>
                            <a:pt x="0" y="3"/>
                          </a:lnTo>
                          <a:lnTo>
                            <a:pt x="0" y="4"/>
                          </a:lnTo>
                          <a:lnTo>
                            <a:pt x="0" y="6"/>
                          </a:lnTo>
                          <a:lnTo>
                            <a:pt x="1" y="7"/>
                          </a:lnTo>
                          <a:lnTo>
                            <a:pt x="3" y="9"/>
                          </a:lnTo>
                          <a:lnTo>
                            <a:pt x="4" y="9"/>
                          </a:lnTo>
                          <a:lnTo>
                            <a:pt x="6" y="7"/>
                          </a:lnTo>
                          <a:lnTo>
                            <a:pt x="7" y="6"/>
                          </a:lnTo>
                          <a:lnTo>
                            <a:pt x="9" y="4"/>
                          </a:lnTo>
                          <a:lnTo>
                            <a:pt x="9" y="3"/>
                          </a:lnTo>
                          <a:lnTo>
                            <a:pt x="7" y="2"/>
                          </a:lnTo>
                          <a:lnTo>
                            <a:pt x="6" y="0"/>
                          </a:lnTo>
                          <a:lnTo>
                            <a:pt x="4" y="0"/>
                          </a:lnTo>
                          <a:lnTo>
                            <a:pt x="3" y="0"/>
                          </a:lnTo>
                          <a:lnTo>
                            <a:pt x="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60" name="Freeform 272"/>
                    <p:cNvSpPr>
                      <a:spLocks/>
                    </p:cNvSpPr>
                    <p:nvPr/>
                  </p:nvSpPr>
                  <p:spPr bwMode="auto">
                    <a:xfrm>
                      <a:off x="3704" y="2132"/>
                      <a:ext cx="9" cy="9"/>
                    </a:xfrm>
                    <a:custGeom>
                      <a:avLst/>
                      <a:gdLst>
                        <a:gd name="T0" fmla="*/ 3 w 9"/>
                        <a:gd name="T1" fmla="*/ 0 h 9"/>
                        <a:gd name="T2" fmla="*/ 1 w 9"/>
                        <a:gd name="T3" fmla="*/ 1 h 9"/>
                        <a:gd name="T4" fmla="*/ 0 w 9"/>
                        <a:gd name="T5" fmla="*/ 3 h 9"/>
                        <a:gd name="T6" fmla="*/ 0 w 9"/>
                        <a:gd name="T7" fmla="*/ 4 h 9"/>
                        <a:gd name="T8" fmla="*/ 1 w 9"/>
                        <a:gd name="T9" fmla="*/ 6 h 9"/>
                        <a:gd name="T10" fmla="*/ 3 w 9"/>
                        <a:gd name="T11" fmla="*/ 7 h 9"/>
                        <a:gd name="T12" fmla="*/ 4 w 9"/>
                        <a:gd name="T13" fmla="*/ 9 h 9"/>
                        <a:gd name="T14" fmla="*/ 6 w 9"/>
                        <a:gd name="T15" fmla="*/ 9 h 9"/>
                        <a:gd name="T16" fmla="*/ 7 w 9"/>
                        <a:gd name="T17" fmla="*/ 7 h 9"/>
                        <a:gd name="T18" fmla="*/ 7 w 9"/>
                        <a:gd name="T19" fmla="*/ 7 h 9"/>
                        <a:gd name="T20" fmla="*/ 9 w 9"/>
                        <a:gd name="T21" fmla="*/ 6 h 9"/>
                        <a:gd name="T22" fmla="*/ 9 w 9"/>
                        <a:gd name="T23" fmla="*/ 4 h 9"/>
                        <a:gd name="T24" fmla="*/ 9 w 9"/>
                        <a:gd name="T25" fmla="*/ 3 h 9"/>
                        <a:gd name="T26" fmla="*/ 9 w 9"/>
                        <a:gd name="T27" fmla="*/ 1 h 9"/>
                        <a:gd name="T28" fmla="*/ 7 w 9"/>
                        <a:gd name="T29" fmla="*/ 0 h 9"/>
                        <a:gd name="T30" fmla="*/ 6 w 9"/>
                        <a:gd name="T31" fmla="*/ 0 h 9"/>
                        <a:gd name="T32" fmla="*/ 4 w 9"/>
                        <a:gd name="T33" fmla="*/ 0 h 9"/>
                        <a:gd name="T34" fmla="*/ 3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3" y="0"/>
                          </a:moveTo>
                          <a:lnTo>
                            <a:pt x="1" y="1"/>
                          </a:lnTo>
                          <a:lnTo>
                            <a:pt x="0" y="3"/>
                          </a:lnTo>
                          <a:lnTo>
                            <a:pt x="0" y="4"/>
                          </a:lnTo>
                          <a:lnTo>
                            <a:pt x="1" y="6"/>
                          </a:lnTo>
                          <a:lnTo>
                            <a:pt x="3" y="7"/>
                          </a:lnTo>
                          <a:lnTo>
                            <a:pt x="4" y="9"/>
                          </a:lnTo>
                          <a:lnTo>
                            <a:pt x="6" y="9"/>
                          </a:lnTo>
                          <a:lnTo>
                            <a:pt x="7" y="7"/>
                          </a:lnTo>
                          <a:lnTo>
                            <a:pt x="9" y="6"/>
                          </a:lnTo>
                          <a:lnTo>
                            <a:pt x="9" y="4"/>
                          </a:lnTo>
                          <a:lnTo>
                            <a:pt x="9" y="3"/>
                          </a:lnTo>
                          <a:lnTo>
                            <a:pt x="9" y="1"/>
                          </a:lnTo>
                          <a:lnTo>
                            <a:pt x="7" y="0"/>
                          </a:lnTo>
                          <a:lnTo>
                            <a:pt x="6" y="0"/>
                          </a:lnTo>
                          <a:lnTo>
                            <a:pt x="4"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61" name="Freeform 273"/>
                    <p:cNvSpPr>
                      <a:spLocks/>
                    </p:cNvSpPr>
                    <p:nvPr/>
                  </p:nvSpPr>
                  <p:spPr bwMode="auto">
                    <a:xfrm>
                      <a:off x="3718" y="2122"/>
                      <a:ext cx="9" cy="8"/>
                    </a:xfrm>
                    <a:custGeom>
                      <a:avLst/>
                      <a:gdLst>
                        <a:gd name="T0" fmla="*/ 3 w 9"/>
                        <a:gd name="T1" fmla="*/ 1 h 8"/>
                        <a:gd name="T2" fmla="*/ 2 w 9"/>
                        <a:gd name="T3" fmla="*/ 3 h 8"/>
                        <a:gd name="T4" fmla="*/ 0 w 9"/>
                        <a:gd name="T5" fmla="*/ 4 h 8"/>
                        <a:gd name="T6" fmla="*/ 0 w 9"/>
                        <a:gd name="T7" fmla="*/ 6 h 8"/>
                        <a:gd name="T8" fmla="*/ 2 w 9"/>
                        <a:gd name="T9" fmla="*/ 7 h 8"/>
                        <a:gd name="T10" fmla="*/ 3 w 9"/>
                        <a:gd name="T11" fmla="*/ 8 h 8"/>
                        <a:gd name="T12" fmla="*/ 5 w 9"/>
                        <a:gd name="T13" fmla="*/ 8 h 8"/>
                        <a:gd name="T14" fmla="*/ 6 w 9"/>
                        <a:gd name="T15" fmla="*/ 8 h 8"/>
                        <a:gd name="T16" fmla="*/ 8 w 9"/>
                        <a:gd name="T17" fmla="*/ 8 h 8"/>
                        <a:gd name="T18" fmla="*/ 8 w 9"/>
                        <a:gd name="T19" fmla="*/ 8 h 8"/>
                        <a:gd name="T20" fmla="*/ 9 w 9"/>
                        <a:gd name="T21" fmla="*/ 7 h 8"/>
                        <a:gd name="T22" fmla="*/ 9 w 9"/>
                        <a:gd name="T23" fmla="*/ 6 h 8"/>
                        <a:gd name="T24" fmla="*/ 9 w 9"/>
                        <a:gd name="T25" fmla="*/ 4 h 8"/>
                        <a:gd name="T26" fmla="*/ 9 w 9"/>
                        <a:gd name="T27" fmla="*/ 3 h 8"/>
                        <a:gd name="T28" fmla="*/ 8 w 9"/>
                        <a:gd name="T29" fmla="*/ 1 h 8"/>
                        <a:gd name="T30" fmla="*/ 6 w 9"/>
                        <a:gd name="T31" fmla="*/ 0 h 8"/>
                        <a:gd name="T32" fmla="*/ 5 w 9"/>
                        <a:gd name="T33" fmla="*/ 0 h 8"/>
                        <a:gd name="T34" fmla="*/ 3 w 9"/>
                        <a:gd name="T35" fmla="*/ 1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3" y="1"/>
                          </a:moveTo>
                          <a:lnTo>
                            <a:pt x="2" y="3"/>
                          </a:lnTo>
                          <a:lnTo>
                            <a:pt x="0" y="4"/>
                          </a:lnTo>
                          <a:lnTo>
                            <a:pt x="0" y="6"/>
                          </a:lnTo>
                          <a:lnTo>
                            <a:pt x="2" y="7"/>
                          </a:lnTo>
                          <a:lnTo>
                            <a:pt x="3" y="8"/>
                          </a:lnTo>
                          <a:lnTo>
                            <a:pt x="5" y="8"/>
                          </a:lnTo>
                          <a:lnTo>
                            <a:pt x="6" y="8"/>
                          </a:lnTo>
                          <a:lnTo>
                            <a:pt x="8" y="8"/>
                          </a:lnTo>
                          <a:lnTo>
                            <a:pt x="9" y="7"/>
                          </a:lnTo>
                          <a:lnTo>
                            <a:pt x="9" y="6"/>
                          </a:lnTo>
                          <a:lnTo>
                            <a:pt x="9" y="4"/>
                          </a:lnTo>
                          <a:lnTo>
                            <a:pt x="9" y="3"/>
                          </a:lnTo>
                          <a:lnTo>
                            <a:pt x="8" y="1"/>
                          </a:lnTo>
                          <a:lnTo>
                            <a:pt x="6" y="0"/>
                          </a:lnTo>
                          <a:lnTo>
                            <a:pt x="5" y="0"/>
                          </a:lnTo>
                          <a:lnTo>
                            <a:pt x="3"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62" name="Freeform 274"/>
                    <p:cNvSpPr>
                      <a:spLocks/>
                    </p:cNvSpPr>
                    <p:nvPr/>
                  </p:nvSpPr>
                  <p:spPr bwMode="auto">
                    <a:xfrm>
                      <a:off x="3733" y="2113"/>
                      <a:ext cx="10" cy="9"/>
                    </a:xfrm>
                    <a:custGeom>
                      <a:avLst/>
                      <a:gdLst>
                        <a:gd name="T0" fmla="*/ 3 w 10"/>
                        <a:gd name="T1" fmla="*/ 1 h 9"/>
                        <a:gd name="T2" fmla="*/ 1 w 10"/>
                        <a:gd name="T3" fmla="*/ 3 h 9"/>
                        <a:gd name="T4" fmla="*/ 0 w 10"/>
                        <a:gd name="T5" fmla="*/ 4 h 9"/>
                        <a:gd name="T6" fmla="*/ 0 w 10"/>
                        <a:gd name="T7" fmla="*/ 6 h 9"/>
                        <a:gd name="T8" fmla="*/ 1 w 10"/>
                        <a:gd name="T9" fmla="*/ 7 h 9"/>
                        <a:gd name="T10" fmla="*/ 3 w 10"/>
                        <a:gd name="T11" fmla="*/ 9 h 9"/>
                        <a:gd name="T12" fmla="*/ 4 w 10"/>
                        <a:gd name="T13" fmla="*/ 9 h 9"/>
                        <a:gd name="T14" fmla="*/ 6 w 10"/>
                        <a:gd name="T15" fmla="*/ 9 h 9"/>
                        <a:gd name="T16" fmla="*/ 7 w 10"/>
                        <a:gd name="T17" fmla="*/ 9 h 9"/>
                        <a:gd name="T18" fmla="*/ 7 w 10"/>
                        <a:gd name="T19" fmla="*/ 9 h 9"/>
                        <a:gd name="T20" fmla="*/ 9 w 10"/>
                        <a:gd name="T21" fmla="*/ 7 h 9"/>
                        <a:gd name="T22" fmla="*/ 10 w 10"/>
                        <a:gd name="T23" fmla="*/ 6 h 9"/>
                        <a:gd name="T24" fmla="*/ 10 w 10"/>
                        <a:gd name="T25" fmla="*/ 4 h 9"/>
                        <a:gd name="T26" fmla="*/ 9 w 10"/>
                        <a:gd name="T27" fmla="*/ 3 h 9"/>
                        <a:gd name="T28" fmla="*/ 7 w 10"/>
                        <a:gd name="T29" fmla="*/ 1 h 9"/>
                        <a:gd name="T30" fmla="*/ 6 w 10"/>
                        <a:gd name="T31" fmla="*/ 0 h 9"/>
                        <a:gd name="T32" fmla="*/ 4 w 10"/>
                        <a:gd name="T33" fmla="*/ 0 h 9"/>
                        <a:gd name="T34" fmla="*/ 3 w 10"/>
                        <a:gd name="T35" fmla="*/ 1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
                        <a:gd name="T55" fmla="*/ 0 h 9"/>
                        <a:gd name="T56" fmla="*/ 10 w 10"/>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 h="9">
                          <a:moveTo>
                            <a:pt x="3" y="1"/>
                          </a:moveTo>
                          <a:lnTo>
                            <a:pt x="1" y="3"/>
                          </a:lnTo>
                          <a:lnTo>
                            <a:pt x="0" y="4"/>
                          </a:lnTo>
                          <a:lnTo>
                            <a:pt x="0" y="6"/>
                          </a:lnTo>
                          <a:lnTo>
                            <a:pt x="1" y="7"/>
                          </a:lnTo>
                          <a:lnTo>
                            <a:pt x="3" y="9"/>
                          </a:lnTo>
                          <a:lnTo>
                            <a:pt x="4" y="9"/>
                          </a:lnTo>
                          <a:lnTo>
                            <a:pt x="6" y="9"/>
                          </a:lnTo>
                          <a:lnTo>
                            <a:pt x="7" y="9"/>
                          </a:lnTo>
                          <a:lnTo>
                            <a:pt x="9" y="7"/>
                          </a:lnTo>
                          <a:lnTo>
                            <a:pt x="10" y="6"/>
                          </a:lnTo>
                          <a:lnTo>
                            <a:pt x="10" y="4"/>
                          </a:lnTo>
                          <a:lnTo>
                            <a:pt x="9" y="3"/>
                          </a:lnTo>
                          <a:lnTo>
                            <a:pt x="7" y="1"/>
                          </a:lnTo>
                          <a:lnTo>
                            <a:pt x="6" y="0"/>
                          </a:lnTo>
                          <a:lnTo>
                            <a:pt x="4" y="0"/>
                          </a:lnTo>
                          <a:lnTo>
                            <a:pt x="3"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63" name="Freeform 275"/>
                    <p:cNvSpPr>
                      <a:spLocks/>
                    </p:cNvSpPr>
                    <p:nvPr/>
                  </p:nvSpPr>
                  <p:spPr bwMode="auto">
                    <a:xfrm>
                      <a:off x="3750" y="2106"/>
                      <a:ext cx="9" cy="8"/>
                    </a:xfrm>
                    <a:custGeom>
                      <a:avLst/>
                      <a:gdLst>
                        <a:gd name="T0" fmla="*/ 3 w 9"/>
                        <a:gd name="T1" fmla="*/ 0 h 8"/>
                        <a:gd name="T2" fmla="*/ 2 w 9"/>
                        <a:gd name="T3" fmla="*/ 1 h 8"/>
                        <a:gd name="T4" fmla="*/ 0 w 9"/>
                        <a:gd name="T5" fmla="*/ 3 h 8"/>
                        <a:gd name="T6" fmla="*/ 0 w 9"/>
                        <a:gd name="T7" fmla="*/ 4 h 8"/>
                        <a:gd name="T8" fmla="*/ 0 w 9"/>
                        <a:gd name="T9" fmla="*/ 6 h 8"/>
                        <a:gd name="T10" fmla="*/ 0 w 9"/>
                        <a:gd name="T11" fmla="*/ 7 h 8"/>
                        <a:gd name="T12" fmla="*/ 2 w 9"/>
                        <a:gd name="T13" fmla="*/ 8 h 8"/>
                        <a:gd name="T14" fmla="*/ 3 w 9"/>
                        <a:gd name="T15" fmla="*/ 8 h 8"/>
                        <a:gd name="T16" fmla="*/ 5 w 9"/>
                        <a:gd name="T17" fmla="*/ 8 h 8"/>
                        <a:gd name="T18" fmla="*/ 5 w 9"/>
                        <a:gd name="T19" fmla="*/ 8 h 8"/>
                        <a:gd name="T20" fmla="*/ 6 w 9"/>
                        <a:gd name="T21" fmla="*/ 8 h 8"/>
                        <a:gd name="T22" fmla="*/ 8 w 9"/>
                        <a:gd name="T23" fmla="*/ 7 h 8"/>
                        <a:gd name="T24" fmla="*/ 9 w 9"/>
                        <a:gd name="T25" fmla="*/ 6 h 8"/>
                        <a:gd name="T26" fmla="*/ 9 w 9"/>
                        <a:gd name="T27" fmla="*/ 4 h 8"/>
                        <a:gd name="T28" fmla="*/ 8 w 9"/>
                        <a:gd name="T29" fmla="*/ 3 h 8"/>
                        <a:gd name="T30" fmla="*/ 6 w 9"/>
                        <a:gd name="T31" fmla="*/ 1 h 8"/>
                        <a:gd name="T32" fmla="*/ 5 w 9"/>
                        <a:gd name="T33" fmla="*/ 0 h 8"/>
                        <a:gd name="T34" fmla="*/ 3 w 9"/>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3" y="0"/>
                          </a:moveTo>
                          <a:lnTo>
                            <a:pt x="2" y="1"/>
                          </a:lnTo>
                          <a:lnTo>
                            <a:pt x="0" y="3"/>
                          </a:lnTo>
                          <a:lnTo>
                            <a:pt x="0" y="4"/>
                          </a:lnTo>
                          <a:lnTo>
                            <a:pt x="0" y="6"/>
                          </a:lnTo>
                          <a:lnTo>
                            <a:pt x="0" y="7"/>
                          </a:lnTo>
                          <a:lnTo>
                            <a:pt x="2" y="8"/>
                          </a:lnTo>
                          <a:lnTo>
                            <a:pt x="3" y="8"/>
                          </a:lnTo>
                          <a:lnTo>
                            <a:pt x="5" y="8"/>
                          </a:lnTo>
                          <a:lnTo>
                            <a:pt x="6" y="8"/>
                          </a:lnTo>
                          <a:lnTo>
                            <a:pt x="8" y="7"/>
                          </a:lnTo>
                          <a:lnTo>
                            <a:pt x="9" y="6"/>
                          </a:lnTo>
                          <a:lnTo>
                            <a:pt x="9" y="4"/>
                          </a:lnTo>
                          <a:lnTo>
                            <a:pt x="8" y="3"/>
                          </a:lnTo>
                          <a:lnTo>
                            <a:pt x="6" y="1"/>
                          </a:lnTo>
                          <a:lnTo>
                            <a:pt x="5"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64" name="Freeform 276"/>
                    <p:cNvSpPr>
                      <a:spLocks/>
                    </p:cNvSpPr>
                    <p:nvPr/>
                  </p:nvSpPr>
                  <p:spPr bwMode="auto">
                    <a:xfrm>
                      <a:off x="3766" y="2103"/>
                      <a:ext cx="9" cy="9"/>
                    </a:xfrm>
                    <a:custGeom>
                      <a:avLst/>
                      <a:gdLst>
                        <a:gd name="T0" fmla="*/ 6 w 9"/>
                        <a:gd name="T1" fmla="*/ 0 h 9"/>
                        <a:gd name="T2" fmla="*/ 5 w 9"/>
                        <a:gd name="T3" fmla="*/ 0 h 9"/>
                        <a:gd name="T4" fmla="*/ 3 w 9"/>
                        <a:gd name="T5" fmla="*/ 0 h 9"/>
                        <a:gd name="T6" fmla="*/ 2 w 9"/>
                        <a:gd name="T7" fmla="*/ 1 h 9"/>
                        <a:gd name="T8" fmla="*/ 0 w 9"/>
                        <a:gd name="T9" fmla="*/ 3 h 9"/>
                        <a:gd name="T10" fmla="*/ 0 w 9"/>
                        <a:gd name="T11" fmla="*/ 4 h 9"/>
                        <a:gd name="T12" fmla="*/ 2 w 9"/>
                        <a:gd name="T13" fmla="*/ 6 h 9"/>
                        <a:gd name="T14" fmla="*/ 3 w 9"/>
                        <a:gd name="T15" fmla="*/ 7 h 9"/>
                        <a:gd name="T16" fmla="*/ 5 w 9"/>
                        <a:gd name="T17" fmla="*/ 9 h 9"/>
                        <a:gd name="T18" fmla="*/ 5 w 9"/>
                        <a:gd name="T19" fmla="*/ 9 h 9"/>
                        <a:gd name="T20" fmla="*/ 6 w 9"/>
                        <a:gd name="T21" fmla="*/ 9 h 9"/>
                        <a:gd name="T22" fmla="*/ 8 w 9"/>
                        <a:gd name="T23" fmla="*/ 7 h 9"/>
                        <a:gd name="T24" fmla="*/ 9 w 9"/>
                        <a:gd name="T25" fmla="*/ 6 h 9"/>
                        <a:gd name="T26" fmla="*/ 9 w 9"/>
                        <a:gd name="T27" fmla="*/ 4 h 9"/>
                        <a:gd name="T28" fmla="*/ 9 w 9"/>
                        <a:gd name="T29" fmla="*/ 3 h 9"/>
                        <a:gd name="T30" fmla="*/ 9 w 9"/>
                        <a:gd name="T31" fmla="*/ 1 h 9"/>
                        <a:gd name="T32" fmla="*/ 8 w 9"/>
                        <a:gd name="T33" fmla="*/ 0 h 9"/>
                        <a:gd name="T34" fmla="*/ 6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6" y="0"/>
                          </a:moveTo>
                          <a:lnTo>
                            <a:pt x="5" y="0"/>
                          </a:lnTo>
                          <a:lnTo>
                            <a:pt x="3" y="0"/>
                          </a:lnTo>
                          <a:lnTo>
                            <a:pt x="2" y="1"/>
                          </a:lnTo>
                          <a:lnTo>
                            <a:pt x="0" y="3"/>
                          </a:lnTo>
                          <a:lnTo>
                            <a:pt x="0" y="4"/>
                          </a:lnTo>
                          <a:lnTo>
                            <a:pt x="2" y="6"/>
                          </a:lnTo>
                          <a:lnTo>
                            <a:pt x="3" y="7"/>
                          </a:lnTo>
                          <a:lnTo>
                            <a:pt x="5" y="9"/>
                          </a:lnTo>
                          <a:lnTo>
                            <a:pt x="6" y="9"/>
                          </a:lnTo>
                          <a:lnTo>
                            <a:pt x="8" y="7"/>
                          </a:lnTo>
                          <a:lnTo>
                            <a:pt x="9" y="6"/>
                          </a:lnTo>
                          <a:lnTo>
                            <a:pt x="9" y="4"/>
                          </a:lnTo>
                          <a:lnTo>
                            <a:pt x="9" y="3"/>
                          </a:lnTo>
                          <a:lnTo>
                            <a:pt x="9" y="1"/>
                          </a:lnTo>
                          <a:lnTo>
                            <a:pt x="8" y="0"/>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65" name="Freeform 277"/>
                    <p:cNvSpPr>
                      <a:spLocks/>
                    </p:cNvSpPr>
                    <p:nvPr/>
                  </p:nvSpPr>
                  <p:spPr bwMode="auto">
                    <a:xfrm>
                      <a:off x="3784" y="2103"/>
                      <a:ext cx="9" cy="9"/>
                    </a:xfrm>
                    <a:custGeom>
                      <a:avLst/>
                      <a:gdLst>
                        <a:gd name="T0" fmla="*/ 6 w 9"/>
                        <a:gd name="T1" fmla="*/ 0 h 9"/>
                        <a:gd name="T2" fmla="*/ 4 w 9"/>
                        <a:gd name="T3" fmla="*/ 0 h 9"/>
                        <a:gd name="T4" fmla="*/ 3 w 9"/>
                        <a:gd name="T5" fmla="*/ 0 h 9"/>
                        <a:gd name="T6" fmla="*/ 1 w 9"/>
                        <a:gd name="T7" fmla="*/ 1 h 9"/>
                        <a:gd name="T8" fmla="*/ 0 w 9"/>
                        <a:gd name="T9" fmla="*/ 3 h 9"/>
                        <a:gd name="T10" fmla="*/ 0 w 9"/>
                        <a:gd name="T11" fmla="*/ 4 h 9"/>
                        <a:gd name="T12" fmla="*/ 1 w 9"/>
                        <a:gd name="T13" fmla="*/ 6 h 9"/>
                        <a:gd name="T14" fmla="*/ 3 w 9"/>
                        <a:gd name="T15" fmla="*/ 7 h 9"/>
                        <a:gd name="T16" fmla="*/ 4 w 9"/>
                        <a:gd name="T17" fmla="*/ 9 h 9"/>
                        <a:gd name="T18" fmla="*/ 4 w 9"/>
                        <a:gd name="T19" fmla="*/ 9 h 9"/>
                        <a:gd name="T20" fmla="*/ 6 w 9"/>
                        <a:gd name="T21" fmla="*/ 9 h 9"/>
                        <a:gd name="T22" fmla="*/ 7 w 9"/>
                        <a:gd name="T23" fmla="*/ 7 h 9"/>
                        <a:gd name="T24" fmla="*/ 9 w 9"/>
                        <a:gd name="T25" fmla="*/ 6 h 9"/>
                        <a:gd name="T26" fmla="*/ 9 w 9"/>
                        <a:gd name="T27" fmla="*/ 4 h 9"/>
                        <a:gd name="T28" fmla="*/ 9 w 9"/>
                        <a:gd name="T29" fmla="*/ 3 h 9"/>
                        <a:gd name="T30" fmla="*/ 9 w 9"/>
                        <a:gd name="T31" fmla="*/ 1 h 9"/>
                        <a:gd name="T32" fmla="*/ 7 w 9"/>
                        <a:gd name="T33" fmla="*/ 0 h 9"/>
                        <a:gd name="T34" fmla="*/ 6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6" y="0"/>
                          </a:moveTo>
                          <a:lnTo>
                            <a:pt x="4" y="0"/>
                          </a:lnTo>
                          <a:lnTo>
                            <a:pt x="3" y="0"/>
                          </a:lnTo>
                          <a:lnTo>
                            <a:pt x="1" y="1"/>
                          </a:lnTo>
                          <a:lnTo>
                            <a:pt x="0" y="3"/>
                          </a:lnTo>
                          <a:lnTo>
                            <a:pt x="0" y="4"/>
                          </a:lnTo>
                          <a:lnTo>
                            <a:pt x="1" y="6"/>
                          </a:lnTo>
                          <a:lnTo>
                            <a:pt x="3" y="7"/>
                          </a:lnTo>
                          <a:lnTo>
                            <a:pt x="4" y="9"/>
                          </a:lnTo>
                          <a:lnTo>
                            <a:pt x="6" y="9"/>
                          </a:lnTo>
                          <a:lnTo>
                            <a:pt x="7" y="7"/>
                          </a:lnTo>
                          <a:lnTo>
                            <a:pt x="9" y="6"/>
                          </a:lnTo>
                          <a:lnTo>
                            <a:pt x="9" y="4"/>
                          </a:lnTo>
                          <a:lnTo>
                            <a:pt x="9" y="3"/>
                          </a:lnTo>
                          <a:lnTo>
                            <a:pt x="9" y="1"/>
                          </a:lnTo>
                          <a:lnTo>
                            <a:pt x="7" y="0"/>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66" name="Freeform 278"/>
                    <p:cNvSpPr>
                      <a:spLocks/>
                    </p:cNvSpPr>
                    <p:nvPr/>
                  </p:nvSpPr>
                  <p:spPr bwMode="auto">
                    <a:xfrm>
                      <a:off x="3801" y="2106"/>
                      <a:ext cx="9" cy="8"/>
                    </a:xfrm>
                    <a:custGeom>
                      <a:avLst/>
                      <a:gdLst>
                        <a:gd name="T0" fmla="*/ 5 w 9"/>
                        <a:gd name="T1" fmla="*/ 0 h 8"/>
                        <a:gd name="T2" fmla="*/ 3 w 9"/>
                        <a:gd name="T3" fmla="*/ 0 h 8"/>
                        <a:gd name="T4" fmla="*/ 2 w 9"/>
                        <a:gd name="T5" fmla="*/ 1 h 8"/>
                        <a:gd name="T6" fmla="*/ 0 w 9"/>
                        <a:gd name="T7" fmla="*/ 3 h 8"/>
                        <a:gd name="T8" fmla="*/ 0 w 9"/>
                        <a:gd name="T9" fmla="*/ 4 h 8"/>
                        <a:gd name="T10" fmla="*/ 0 w 9"/>
                        <a:gd name="T11" fmla="*/ 6 h 8"/>
                        <a:gd name="T12" fmla="*/ 0 w 9"/>
                        <a:gd name="T13" fmla="*/ 7 h 8"/>
                        <a:gd name="T14" fmla="*/ 2 w 9"/>
                        <a:gd name="T15" fmla="*/ 8 h 8"/>
                        <a:gd name="T16" fmla="*/ 3 w 9"/>
                        <a:gd name="T17" fmla="*/ 8 h 8"/>
                        <a:gd name="T18" fmla="*/ 3 w 9"/>
                        <a:gd name="T19" fmla="*/ 8 h 8"/>
                        <a:gd name="T20" fmla="*/ 5 w 9"/>
                        <a:gd name="T21" fmla="*/ 8 h 8"/>
                        <a:gd name="T22" fmla="*/ 6 w 9"/>
                        <a:gd name="T23" fmla="*/ 8 h 8"/>
                        <a:gd name="T24" fmla="*/ 7 w 9"/>
                        <a:gd name="T25" fmla="*/ 7 h 8"/>
                        <a:gd name="T26" fmla="*/ 9 w 9"/>
                        <a:gd name="T27" fmla="*/ 6 h 8"/>
                        <a:gd name="T28" fmla="*/ 9 w 9"/>
                        <a:gd name="T29" fmla="*/ 4 h 8"/>
                        <a:gd name="T30" fmla="*/ 7 w 9"/>
                        <a:gd name="T31" fmla="*/ 3 h 8"/>
                        <a:gd name="T32" fmla="*/ 6 w 9"/>
                        <a:gd name="T33" fmla="*/ 1 h 8"/>
                        <a:gd name="T34" fmla="*/ 5 w 9"/>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5" y="0"/>
                          </a:moveTo>
                          <a:lnTo>
                            <a:pt x="3" y="0"/>
                          </a:lnTo>
                          <a:lnTo>
                            <a:pt x="2" y="1"/>
                          </a:lnTo>
                          <a:lnTo>
                            <a:pt x="0" y="3"/>
                          </a:lnTo>
                          <a:lnTo>
                            <a:pt x="0" y="4"/>
                          </a:lnTo>
                          <a:lnTo>
                            <a:pt x="0" y="6"/>
                          </a:lnTo>
                          <a:lnTo>
                            <a:pt x="0" y="7"/>
                          </a:lnTo>
                          <a:lnTo>
                            <a:pt x="2" y="8"/>
                          </a:lnTo>
                          <a:lnTo>
                            <a:pt x="3" y="8"/>
                          </a:lnTo>
                          <a:lnTo>
                            <a:pt x="5" y="8"/>
                          </a:lnTo>
                          <a:lnTo>
                            <a:pt x="6" y="8"/>
                          </a:lnTo>
                          <a:lnTo>
                            <a:pt x="7" y="7"/>
                          </a:lnTo>
                          <a:lnTo>
                            <a:pt x="9" y="6"/>
                          </a:lnTo>
                          <a:lnTo>
                            <a:pt x="9" y="4"/>
                          </a:lnTo>
                          <a:lnTo>
                            <a:pt x="7" y="3"/>
                          </a:lnTo>
                          <a:lnTo>
                            <a:pt x="6"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67" name="Freeform 279"/>
                    <p:cNvSpPr>
                      <a:spLocks/>
                    </p:cNvSpPr>
                    <p:nvPr/>
                  </p:nvSpPr>
                  <p:spPr bwMode="auto">
                    <a:xfrm>
                      <a:off x="3817" y="2113"/>
                      <a:ext cx="9" cy="9"/>
                    </a:xfrm>
                    <a:custGeom>
                      <a:avLst/>
                      <a:gdLst>
                        <a:gd name="T0" fmla="*/ 6 w 9"/>
                        <a:gd name="T1" fmla="*/ 0 h 9"/>
                        <a:gd name="T2" fmla="*/ 5 w 9"/>
                        <a:gd name="T3" fmla="*/ 0 h 9"/>
                        <a:gd name="T4" fmla="*/ 3 w 9"/>
                        <a:gd name="T5" fmla="*/ 0 h 9"/>
                        <a:gd name="T6" fmla="*/ 2 w 9"/>
                        <a:gd name="T7" fmla="*/ 0 h 9"/>
                        <a:gd name="T8" fmla="*/ 0 w 9"/>
                        <a:gd name="T9" fmla="*/ 1 h 9"/>
                        <a:gd name="T10" fmla="*/ 0 w 9"/>
                        <a:gd name="T11" fmla="*/ 3 h 9"/>
                        <a:gd name="T12" fmla="*/ 0 w 9"/>
                        <a:gd name="T13" fmla="*/ 4 h 9"/>
                        <a:gd name="T14" fmla="*/ 0 w 9"/>
                        <a:gd name="T15" fmla="*/ 6 h 9"/>
                        <a:gd name="T16" fmla="*/ 2 w 9"/>
                        <a:gd name="T17" fmla="*/ 7 h 9"/>
                        <a:gd name="T18" fmla="*/ 2 w 9"/>
                        <a:gd name="T19" fmla="*/ 7 h 9"/>
                        <a:gd name="T20" fmla="*/ 3 w 9"/>
                        <a:gd name="T21" fmla="*/ 9 h 9"/>
                        <a:gd name="T22" fmla="*/ 5 w 9"/>
                        <a:gd name="T23" fmla="*/ 9 h 9"/>
                        <a:gd name="T24" fmla="*/ 6 w 9"/>
                        <a:gd name="T25" fmla="*/ 7 h 9"/>
                        <a:gd name="T26" fmla="*/ 7 w 9"/>
                        <a:gd name="T27" fmla="*/ 6 h 9"/>
                        <a:gd name="T28" fmla="*/ 9 w 9"/>
                        <a:gd name="T29" fmla="*/ 4 h 9"/>
                        <a:gd name="T30" fmla="*/ 9 w 9"/>
                        <a:gd name="T31" fmla="*/ 3 h 9"/>
                        <a:gd name="T32" fmla="*/ 7 w 9"/>
                        <a:gd name="T33" fmla="*/ 1 h 9"/>
                        <a:gd name="T34" fmla="*/ 6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6" y="0"/>
                          </a:moveTo>
                          <a:lnTo>
                            <a:pt x="5" y="0"/>
                          </a:lnTo>
                          <a:lnTo>
                            <a:pt x="3" y="0"/>
                          </a:lnTo>
                          <a:lnTo>
                            <a:pt x="2" y="0"/>
                          </a:lnTo>
                          <a:lnTo>
                            <a:pt x="0" y="1"/>
                          </a:lnTo>
                          <a:lnTo>
                            <a:pt x="0" y="3"/>
                          </a:lnTo>
                          <a:lnTo>
                            <a:pt x="0" y="4"/>
                          </a:lnTo>
                          <a:lnTo>
                            <a:pt x="0" y="6"/>
                          </a:lnTo>
                          <a:lnTo>
                            <a:pt x="2" y="7"/>
                          </a:lnTo>
                          <a:lnTo>
                            <a:pt x="3" y="9"/>
                          </a:lnTo>
                          <a:lnTo>
                            <a:pt x="5" y="9"/>
                          </a:lnTo>
                          <a:lnTo>
                            <a:pt x="6" y="7"/>
                          </a:lnTo>
                          <a:lnTo>
                            <a:pt x="7" y="6"/>
                          </a:lnTo>
                          <a:lnTo>
                            <a:pt x="9" y="4"/>
                          </a:lnTo>
                          <a:lnTo>
                            <a:pt x="9" y="3"/>
                          </a:lnTo>
                          <a:lnTo>
                            <a:pt x="7" y="1"/>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68" name="Freeform 280"/>
                    <p:cNvSpPr>
                      <a:spLocks/>
                    </p:cNvSpPr>
                    <p:nvPr/>
                  </p:nvSpPr>
                  <p:spPr bwMode="auto">
                    <a:xfrm>
                      <a:off x="3832" y="2122"/>
                      <a:ext cx="8" cy="8"/>
                    </a:xfrm>
                    <a:custGeom>
                      <a:avLst/>
                      <a:gdLst>
                        <a:gd name="T0" fmla="*/ 7 w 8"/>
                        <a:gd name="T1" fmla="*/ 0 h 8"/>
                        <a:gd name="T2" fmla="*/ 6 w 8"/>
                        <a:gd name="T3" fmla="*/ 0 h 8"/>
                        <a:gd name="T4" fmla="*/ 4 w 8"/>
                        <a:gd name="T5" fmla="*/ 0 h 8"/>
                        <a:gd name="T6" fmla="*/ 3 w 8"/>
                        <a:gd name="T7" fmla="*/ 0 h 8"/>
                        <a:gd name="T8" fmla="*/ 1 w 8"/>
                        <a:gd name="T9" fmla="*/ 1 h 8"/>
                        <a:gd name="T10" fmla="*/ 0 w 8"/>
                        <a:gd name="T11" fmla="*/ 3 h 8"/>
                        <a:gd name="T12" fmla="*/ 0 w 8"/>
                        <a:gd name="T13" fmla="*/ 4 h 8"/>
                        <a:gd name="T14" fmla="*/ 1 w 8"/>
                        <a:gd name="T15" fmla="*/ 6 h 8"/>
                        <a:gd name="T16" fmla="*/ 3 w 8"/>
                        <a:gd name="T17" fmla="*/ 7 h 8"/>
                        <a:gd name="T18" fmla="*/ 3 w 8"/>
                        <a:gd name="T19" fmla="*/ 7 h 8"/>
                        <a:gd name="T20" fmla="*/ 4 w 8"/>
                        <a:gd name="T21" fmla="*/ 8 h 8"/>
                        <a:gd name="T22" fmla="*/ 6 w 8"/>
                        <a:gd name="T23" fmla="*/ 8 h 8"/>
                        <a:gd name="T24" fmla="*/ 7 w 8"/>
                        <a:gd name="T25" fmla="*/ 7 h 8"/>
                        <a:gd name="T26" fmla="*/ 8 w 8"/>
                        <a:gd name="T27" fmla="*/ 6 h 8"/>
                        <a:gd name="T28" fmla="*/ 8 w 8"/>
                        <a:gd name="T29" fmla="*/ 4 h 8"/>
                        <a:gd name="T30" fmla="*/ 8 w 8"/>
                        <a:gd name="T31" fmla="*/ 3 h 8"/>
                        <a:gd name="T32" fmla="*/ 8 w 8"/>
                        <a:gd name="T33" fmla="*/ 1 h 8"/>
                        <a:gd name="T34" fmla="*/ 7 w 8"/>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8"/>
                        <a:gd name="T56" fmla="*/ 8 w 8"/>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8">
                          <a:moveTo>
                            <a:pt x="7" y="0"/>
                          </a:moveTo>
                          <a:lnTo>
                            <a:pt x="6" y="0"/>
                          </a:lnTo>
                          <a:lnTo>
                            <a:pt x="4" y="0"/>
                          </a:lnTo>
                          <a:lnTo>
                            <a:pt x="3" y="0"/>
                          </a:lnTo>
                          <a:lnTo>
                            <a:pt x="1" y="1"/>
                          </a:lnTo>
                          <a:lnTo>
                            <a:pt x="0" y="3"/>
                          </a:lnTo>
                          <a:lnTo>
                            <a:pt x="0" y="4"/>
                          </a:lnTo>
                          <a:lnTo>
                            <a:pt x="1" y="6"/>
                          </a:lnTo>
                          <a:lnTo>
                            <a:pt x="3" y="7"/>
                          </a:lnTo>
                          <a:lnTo>
                            <a:pt x="4" y="8"/>
                          </a:lnTo>
                          <a:lnTo>
                            <a:pt x="6" y="8"/>
                          </a:lnTo>
                          <a:lnTo>
                            <a:pt x="7" y="7"/>
                          </a:lnTo>
                          <a:lnTo>
                            <a:pt x="8" y="6"/>
                          </a:lnTo>
                          <a:lnTo>
                            <a:pt x="8" y="4"/>
                          </a:lnTo>
                          <a:lnTo>
                            <a:pt x="8" y="3"/>
                          </a:lnTo>
                          <a:lnTo>
                            <a:pt x="8" y="1"/>
                          </a:lnTo>
                          <a:lnTo>
                            <a:pt x="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69" name="Freeform 281"/>
                    <p:cNvSpPr>
                      <a:spLocks/>
                    </p:cNvSpPr>
                    <p:nvPr/>
                  </p:nvSpPr>
                  <p:spPr bwMode="auto">
                    <a:xfrm>
                      <a:off x="3846" y="2130"/>
                      <a:ext cx="9" cy="9"/>
                    </a:xfrm>
                    <a:custGeom>
                      <a:avLst/>
                      <a:gdLst>
                        <a:gd name="T0" fmla="*/ 8 w 9"/>
                        <a:gd name="T1" fmla="*/ 2 h 9"/>
                        <a:gd name="T2" fmla="*/ 6 w 9"/>
                        <a:gd name="T3" fmla="*/ 0 h 9"/>
                        <a:gd name="T4" fmla="*/ 5 w 9"/>
                        <a:gd name="T5" fmla="*/ 0 h 9"/>
                        <a:gd name="T6" fmla="*/ 3 w 9"/>
                        <a:gd name="T7" fmla="*/ 2 h 9"/>
                        <a:gd name="T8" fmla="*/ 2 w 9"/>
                        <a:gd name="T9" fmla="*/ 3 h 9"/>
                        <a:gd name="T10" fmla="*/ 0 w 9"/>
                        <a:gd name="T11" fmla="*/ 5 h 9"/>
                        <a:gd name="T12" fmla="*/ 0 w 9"/>
                        <a:gd name="T13" fmla="*/ 6 h 9"/>
                        <a:gd name="T14" fmla="*/ 2 w 9"/>
                        <a:gd name="T15" fmla="*/ 8 h 9"/>
                        <a:gd name="T16" fmla="*/ 3 w 9"/>
                        <a:gd name="T17" fmla="*/ 9 h 9"/>
                        <a:gd name="T18" fmla="*/ 3 w 9"/>
                        <a:gd name="T19" fmla="*/ 9 h 9"/>
                        <a:gd name="T20" fmla="*/ 5 w 9"/>
                        <a:gd name="T21" fmla="*/ 9 h 9"/>
                        <a:gd name="T22" fmla="*/ 6 w 9"/>
                        <a:gd name="T23" fmla="*/ 9 h 9"/>
                        <a:gd name="T24" fmla="*/ 8 w 9"/>
                        <a:gd name="T25" fmla="*/ 9 h 9"/>
                        <a:gd name="T26" fmla="*/ 9 w 9"/>
                        <a:gd name="T27" fmla="*/ 8 h 9"/>
                        <a:gd name="T28" fmla="*/ 9 w 9"/>
                        <a:gd name="T29" fmla="*/ 6 h 9"/>
                        <a:gd name="T30" fmla="*/ 9 w 9"/>
                        <a:gd name="T31" fmla="*/ 5 h 9"/>
                        <a:gd name="T32" fmla="*/ 9 w 9"/>
                        <a:gd name="T33" fmla="*/ 3 h 9"/>
                        <a:gd name="T34" fmla="*/ 8 w 9"/>
                        <a:gd name="T35" fmla="*/ 2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8" y="2"/>
                          </a:moveTo>
                          <a:lnTo>
                            <a:pt x="6" y="0"/>
                          </a:lnTo>
                          <a:lnTo>
                            <a:pt x="5" y="0"/>
                          </a:lnTo>
                          <a:lnTo>
                            <a:pt x="3" y="2"/>
                          </a:lnTo>
                          <a:lnTo>
                            <a:pt x="2" y="3"/>
                          </a:lnTo>
                          <a:lnTo>
                            <a:pt x="0" y="5"/>
                          </a:lnTo>
                          <a:lnTo>
                            <a:pt x="0" y="6"/>
                          </a:lnTo>
                          <a:lnTo>
                            <a:pt x="2" y="8"/>
                          </a:lnTo>
                          <a:lnTo>
                            <a:pt x="3" y="9"/>
                          </a:lnTo>
                          <a:lnTo>
                            <a:pt x="5" y="9"/>
                          </a:lnTo>
                          <a:lnTo>
                            <a:pt x="6" y="9"/>
                          </a:lnTo>
                          <a:lnTo>
                            <a:pt x="8" y="9"/>
                          </a:lnTo>
                          <a:lnTo>
                            <a:pt x="9" y="8"/>
                          </a:lnTo>
                          <a:lnTo>
                            <a:pt x="9" y="6"/>
                          </a:lnTo>
                          <a:lnTo>
                            <a:pt x="9" y="5"/>
                          </a:lnTo>
                          <a:lnTo>
                            <a:pt x="9" y="3"/>
                          </a:lnTo>
                          <a:lnTo>
                            <a:pt x="8"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70" name="Freeform 282"/>
                    <p:cNvSpPr>
                      <a:spLocks/>
                    </p:cNvSpPr>
                    <p:nvPr/>
                  </p:nvSpPr>
                  <p:spPr bwMode="auto">
                    <a:xfrm>
                      <a:off x="3861" y="2141"/>
                      <a:ext cx="8" cy="8"/>
                    </a:xfrm>
                    <a:custGeom>
                      <a:avLst/>
                      <a:gdLst>
                        <a:gd name="T0" fmla="*/ 7 w 8"/>
                        <a:gd name="T1" fmla="*/ 1 h 8"/>
                        <a:gd name="T2" fmla="*/ 6 w 8"/>
                        <a:gd name="T3" fmla="*/ 0 h 8"/>
                        <a:gd name="T4" fmla="*/ 4 w 8"/>
                        <a:gd name="T5" fmla="*/ 0 h 8"/>
                        <a:gd name="T6" fmla="*/ 3 w 8"/>
                        <a:gd name="T7" fmla="*/ 1 h 8"/>
                        <a:gd name="T8" fmla="*/ 1 w 8"/>
                        <a:gd name="T9" fmla="*/ 3 h 8"/>
                        <a:gd name="T10" fmla="*/ 0 w 8"/>
                        <a:gd name="T11" fmla="*/ 4 h 8"/>
                        <a:gd name="T12" fmla="*/ 0 w 8"/>
                        <a:gd name="T13" fmla="*/ 5 h 8"/>
                        <a:gd name="T14" fmla="*/ 1 w 8"/>
                        <a:gd name="T15" fmla="*/ 7 h 8"/>
                        <a:gd name="T16" fmla="*/ 3 w 8"/>
                        <a:gd name="T17" fmla="*/ 8 h 8"/>
                        <a:gd name="T18" fmla="*/ 3 w 8"/>
                        <a:gd name="T19" fmla="*/ 8 h 8"/>
                        <a:gd name="T20" fmla="*/ 4 w 8"/>
                        <a:gd name="T21" fmla="*/ 8 h 8"/>
                        <a:gd name="T22" fmla="*/ 6 w 8"/>
                        <a:gd name="T23" fmla="*/ 8 h 8"/>
                        <a:gd name="T24" fmla="*/ 7 w 8"/>
                        <a:gd name="T25" fmla="*/ 8 h 8"/>
                        <a:gd name="T26" fmla="*/ 8 w 8"/>
                        <a:gd name="T27" fmla="*/ 7 h 8"/>
                        <a:gd name="T28" fmla="*/ 8 w 8"/>
                        <a:gd name="T29" fmla="*/ 5 h 8"/>
                        <a:gd name="T30" fmla="*/ 8 w 8"/>
                        <a:gd name="T31" fmla="*/ 4 h 8"/>
                        <a:gd name="T32" fmla="*/ 8 w 8"/>
                        <a:gd name="T33" fmla="*/ 3 h 8"/>
                        <a:gd name="T34" fmla="*/ 7 w 8"/>
                        <a:gd name="T35" fmla="*/ 1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8"/>
                        <a:gd name="T56" fmla="*/ 8 w 8"/>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8">
                          <a:moveTo>
                            <a:pt x="7" y="1"/>
                          </a:moveTo>
                          <a:lnTo>
                            <a:pt x="6" y="0"/>
                          </a:lnTo>
                          <a:lnTo>
                            <a:pt x="4" y="0"/>
                          </a:lnTo>
                          <a:lnTo>
                            <a:pt x="3" y="1"/>
                          </a:lnTo>
                          <a:lnTo>
                            <a:pt x="1" y="3"/>
                          </a:lnTo>
                          <a:lnTo>
                            <a:pt x="0" y="4"/>
                          </a:lnTo>
                          <a:lnTo>
                            <a:pt x="0" y="5"/>
                          </a:lnTo>
                          <a:lnTo>
                            <a:pt x="1" y="7"/>
                          </a:lnTo>
                          <a:lnTo>
                            <a:pt x="3" y="8"/>
                          </a:lnTo>
                          <a:lnTo>
                            <a:pt x="4" y="8"/>
                          </a:lnTo>
                          <a:lnTo>
                            <a:pt x="6" y="8"/>
                          </a:lnTo>
                          <a:lnTo>
                            <a:pt x="7" y="8"/>
                          </a:lnTo>
                          <a:lnTo>
                            <a:pt x="8" y="7"/>
                          </a:lnTo>
                          <a:lnTo>
                            <a:pt x="8" y="5"/>
                          </a:lnTo>
                          <a:lnTo>
                            <a:pt x="8" y="4"/>
                          </a:lnTo>
                          <a:lnTo>
                            <a:pt x="8" y="3"/>
                          </a:lnTo>
                          <a:lnTo>
                            <a:pt x="7"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71" name="Freeform 283"/>
                    <p:cNvSpPr>
                      <a:spLocks/>
                    </p:cNvSpPr>
                    <p:nvPr/>
                  </p:nvSpPr>
                  <p:spPr bwMode="auto">
                    <a:xfrm>
                      <a:off x="3874" y="2152"/>
                      <a:ext cx="9" cy="9"/>
                    </a:xfrm>
                    <a:custGeom>
                      <a:avLst/>
                      <a:gdLst>
                        <a:gd name="T0" fmla="*/ 7 w 9"/>
                        <a:gd name="T1" fmla="*/ 0 h 9"/>
                        <a:gd name="T2" fmla="*/ 6 w 9"/>
                        <a:gd name="T3" fmla="*/ 0 h 9"/>
                        <a:gd name="T4" fmla="*/ 4 w 9"/>
                        <a:gd name="T5" fmla="*/ 0 h 9"/>
                        <a:gd name="T6" fmla="*/ 3 w 9"/>
                        <a:gd name="T7" fmla="*/ 0 h 9"/>
                        <a:gd name="T8" fmla="*/ 1 w 9"/>
                        <a:gd name="T9" fmla="*/ 2 h 9"/>
                        <a:gd name="T10" fmla="*/ 0 w 9"/>
                        <a:gd name="T11" fmla="*/ 3 h 9"/>
                        <a:gd name="T12" fmla="*/ 0 w 9"/>
                        <a:gd name="T13" fmla="*/ 5 h 9"/>
                        <a:gd name="T14" fmla="*/ 1 w 9"/>
                        <a:gd name="T15" fmla="*/ 6 h 9"/>
                        <a:gd name="T16" fmla="*/ 3 w 9"/>
                        <a:gd name="T17" fmla="*/ 8 h 9"/>
                        <a:gd name="T18" fmla="*/ 3 w 9"/>
                        <a:gd name="T19" fmla="*/ 8 h 9"/>
                        <a:gd name="T20" fmla="*/ 4 w 9"/>
                        <a:gd name="T21" fmla="*/ 9 h 9"/>
                        <a:gd name="T22" fmla="*/ 6 w 9"/>
                        <a:gd name="T23" fmla="*/ 9 h 9"/>
                        <a:gd name="T24" fmla="*/ 7 w 9"/>
                        <a:gd name="T25" fmla="*/ 8 h 9"/>
                        <a:gd name="T26" fmla="*/ 9 w 9"/>
                        <a:gd name="T27" fmla="*/ 6 h 9"/>
                        <a:gd name="T28" fmla="*/ 9 w 9"/>
                        <a:gd name="T29" fmla="*/ 5 h 9"/>
                        <a:gd name="T30" fmla="*/ 9 w 9"/>
                        <a:gd name="T31" fmla="*/ 3 h 9"/>
                        <a:gd name="T32" fmla="*/ 9 w 9"/>
                        <a:gd name="T33" fmla="*/ 2 h 9"/>
                        <a:gd name="T34" fmla="*/ 7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7" y="0"/>
                          </a:moveTo>
                          <a:lnTo>
                            <a:pt x="6" y="0"/>
                          </a:lnTo>
                          <a:lnTo>
                            <a:pt x="4" y="0"/>
                          </a:lnTo>
                          <a:lnTo>
                            <a:pt x="3" y="0"/>
                          </a:lnTo>
                          <a:lnTo>
                            <a:pt x="1" y="2"/>
                          </a:lnTo>
                          <a:lnTo>
                            <a:pt x="0" y="3"/>
                          </a:lnTo>
                          <a:lnTo>
                            <a:pt x="0" y="5"/>
                          </a:lnTo>
                          <a:lnTo>
                            <a:pt x="1" y="6"/>
                          </a:lnTo>
                          <a:lnTo>
                            <a:pt x="3" y="8"/>
                          </a:lnTo>
                          <a:lnTo>
                            <a:pt x="4" y="9"/>
                          </a:lnTo>
                          <a:lnTo>
                            <a:pt x="6" y="9"/>
                          </a:lnTo>
                          <a:lnTo>
                            <a:pt x="7" y="8"/>
                          </a:lnTo>
                          <a:lnTo>
                            <a:pt x="9" y="6"/>
                          </a:lnTo>
                          <a:lnTo>
                            <a:pt x="9" y="5"/>
                          </a:lnTo>
                          <a:lnTo>
                            <a:pt x="9" y="3"/>
                          </a:lnTo>
                          <a:lnTo>
                            <a:pt x="9" y="2"/>
                          </a:lnTo>
                          <a:lnTo>
                            <a:pt x="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72" name="Freeform 284"/>
                    <p:cNvSpPr>
                      <a:spLocks/>
                    </p:cNvSpPr>
                    <p:nvPr/>
                  </p:nvSpPr>
                  <p:spPr bwMode="auto">
                    <a:xfrm>
                      <a:off x="3888" y="2164"/>
                      <a:ext cx="9" cy="9"/>
                    </a:xfrm>
                    <a:custGeom>
                      <a:avLst/>
                      <a:gdLst>
                        <a:gd name="T0" fmla="*/ 6 w 9"/>
                        <a:gd name="T1" fmla="*/ 0 h 9"/>
                        <a:gd name="T2" fmla="*/ 5 w 9"/>
                        <a:gd name="T3" fmla="*/ 0 h 9"/>
                        <a:gd name="T4" fmla="*/ 3 w 9"/>
                        <a:gd name="T5" fmla="*/ 0 h 9"/>
                        <a:gd name="T6" fmla="*/ 2 w 9"/>
                        <a:gd name="T7" fmla="*/ 0 h 9"/>
                        <a:gd name="T8" fmla="*/ 0 w 9"/>
                        <a:gd name="T9" fmla="*/ 1 h 9"/>
                        <a:gd name="T10" fmla="*/ 0 w 9"/>
                        <a:gd name="T11" fmla="*/ 3 h 9"/>
                        <a:gd name="T12" fmla="*/ 0 w 9"/>
                        <a:gd name="T13" fmla="*/ 4 h 9"/>
                        <a:gd name="T14" fmla="*/ 0 w 9"/>
                        <a:gd name="T15" fmla="*/ 6 h 9"/>
                        <a:gd name="T16" fmla="*/ 2 w 9"/>
                        <a:gd name="T17" fmla="*/ 7 h 9"/>
                        <a:gd name="T18" fmla="*/ 2 w 9"/>
                        <a:gd name="T19" fmla="*/ 7 h 9"/>
                        <a:gd name="T20" fmla="*/ 3 w 9"/>
                        <a:gd name="T21" fmla="*/ 9 h 9"/>
                        <a:gd name="T22" fmla="*/ 5 w 9"/>
                        <a:gd name="T23" fmla="*/ 9 h 9"/>
                        <a:gd name="T24" fmla="*/ 6 w 9"/>
                        <a:gd name="T25" fmla="*/ 7 h 9"/>
                        <a:gd name="T26" fmla="*/ 8 w 9"/>
                        <a:gd name="T27" fmla="*/ 6 h 9"/>
                        <a:gd name="T28" fmla="*/ 9 w 9"/>
                        <a:gd name="T29" fmla="*/ 4 h 9"/>
                        <a:gd name="T30" fmla="*/ 9 w 9"/>
                        <a:gd name="T31" fmla="*/ 3 h 9"/>
                        <a:gd name="T32" fmla="*/ 8 w 9"/>
                        <a:gd name="T33" fmla="*/ 1 h 9"/>
                        <a:gd name="T34" fmla="*/ 6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6" y="0"/>
                          </a:moveTo>
                          <a:lnTo>
                            <a:pt x="5" y="0"/>
                          </a:lnTo>
                          <a:lnTo>
                            <a:pt x="3" y="0"/>
                          </a:lnTo>
                          <a:lnTo>
                            <a:pt x="2" y="0"/>
                          </a:lnTo>
                          <a:lnTo>
                            <a:pt x="0" y="1"/>
                          </a:lnTo>
                          <a:lnTo>
                            <a:pt x="0" y="3"/>
                          </a:lnTo>
                          <a:lnTo>
                            <a:pt x="0" y="4"/>
                          </a:lnTo>
                          <a:lnTo>
                            <a:pt x="0" y="6"/>
                          </a:lnTo>
                          <a:lnTo>
                            <a:pt x="2" y="7"/>
                          </a:lnTo>
                          <a:lnTo>
                            <a:pt x="3" y="9"/>
                          </a:lnTo>
                          <a:lnTo>
                            <a:pt x="5" y="9"/>
                          </a:lnTo>
                          <a:lnTo>
                            <a:pt x="6" y="7"/>
                          </a:lnTo>
                          <a:lnTo>
                            <a:pt x="8" y="6"/>
                          </a:lnTo>
                          <a:lnTo>
                            <a:pt x="9" y="4"/>
                          </a:lnTo>
                          <a:lnTo>
                            <a:pt x="9" y="3"/>
                          </a:lnTo>
                          <a:lnTo>
                            <a:pt x="8" y="1"/>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73" name="Freeform 285"/>
                    <p:cNvSpPr>
                      <a:spLocks/>
                    </p:cNvSpPr>
                    <p:nvPr/>
                  </p:nvSpPr>
                  <p:spPr bwMode="auto">
                    <a:xfrm>
                      <a:off x="3901" y="2174"/>
                      <a:ext cx="9" cy="9"/>
                    </a:xfrm>
                    <a:custGeom>
                      <a:avLst/>
                      <a:gdLst>
                        <a:gd name="T0" fmla="*/ 6 w 9"/>
                        <a:gd name="T1" fmla="*/ 1 h 9"/>
                        <a:gd name="T2" fmla="*/ 5 w 9"/>
                        <a:gd name="T3" fmla="*/ 0 h 9"/>
                        <a:gd name="T4" fmla="*/ 3 w 9"/>
                        <a:gd name="T5" fmla="*/ 0 h 9"/>
                        <a:gd name="T6" fmla="*/ 2 w 9"/>
                        <a:gd name="T7" fmla="*/ 1 h 9"/>
                        <a:gd name="T8" fmla="*/ 0 w 9"/>
                        <a:gd name="T9" fmla="*/ 3 h 9"/>
                        <a:gd name="T10" fmla="*/ 0 w 9"/>
                        <a:gd name="T11" fmla="*/ 4 h 9"/>
                        <a:gd name="T12" fmla="*/ 0 w 9"/>
                        <a:gd name="T13" fmla="*/ 6 h 9"/>
                        <a:gd name="T14" fmla="*/ 0 w 9"/>
                        <a:gd name="T15" fmla="*/ 7 h 9"/>
                        <a:gd name="T16" fmla="*/ 2 w 9"/>
                        <a:gd name="T17" fmla="*/ 9 h 9"/>
                        <a:gd name="T18" fmla="*/ 2 w 9"/>
                        <a:gd name="T19" fmla="*/ 9 h 9"/>
                        <a:gd name="T20" fmla="*/ 3 w 9"/>
                        <a:gd name="T21" fmla="*/ 9 h 9"/>
                        <a:gd name="T22" fmla="*/ 5 w 9"/>
                        <a:gd name="T23" fmla="*/ 9 h 9"/>
                        <a:gd name="T24" fmla="*/ 6 w 9"/>
                        <a:gd name="T25" fmla="*/ 9 h 9"/>
                        <a:gd name="T26" fmla="*/ 8 w 9"/>
                        <a:gd name="T27" fmla="*/ 7 h 9"/>
                        <a:gd name="T28" fmla="*/ 9 w 9"/>
                        <a:gd name="T29" fmla="*/ 6 h 9"/>
                        <a:gd name="T30" fmla="*/ 9 w 9"/>
                        <a:gd name="T31" fmla="*/ 4 h 9"/>
                        <a:gd name="T32" fmla="*/ 8 w 9"/>
                        <a:gd name="T33" fmla="*/ 3 h 9"/>
                        <a:gd name="T34" fmla="*/ 6 w 9"/>
                        <a:gd name="T35" fmla="*/ 1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6" y="1"/>
                          </a:moveTo>
                          <a:lnTo>
                            <a:pt x="5" y="0"/>
                          </a:lnTo>
                          <a:lnTo>
                            <a:pt x="3" y="0"/>
                          </a:lnTo>
                          <a:lnTo>
                            <a:pt x="2" y="1"/>
                          </a:lnTo>
                          <a:lnTo>
                            <a:pt x="0" y="3"/>
                          </a:lnTo>
                          <a:lnTo>
                            <a:pt x="0" y="4"/>
                          </a:lnTo>
                          <a:lnTo>
                            <a:pt x="0" y="6"/>
                          </a:lnTo>
                          <a:lnTo>
                            <a:pt x="0" y="7"/>
                          </a:lnTo>
                          <a:lnTo>
                            <a:pt x="2" y="9"/>
                          </a:lnTo>
                          <a:lnTo>
                            <a:pt x="3" y="9"/>
                          </a:lnTo>
                          <a:lnTo>
                            <a:pt x="5" y="9"/>
                          </a:lnTo>
                          <a:lnTo>
                            <a:pt x="6" y="9"/>
                          </a:lnTo>
                          <a:lnTo>
                            <a:pt x="8" y="7"/>
                          </a:lnTo>
                          <a:lnTo>
                            <a:pt x="9" y="6"/>
                          </a:lnTo>
                          <a:lnTo>
                            <a:pt x="9" y="4"/>
                          </a:lnTo>
                          <a:lnTo>
                            <a:pt x="8" y="3"/>
                          </a:lnTo>
                          <a:lnTo>
                            <a:pt x="6"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74" name="Freeform 286"/>
                    <p:cNvSpPr>
                      <a:spLocks/>
                    </p:cNvSpPr>
                    <p:nvPr/>
                  </p:nvSpPr>
                  <p:spPr bwMode="auto">
                    <a:xfrm>
                      <a:off x="3915" y="2187"/>
                      <a:ext cx="8" cy="9"/>
                    </a:xfrm>
                    <a:custGeom>
                      <a:avLst/>
                      <a:gdLst>
                        <a:gd name="T0" fmla="*/ 5 w 8"/>
                        <a:gd name="T1" fmla="*/ 0 h 9"/>
                        <a:gd name="T2" fmla="*/ 4 w 8"/>
                        <a:gd name="T3" fmla="*/ 0 h 9"/>
                        <a:gd name="T4" fmla="*/ 2 w 8"/>
                        <a:gd name="T5" fmla="*/ 0 h 9"/>
                        <a:gd name="T6" fmla="*/ 1 w 8"/>
                        <a:gd name="T7" fmla="*/ 0 h 9"/>
                        <a:gd name="T8" fmla="*/ 0 w 8"/>
                        <a:gd name="T9" fmla="*/ 2 h 9"/>
                        <a:gd name="T10" fmla="*/ 0 w 8"/>
                        <a:gd name="T11" fmla="*/ 3 h 9"/>
                        <a:gd name="T12" fmla="*/ 0 w 8"/>
                        <a:gd name="T13" fmla="*/ 4 h 9"/>
                        <a:gd name="T14" fmla="*/ 0 w 8"/>
                        <a:gd name="T15" fmla="*/ 6 h 9"/>
                        <a:gd name="T16" fmla="*/ 1 w 8"/>
                        <a:gd name="T17" fmla="*/ 7 h 9"/>
                        <a:gd name="T18" fmla="*/ 1 w 8"/>
                        <a:gd name="T19" fmla="*/ 7 h 9"/>
                        <a:gd name="T20" fmla="*/ 2 w 8"/>
                        <a:gd name="T21" fmla="*/ 9 h 9"/>
                        <a:gd name="T22" fmla="*/ 4 w 8"/>
                        <a:gd name="T23" fmla="*/ 9 h 9"/>
                        <a:gd name="T24" fmla="*/ 5 w 8"/>
                        <a:gd name="T25" fmla="*/ 7 h 9"/>
                        <a:gd name="T26" fmla="*/ 7 w 8"/>
                        <a:gd name="T27" fmla="*/ 6 h 9"/>
                        <a:gd name="T28" fmla="*/ 8 w 8"/>
                        <a:gd name="T29" fmla="*/ 4 h 9"/>
                        <a:gd name="T30" fmla="*/ 8 w 8"/>
                        <a:gd name="T31" fmla="*/ 3 h 9"/>
                        <a:gd name="T32" fmla="*/ 7 w 8"/>
                        <a:gd name="T33" fmla="*/ 2 h 9"/>
                        <a:gd name="T34" fmla="*/ 5 w 8"/>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5" y="0"/>
                          </a:moveTo>
                          <a:lnTo>
                            <a:pt x="4" y="0"/>
                          </a:lnTo>
                          <a:lnTo>
                            <a:pt x="2" y="0"/>
                          </a:lnTo>
                          <a:lnTo>
                            <a:pt x="1" y="0"/>
                          </a:lnTo>
                          <a:lnTo>
                            <a:pt x="0" y="2"/>
                          </a:lnTo>
                          <a:lnTo>
                            <a:pt x="0" y="3"/>
                          </a:lnTo>
                          <a:lnTo>
                            <a:pt x="0" y="4"/>
                          </a:lnTo>
                          <a:lnTo>
                            <a:pt x="0" y="6"/>
                          </a:lnTo>
                          <a:lnTo>
                            <a:pt x="1" y="7"/>
                          </a:lnTo>
                          <a:lnTo>
                            <a:pt x="2" y="9"/>
                          </a:lnTo>
                          <a:lnTo>
                            <a:pt x="4" y="9"/>
                          </a:lnTo>
                          <a:lnTo>
                            <a:pt x="5" y="7"/>
                          </a:lnTo>
                          <a:lnTo>
                            <a:pt x="7" y="6"/>
                          </a:lnTo>
                          <a:lnTo>
                            <a:pt x="8" y="4"/>
                          </a:lnTo>
                          <a:lnTo>
                            <a:pt x="8" y="3"/>
                          </a:lnTo>
                          <a:lnTo>
                            <a:pt x="7" y="2"/>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75" name="Freeform 287"/>
                    <p:cNvSpPr>
                      <a:spLocks/>
                    </p:cNvSpPr>
                    <p:nvPr/>
                  </p:nvSpPr>
                  <p:spPr bwMode="auto">
                    <a:xfrm>
                      <a:off x="3926" y="2199"/>
                      <a:ext cx="9" cy="8"/>
                    </a:xfrm>
                    <a:custGeom>
                      <a:avLst/>
                      <a:gdLst>
                        <a:gd name="T0" fmla="*/ 7 w 9"/>
                        <a:gd name="T1" fmla="*/ 0 h 8"/>
                        <a:gd name="T2" fmla="*/ 6 w 9"/>
                        <a:gd name="T3" fmla="*/ 0 h 8"/>
                        <a:gd name="T4" fmla="*/ 4 w 9"/>
                        <a:gd name="T5" fmla="*/ 0 h 8"/>
                        <a:gd name="T6" fmla="*/ 3 w 9"/>
                        <a:gd name="T7" fmla="*/ 0 h 8"/>
                        <a:gd name="T8" fmla="*/ 2 w 9"/>
                        <a:gd name="T9" fmla="*/ 1 h 8"/>
                        <a:gd name="T10" fmla="*/ 0 w 9"/>
                        <a:gd name="T11" fmla="*/ 3 h 8"/>
                        <a:gd name="T12" fmla="*/ 0 w 9"/>
                        <a:gd name="T13" fmla="*/ 4 h 8"/>
                        <a:gd name="T14" fmla="*/ 2 w 9"/>
                        <a:gd name="T15" fmla="*/ 6 h 8"/>
                        <a:gd name="T16" fmla="*/ 3 w 9"/>
                        <a:gd name="T17" fmla="*/ 7 h 8"/>
                        <a:gd name="T18" fmla="*/ 3 w 9"/>
                        <a:gd name="T19" fmla="*/ 7 h 8"/>
                        <a:gd name="T20" fmla="*/ 4 w 9"/>
                        <a:gd name="T21" fmla="*/ 8 h 8"/>
                        <a:gd name="T22" fmla="*/ 6 w 9"/>
                        <a:gd name="T23" fmla="*/ 8 h 8"/>
                        <a:gd name="T24" fmla="*/ 7 w 9"/>
                        <a:gd name="T25" fmla="*/ 7 h 8"/>
                        <a:gd name="T26" fmla="*/ 9 w 9"/>
                        <a:gd name="T27" fmla="*/ 6 h 8"/>
                        <a:gd name="T28" fmla="*/ 9 w 9"/>
                        <a:gd name="T29" fmla="*/ 4 h 8"/>
                        <a:gd name="T30" fmla="*/ 9 w 9"/>
                        <a:gd name="T31" fmla="*/ 3 h 8"/>
                        <a:gd name="T32" fmla="*/ 9 w 9"/>
                        <a:gd name="T33" fmla="*/ 1 h 8"/>
                        <a:gd name="T34" fmla="*/ 7 w 9"/>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7" y="0"/>
                          </a:moveTo>
                          <a:lnTo>
                            <a:pt x="6" y="0"/>
                          </a:lnTo>
                          <a:lnTo>
                            <a:pt x="4" y="0"/>
                          </a:lnTo>
                          <a:lnTo>
                            <a:pt x="3" y="0"/>
                          </a:lnTo>
                          <a:lnTo>
                            <a:pt x="2" y="1"/>
                          </a:lnTo>
                          <a:lnTo>
                            <a:pt x="0" y="3"/>
                          </a:lnTo>
                          <a:lnTo>
                            <a:pt x="0" y="4"/>
                          </a:lnTo>
                          <a:lnTo>
                            <a:pt x="2" y="6"/>
                          </a:lnTo>
                          <a:lnTo>
                            <a:pt x="3" y="7"/>
                          </a:lnTo>
                          <a:lnTo>
                            <a:pt x="4" y="8"/>
                          </a:lnTo>
                          <a:lnTo>
                            <a:pt x="6" y="8"/>
                          </a:lnTo>
                          <a:lnTo>
                            <a:pt x="7" y="7"/>
                          </a:lnTo>
                          <a:lnTo>
                            <a:pt x="9" y="6"/>
                          </a:lnTo>
                          <a:lnTo>
                            <a:pt x="9" y="4"/>
                          </a:lnTo>
                          <a:lnTo>
                            <a:pt x="9" y="3"/>
                          </a:lnTo>
                          <a:lnTo>
                            <a:pt x="9" y="1"/>
                          </a:lnTo>
                          <a:lnTo>
                            <a:pt x="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76" name="Freeform 288"/>
                    <p:cNvSpPr>
                      <a:spLocks/>
                    </p:cNvSpPr>
                    <p:nvPr/>
                  </p:nvSpPr>
                  <p:spPr bwMode="auto">
                    <a:xfrm>
                      <a:off x="3939" y="2210"/>
                      <a:ext cx="9" cy="9"/>
                    </a:xfrm>
                    <a:custGeom>
                      <a:avLst/>
                      <a:gdLst>
                        <a:gd name="T0" fmla="*/ 7 w 9"/>
                        <a:gd name="T1" fmla="*/ 0 h 9"/>
                        <a:gd name="T2" fmla="*/ 6 w 9"/>
                        <a:gd name="T3" fmla="*/ 0 h 9"/>
                        <a:gd name="T4" fmla="*/ 5 w 9"/>
                        <a:gd name="T5" fmla="*/ 0 h 9"/>
                        <a:gd name="T6" fmla="*/ 3 w 9"/>
                        <a:gd name="T7" fmla="*/ 0 h 9"/>
                        <a:gd name="T8" fmla="*/ 2 w 9"/>
                        <a:gd name="T9" fmla="*/ 2 h 9"/>
                        <a:gd name="T10" fmla="*/ 0 w 9"/>
                        <a:gd name="T11" fmla="*/ 3 h 9"/>
                        <a:gd name="T12" fmla="*/ 0 w 9"/>
                        <a:gd name="T13" fmla="*/ 5 h 9"/>
                        <a:gd name="T14" fmla="*/ 2 w 9"/>
                        <a:gd name="T15" fmla="*/ 6 h 9"/>
                        <a:gd name="T16" fmla="*/ 3 w 9"/>
                        <a:gd name="T17" fmla="*/ 8 h 9"/>
                        <a:gd name="T18" fmla="*/ 3 w 9"/>
                        <a:gd name="T19" fmla="*/ 8 h 9"/>
                        <a:gd name="T20" fmla="*/ 5 w 9"/>
                        <a:gd name="T21" fmla="*/ 9 h 9"/>
                        <a:gd name="T22" fmla="*/ 6 w 9"/>
                        <a:gd name="T23" fmla="*/ 9 h 9"/>
                        <a:gd name="T24" fmla="*/ 7 w 9"/>
                        <a:gd name="T25" fmla="*/ 8 h 9"/>
                        <a:gd name="T26" fmla="*/ 9 w 9"/>
                        <a:gd name="T27" fmla="*/ 6 h 9"/>
                        <a:gd name="T28" fmla="*/ 9 w 9"/>
                        <a:gd name="T29" fmla="*/ 5 h 9"/>
                        <a:gd name="T30" fmla="*/ 9 w 9"/>
                        <a:gd name="T31" fmla="*/ 3 h 9"/>
                        <a:gd name="T32" fmla="*/ 9 w 9"/>
                        <a:gd name="T33" fmla="*/ 2 h 9"/>
                        <a:gd name="T34" fmla="*/ 7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7" y="0"/>
                          </a:moveTo>
                          <a:lnTo>
                            <a:pt x="6" y="0"/>
                          </a:lnTo>
                          <a:lnTo>
                            <a:pt x="5" y="0"/>
                          </a:lnTo>
                          <a:lnTo>
                            <a:pt x="3" y="0"/>
                          </a:lnTo>
                          <a:lnTo>
                            <a:pt x="2" y="2"/>
                          </a:lnTo>
                          <a:lnTo>
                            <a:pt x="0" y="3"/>
                          </a:lnTo>
                          <a:lnTo>
                            <a:pt x="0" y="5"/>
                          </a:lnTo>
                          <a:lnTo>
                            <a:pt x="2" y="6"/>
                          </a:lnTo>
                          <a:lnTo>
                            <a:pt x="3" y="8"/>
                          </a:lnTo>
                          <a:lnTo>
                            <a:pt x="5" y="9"/>
                          </a:lnTo>
                          <a:lnTo>
                            <a:pt x="6" y="9"/>
                          </a:lnTo>
                          <a:lnTo>
                            <a:pt x="7" y="8"/>
                          </a:lnTo>
                          <a:lnTo>
                            <a:pt x="9" y="6"/>
                          </a:lnTo>
                          <a:lnTo>
                            <a:pt x="9" y="5"/>
                          </a:lnTo>
                          <a:lnTo>
                            <a:pt x="9" y="3"/>
                          </a:lnTo>
                          <a:lnTo>
                            <a:pt x="9" y="2"/>
                          </a:lnTo>
                          <a:lnTo>
                            <a:pt x="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77" name="Freeform 289"/>
                    <p:cNvSpPr>
                      <a:spLocks/>
                    </p:cNvSpPr>
                    <p:nvPr/>
                  </p:nvSpPr>
                  <p:spPr bwMode="auto">
                    <a:xfrm>
                      <a:off x="3952" y="2222"/>
                      <a:ext cx="9" cy="9"/>
                    </a:xfrm>
                    <a:custGeom>
                      <a:avLst/>
                      <a:gdLst>
                        <a:gd name="T0" fmla="*/ 8 w 9"/>
                        <a:gd name="T1" fmla="*/ 0 h 9"/>
                        <a:gd name="T2" fmla="*/ 6 w 9"/>
                        <a:gd name="T3" fmla="*/ 0 h 9"/>
                        <a:gd name="T4" fmla="*/ 5 w 9"/>
                        <a:gd name="T5" fmla="*/ 0 h 9"/>
                        <a:gd name="T6" fmla="*/ 3 w 9"/>
                        <a:gd name="T7" fmla="*/ 0 h 9"/>
                        <a:gd name="T8" fmla="*/ 2 w 9"/>
                        <a:gd name="T9" fmla="*/ 1 h 9"/>
                        <a:gd name="T10" fmla="*/ 0 w 9"/>
                        <a:gd name="T11" fmla="*/ 3 h 9"/>
                        <a:gd name="T12" fmla="*/ 0 w 9"/>
                        <a:gd name="T13" fmla="*/ 4 h 9"/>
                        <a:gd name="T14" fmla="*/ 2 w 9"/>
                        <a:gd name="T15" fmla="*/ 6 h 9"/>
                        <a:gd name="T16" fmla="*/ 3 w 9"/>
                        <a:gd name="T17" fmla="*/ 7 h 9"/>
                        <a:gd name="T18" fmla="*/ 3 w 9"/>
                        <a:gd name="T19" fmla="*/ 7 h 9"/>
                        <a:gd name="T20" fmla="*/ 5 w 9"/>
                        <a:gd name="T21" fmla="*/ 9 h 9"/>
                        <a:gd name="T22" fmla="*/ 6 w 9"/>
                        <a:gd name="T23" fmla="*/ 9 h 9"/>
                        <a:gd name="T24" fmla="*/ 8 w 9"/>
                        <a:gd name="T25" fmla="*/ 7 h 9"/>
                        <a:gd name="T26" fmla="*/ 9 w 9"/>
                        <a:gd name="T27" fmla="*/ 6 h 9"/>
                        <a:gd name="T28" fmla="*/ 9 w 9"/>
                        <a:gd name="T29" fmla="*/ 4 h 9"/>
                        <a:gd name="T30" fmla="*/ 9 w 9"/>
                        <a:gd name="T31" fmla="*/ 3 h 9"/>
                        <a:gd name="T32" fmla="*/ 9 w 9"/>
                        <a:gd name="T33" fmla="*/ 1 h 9"/>
                        <a:gd name="T34" fmla="*/ 8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8" y="0"/>
                          </a:moveTo>
                          <a:lnTo>
                            <a:pt x="6" y="0"/>
                          </a:lnTo>
                          <a:lnTo>
                            <a:pt x="5" y="0"/>
                          </a:lnTo>
                          <a:lnTo>
                            <a:pt x="3" y="0"/>
                          </a:lnTo>
                          <a:lnTo>
                            <a:pt x="2" y="1"/>
                          </a:lnTo>
                          <a:lnTo>
                            <a:pt x="0" y="3"/>
                          </a:lnTo>
                          <a:lnTo>
                            <a:pt x="0" y="4"/>
                          </a:lnTo>
                          <a:lnTo>
                            <a:pt x="2" y="6"/>
                          </a:lnTo>
                          <a:lnTo>
                            <a:pt x="3" y="7"/>
                          </a:lnTo>
                          <a:lnTo>
                            <a:pt x="5" y="9"/>
                          </a:lnTo>
                          <a:lnTo>
                            <a:pt x="6" y="9"/>
                          </a:lnTo>
                          <a:lnTo>
                            <a:pt x="8" y="7"/>
                          </a:lnTo>
                          <a:lnTo>
                            <a:pt x="9" y="6"/>
                          </a:lnTo>
                          <a:lnTo>
                            <a:pt x="9" y="4"/>
                          </a:lnTo>
                          <a:lnTo>
                            <a:pt x="9" y="3"/>
                          </a:lnTo>
                          <a:lnTo>
                            <a:pt x="9" y="1"/>
                          </a:lnTo>
                          <a:lnTo>
                            <a:pt x="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78" name="Freeform 290"/>
                    <p:cNvSpPr>
                      <a:spLocks/>
                    </p:cNvSpPr>
                    <p:nvPr/>
                  </p:nvSpPr>
                  <p:spPr bwMode="auto">
                    <a:xfrm>
                      <a:off x="3965" y="2234"/>
                      <a:ext cx="9" cy="8"/>
                    </a:xfrm>
                    <a:custGeom>
                      <a:avLst/>
                      <a:gdLst>
                        <a:gd name="T0" fmla="*/ 6 w 9"/>
                        <a:gd name="T1" fmla="*/ 0 h 8"/>
                        <a:gd name="T2" fmla="*/ 5 w 9"/>
                        <a:gd name="T3" fmla="*/ 0 h 8"/>
                        <a:gd name="T4" fmla="*/ 3 w 9"/>
                        <a:gd name="T5" fmla="*/ 0 h 8"/>
                        <a:gd name="T6" fmla="*/ 2 w 9"/>
                        <a:gd name="T7" fmla="*/ 0 h 8"/>
                        <a:gd name="T8" fmla="*/ 0 w 9"/>
                        <a:gd name="T9" fmla="*/ 1 h 8"/>
                        <a:gd name="T10" fmla="*/ 0 w 9"/>
                        <a:gd name="T11" fmla="*/ 3 h 8"/>
                        <a:gd name="T12" fmla="*/ 0 w 9"/>
                        <a:gd name="T13" fmla="*/ 4 h 8"/>
                        <a:gd name="T14" fmla="*/ 0 w 9"/>
                        <a:gd name="T15" fmla="*/ 5 h 8"/>
                        <a:gd name="T16" fmla="*/ 2 w 9"/>
                        <a:gd name="T17" fmla="*/ 7 h 8"/>
                        <a:gd name="T18" fmla="*/ 2 w 9"/>
                        <a:gd name="T19" fmla="*/ 7 h 8"/>
                        <a:gd name="T20" fmla="*/ 3 w 9"/>
                        <a:gd name="T21" fmla="*/ 8 h 8"/>
                        <a:gd name="T22" fmla="*/ 5 w 9"/>
                        <a:gd name="T23" fmla="*/ 8 h 8"/>
                        <a:gd name="T24" fmla="*/ 6 w 9"/>
                        <a:gd name="T25" fmla="*/ 7 h 8"/>
                        <a:gd name="T26" fmla="*/ 8 w 9"/>
                        <a:gd name="T27" fmla="*/ 5 h 8"/>
                        <a:gd name="T28" fmla="*/ 9 w 9"/>
                        <a:gd name="T29" fmla="*/ 4 h 8"/>
                        <a:gd name="T30" fmla="*/ 9 w 9"/>
                        <a:gd name="T31" fmla="*/ 3 h 8"/>
                        <a:gd name="T32" fmla="*/ 8 w 9"/>
                        <a:gd name="T33" fmla="*/ 1 h 8"/>
                        <a:gd name="T34" fmla="*/ 6 w 9"/>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6" y="0"/>
                          </a:moveTo>
                          <a:lnTo>
                            <a:pt x="5" y="0"/>
                          </a:lnTo>
                          <a:lnTo>
                            <a:pt x="3" y="0"/>
                          </a:lnTo>
                          <a:lnTo>
                            <a:pt x="2" y="0"/>
                          </a:lnTo>
                          <a:lnTo>
                            <a:pt x="0" y="1"/>
                          </a:lnTo>
                          <a:lnTo>
                            <a:pt x="0" y="3"/>
                          </a:lnTo>
                          <a:lnTo>
                            <a:pt x="0" y="4"/>
                          </a:lnTo>
                          <a:lnTo>
                            <a:pt x="0" y="5"/>
                          </a:lnTo>
                          <a:lnTo>
                            <a:pt x="2" y="7"/>
                          </a:lnTo>
                          <a:lnTo>
                            <a:pt x="3" y="8"/>
                          </a:lnTo>
                          <a:lnTo>
                            <a:pt x="5" y="8"/>
                          </a:lnTo>
                          <a:lnTo>
                            <a:pt x="6" y="7"/>
                          </a:lnTo>
                          <a:lnTo>
                            <a:pt x="8" y="5"/>
                          </a:lnTo>
                          <a:lnTo>
                            <a:pt x="9" y="4"/>
                          </a:lnTo>
                          <a:lnTo>
                            <a:pt x="9" y="3"/>
                          </a:lnTo>
                          <a:lnTo>
                            <a:pt x="8" y="1"/>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79" name="Freeform 291"/>
                    <p:cNvSpPr>
                      <a:spLocks/>
                    </p:cNvSpPr>
                    <p:nvPr/>
                  </p:nvSpPr>
                  <p:spPr bwMode="auto">
                    <a:xfrm>
                      <a:off x="3978" y="2245"/>
                      <a:ext cx="9" cy="9"/>
                    </a:xfrm>
                    <a:custGeom>
                      <a:avLst/>
                      <a:gdLst>
                        <a:gd name="T0" fmla="*/ 8 w 9"/>
                        <a:gd name="T1" fmla="*/ 0 h 9"/>
                        <a:gd name="T2" fmla="*/ 6 w 9"/>
                        <a:gd name="T3" fmla="*/ 0 h 9"/>
                        <a:gd name="T4" fmla="*/ 5 w 9"/>
                        <a:gd name="T5" fmla="*/ 0 h 9"/>
                        <a:gd name="T6" fmla="*/ 3 w 9"/>
                        <a:gd name="T7" fmla="*/ 0 h 9"/>
                        <a:gd name="T8" fmla="*/ 2 w 9"/>
                        <a:gd name="T9" fmla="*/ 2 h 9"/>
                        <a:gd name="T10" fmla="*/ 0 w 9"/>
                        <a:gd name="T11" fmla="*/ 3 h 9"/>
                        <a:gd name="T12" fmla="*/ 0 w 9"/>
                        <a:gd name="T13" fmla="*/ 5 h 9"/>
                        <a:gd name="T14" fmla="*/ 2 w 9"/>
                        <a:gd name="T15" fmla="*/ 6 h 9"/>
                        <a:gd name="T16" fmla="*/ 3 w 9"/>
                        <a:gd name="T17" fmla="*/ 7 h 9"/>
                        <a:gd name="T18" fmla="*/ 3 w 9"/>
                        <a:gd name="T19" fmla="*/ 7 h 9"/>
                        <a:gd name="T20" fmla="*/ 5 w 9"/>
                        <a:gd name="T21" fmla="*/ 9 h 9"/>
                        <a:gd name="T22" fmla="*/ 6 w 9"/>
                        <a:gd name="T23" fmla="*/ 9 h 9"/>
                        <a:gd name="T24" fmla="*/ 8 w 9"/>
                        <a:gd name="T25" fmla="*/ 7 h 9"/>
                        <a:gd name="T26" fmla="*/ 9 w 9"/>
                        <a:gd name="T27" fmla="*/ 6 h 9"/>
                        <a:gd name="T28" fmla="*/ 9 w 9"/>
                        <a:gd name="T29" fmla="*/ 5 h 9"/>
                        <a:gd name="T30" fmla="*/ 9 w 9"/>
                        <a:gd name="T31" fmla="*/ 3 h 9"/>
                        <a:gd name="T32" fmla="*/ 9 w 9"/>
                        <a:gd name="T33" fmla="*/ 2 h 9"/>
                        <a:gd name="T34" fmla="*/ 8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8" y="0"/>
                          </a:moveTo>
                          <a:lnTo>
                            <a:pt x="6" y="0"/>
                          </a:lnTo>
                          <a:lnTo>
                            <a:pt x="5" y="0"/>
                          </a:lnTo>
                          <a:lnTo>
                            <a:pt x="3" y="0"/>
                          </a:lnTo>
                          <a:lnTo>
                            <a:pt x="2" y="2"/>
                          </a:lnTo>
                          <a:lnTo>
                            <a:pt x="0" y="3"/>
                          </a:lnTo>
                          <a:lnTo>
                            <a:pt x="0" y="5"/>
                          </a:lnTo>
                          <a:lnTo>
                            <a:pt x="2" y="6"/>
                          </a:lnTo>
                          <a:lnTo>
                            <a:pt x="3" y="7"/>
                          </a:lnTo>
                          <a:lnTo>
                            <a:pt x="5" y="9"/>
                          </a:lnTo>
                          <a:lnTo>
                            <a:pt x="6" y="9"/>
                          </a:lnTo>
                          <a:lnTo>
                            <a:pt x="8" y="7"/>
                          </a:lnTo>
                          <a:lnTo>
                            <a:pt x="9" y="6"/>
                          </a:lnTo>
                          <a:lnTo>
                            <a:pt x="9" y="5"/>
                          </a:lnTo>
                          <a:lnTo>
                            <a:pt x="9" y="3"/>
                          </a:lnTo>
                          <a:lnTo>
                            <a:pt x="9" y="2"/>
                          </a:lnTo>
                          <a:lnTo>
                            <a:pt x="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grpSp>
              <p:grpSp>
                <p:nvGrpSpPr>
                  <p:cNvPr id="29" name="Group 28"/>
                  <p:cNvGrpSpPr/>
                  <p:nvPr/>
                </p:nvGrpSpPr>
                <p:grpSpPr>
                  <a:xfrm>
                    <a:off x="2165350" y="2533650"/>
                    <a:ext cx="5284788" cy="1771650"/>
                    <a:chOff x="2165350" y="2533650"/>
                    <a:chExt cx="5284788" cy="1771650"/>
                  </a:xfrm>
                </p:grpSpPr>
                <p:grpSp>
                  <p:nvGrpSpPr>
                    <p:cNvPr id="30" name="Group 238"/>
                    <p:cNvGrpSpPr>
                      <a:grpSpLocks/>
                    </p:cNvGrpSpPr>
                    <p:nvPr/>
                  </p:nvGrpSpPr>
                  <p:grpSpPr bwMode="auto">
                    <a:xfrm>
                      <a:off x="5707063" y="3087688"/>
                      <a:ext cx="546100" cy="122237"/>
                      <a:chOff x="3607" y="1897"/>
                      <a:chExt cx="344" cy="77"/>
                    </a:xfrm>
                  </p:grpSpPr>
                  <p:sp>
                    <p:nvSpPr>
                      <p:cNvPr id="228" name="Freeform 239"/>
                      <p:cNvSpPr>
                        <a:spLocks/>
                      </p:cNvSpPr>
                      <p:nvPr/>
                    </p:nvSpPr>
                    <p:spPr bwMode="auto">
                      <a:xfrm>
                        <a:off x="3607" y="1897"/>
                        <a:ext cx="8" cy="8"/>
                      </a:xfrm>
                      <a:custGeom>
                        <a:avLst/>
                        <a:gdLst>
                          <a:gd name="T0" fmla="*/ 5 w 8"/>
                          <a:gd name="T1" fmla="*/ 0 h 8"/>
                          <a:gd name="T2" fmla="*/ 4 w 8"/>
                          <a:gd name="T3" fmla="*/ 0 h 8"/>
                          <a:gd name="T4" fmla="*/ 3 w 8"/>
                          <a:gd name="T5" fmla="*/ 1 h 8"/>
                          <a:gd name="T6" fmla="*/ 1 w 8"/>
                          <a:gd name="T7" fmla="*/ 2 h 8"/>
                          <a:gd name="T8" fmla="*/ 0 w 8"/>
                          <a:gd name="T9" fmla="*/ 4 h 8"/>
                          <a:gd name="T10" fmla="*/ 0 w 8"/>
                          <a:gd name="T11" fmla="*/ 4 h 8"/>
                          <a:gd name="T12" fmla="*/ 1 w 8"/>
                          <a:gd name="T13" fmla="*/ 5 h 8"/>
                          <a:gd name="T14" fmla="*/ 3 w 8"/>
                          <a:gd name="T15" fmla="*/ 7 h 8"/>
                          <a:gd name="T16" fmla="*/ 4 w 8"/>
                          <a:gd name="T17" fmla="*/ 8 h 8"/>
                          <a:gd name="T18" fmla="*/ 4 w 8"/>
                          <a:gd name="T19" fmla="*/ 8 h 8"/>
                          <a:gd name="T20" fmla="*/ 4 w 8"/>
                          <a:gd name="T21" fmla="*/ 8 h 8"/>
                          <a:gd name="T22" fmla="*/ 5 w 8"/>
                          <a:gd name="T23" fmla="*/ 7 h 8"/>
                          <a:gd name="T24" fmla="*/ 7 w 8"/>
                          <a:gd name="T25" fmla="*/ 5 h 8"/>
                          <a:gd name="T26" fmla="*/ 8 w 8"/>
                          <a:gd name="T27" fmla="*/ 4 h 8"/>
                          <a:gd name="T28" fmla="*/ 8 w 8"/>
                          <a:gd name="T29" fmla="*/ 4 h 8"/>
                          <a:gd name="T30" fmla="*/ 7 w 8"/>
                          <a:gd name="T31" fmla="*/ 2 h 8"/>
                          <a:gd name="T32" fmla="*/ 5 w 8"/>
                          <a:gd name="T33" fmla="*/ 1 h 8"/>
                          <a:gd name="T34" fmla="*/ 5 w 8"/>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8"/>
                          <a:gd name="T56" fmla="*/ 8 w 8"/>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8">
                            <a:moveTo>
                              <a:pt x="5" y="0"/>
                            </a:moveTo>
                            <a:lnTo>
                              <a:pt x="4" y="0"/>
                            </a:lnTo>
                            <a:lnTo>
                              <a:pt x="3" y="1"/>
                            </a:lnTo>
                            <a:lnTo>
                              <a:pt x="1" y="2"/>
                            </a:lnTo>
                            <a:lnTo>
                              <a:pt x="0" y="4"/>
                            </a:lnTo>
                            <a:lnTo>
                              <a:pt x="1" y="5"/>
                            </a:lnTo>
                            <a:lnTo>
                              <a:pt x="3" y="7"/>
                            </a:lnTo>
                            <a:lnTo>
                              <a:pt x="4" y="8"/>
                            </a:lnTo>
                            <a:lnTo>
                              <a:pt x="5" y="7"/>
                            </a:lnTo>
                            <a:lnTo>
                              <a:pt x="7" y="5"/>
                            </a:lnTo>
                            <a:lnTo>
                              <a:pt x="8" y="4"/>
                            </a:lnTo>
                            <a:lnTo>
                              <a:pt x="7" y="2"/>
                            </a:lnTo>
                            <a:lnTo>
                              <a:pt x="5"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29" name="Freeform 240"/>
                      <p:cNvSpPr>
                        <a:spLocks/>
                      </p:cNvSpPr>
                      <p:nvPr/>
                    </p:nvSpPr>
                    <p:spPr bwMode="auto">
                      <a:xfrm>
                        <a:off x="3623" y="1904"/>
                        <a:ext cx="8" cy="9"/>
                      </a:xfrm>
                      <a:custGeom>
                        <a:avLst/>
                        <a:gdLst>
                          <a:gd name="T0" fmla="*/ 5 w 8"/>
                          <a:gd name="T1" fmla="*/ 1 h 9"/>
                          <a:gd name="T2" fmla="*/ 4 w 8"/>
                          <a:gd name="T3" fmla="*/ 0 h 9"/>
                          <a:gd name="T4" fmla="*/ 3 w 8"/>
                          <a:gd name="T5" fmla="*/ 0 h 9"/>
                          <a:gd name="T6" fmla="*/ 1 w 8"/>
                          <a:gd name="T7" fmla="*/ 1 h 9"/>
                          <a:gd name="T8" fmla="*/ 0 w 8"/>
                          <a:gd name="T9" fmla="*/ 3 h 9"/>
                          <a:gd name="T10" fmla="*/ 0 w 8"/>
                          <a:gd name="T11" fmla="*/ 4 h 9"/>
                          <a:gd name="T12" fmla="*/ 0 w 8"/>
                          <a:gd name="T13" fmla="*/ 6 h 9"/>
                          <a:gd name="T14" fmla="*/ 0 w 8"/>
                          <a:gd name="T15" fmla="*/ 7 h 9"/>
                          <a:gd name="T16" fmla="*/ 1 w 8"/>
                          <a:gd name="T17" fmla="*/ 9 h 9"/>
                          <a:gd name="T18" fmla="*/ 1 w 8"/>
                          <a:gd name="T19" fmla="*/ 9 h 9"/>
                          <a:gd name="T20" fmla="*/ 3 w 8"/>
                          <a:gd name="T21" fmla="*/ 9 h 9"/>
                          <a:gd name="T22" fmla="*/ 4 w 8"/>
                          <a:gd name="T23" fmla="*/ 9 h 9"/>
                          <a:gd name="T24" fmla="*/ 5 w 8"/>
                          <a:gd name="T25" fmla="*/ 9 h 9"/>
                          <a:gd name="T26" fmla="*/ 7 w 8"/>
                          <a:gd name="T27" fmla="*/ 7 h 9"/>
                          <a:gd name="T28" fmla="*/ 8 w 8"/>
                          <a:gd name="T29" fmla="*/ 6 h 9"/>
                          <a:gd name="T30" fmla="*/ 8 w 8"/>
                          <a:gd name="T31" fmla="*/ 4 h 9"/>
                          <a:gd name="T32" fmla="*/ 7 w 8"/>
                          <a:gd name="T33" fmla="*/ 3 h 9"/>
                          <a:gd name="T34" fmla="*/ 5 w 8"/>
                          <a:gd name="T35" fmla="*/ 1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5" y="1"/>
                            </a:moveTo>
                            <a:lnTo>
                              <a:pt x="4" y="0"/>
                            </a:lnTo>
                            <a:lnTo>
                              <a:pt x="3" y="0"/>
                            </a:lnTo>
                            <a:lnTo>
                              <a:pt x="1" y="1"/>
                            </a:lnTo>
                            <a:lnTo>
                              <a:pt x="0" y="3"/>
                            </a:lnTo>
                            <a:lnTo>
                              <a:pt x="0" y="4"/>
                            </a:lnTo>
                            <a:lnTo>
                              <a:pt x="0" y="6"/>
                            </a:lnTo>
                            <a:lnTo>
                              <a:pt x="0" y="7"/>
                            </a:lnTo>
                            <a:lnTo>
                              <a:pt x="1" y="9"/>
                            </a:lnTo>
                            <a:lnTo>
                              <a:pt x="3" y="9"/>
                            </a:lnTo>
                            <a:lnTo>
                              <a:pt x="4" y="9"/>
                            </a:lnTo>
                            <a:lnTo>
                              <a:pt x="5" y="9"/>
                            </a:lnTo>
                            <a:lnTo>
                              <a:pt x="7" y="7"/>
                            </a:lnTo>
                            <a:lnTo>
                              <a:pt x="8" y="6"/>
                            </a:lnTo>
                            <a:lnTo>
                              <a:pt x="8" y="4"/>
                            </a:lnTo>
                            <a:lnTo>
                              <a:pt x="7" y="3"/>
                            </a:lnTo>
                            <a:lnTo>
                              <a:pt x="5"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30" name="Freeform 241"/>
                      <p:cNvSpPr>
                        <a:spLocks/>
                      </p:cNvSpPr>
                      <p:nvPr/>
                    </p:nvSpPr>
                    <p:spPr bwMode="auto">
                      <a:xfrm>
                        <a:off x="3637" y="1913"/>
                        <a:ext cx="9" cy="8"/>
                      </a:xfrm>
                      <a:custGeom>
                        <a:avLst/>
                        <a:gdLst>
                          <a:gd name="T0" fmla="*/ 7 w 9"/>
                          <a:gd name="T1" fmla="*/ 1 h 8"/>
                          <a:gd name="T2" fmla="*/ 6 w 9"/>
                          <a:gd name="T3" fmla="*/ 0 h 8"/>
                          <a:gd name="T4" fmla="*/ 4 w 9"/>
                          <a:gd name="T5" fmla="*/ 0 h 8"/>
                          <a:gd name="T6" fmla="*/ 3 w 9"/>
                          <a:gd name="T7" fmla="*/ 1 h 8"/>
                          <a:gd name="T8" fmla="*/ 2 w 9"/>
                          <a:gd name="T9" fmla="*/ 2 h 8"/>
                          <a:gd name="T10" fmla="*/ 0 w 9"/>
                          <a:gd name="T11" fmla="*/ 4 h 8"/>
                          <a:gd name="T12" fmla="*/ 0 w 9"/>
                          <a:gd name="T13" fmla="*/ 5 h 8"/>
                          <a:gd name="T14" fmla="*/ 2 w 9"/>
                          <a:gd name="T15" fmla="*/ 7 h 8"/>
                          <a:gd name="T16" fmla="*/ 3 w 9"/>
                          <a:gd name="T17" fmla="*/ 8 h 8"/>
                          <a:gd name="T18" fmla="*/ 3 w 9"/>
                          <a:gd name="T19" fmla="*/ 8 h 8"/>
                          <a:gd name="T20" fmla="*/ 4 w 9"/>
                          <a:gd name="T21" fmla="*/ 8 h 8"/>
                          <a:gd name="T22" fmla="*/ 6 w 9"/>
                          <a:gd name="T23" fmla="*/ 8 h 8"/>
                          <a:gd name="T24" fmla="*/ 7 w 9"/>
                          <a:gd name="T25" fmla="*/ 8 h 8"/>
                          <a:gd name="T26" fmla="*/ 9 w 9"/>
                          <a:gd name="T27" fmla="*/ 7 h 8"/>
                          <a:gd name="T28" fmla="*/ 9 w 9"/>
                          <a:gd name="T29" fmla="*/ 5 h 8"/>
                          <a:gd name="T30" fmla="*/ 9 w 9"/>
                          <a:gd name="T31" fmla="*/ 4 h 8"/>
                          <a:gd name="T32" fmla="*/ 9 w 9"/>
                          <a:gd name="T33" fmla="*/ 2 h 8"/>
                          <a:gd name="T34" fmla="*/ 7 w 9"/>
                          <a:gd name="T35" fmla="*/ 1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7" y="1"/>
                            </a:moveTo>
                            <a:lnTo>
                              <a:pt x="6" y="0"/>
                            </a:lnTo>
                            <a:lnTo>
                              <a:pt x="4" y="0"/>
                            </a:lnTo>
                            <a:lnTo>
                              <a:pt x="3" y="1"/>
                            </a:lnTo>
                            <a:lnTo>
                              <a:pt x="2" y="2"/>
                            </a:lnTo>
                            <a:lnTo>
                              <a:pt x="0" y="4"/>
                            </a:lnTo>
                            <a:lnTo>
                              <a:pt x="0" y="5"/>
                            </a:lnTo>
                            <a:lnTo>
                              <a:pt x="2" y="7"/>
                            </a:lnTo>
                            <a:lnTo>
                              <a:pt x="3" y="8"/>
                            </a:lnTo>
                            <a:lnTo>
                              <a:pt x="4" y="8"/>
                            </a:lnTo>
                            <a:lnTo>
                              <a:pt x="6" y="8"/>
                            </a:lnTo>
                            <a:lnTo>
                              <a:pt x="7" y="8"/>
                            </a:lnTo>
                            <a:lnTo>
                              <a:pt x="9" y="7"/>
                            </a:lnTo>
                            <a:lnTo>
                              <a:pt x="9" y="5"/>
                            </a:lnTo>
                            <a:lnTo>
                              <a:pt x="9" y="4"/>
                            </a:lnTo>
                            <a:lnTo>
                              <a:pt x="9" y="2"/>
                            </a:lnTo>
                            <a:lnTo>
                              <a:pt x="7"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31" name="Freeform 242"/>
                      <p:cNvSpPr>
                        <a:spLocks/>
                      </p:cNvSpPr>
                      <p:nvPr/>
                    </p:nvSpPr>
                    <p:spPr bwMode="auto">
                      <a:xfrm>
                        <a:off x="3653" y="1921"/>
                        <a:ext cx="9" cy="9"/>
                      </a:xfrm>
                      <a:custGeom>
                        <a:avLst/>
                        <a:gdLst>
                          <a:gd name="T0" fmla="*/ 6 w 9"/>
                          <a:gd name="T1" fmla="*/ 2 h 9"/>
                          <a:gd name="T2" fmla="*/ 4 w 9"/>
                          <a:gd name="T3" fmla="*/ 0 h 9"/>
                          <a:gd name="T4" fmla="*/ 3 w 9"/>
                          <a:gd name="T5" fmla="*/ 0 h 9"/>
                          <a:gd name="T6" fmla="*/ 2 w 9"/>
                          <a:gd name="T7" fmla="*/ 2 h 9"/>
                          <a:gd name="T8" fmla="*/ 0 w 9"/>
                          <a:gd name="T9" fmla="*/ 3 h 9"/>
                          <a:gd name="T10" fmla="*/ 0 w 9"/>
                          <a:gd name="T11" fmla="*/ 5 h 9"/>
                          <a:gd name="T12" fmla="*/ 0 w 9"/>
                          <a:gd name="T13" fmla="*/ 6 h 9"/>
                          <a:gd name="T14" fmla="*/ 0 w 9"/>
                          <a:gd name="T15" fmla="*/ 8 h 9"/>
                          <a:gd name="T16" fmla="*/ 2 w 9"/>
                          <a:gd name="T17" fmla="*/ 9 h 9"/>
                          <a:gd name="T18" fmla="*/ 2 w 9"/>
                          <a:gd name="T19" fmla="*/ 9 h 9"/>
                          <a:gd name="T20" fmla="*/ 3 w 9"/>
                          <a:gd name="T21" fmla="*/ 9 h 9"/>
                          <a:gd name="T22" fmla="*/ 4 w 9"/>
                          <a:gd name="T23" fmla="*/ 9 h 9"/>
                          <a:gd name="T24" fmla="*/ 6 w 9"/>
                          <a:gd name="T25" fmla="*/ 9 h 9"/>
                          <a:gd name="T26" fmla="*/ 7 w 9"/>
                          <a:gd name="T27" fmla="*/ 8 h 9"/>
                          <a:gd name="T28" fmla="*/ 9 w 9"/>
                          <a:gd name="T29" fmla="*/ 6 h 9"/>
                          <a:gd name="T30" fmla="*/ 9 w 9"/>
                          <a:gd name="T31" fmla="*/ 5 h 9"/>
                          <a:gd name="T32" fmla="*/ 7 w 9"/>
                          <a:gd name="T33" fmla="*/ 3 h 9"/>
                          <a:gd name="T34" fmla="*/ 6 w 9"/>
                          <a:gd name="T35" fmla="*/ 2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6" y="2"/>
                            </a:moveTo>
                            <a:lnTo>
                              <a:pt x="4" y="0"/>
                            </a:lnTo>
                            <a:lnTo>
                              <a:pt x="3" y="0"/>
                            </a:lnTo>
                            <a:lnTo>
                              <a:pt x="2" y="2"/>
                            </a:lnTo>
                            <a:lnTo>
                              <a:pt x="0" y="3"/>
                            </a:lnTo>
                            <a:lnTo>
                              <a:pt x="0" y="5"/>
                            </a:lnTo>
                            <a:lnTo>
                              <a:pt x="0" y="6"/>
                            </a:lnTo>
                            <a:lnTo>
                              <a:pt x="0" y="8"/>
                            </a:lnTo>
                            <a:lnTo>
                              <a:pt x="2" y="9"/>
                            </a:lnTo>
                            <a:lnTo>
                              <a:pt x="3" y="9"/>
                            </a:lnTo>
                            <a:lnTo>
                              <a:pt x="4" y="9"/>
                            </a:lnTo>
                            <a:lnTo>
                              <a:pt x="6" y="9"/>
                            </a:lnTo>
                            <a:lnTo>
                              <a:pt x="7" y="8"/>
                            </a:lnTo>
                            <a:lnTo>
                              <a:pt x="9" y="6"/>
                            </a:lnTo>
                            <a:lnTo>
                              <a:pt x="9" y="5"/>
                            </a:lnTo>
                            <a:lnTo>
                              <a:pt x="7" y="3"/>
                            </a:lnTo>
                            <a:lnTo>
                              <a:pt x="6"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32" name="Freeform 243"/>
                      <p:cNvSpPr>
                        <a:spLocks/>
                      </p:cNvSpPr>
                      <p:nvPr/>
                    </p:nvSpPr>
                    <p:spPr bwMode="auto">
                      <a:xfrm>
                        <a:off x="3668" y="1930"/>
                        <a:ext cx="8" cy="9"/>
                      </a:xfrm>
                      <a:custGeom>
                        <a:avLst/>
                        <a:gdLst>
                          <a:gd name="T0" fmla="*/ 7 w 8"/>
                          <a:gd name="T1" fmla="*/ 1 h 9"/>
                          <a:gd name="T2" fmla="*/ 5 w 8"/>
                          <a:gd name="T3" fmla="*/ 0 h 9"/>
                          <a:gd name="T4" fmla="*/ 4 w 8"/>
                          <a:gd name="T5" fmla="*/ 0 h 9"/>
                          <a:gd name="T6" fmla="*/ 3 w 8"/>
                          <a:gd name="T7" fmla="*/ 1 h 9"/>
                          <a:gd name="T8" fmla="*/ 1 w 8"/>
                          <a:gd name="T9" fmla="*/ 3 h 9"/>
                          <a:gd name="T10" fmla="*/ 0 w 8"/>
                          <a:gd name="T11" fmla="*/ 4 h 9"/>
                          <a:gd name="T12" fmla="*/ 0 w 8"/>
                          <a:gd name="T13" fmla="*/ 6 h 9"/>
                          <a:gd name="T14" fmla="*/ 1 w 8"/>
                          <a:gd name="T15" fmla="*/ 7 h 9"/>
                          <a:gd name="T16" fmla="*/ 3 w 8"/>
                          <a:gd name="T17" fmla="*/ 9 h 9"/>
                          <a:gd name="T18" fmla="*/ 3 w 8"/>
                          <a:gd name="T19" fmla="*/ 9 h 9"/>
                          <a:gd name="T20" fmla="*/ 4 w 8"/>
                          <a:gd name="T21" fmla="*/ 9 h 9"/>
                          <a:gd name="T22" fmla="*/ 5 w 8"/>
                          <a:gd name="T23" fmla="*/ 9 h 9"/>
                          <a:gd name="T24" fmla="*/ 7 w 8"/>
                          <a:gd name="T25" fmla="*/ 9 h 9"/>
                          <a:gd name="T26" fmla="*/ 8 w 8"/>
                          <a:gd name="T27" fmla="*/ 7 h 9"/>
                          <a:gd name="T28" fmla="*/ 8 w 8"/>
                          <a:gd name="T29" fmla="*/ 6 h 9"/>
                          <a:gd name="T30" fmla="*/ 8 w 8"/>
                          <a:gd name="T31" fmla="*/ 4 h 9"/>
                          <a:gd name="T32" fmla="*/ 8 w 8"/>
                          <a:gd name="T33" fmla="*/ 3 h 9"/>
                          <a:gd name="T34" fmla="*/ 7 w 8"/>
                          <a:gd name="T35" fmla="*/ 1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7" y="1"/>
                            </a:moveTo>
                            <a:lnTo>
                              <a:pt x="5" y="0"/>
                            </a:lnTo>
                            <a:lnTo>
                              <a:pt x="4" y="0"/>
                            </a:lnTo>
                            <a:lnTo>
                              <a:pt x="3" y="1"/>
                            </a:lnTo>
                            <a:lnTo>
                              <a:pt x="1" y="3"/>
                            </a:lnTo>
                            <a:lnTo>
                              <a:pt x="0" y="4"/>
                            </a:lnTo>
                            <a:lnTo>
                              <a:pt x="0" y="6"/>
                            </a:lnTo>
                            <a:lnTo>
                              <a:pt x="1" y="7"/>
                            </a:lnTo>
                            <a:lnTo>
                              <a:pt x="3" y="9"/>
                            </a:lnTo>
                            <a:lnTo>
                              <a:pt x="4" y="9"/>
                            </a:lnTo>
                            <a:lnTo>
                              <a:pt x="5" y="9"/>
                            </a:lnTo>
                            <a:lnTo>
                              <a:pt x="7" y="9"/>
                            </a:lnTo>
                            <a:lnTo>
                              <a:pt x="8" y="7"/>
                            </a:lnTo>
                            <a:lnTo>
                              <a:pt x="8" y="6"/>
                            </a:lnTo>
                            <a:lnTo>
                              <a:pt x="8" y="4"/>
                            </a:lnTo>
                            <a:lnTo>
                              <a:pt x="8" y="3"/>
                            </a:lnTo>
                            <a:lnTo>
                              <a:pt x="7"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33" name="Freeform 244"/>
                      <p:cNvSpPr>
                        <a:spLocks/>
                      </p:cNvSpPr>
                      <p:nvPr/>
                    </p:nvSpPr>
                    <p:spPr bwMode="auto">
                      <a:xfrm>
                        <a:off x="3684" y="1939"/>
                        <a:ext cx="8" cy="8"/>
                      </a:xfrm>
                      <a:custGeom>
                        <a:avLst/>
                        <a:gdLst>
                          <a:gd name="T0" fmla="*/ 4 w 8"/>
                          <a:gd name="T1" fmla="*/ 0 h 8"/>
                          <a:gd name="T2" fmla="*/ 3 w 8"/>
                          <a:gd name="T3" fmla="*/ 0 h 8"/>
                          <a:gd name="T4" fmla="*/ 1 w 8"/>
                          <a:gd name="T5" fmla="*/ 0 h 8"/>
                          <a:gd name="T6" fmla="*/ 0 w 8"/>
                          <a:gd name="T7" fmla="*/ 1 h 8"/>
                          <a:gd name="T8" fmla="*/ 0 w 8"/>
                          <a:gd name="T9" fmla="*/ 3 h 8"/>
                          <a:gd name="T10" fmla="*/ 0 w 8"/>
                          <a:gd name="T11" fmla="*/ 4 h 8"/>
                          <a:gd name="T12" fmla="*/ 0 w 8"/>
                          <a:gd name="T13" fmla="*/ 5 h 8"/>
                          <a:gd name="T14" fmla="*/ 1 w 8"/>
                          <a:gd name="T15" fmla="*/ 7 h 8"/>
                          <a:gd name="T16" fmla="*/ 3 w 8"/>
                          <a:gd name="T17" fmla="*/ 8 h 8"/>
                          <a:gd name="T18" fmla="*/ 3 w 8"/>
                          <a:gd name="T19" fmla="*/ 8 h 8"/>
                          <a:gd name="T20" fmla="*/ 4 w 8"/>
                          <a:gd name="T21" fmla="*/ 8 h 8"/>
                          <a:gd name="T22" fmla="*/ 5 w 8"/>
                          <a:gd name="T23" fmla="*/ 7 h 8"/>
                          <a:gd name="T24" fmla="*/ 7 w 8"/>
                          <a:gd name="T25" fmla="*/ 5 h 8"/>
                          <a:gd name="T26" fmla="*/ 8 w 8"/>
                          <a:gd name="T27" fmla="*/ 4 h 8"/>
                          <a:gd name="T28" fmla="*/ 8 w 8"/>
                          <a:gd name="T29" fmla="*/ 3 h 8"/>
                          <a:gd name="T30" fmla="*/ 7 w 8"/>
                          <a:gd name="T31" fmla="*/ 1 h 8"/>
                          <a:gd name="T32" fmla="*/ 5 w 8"/>
                          <a:gd name="T33" fmla="*/ 0 h 8"/>
                          <a:gd name="T34" fmla="*/ 4 w 8"/>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8"/>
                          <a:gd name="T56" fmla="*/ 8 w 8"/>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8">
                            <a:moveTo>
                              <a:pt x="4" y="0"/>
                            </a:moveTo>
                            <a:lnTo>
                              <a:pt x="3" y="0"/>
                            </a:lnTo>
                            <a:lnTo>
                              <a:pt x="1" y="0"/>
                            </a:lnTo>
                            <a:lnTo>
                              <a:pt x="0" y="1"/>
                            </a:lnTo>
                            <a:lnTo>
                              <a:pt x="0" y="3"/>
                            </a:lnTo>
                            <a:lnTo>
                              <a:pt x="0" y="4"/>
                            </a:lnTo>
                            <a:lnTo>
                              <a:pt x="0" y="5"/>
                            </a:lnTo>
                            <a:lnTo>
                              <a:pt x="1" y="7"/>
                            </a:lnTo>
                            <a:lnTo>
                              <a:pt x="3" y="8"/>
                            </a:lnTo>
                            <a:lnTo>
                              <a:pt x="4" y="8"/>
                            </a:lnTo>
                            <a:lnTo>
                              <a:pt x="5" y="7"/>
                            </a:lnTo>
                            <a:lnTo>
                              <a:pt x="7" y="5"/>
                            </a:lnTo>
                            <a:lnTo>
                              <a:pt x="8" y="4"/>
                            </a:lnTo>
                            <a:lnTo>
                              <a:pt x="8" y="3"/>
                            </a:lnTo>
                            <a:lnTo>
                              <a:pt x="7" y="1"/>
                            </a:lnTo>
                            <a:lnTo>
                              <a:pt x="5"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34" name="Freeform 245"/>
                      <p:cNvSpPr>
                        <a:spLocks/>
                      </p:cNvSpPr>
                      <p:nvPr/>
                    </p:nvSpPr>
                    <p:spPr bwMode="auto">
                      <a:xfrm>
                        <a:off x="3700" y="1946"/>
                        <a:ext cx="8" cy="9"/>
                      </a:xfrm>
                      <a:custGeom>
                        <a:avLst/>
                        <a:gdLst>
                          <a:gd name="T0" fmla="*/ 4 w 8"/>
                          <a:gd name="T1" fmla="*/ 0 h 9"/>
                          <a:gd name="T2" fmla="*/ 2 w 8"/>
                          <a:gd name="T3" fmla="*/ 0 h 9"/>
                          <a:gd name="T4" fmla="*/ 1 w 8"/>
                          <a:gd name="T5" fmla="*/ 0 h 9"/>
                          <a:gd name="T6" fmla="*/ 0 w 8"/>
                          <a:gd name="T7" fmla="*/ 1 h 9"/>
                          <a:gd name="T8" fmla="*/ 0 w 8"/>
                          <a:gd name="T9" fmla="*/ 3 h 9"/>
                          <a:gd name="T10" fmla="*/ 0 w 8"/>
                          <a:gd name="T11" fmla="*/ 4 h 9"/>
                          <a:gd name="T12" fmla="*/ 0 w 8"/>
                          <a:gd name="T13" fmla="*/ 6 h 9"/>
                          <a:gd name="T14" fmla="*/ 1 w 8"/>
                          <a:gd name="T15" fmla="*/ 7 h 9"/>
                          <a:gd name="T16" fmla="*/ 2 w 8"/>
                          <a:gd name="T17" fmla="*/ 9 h 9"/>
                          <a:gd name="T18" fmla="*/ 2 w 8"/>
                          <a:gd name="T19" fmla="*/ 9 h 9"/>
                          <a:gd name="T20" fmla="*/ 4 w 8"/>
                          <a:gd name="T21" fmla="*/ 9 h 9"/>
                          <a:gd name="T22" fmla="*/ 5 w 8"/>
                          <a:gd name="T23" fmla="*/ 7 h 9"/>
                          <a:gd name="T24" fmla="*/ 7 w 8"/>
                          <a:gd name="T25" fmla="*/ 6 h 9"/>
                          <a:gd name="T26" fmla="*/ 8 w 8"/>
                          <a:gd name="T27" fmla="*/ 4 h 9"/>
                          <a:gd name="T28" fmla="*/ 8 w 8"/>
                          <a:gd name="T29" fmla="*/ 3 h 9"/>
                          <a:gd name="T30" fmla="*/ 7 w 8"/>
                          <a:gd name="T31" fmla="*/ 1 h 9"/>
                          <a:gd name="T32" fmla="*/ 5 w 8"/>
                          <a:gd name="T33" fmla="*/ 0 h 9"/>
                          <a:gd name="T34" fmla="*/ 4 w 8"/>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4" y="0"/>
                            </a:moveTo>
                            <a:lnTo>
                              <a:pt x="2" y="0"/>
                            </a:lnTo>
                            <a:lnTo>
                              <a:pt x="1" y="0"/>
                            </a:lnTo>
                            <a:lnTo>
                              <a:pt x="0" y="1"/>
                            </a:lnTo>
                            <a:lnTo>
                              <a:pt x="0" y="3"/>
                            </a:lnTo>
                            <a:lnTo>
                              <a:pt x="0" y="4"/>
                            </a:lnTo>
                            <a:lnTo>
                              <a:pt x="0" y="6"/>
                            </a:lnTo>
                            <a:lnTo>
                              <a:pt x="1" y="7"/>
                            </a:lnTo>
                            <a:lnTo>
                              <a:pt x="2" y="9"/>
                            </a:lnTo>
                            <a:lnTo>
                              <a:pt x="4" y="9"/>
                            </a:lnTo>
                            <a:lnTo>
                              <a:pt x="5" y="7"/>
                            </a:lnTo>
                            <a:lnTo>
                              <a:pt x="7" y="6"/>
                            </a:lnTo>
                            <a:lnTo>
                              <a:pt x="8" y="4"/>
                            </a:lnTo>
                            <a:lnTo>
                              <a:pt x="8" y="3"/>
                            </a:lnTo>
                            <a:lnTo>
                              <a:pt x="7" y="1"/>
                            </a:lnTo>
                            <a:lnTo>
                              <a:pt x="5"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35" name="Freeform 246"/>
                      <p:cNvSpPr>
                        <a:spLocks/>
                      </p:cNvSpPr>
                      <p:nvPr/>
                    </p:nvSpPr>
                    <p:spPr bwMode="auto">
                      <a:xfrm>
                        <a:off x="3716" y="1952"/>
                        <a:ext cx="8" cy="8"/>
                      </a:xfrm>
                      <a:custGeom>
                        <a:avLst/>
                        <a:gdLst>
                          <a:gd name="T0" fmla="*/ 4 w 8"/>
                          <a:gd name="T1" fmla="*/ 0 h 8"/>
                          <a:gd name="T2" fmla="*/ 2 w 8"/>
                          <a:gd name="T3" fmla="*/ 0 h 8"/>
                          <a:gd name="T4" fmla="*/ 1 w 8"/>
                          <a:gd name="T5" fmla="*/ 1 h 8"/>
                          <a:gd name="T6" fmla="*/ 0 w 8"/>
                          <a:gd name="T7" fmla="*/ 3 h 8"/>
                          <a:gd name="T8" fmla="*/ 0 w 8"/>
                          <a:gd name="T9" fmla="*/ 4 h 8"/>
                          <a:gd name="T10" fmla="*/ 0 w 8"/>
                          <a:gd name="T11" fmla="*/ 6 h 8"/>
                          <a:gd name="T12" fmla="*/ 0 w 8"/>
                          <a:gd name="T13" fmla="*/ 7 h 8"/>
                          <a:gd name="T14" fmla="*/ 1 w 8"/>
                          <a:gd name="T15" fmla="*/ 8 h 8"/>
                          <a:gd name="T16" fmla="*/ 2 w 8"/>
                          <a:gd name="T17" fmla="*/ 8 h 8"/>
                          <a:gd name="T18" fmla="*/ 2 w 8"/>
                          <a:gd name="T19" fmla="*/ 8 h 8"/>
                          <a:gd name="T20" fmla="*/ 4 w 8"/>
                          <a:gd name="T21" fmla="*/ 8 h 8"/>
                          <a:gd name="T22" fmla="*/ 5 w 8"/>
                          <a:gd name="T23" fmla="*/ 8 h 8"/>
                          <a:gd name="T24" fmla="*/ 7 w 8"/>
                          <a:gd name="T25" fmla="*/ 7 h 8"/>
                          <a:gd name="T26" fmla="*/ 8 w 8"/>
                          <a:gd name="T27" fmla="*/ 6 h 8"/>
                          <a:gd name="T28" fmla="*/ 8 w 8"/>
                          <a:gd name="T29" fmla="*/ 4 h 8"/>
                          <a:gd name="T30" fmla="*/ 7 w 8"/>
                          <a:gd name="T31" fmla="*/ 3 h 8"/>
                          <a:gd name="T32" fmla="*/ 5 w 8"/>
                          <a:gd name="T33" fmla="*/ 1 h 8"/>
                          <a:gd name="T34" fmla="*/ 4 w 8"/>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8"/>
                          <a:gd name="T56" fmla="*/ 8 w 8"/>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8">
                            <a:moveTo>
                              <a:pt x="4" y="0"/>
                            </a:moveTo>
                            <a:lnTo>
                              <a:pt x="2" y="0"/>
                            </a:lnTo>
                            <a:lnTo>
                              <a:pt x="1" y="1"/>
                            </a:lnTo>
                            <a:lnTo>
                              <a:pt x="0" y="3"/>
                            </a:lnTo>
                            <a:lnTo>
                              <a:pt x="0" y="4"/>
                            </a:lnTo>
                            <a:lnTo>
                              <a:pt x="0" y="6"/>
                            </a:lnTo>
                            <a:lnTo>
                              <a:pt x="0" y="7"/>
                            </a:lnTo>
                            <a:lnTo>
                              <a:pt x="1" y="8"/>
                            </a:lnTo>
                            <a:lnTo>
                              <a:pt x="2" y="8"/>
                            </a:lnTo>
                            <a:lnTo>
                              <a:pt x="4" y="8"/>
                            </a:lnTo>
                            <a:lnTo>
                              <a:pt x="5" y="8"/>
                            </a:lnTo>
                            <a:lnTo>
                              <a:pt x="7" y="7"/>
                            </a:lnTo>
                            <a:lnTo>
                              <a:pt x="8" y="6"/>
                            </a:lnTo>
                            <a:lnTo>
                              <a:pt x="8" y="4"/>
                            </a:lnTo>
                            <a:lnTo>
                              <a:pt x="7" y="3"/>
                            </a:lnTo>
                            <a:lnTo>
                              <a:pt x="5" y="1"/>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36" name="Freeform 247"/>
                      <p:cNvSpPr>
                        <a:spLocks/>
                      </p:cNvSpPr>
                      <p:nvPr/>
                    </p:nvSpPr>
                    <p:spPr bwMode="auto">
                      <a:xfrm>
                        <a:off x="3732" y="1959"/>
                        <a:ext cx="8" cy="9"/>
                      </a:xfrm>
                      <a:custGeom>
                        <a:avLst/>
                        <a:gdLst>
                          <a:gd name="T0" fmla="*/ 4 w 8"/>
                          <a:gd name="T1" fmla="*/ 0 h 9"/>
                          <a:gd name="T2" fmla="*/ 2 w 8"/>
                          <a:gd name="T3" fmla="*/ 0 h 9"/>
                          <a:gd name="T4" fmla="*/ 1 w 8"/>
                          <a:gd name="T5" fmla="*/ 0 h 9"/>
                          <a:gd name="T6" fmla="*/ 0 w 8"/>
                          <a:gd name="T7" fmla="*/ 1 h 9"/>
                          <a:gd name="T8" fmla="*/ 0 w 8"/>
                          <a:gd name="T9" fmla="*/ 3 h 9"/>
                          <a:gd name="T10" fmla="*/ 0 w 8"/>
                          <a:gd name="T11" fmla="*/ 4 h 9"/>
                          <a:gd name="T12" fmla="*/ 0 w 8"/>
                          <a:gd name="T13" fmla="*/ 6 h 9"/>
                          <a:gd name="T14" fmla="*/ 1 w 8"/>
                          <a:gd name="T15" fmla="*/ 7 h 9"/>
                          <a:gd name="T16" fmla="*/ 2 w 8"/>
                          <a:gd name="T17" fmla="*/ 9 h 9"/>
                          <a:gd name="T18" fmla="*/ 2 w 8"/>
                          <a:gd name="T19" fmla="*/ 9 h 9"/>
                          <a:gd name="T20" fmla="*/ 4 w 8"/>
                          <a:gd name="T21" fmla="*/ 9 h 9"/>
                          <a:gd name="T22" fmla="*/ 5 w 8"/>
                          <a:gd name="T23" fmla="*/ 7 h 9"/>
                          <a:gd name="T24" fmla="*/ 7 w 8"/>
                          <a:gd name="T25" fmla="*/ 6 h 9"/>
                          <a:gd name="T26" fmla="*/ 8 w 8"/>
                          <a:gd name="T27" fmla="*/ 4 h 9"/>
                          <a:gd name="T28" fmla="*/ 8 w 8"/>
                          <a:gd name="T29" fmla="*/ 3 h 9"/>
                          <a:gd name="T30" fmla="*/ 7 w 8"/>
                          <a:gd name="T31" fmla="*/ 1 h 9"/>
                          <a:gd name="T32" fmla="*/ 5 w 8"/>
                          <a:gd name="T33" fmla="*/ 0 h 9"/>
                          <a:gd name="T34" fmla="*/ 4 w 8"/>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4" y="0"/>
                            </a:moveTo>
                            <a:lnTo>
                              <a:pt x="2" y="0"/>
                            </a:lnTo>
                            <a:lnTo>
                              <a:pt x="1" y="0"/>
                            </a:lnTo>
                            <a:lnTo>
                              <a:pt x="0" y="1"/>
                            </a:lnTo>
                            <a:lnTo>
                              <a:pt x="0" y="3"/>
                            </a:lnTo>
                            <a:lnTo>
                              <a:pt x="0" y="4"/>
                            </a:lnTo>
                            <a:lnTo>
                              <a:pt x="0" y="6"/>
                            </a:lnTo>
                            <a:lnTo>
                              <a:pt x="1" y="7"/>
                            </a:lnTo>
                            <a:lnTo>
                              <a:pt x="2" y="9"/>
                            </a:lnTo>
                            <a:lnTo>
                              <a:pt x="4" y="9"/>
                            </a:lnTo>
                            <a:lnTo>
                              <a:pt x="5" y="7"/>
                            </a:lnTo>
                            <a:lnTo>
                              <a:pt x="7" y="6"/>
                            </a:lnTo>
                            <a:lnTo>
                              <a:pt x="8" y="4"/>
                            </a:lnTo>
                            <a:lnTo>
                              <a:pt x="8" y="3"/>
                            </a:lnTo>
                            <a:lnTo>
                              <a:pt x="7" y="1"/>
                            </a:lnTo>
                            <a:lnTo>
                              <a:pt x="5"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37" name="Freeform 248"/>
                      <p:cNvSpPr>
                        <a:spLocks/>
                      </p:cNvSpPr>
                      <p:nvPr/>
                    </p:nvSpPr>
                    <p:spPr bwMode="auto">
                      <a:xfrm>
                        <a:off x="3747" y="1963"/>
                        <a:ext cx="9" cy="9"/>
                      </a:xfrm>
                      <a:custGeom>
                        <a:avLst/>
                        <a:gdLst>
                          <a:gd name="T0" fmla="*/ 6 w 9"/>
                          <a:gd name="T1" fmla="*/ 0 h 9"/>
                          <a:gd name="T2" fmla="*/ 5 w 9"/>
                          <a:gd name="T3" fmla="*/ 0 h 9"/>
                          <a:gd name="T4" fmla="*/ 3 w 9"/>
                          <a:gd name="T5" fmla="*/ 0 h 9"/>
                          <a:gd name="T6" fmla="*/ 2 w 9"/>
                          <a:gd name="T7" fmla="*/ 2 h 9"/>
                          <a:gd name="T8" fmla="*/ 0 w 9"/>
                          <a:gd name="T9" fmla="*/ 3 h 9"/>
                          <a:gd name="T10" fmla="*/ 0 w 9"/>
                          <a:gd name="T11" fmla="*/ 5 h 9"/>
                          <a:gd name="T12" fmla="*/ 2 w 9"/>
                          <a:gd name="T13" fmla="*/ 6 h 9"/>
                          <a:gd name="T14" fmla="*/ 3 w 9"/>
                          <a:gd name="T15" fmla="*/ 8 h 9"/>
                          <a:gd name="T16" fmla="*/ 5 w 9"/>
                          <a:gd name="T17" fmla="*/ 9 h 9"/>
                          <a:gd name="T18" fmla="*/ 5 w 9"/>
                          <a:gd name="T19" fmla="*/ 9 h 9"/>
                          <a:gd name="T20" fmla="*/ 6 w 9"/>
                          <a:gd name="T21" fmla="*/ 9 h 9"/>
                          <a:gd name="T22" fmla="*/ 8 w 9"/>
                          <a:gd name="T23" fmla="*/ 8 h 9"/>
                          <a:gd name="T24" fmla="*/ 9 w 9"/>
                          <a:gd name="T25" fmla="*/ 6 h 9"/>
                          <a:gd name="T26" fmla="*/ 9 w 9"/>
                          <a:gd name="T27" fmla="*/ 5 h 9"/>
                          <a:gd name="T28" fmla="*/ 9 w 9"/>
                          <a:gd name="T29" fmla="*/ 3 h 9"/>
                          <a:gd name="T30" fmla="*/ 9 w 9"/>
                          <a:gd name="T31" fmla="*/ 2 h 9"/>
                          <a:gd name="T32" fmla="*/ 8 w 9"/>
                          <a:gd name="T33" fmla="*/ 0 h 9"/>
                          <a:gd name="T34" fmla="*/ 6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6" y="0"/>
                            </a:moveTo>
                            <a:lnTo>
                              <a:pt x="5" y="0"/>
                            </a:lnTo>
                            <a:lnTo>
                              <a:pt x="3" y="0"/>
                            </a:lnTo>
                            <a:lnTo>
                              <a:pt x="2" y="2"/>
                            </a:lnTo>
                            <a:lnTo>
                              <a:pt x="0" y="3"/>
                            </a:lnTo>
                            <a:lnTo>
                              <a:pt x="0" y="5"/>
                            </a:lnTo>
                            <a:lnTo>
                              <a:pt x="2" y="6"/>
                            </a:lnTo>
                            <a:lnTo>
                              <a:pt x="3" y="8"/>
                            </a:lnTo>
                            <a:lnTo>
                              <a:pt x="5" y="9"/>
                            </a:lnTo>
                            <a:lnTo>
                              <a:pt x="6" y="9"/>
                            </a:lnTo>
                            <a:lnTo>
                              <a:pt x="8" y="8"/>
                            </a:lnTo>
                            <a:lnTo>
                              <a:pt x="9" y="6"/>
                            </a:lnTo>
                            <a:lnTo>
                              <a:pt x="9" y="5"/>
                            </a:lnTo>
                            <a:lnTo>
                              <a:pt x="9" y="3"/>
                            </a:lnTo>
                            <a:lnTo>
                              <a:pt x="9" y="2"/>
                            </a:lnTo>
                            <a:lnTo>
                              <a:pt x="8" y="0"/>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38" name="Freeform 249"/>
                      <p:cNvSpPr>
                        <a:spLocks/>
                      </p:cNvSpPr>
                      <p:nvPr/>
                    </p:nvSpPr>
                    <p:spPr bwMode="auto">
                      <a:xfrm>
                        <a:off x="3765" y="1965"/>
                        <a:ext cx="9" cy="9"/>
                      </a:xfrm>
                      <a:custGeom>
                        <a:avLst/>
                        <a:gdLst>
                          <a:gd name="T0" fmla="*/ 6 w 9"/>
                          <a:gd name="T1" fmla="*/ 0 h 9"/>
                          <a:gd name="T2" fmla="*/ 4 w 9"/>
                          <a:gd name="T3" fmla="*/ 0 h 9"/>
                          <a:gd name="T4" fmla="*/ 3 w 9"/>
                          <a:gd name="T5" fmla="*/ 1 h 9"/>
                          <a:gd name="T6" fmla="*/ 1 w 9"/>
                          <a:gd name="T7" fmla="*/ 3 h 9"/>
                          <a:gd name="T8" fmla="*/ 0 w 9"/>
                          <a:gd name="T9" fmla="*/ 4 h 9"/>
                          <a:gd name="T10" fmla="*/ 0 w 9"/>
                          <a:gd name="T11" fmla="*/ 6 h 9"/>
                          <a:gd name="T12" fmla="*/ 1 w 9"/>
                          <a:gd name="T13" fmla="*/ 7 h 9"/>
                          <a:gd name="T14" fmla="*/ 3 w 9"/>
                          <a:gd name="T15" fmla="*/ 9 h 9"/>
                          <a:gd name="T16" fmla="*/ 4 w 9"/>
                          <a:gd name="T17" fmla="*/ 9 h 9"/>
                          <a:gd name="T18" fmla="*/ 4 w 9"/>
                          <a:gd name="T19" fmla="*/ 9 h 9"/>
                          <a:gd name="T20" fmla="*/ 6 w 9"/>
                          <a:gd name="T21" fmla="*/ 9 h 9"/>
                          <a:gd name="T22" fmla="*/ 7 w 9"/>
                          <a:gd name="T23" fmla="*/ 9 h 9"/>
                          <a:gd name="T24" fmla="*/ 9 w 9"/>
                          <a:gd name="T25" fmla="*/ 7 h 9"/>
                          <a:gd name="T26" fmla="*/ 9 w 9"/>
                          <a:gd name="T27" fmla="*/ 6 h 9"/>
                          <a:gd name="T28" fmla="*/ 9 w 9"/>
                          <a:gd name="T29" fmla="*/ 4 h 9"/>
                          <a:gd name="T30" fmla="*/ 9 w 9"/>
                          <a:gd name="T31" fmla="*/ 3 h 9"/>
                          <a:gd name="T32" fmla="*/ 7 w 9"/>
                          <a:gd name="T33" fmla="*/ 1 h 9"/>
                          <a:gd name="T34" fmla="*/ 6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6" y="0"/>
                            </a:moveTo>
                            <a:lnTo>
                              <a:pt x="4" y="0"/>
                            </a:lnTo>
                            <a:lnTo>
                              <a:pt x="3" y="1"/>
                            </a:lnTo>
                            <a:lnTo>
                              <a:pt x="1" y="3"/>
                            </a:lnTo>
                            <a:lnTo>
                              <a:pt x="0" y="4"/>
                            </a:lnTo>
                            <a:lnTo>
                              <a:pt x="0" y="6"/>
                            </a:lnTo>
                            <a:lnTo>
                              <a:pt x="1" y="7"/>
                            </a:lnTo>
                            <a:lnTo>
                              <a:pt x="3" y="9"/>
                            </a:lnTo>
                            <a:lnTo>
                              <a:pt x="4" y="9"/>
                            </a:lnTo>
                            <a:lnTo>
                              <a:pt x="6" y="9"/>
                            </a:lnTo>
                            <a:lnTo>
                              <a:pt x="7" y="9"/>
                            </a:lnTo>
                            <a:lnTo>
                              <a:pt x="9" y="7"/>
                            </a:lnTo>
                            <a:lnTo>
                              <a:pt x="9" y="6"/>
                            </a:lnTo>
                            <a:lnTo>
                              <a:pt x="9" y="4"/>
                            </a:lnTo>
                            <a:lnTo>
                              <a:pt x="9" y="3"/>
                            </a:lnTo>
                            <a:lnTo>
                              <a:pt x="7" y="1"/>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39" name="Freeform 250"/>
                      <p:cNvSpPr>
                        <a:spLocks/>
                      </p:cNvSpPr>
                      <p:nvPr/>
                    </p:nvSpPr>
                    <p:spPr bwMode="auto">
                      <a:xfrm>
                        <a:off x="3782" y="1965"/>
                        <a:ext cx="9" cy="9"/>
                      </a:xfrm>
                      <a:custGeom>
                        <a:avLst/>
                        <a:gdLst>
                          <a:gd name="T0" fmla="*/ 6 w 9"/>
                          <a:gd name="T1" fmla="*/ 0 h 9"/>
                          <a:gd name="T2" fmla="*/ 5 w 9"/>
                          <a:gd name="T3" fmla="*/ 0 h 9"/>
                          <a:gd name="T4" fmla="*/ 3 w 9"/>
                          <a:gd name="T5" fmla="*/ 1 h 9"/>
                          <a:gd name="T6" fmla="*/ 2 w 9"/>
                          <a:gd name="T7" fmla="*/ 3 h 9"/>
                          <a:gd name="T8" fmla="*/ 0 w 9"/>
                          <a:gd name="T9" fmla="*/ 4 h 9"/>
                          <a:gd name="T10" fmla="*/ 0 w 9"/>
                          <a:gd name="T11" fmla="*/ 6 h 9"/>
                          <a:gd name="T12" fmla="*/ 2 w 9"/>
                          <a:gd name="T13" fmla="*/ 7 h 9"/>
                          <a:gd name="T14" fmla="*/ 3 w 9"/>
                          <a:gd name="T15" fmla="*/ 9 h 9"/>
                          <a:gd name="T16" fmla="*/ 5 w 9"/>
                          <a:gd name="T17" fmla="*/ 9 h 9"/>
                          <a:gd name="T18" fmla="*/ 5 w 9"/>
                          <a:gd name="T19" fmla="*/ 9 h 9"/>
                          <a:gd name="T20" fmla="*/ 6 w 9"/>
                          <a:gd name="T21" fmla="*/ 9 h 9"/>
                          <a:gd name="T22" fmla="*/ 8 w 9"/>
                          <a:gd name="T23" fmla="*/ 9 h 9"/>
                          <a:gd name="T24" fmla="*/ 9 w 9"/>
                          <a:gd name="T25" fmla="*/ 7 h 9"/>
                          <a:gd name="T26" fmla="*/ 9 w 9"/>
                          <a:gd name="T27" fmla="*/ 6 h 9"/>
                          <a:gd name="T28" fmla="*/ 9 w 9"/>
                          <a:gd name="T29" fmla="*/ 4 h 9"/>
                          <a:gd name="T30" fmla="*/ 9 w 9"/>
                          <a:gd name="T31" fmla="*/ 3 h 9"/>
                          <a:gd name="T32" fmla="*/ 8 w 9"/>
                          <a:gd name="T33" fmla="*/ 1 h 9"/>
                          <a:gd name="T34" fmla="*/ 6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6" y="0"/>
                            </a:moveTo>
                            <a:lnTo>
                              <a:pt x="5" y="0"/>
                            </a:lnTo>
                            <a:lnTo>
                              <a:pt x="3" y="1"/>
                            </a:lnTo>
                            <a:lnTo>
                              <a:pt x="2" y="3"/>
                            </a:lnTo>
                            <a:lnTo>
                              <a:pt x="0" y="4"/>
                            </a:lnTo>
                            <a:lnTo>
                              <a:pt x="0" y="6"/>
                            </a:lnTo>
                            <a:lnTo>
                              <a:pt x="2" y="7"/>
                            </a:lnTo>
                            <a:lnTo>
                              <a:pt x="3" y="9"/>
                            </a:lnTo>
                            <a:lnTo>
                              <a:pt x="5" y="9"/>
                            </a:lnTo>
                            <a:lnTo>
                              <a:pt x="6" y="9"/>
                            </a:lnTo>
                            <a:lnTo>
                              <a:pt x="8" y="9"/>
                            </a:lnTo>
                            <a:lnTo>
                              <a:pt x="9" y="7"/>
                            </a:lnTo>
                            <a:lnTo>
                              <a:pt x="9" y="6"/>
                            </a:lnTo>
                            <a:lnTo>
                              <a:pt x="9" y="4"/>
                            </a:lnTo>
                            <a:lnTo>
                              <a:pt x="9" y="3"/>
                            </a:lnTo>
                            <a:lnTo>
                              <a:pt x="8" y="1"/>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40" name="Freeform 251"/>
                      <p:cNvSpPr>
                        <a:spLocks/>
                      </p:cNvSpPr>
                      <p:nvPr/>
                    </p:nvSpPr>
                    <p:spPr bwMode="auto">
                      <a:xfrm>
                        <a:off x="3800" y="1962"/>
                        <a:ext cx="8" cy="9"/>
                      </a:xfrm>
                      <a:custGeom>
                        <a:avLst/>
                        <a:gdLst>
                          <a:gd name="T0" fmla="*/ 4 w 8"/>
                          <a:gd name="T1" fmla="*/ 0 h 9"/>
                          <a:gd name="T2" fmla="*/ 3 w 8"/>
                          <a:gd name="T3" fmla="*/ 1 h 9"/>
                          <a:gd name="T4" fmla="*/ 1 w 8"/>
                          <a:gd name="T5" fmla="*/ 3 h 9"/>
                          <a:gd name="T6" fmla="*/ 0 w 8"/>
                          <a:gd name="T7" fmla="*/ 4 h 9"/>
                          <a:gd name="T8" fmla="*/ 0 w 8"/>
                          <a:gd name="T9" fmla="*/ 6 h 9"/>
                          <a:gd name="T10" fmla="*/ 1 w 8"/>
                          <a:gd name="T11" fmla="*/ 7 h 9"/>
                          <a:gd name="T12" fmla="*/ 3 w 8"/>
                          <a:gd name="T13" fmla="*/ 9 h 9"/>
                          <a:gd name="T14" fmla="*/ 4 w 8"/>
                          <a:gd name="T15" fmla="*/ 9 h 9"/>
                          <a:gd name="T16" fmla="*/ 6 w 8"/>
                          <a:gd name="T17" fmla="*/ 9 h 9"/>
                          <a:gd name="T18" fmla="*/ 6 w 8"/>
                          <a:gd name="T19" fmla="*/ 9 h 9"/>
                          <a:gd name="T20" fmla="*/ 7 w 8"/>
                          <a:gd name="T21" fmla="*/ 9 h 9"/>
                          <a:gd name="T22" fmla="*/ 8 w 8"/>
                          <a:gd name="T23" fmla="*/ 7 h 9"/>
                          <a:gd name="T24" fmla="*/ 8 w 8"/>
                          <a:gd name="T25" fmla="*/ 6 h 9"/>
                          <a:gd name="T26" fmla="*/ 8 w 8"/>
                          <a:gd name="T27" fmla="*/ 4 h 9"/>
                          <a:gd name="T28" fmla="*/ 8 w 8"/>
                          <a:gd name="T29" fmla="*/ 3 h 9"/>
                          <a:gd name="T30" fmla="*/ 7 w 8"/>
                          <a:gd name="T31" fmla="*/ 1 h 9"/>
                          <a:gd name="T32" fmla="*/ 6 w 8"/>
                          <a:gd name="T33" fmla="*/ 0 h 9"/>
                          <a:gd name="T34" fmla="*/ 4 w 8"/>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4" y="0"/>
                            </a:moveTo>
                            <a:lnTo>
                              <a:pt x="3" y="1"/>
                            </a:lnTo>
                            <a:lnTo>
                              <a:pt x="1" y="3"/>
                            </a:lnTo>
                            <a:lnTo>
                              <a:pt x="0" y="4"/>
                            </a:lnTo>
                            <a:lnTo>
                              <a:pt x="0" y="6"/>
                            </a:lnTo>
                            <a:lnTo>
                              <a:pt x="1" y="7"/>
                            </a:lnTo>
                            <a:lnTo>
                              <a:pt x="3" y="9"/>
                            </a:lnTo>
                            <a:lnTo>
                              <a:pt x="4" y="9"/>
                            </a:lnTo>
                            <a:lnTo>
                              <a:pt x="6" y="9"/>
                            </a:lnTo>
                            <a:lnTo>
                              <a:pt x="7" y="9"/>
                            </a:lnTo>
                            <a:lnTo>
                              <a:pt x="8" y="7"/>
                            </a:lnTo>
                            <a:lnTo>
                              <a:pt x="8" y="6"/>
                            </a:lnTo>
                            <a:lnTo>
                              <a:pt x="8" y="4"/>
                            </a:lnTo>
                            <a:lnTo>
                              <a:pt x="8" y="3"/>
                            </a:lnTo>
                            <a:lnTo>
                              <a:pt x="7" y="1"/>
                            </a:lnTo>
                            <a:lnTo>
                              <a:pt x="6"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41" name="Freeform 252"/>
                      <p:cNvSpPr>
                        <a:spLocks/>
                      </p:cNvSpPr>
                      <p:nvPr/>
                    </p:nvSpPr>
                    <p:spPr bwMode="auto">
                      <a:xfrm>
                        <a:off x="3817" y="1958"/>
                        <a:ext cx="9" cy="8"/>
                      </a:xfrm>
                      <a:custGeom>
                        <a:avLst/>
                        <a:gdLst>
                          <a:gd name="T0" fmla="*/ 3 w 9"/>
                          <a:gd name="T1" fmla="*/ 0 h 8"/>
                          <a:gd name="T2" fmla="*/ 2 w 9"/>
                          <a:gd name="T3" fmla="*/ 1 h 8"/>
                          <a:gd name="T4" fmla="*/ 0 w 9"/>
                          <a:gd name="T5" fmla="*/ 2 h 8"/>
                          <a:gd name="T6" fmla="*/ 0 w 9"/>
                          <a:gd name="T7" fmla="*/ 4 h 8"/>
                          <a:gd name="T8" fmla="*/ 0 w 9"/>
                          <a:gd name="T9" fmla="*/ 5 h 8"/>
                          <a:gd name="T10" fmla="*/ 0 w 9"/>
                          <a:gd name="T11" fmla="*/ 7 h 8"/>
                          <a:gd name="T12" fmla="*/ 2 w 9"/>
                          <a:gd name="T13" fmla="*/ 8 h 8"/>
                          <a:gd name="T14" fmla="*/ 3 w 9"/>
                          <a:gd name="T15" fmla="*/ 8 h 8"/>
                          <a:gd name="T16" fmla="*/ 5 w 9"/>
                          <a:gd name="T17" fmla="*/ 8 h 8"/>
                          <a:gd name="T18" fmla="*/ 5 w 9"/>
                          <a:gd name="T19" fmla="*/ 8 h 8"/>
                          <a:gd name="T20" fmla="*/ 6 w 9"/>
                          <a:gd name="T21" fmla="*/ 8 h 8"/>
                          <a:gd name="T22" fmla="*/ 7 w 9"/>
                          <a:gd name="T23" fmla="*/ 7 h 8"/>
                          <a:gd name="T24" fmla="*/ 9 w 9"/>
                          <a:gd name="T25" fmla="*/ 5 h 8"/>
                          <a:gd name="T26" fmla="*/ 9 w 9"/>
                          <a:gd name="T27" fmla="*/ 4 h 8"/>
                          <a:gd name="T28" fmla="*/ 7 w 9"/>
                          <a:gd name="T29" fmla="*/ 2 h 8"/>
                          <a:gd name="T30" fmla="*/ 6 w 9"/>
                          <a:gd name="T31" fmla="*/ 1 h 8"/>
                          <a:gd name="T32" fmla="*/ 5 w 9"/>
                          <a:gd name="T33" fmla="*/ 0 h 8"/>
                          <a:gd name="T34" fmla="*/ 3 w 9"/>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3" y="0"/>
                            </a:moveTo>
                            <a:lnTo>
                              <a:pt x="2" y="1"/>
                            </a:lnTo>
                            <a:lnTo>
                              <a:pt x="0" y="2"/>
                            </a:lnTo>
                            <a:lnTo>
                              <a:pt x="0" y="4"/>
                            </a:lnTo>
                            <a:lnTo>
                              <a:pt x="0" y="5"/>
                            </a:lnTo>
                            <a:lnTo>
                              <a:pt x="0" y="7"/>
                            </a:lnTo>
                            <a:lnTo>
                              <a:pt x="2" y="8"/>
                            </a:lnTo>
                            <a:lnTo>
                              <a:pt x="3" y="8"/>
                            </a:lnTo>
                            <a:lnTo>
                              <a:pt x="5" y="8"/>
                            </a:lnTo>
                            <a:lnTo>
                              <a:pt x="6" y="8"/>
                            </a:lnTo>
                            <a:lnTo>
                              <a:pt x="7" y="7"/>
                            </a:lnTo>
                            <a:lnTo>
                              <a:pt x="9" y="5"/>
                            </a:lnTo>
                            <a:lnTo>
                              <a:pt x="9" y="4"/>
                            </a:lnTo>
                            <a:lnTo>
                              <a:pt x="7" y="2"/>
                            </a:lnTo>
                            <a:lnTo>
                              <a:pt x="6" y="1"/>
                            </a:lnTo>
                            <a:lnTo>
                              <a:pt x="5"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42" name="Freeform 253"/>
                      <p:cNvSpPr>
                        <a:spLocks/>
                      </p:cNvSpPr>
                      <p:nvPr/>
                    </p:nvSpPr>
                    <p:spPr bwMode="auto">
                      <a:xfrm>
                        <a:off x="3833" y="1952"/>
                        <a:ext cx="9" cy="8"/>
                      </a:xfrm>
                      <a:custGeom>
                        <a:avLst/>
                        <a:gdLst>
                          <a:gd name="T0" fmla="*/ 3 w 9"/>
                          <a:gd name="T1" fmla="*/ 0 h 8"/>
                          <a:gd name="T2" fmla="*/ 2 w 9"/>
                          <a:gd name="T3" fmla="*/ 1 h 8"/>
                          <a:gd name="T4" fmla="*/ 0 w 9"/>
                          <a:gd name="T5" fmla="*/ 3 h 8"/>
                          <a:gd name="T6" fmla="*/ 0 w 9"/>
                          <a:gd name="T7" fmla="*/ 4 h 8"/>
                          <a:gd name="T8" fmla="*/ 0 w 9"/>
                          <a:gd name="T9" fmla="*/ 6 h 8"/>
                          <a:gd name="T10" fmla="*/ 0 w 9"/>
                          <a:gd name="T11" fmla="*/ 7 h 8"/>
                          <a:gd name="T12" fmla="*/ 2 w 9"/>
                          <a:gd name="T13" fmla="*/ 8 h 8"/>
                          <a:gd name="T14" fmla="*/ 3 w 9"/>
                          <a:gd name="T15" fmla="*/ 8 h 8"/>
                          <a:gd name="T16" fmla="*/ 5 w 9"/>
                          <a:gd name="T17" fmla="*/ 8 h 8"/>
                          <a:gd name="T18" fmla="*/ 5 w 9"/>
                          <a:gd name="T19" fmla="*/ 8 h 8"/>
                          <a:gd name="T20" fmla="*/ 6 w 9"/>
                          <a:gd name="T21" fmla="*/ 8 h 8"/>
                          <a:gd name="T22" fmla="*/ 7 w 9"/>
                          <a:gd name="T23" fmla="*/ 7 h 8"/>
                          <a:gd name="T24" fmla="*/ 9 w 9"/>
                          <a:gd name="T25" fmla="*/ 6 h 8"/>
                          <a:gd name="T26" fmla="*/ 9 w 9"/>
                          <a:gd name="T27" fmla="*/ 4 h 8"/>
                          <a:gd name="T28" fmla="*/ 7 w 9"/>
                          <a:gd name="T29" fmla="*/ 3 h 8"/>
                          <a:gd name="T30" fmla="*/ 6 w 9"/>
                          <a:gd name="T31" fmla="*/ 1 h 8"/>
                          <a:gd name="T32" fmla="*/ 5 w 9"/>
                          <a:gd name="T33" fmla="*/ 0 h 8"/>
                          <a:gd name="T34" fmla="*/ 3 w 9"/>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3" y="0"/>
                            </a:moveTo>
                            <a:lnTo>
                              <a:pt x="2" y="1"/>
                            </a:lnTo>
                            <a:lnTo>
                              <a:pt x="0" y="3"/>
                            </a:lnTo>
                            <a:lnTo>
                              <a:pt x="0" y="4"/>
                            </a:lnTo>
                            <a:lnTo>
                              <a:pt x="0" y="6"/>
                            </a:lnTo>
                            <a:lnTo>
                              <a:pt x="0" y="7"/>
                            </a:lnTo>
                            <a:lnTo>
                              <a:pt x="2" y="8"/>
                            </a:lnTo>
                            <a:lnTo>
                              <a:pt x="3" y="8"/>
                            </a:lnTo>
                            <a:lnTo>
                              <a:pt x="5" y="8"/>
                            </a:lnTo>
                            <a:lnTo>
                              <a:pt x="6" y="8"/>
                            </a:lnTo>
                            <a:lnTo>
                              <a:pt x="7" y="7"/>
                            </a:lnTo>
                            <a:lnTo>
                              <a:pt x="9" y="6"/>
                            </a:lnTo>
                            <a:lnTo>
                              <a:pt x="9" y="4"/>
                            </a:lnTo>
                            <a:lnTo>
                              <a:pt x="7" y="3"/>
                            </a:lnTo>
                            <a:lnTo>
                              <a:pt x="6" y="1"/>
                            </a:lnTo>
                            <a:lnTo>
                              <a:pt x="5"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43" name="Freeform 254"/>
                      <p:cNvSpPr>
                        <a:spLocks/>
                      </p:cNvSpPr>
                      <p:nvPr/>
                    </p:nvSpPr>
                    <p:spPr bwMode="auto">
                      <a:xfrm>
                        <a:off x="3849" y="1944"/>
                        <a:ext cx="9" cy="9"/>
                      </a:xfrm>
                      <a:custGeom>
                        <a:avLst/>
                        <a:gdLst>
                          <a:gd name="T0" fmla="*/ 3 w 9"/>
                          <a:gd name="T1" fmla="*/ 0 h 9"/>
                          <a:gd name="T2" fmla="*/ 2 w 9"/>
                          <a:gd name="T3" fmla="*/ 2 h 9"/>
                          <a:gd name="T4" fmla="*/ 0 w 9"/>
                          <a:gd name="T5" fmla="*/ 3 h 9"/>
                          <a:gd name="T6" fmla="*/ 0 w 9"/>
                          <a:gd name="T7" fmla="*/ 5 h 9"/>
                          <a:gd name="T8" fmla="*/ 0 w 9"/>
                          <a:gd name="T9" fmla="*/ 6 h 9"/>
                          <a:gd name="T10" fmla="*/ 0 w 9"/>
                          <a:gd name="T11" fmla="*/ 8 h 9"/>
                          <a:gd name="T12" fmla="*/ 2 w 9"/>
                          <a:gd name="T13" fmla="*/ 9 h 9"/>
                          <a:gd name="T14" fmla="*/ 3 w 9"/>
                          <a:gd name="T15" fmla="*/ 9 h 9"/>
                          <a:gd name="T16" fmla="*/ 5 w 9"/>
                          <a:gd name="T17" fmla="*/ 9 h 9"/>
                          <a:gd name="T18" fmla="*/ 5 w 9"/>
                          <a:gd name="T19" fmla="*/ 9 h 9"/>
                          <a:gd name="T20" fmla="*/ 6 w 9"/>
                          <a:gd name="T21" fmla="*/ 9 h 9"/>
                          <a:gd name="T22" fmla="*/ 7 w 9"/>
                          <a:gd name="T23" fmla="*/ 8 h 9"/>
                          <a:gd name="T24" fmla="*/ 9 w 9"/>
                          <a:gd name="T25" fmla="*/ 6 h 9"/>
                          <a:gd name="T26" fmla="*/ 9 w 9"/>
                          <a:gd name="T27" fmla="*/ 5 h 9"/>
                          <a:gd name="T28" fmla="*/ 7 w 9"/>
                          <a:gd name="T29" fmla="*/ 3 h 9"/>
                          <a:gd name="T30" fmla="*/ 6 w 9"/>
                          <a:gd name="T31" fmla="*/ 2 h 9"/>
                          <a:gd name="T32" fmla="*/ 5 w 9"/>
                          <a:gd name="T33" fmla="*/ 0 h 9"/>
                          <a:gd name="T34" fmla="*/ 3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3" y="0"/>
                            </a:moveTo>
                            <a:lnTo>
                              <a:pt x="2" y="2"/>
                            </a:lnTo>
                            <a:lnTo>
                              <a:pt x="0" y="3"/>
                            </a:lnTo>
                            <a:lnTo>
                              <a:pt x="0" y="5"/>
                            </a:lnTo>
                            <a:lnTo>
                              <a:pt x="0" y="6"/>
                            </a:lnTo>
                            <a:lnTo>
                              <a:pt x="0" y="8"/>
                            </a:lnTo>
                            <a:lnTo>
                              <a:pt x="2" y="9"/>
                            </a:lnTo>
                            <a:lnTo>
                              <a:pt x="3" y="9"/>
                            </a:lnTo>
                            <a:lnTo>
                              <a:pt x="5" y="9"/>
                            </a:lnTo>
                            <a:lnTo>
                              <a:pt x="6" y="9"/>
                            </a:lnTo>
                            <a:lnTo>
                              <a:pt x="7" y="8"/>
                            </a:lnTo>
                            <a:lnTo>
                              <a:pt x="9" y="6"/>
                            </a:lnTo>
                            <a:lnTo>
                              <a:pt x="9" y="5"/>
                            </a:lnTo>
                            <a:lnTo>
                              <a:pt x="7" y="3"/>
                            </a:lnTo>
                            <a:lnTo>
                              <a:pt x="6" y="2"/>
                            </a:lnTo>
                            <a:lnTo>
                              <a:pt x="5"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44" name="Freeform 255"/>
                      <p:cNvSpPr>
                        <a:spLocks/>
                      </p:cNvSpPr>
                      <p:nvPr/>
                    </p:nvSpPr>
                    <p:spPr bwMode="auto">
                      <a:xfrm>
                        <a:off x="3865" y="1937"/>
                        <a:ext cx="9" cy="9"/>
                      </a:xfrm>
                      <a:custGeom>
                        <a:avLst/>
                        <a:gdLst>
                          <a:gd name="T0" fmla="*/ 3 w 9"/>
                          <a:gd name="T1" fmla="*/ 0 h 9"/>
                          <a:gd name="T2" fmla="*/ 2 w 9"/>
                          <a:gd name="T3" fmla="*/ 2 h 9"/>
                          <a:gd name="T4" fmla="*/ 0 w 9"/>
                          <a:gd name="T5" fmla="*/ 3 h 9"/>
                          <a:gd name="T6" fmla="*/ 0 w 9"/>
                          <a:gd name="T7" fmla="*/ 5 h 9"/>
                          <a:gd name="T8" fmla="*/ 0 w 9"/>
                          <a:gd name="T9" fmla="*/ 6 h 9"/>
                          <a:gd name="T10" fmla="*/ 0 w 9"/>
                          <a:gd name="T11" fmla="*/ 7 h 9"/>
                          <a:gd name="T12" fmla="*/ 2 w 9"/>
                          <a:gd name="T13" fmla="*/ 9 h 9"/>
                          <a:gd name="T14" fmla="*/ 3 w 9"/>
                          <a:gd name="T15" fmla="*/ 9 h 9"/>
                          <a:gd name="T16" fmla="*/ 4 w 9"/>
                          <a:gd name="T17" fmla="*/ 9 h 9"/>
                          <a:gd name="T18" fmla="*/ 4 w 9"/>
                          <a:gd name="T19" fmla="*/ 9 h 9"/>
                          <a:gd name="T20" fmla="*/ 6 w 9"/>
                          <a:gd name="T21" fmla="*/ 9 h 9"/>
                          <a:gd name="T22" fmla="*/ 7 w 9"/>
                          <a:gd name="T23" fmla="*/ 7 h 9"/>
                          <a:gd name="T24" fmla="*/ 9 w 9"/>
                          <a:gd name="T25" fmla="*/ 6 h 9"/>
                          <a:gd name="T26" fmla="*/ 9 w 9"/>
                          <a:gd name="T27" fmla="*/ 5 h 9"/>
                          <a:gd name="T28" fmla="*/ 7 w 9"/>
                          <a:gd name="T29" fmla="*/ 3 h 9"/>
                          <a:gd name="T30" fmla="*/ 6 w 9"/>
                          <a:gd name="T31" fmla="*/ 2 h 9"/>
                          <a:gd name="T32" fmla="*/ 4 w 9"/>
                          <a:gd name="T33" fmla="*/ 0 h 9"/>
                          <a:gd name="T34" fmla="*/ 3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3" y="0"/>
                            </a:moveTo>
                            <a:lnTo>
                              <a:pt x="2" y="2"/>
                            </a:lnTo>
                            <a:lnTo>
                              <a:pt x="0" y="3"/>
                            </a:lnTo>
                            <a:lnTo>
                              <a:pt x="0" y="5"/>
                            </a:lnTo>
                            <a:lnTo>
                              <a:pt x="0" y="6"/>
                            </a:lnTo>
                            <a:lnTo>
                              <a:pt x="0" y="7"/>
                            </a:lnTo>
                            <a:lnTo>
                              <a:pt x="2" y="9"/>
                            </a:lnTo>
                            <a:lnTo>
                              <a:pt x="3" y="9"/>
                            </a:lnTo>
                            <a:lnTo>
                              <a:pt x="4" y="9"/>
                            </a:lnTo>
                            <a:lnTo>
                              <a:pt x="6" y="9"/>
                            </a:lnTo>
                            <a:lnTo>
                              <a:pt x="7" y="7"/>
                            </a:lnTo>
                            <a:lnTo>
                              <a:pt x="9" y="6"/>
                            </a:lnTo>
                            <a:lnTo>
                              <a:pt x="9" y="5"/>
                            </a:lnTo>
                            <a:lnTo>
                              <a:pt x="7" y="3"/>
                            </a:lnTo>
                            <a:lnTo>
                              <a:pt x="6" y="2"/>
                            </a:lnTo>
                            <a:lnTo>
                              <a:pt x="4"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45" name="Freeform 256"/>
                      <p:cNvSpPr>
                        <a:spLocks/>
                      </p:cNvSpPr>
                      <p:nvPr/>
                    </p:nvSpPr>
                    <p:spPr bwMode="auto">
                      <a:xfrm>
                        <a:off x="3881" y="1930"/>
                        <a:ext cx="9" cy="9"/>
                      </a:xfrm>
                      <a:custGeom>
                        <a:avLst/>
                        <a:gdLst>
                          <a:gd name="T0" fmla="*/ 2 w 9"/>
                          <a:gd name="T1" fmla="*/ 1 h 9"/>
                          <a:gd name="T2" fmla="*/ 0 w 9"/>
                          <a:gd name="T3" fmla="*/ 3 h 9"/>
                          <a:gd name="T4" fmla="*/ 0 w 9"/>
                          <a:gd name="T5" fmla="*/ 4 h 9"/>
                          <a:gd name="T6" fmla="*/ 0 w 9"/>
                          <a:gd name="T7" fmla="*/ 6 h 9"/>
                          <a:gd name="T8" fmla="*/ 0 w 9"/>
                          <a:gd name="T9" fmla="*/ 7 h 9"/>
                          <a:gd name="T10" fmla="*/ 2 w 9"/>
                          <a:gd name="T11" fmla="*/ 9 h 9"/>
                          <a:gd name="T12" fmla="*/ 3 w 9"/>
                          <a:gd name="T13" fmla="*/ 9 h 9"/>
                          <a:gd name="T14" fmla="*/ 4 w 9"/>
                          <a:gd name="T15" fmla="*/ 9 h 9"/>
                          <a:gd name="T16" fmla="*/ 6 w 9"/>
                          <a:gd name="T17" fmla="*/ 9 h 9"/>
                          <a:gd name="T18" fmla="*/ 6 w 9"/>
                          <a:gd name="T19" fmla="*/ 9 h 9"/>
                          <a:gd name="T20" fmla="*/ 7 w 9"/>
                          <a:gd name="T21" fmla="*/ 7 h 9"/>
                          <a:gd name="T22" fmla="*/ 9 w 9"/>
                          <a:gd name="T23" fmla="*/ 6 h 9"/>
                          <a:gd name="T24" fmla="*/ 9 w 9"/>
                          <a:gd name="T25" fmla="*/ 4 h 9"/>
                          <a:gd name="T26" fmla="*/ 7 w 9"/>
                          <a:gd name="T27" fmla="*/ 3 h 9"/>
                          <a:gd name="T28" fmla="*/ 6 w 9"/>
                          <a:gd name="T29" fmla="*/ 1 h 9"/>
                          <a:gd name="T30" fmla="*/ 4 w 9"/>
                          <a:gd name="T31" fmla="*/ 0 h 9"/>
                          <a:gd name="T32" fmla="*/ 3 w 9"/>
                          <a:gd name="T33" fmla="*/ 0 h 9"/>
                          <a:gd name="T34" fmla="*/ 2 w 9"/>
                          <a:gd name="T35" fmla="*/ 1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2" y="1"/>
                            </a:moveTo>
                            <a:lnTo>
                              <a:pt x="0" y="3"/>
                            </a:lnTo>
                            <a:lnTo>
                              <a:pt x="0" y="4"/>
                            </a:lnTo>
                            <a:lnTo>
                              <a:pt x="0" y="6"/>
                            </a:lnTo>
                            <a:lnTo>
                              <a:pt x="0" y="7"/>
                            </a:lnTo>
                            <a:lnTo>
                              <a:pt x="2" y="9"/>
                            </a:lnTo>
                            <a:lnTo>
                              <a:pt x="3" y="9"/>
                            </a:lnTo>
                            <a:lnTo>
                              <a:pt x="4" y="9"/>
                            </a:lnTo>
                            <a:lnTo>
                              <a:pt x="6" y="9"/>
                            </a:lnTo>
                            <a:lnTo>
                              <a:pt x="7" y="7"/>
                            </a:lnTo>
                            <a:lnTo>
                              <a:pt x="9" y="6"/>
                            </a:lnTo>
                            <a:lnTo>
                              <a:pt x="9" y="4"/>
                            </a:lnTo>
                            <a:lnTo>
                              <a:pt x="7" y="3"/>
                            </a:lnTo>
                            <a:lnTo>
                              <a:pt x="6" y="1"/>
                            </a:lnTo>
                            <a:lnTo>
                              <a:pt x="4" y="0"/>
                            </a:lnTo>
                            <a:lnTo>
                              <a:pt x="3" y="0"/>
                            </a:lnTo>
                            <a:lnTo>
                              <a:pt x="2"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46" name="Freeform 257"/>
                      <p:cNvSpPr>
                        <a:spLocks/>
                      </p:cNvSpPr>
                      <p:nvPr/>
                    </p:nvSpPr>
                    <p:spPr bwMode="auto">
                      <a:xfrm>
                        <a:off x="3896" y="1923"/>
                        <a:ext cx="8" cy="8"/>
                      </a:xfrm>
                      <a:custGeom>
                        <a:avLst/>
                        <a:gdLst>
                          <a:gd name="T0" fmla="*/ 3 w 8"/>
                          <a:gd name="T1" fmla="*/ 0 h 8"/>
                          <a:gd name="T2" fmla="*/ 1 w 8"/>
                          <a:gd name="T3" fmla="*/ 1 h 8"/>
                          <a:gd name="T4" fmla="*/ 0 w 8"/>
                          <a:gd name="T5" fmla="*/ 3 h 8"/>
                          <a:gd name="T6" fmla="*/ 0 w 8"/>
                          <a:gd name="T7" fmla="*/ 4 h 8"/>
                          <a:gd name="T8" fmla="*/ 1 w 8"/>
                          <a:gd name="T9" fmla="*/ 6 h 8"/>
                          <a:gd name="T10" fmla="*/ 3 w 8"/>
                          <a:gd name="T11" fmla="*/ 7 h 8"/>
                          <a:gd name="T12" fmla="*/ 4 w 8"/>
                          <a:gd name="T13" fmla="*/ 8 h 8"/>
                          <a:gd name="T14" fmla="*/ 5 w 8"/>
                          <a:gd name="T15" fmla="*/ 8 h 8"/>
                          <a:gd name="T16" fmla="*/ 7 w 8"/>
                          <a:gd name="T17" fmla="*/ 7 h 8"/>
                          <a:gd name="T18" fmla="*/ 7 w 8"/>
                          <a:gd name="T19" fmla="*/ 7 h 8"/>
                          <a:gd name="T20" fmla="*/ 8 w 8"/>
                          <a:gd name="T21" fmla="*/ 6 h 8"/>
                          <a:gd name="T22" fmla="*/ 8 w 8"/>
                          <a:gd name="T23" fmla="*/ 4 h 8"/>
                          <a:gd name="T24" fmla="*/ 8 w 8"/>
                          <a:gd name="T25" fmla="*/ 3 h 8"/>
                          <a:gd name="T26" fmla="*/ 8 w 8"/>
                          <a:gd name="T27" fmla="*/ 1 h 8"/>
                          <a:gd name="T28" fmla="*/ 7 w 8"/>
                          <a:gd name="T29" fmla="*/ 0 h 8"/>
                          <a:gd name="T30" fmla="*/ 5 w 8"/>
                          <a:gd name="T31" fmla="*/ 0 h 8"/>
                          <a:gd name="T32" fmla="*/ 4 w 8"/>
                          <a:gd name="T33" fmla="*/ 0 h 8"/>
                          <a:gd name="T34" fmla="*/ 3 w 8"/>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8"/>
                          <a:gd name="T56" fmla="*/ 8 w 8"/>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8">
                            <a:moveTo>
                              <a:pt x="3" y="0"/>
                            </a:moveTo>
                            <a:lnTo>
                              <a:pt x="1" y="1"/>
                            </a:lnTo>
                            <a:lnTo>
                              <a:pt x="0" y="3"/>
                            </a:lnTo>
                            <a:lnTo>
                              <a:pt x="0" y="4"/>
                            </a:lnTo>
                            <a:lnTo>
                              <a:pt x="1" y="6"/>
                            </a:lnTo>
                            <a:lnTo>
                              <a:pt x="3" y="7"/>
                            </a:lnTo>
                            <a:lnTo>
                              <a:pt x="4" y="8"/>
                            </a:lnTo>
                            <a:lnTo>
                              <a:pt x="5" y="8"/>
                            </a:lnTo>
                            <a:lnTo>
                              <a:pt x="7" y="7"/>
                            </a:lnTo>
                            <a:lnTo>
                              <a:pt x="8" y="6"/>
                            </a:lnTo>
                            <a:lnTo>
                              <a:pt x="8" y="4"/>
                            </a:lnTo>
                            <a:lnTo>
                              <a:pt x="8" y="3"/>
                            </a:lnTo>
                            <a:lnTo>
                              <a:pt x="8" y="1"/>
                            </a:lnTo>
                            <a:lnTo>
                              <a:pt x="7" y="0"/>
                            </a:lnTo>
                            <a:lnTo>
                              <a:pt x="5" y="0"/>
                            </a:lnTo>
                            <a:lnTo>
                              <a:pt x="4"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47" name="Freeform 258"/>
                      <p:cNvSpPr>
                        <a:spLocks/>
                      </p:cNvSpPr>
                      <p:nvPr/>
                    </p:nvSpPr>
                    <p:spPr bwMode="auto">
                      <a:xfrm>
                        <a:off x="3912" y="1914"/>
                        <a:ext cx="8" cy="9"/>
                      </a:xfrm>
                      <a:custGeom>
                        <a:avLst/>
                        <a:gdLst>
                          <a:gd name="T0" fmla="*/ 1 w 8"/>
                          <a:gd name="T1" fmla="*/ 0 h 9"/>
                          <a:gd name="T2" fmla="*/ 0 w 8"/>
                          <a:gd name="T3" fmla="*/ 1 h 9"/>
                          <a:gd name="T4" fmla="*/ 0 w 8"/>
                          <a:gd name="T5" fmla="*/ 3 h 9"/>
                          <a:gd name="T6" fmla="*/ 0 w 8"/>
                          <a:gd name="T7" fmla="*/ 4 h 9"/>
                          <a:gd name="T8" fmla="*/ 0 w 8"/>
                          <a:gd name="T9" fmla="*/ 6 h 9"/>
                          <a:gd name="T10" fmla="*/ 1 w 8"/>
                          <a:gd name="T11" fmla="*/ 7 h 9"/>
                          <a:gd name="T12" fmla="*/ 3 w 8"/>
                          <a:gd name="T13" fmla="*/ 9 h 9"/>
                          <a:gd name="T14" fmla="*/ 4 w 8"/>
                          <a:gd name="T15" fmla="*/ 9 h 9"/>
                          <a:gd name="T16" fmla="*/ 5 w 8"/>
                          <a:gd name="T17" fmla="*/ 7 h 9"/>
                          <a:gd name="T18" fmla="*/ 5 w 8"/>
                          <a:gd name="T19" fmla="*/ 7 h 9"/>
                          <a:gd name="T20" fmla="*/ 7 w 8"/>
                          <a:gd name="T21" fmla="*/ 6 h 9"/>
                          <a:gd name="T22" fmla="*/ 8 w 8"/>
                          <a:gd name="T23" fmla="*/ 4 h 9"/>
                          <a:gd name="T24" fmla="*/ 8 w 8"/>
                          <a:gd name="T25" fmla="*/ 3 h 9"/>
                          <a:gd name="T26" fmla="*/ 7 w 8"/>
                          <a:gd name="T27" fmla="*/ 1 h 9"/>
                          <a:gd name="T28" fmla="*/ 5 w 8"/>
                          <a:gd name="T29" fmla="*/ 0 h 9"/>
                          <a:gd name="T30" fmla="*/ 4 w 8"/>
                          <a:gd name="T31" fmla="*/ 0 h 9"/>
                          <a:gd name="T32" fmla="*/ 3 w 8"/>
                          <a:gd name="T33" fmla="*/ 0 h 9"/>
                          <a:gd name="T34" fmla="*/ 1 w 8"/>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1" y="0"/>
                            </a:moveTo>
                            <a:lnTo>
                              <a:pt x="0" y="1"/>
                            </a:lnTo>
                            <a:lnTo>
                              <a:pt x="0" y="3"/>
                            </a:lnTo>
                            <a:lnTo>
                              <a:pt x="0" y="4"/>
                            </a:lnTo>
                            <a:lnTo>
                              <a:pt x="0" y="6"/>
                            </a:lnTo>
                            <a:lnTo>
                              <a:pt x="1" y="7"/>
                            </a:lnTo>
                            <a:lnTo>
                              <a:pt x="3" y="9"/>
                            </a:lnTo>
                            <a:lnTo>
                              <a:pt x="4" y="9"/>
                            </a:lnTo>
                            <a:lnTo>
                              <a:pt x="5" y="7"/>
                            </a:lnTo>
                            <a:lnTo>
                              <a:pt x="7" y="6"/>
                            </a:lnTo>
                            <a:lnTo>
                              <a:pt x="8" y="4"/>
                            </a:lnTo>
                            <a:lnTo>
                              <a:pt x="8" y="3"/>
                            </a:lnTo>
                            <a:lnTo>
                              <a:pt x="7" y="1"/>
                            </a:lnTo>
                            <a:lnTo>
                              <a:pt x="5" y="0"/>
                            </a:lnTo>
                            <a:lnTo>
                              <a:pt x="4" y="0"/>
                            </a:lnTo>
                            <a:lnTo>
                              <a:pt x="3" y="0"/>
                            </a:lnTo>
                            <a:lnTo>
                              <a:pt x="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48" name="Freeform 259"/>
                      <p:cNvSpPr>
                        <a:spLocks/>
                      </p:cNvSpPr>
                      <p:nvPr/>
                    </p:nvSpPr>
                    <p:spPr bwMode="auto">
                      <a:xfrm>
                        <a:off x="3926" y="1905"/>
                        <a:ext cx="9" cy="9"/>
                      </a:xfrm>
                      <a:custGeom>
                        <a:avLst/>
                        <a:gdLst>
                          <a:gd name="T0" fmla="*/ 3 w 9"/>
                          <a:gd name="T1" fmla="*/ 2 h 9"/>
                          <a:gd name="T2" fmla="*/ 2 w 9"/>
                          <a:gd name="T3" fmla="*/ 3 h 9"/>
                          <a:gd name="T4" fmla="*/ 0 w 9"/>
                          <a:gd name="T5" fmla="*/ 5 h 9"/>
                          <a:gd name="T6" fmla="*/ 0 w 9"/>
                          <a:gd name="T7" fmla="*/ 6 h 9"/>
                          <a:gd name="T8" fmla="*/ 2 w 9"/>
                          <a:gd name="T9" fmla="*/ 8 h 9"/>
                          <a:gd name="T10" fmla="*/ 3 w 9"/>
                          <a:gd name="T11" fmla="*/ 9 h 9"/>
                          <a:gd name="T12" fmla="*/ 4 w 9"/>
                          <a:gd name="T13" fmla="*/ 9 h 9"/>
                          <a:gd name="T14" fmla="*/ 6 w 9"/>
                          <a:gd name="T15" fmla="*/ 9 h 9"/>
                          <a:gd name="T16" fmla="*/ 7 w 9"/>
                          <a:gd name="T17" fmla="*/ 9 h 9"/>
                          <a:gd name="T18" fmla="*/ 7 w 9"/>
                          <a:gd name="T19" fmla="*/ 9 h 9"/>
                          <a:gd name="T20" fmla="*/ 9 w 9"/>
                          <a:gd name="T21" fmla="*/ 8 h 9"/>
                          <a:gd name="T22" fmla="*/ 9 w 9"/>
                          <a:gd name="T23" fmla="*/ 6 h 9"/>
                          <a:gd name="T24" fmla="*/ 9 w 9"/>
                          <a:gd name="T25" fmla="*/ 5 h 9"/>
                          <a:gd name="T26" fmla="*/ 9 w 9"/>
                          <a:gd name="T27" fmla="*/ 3 h 9"/>
                          <a:gd name="T28" fmla="*/ 7 w 9"/>
                          <a:gd name="T29" fmla="*/ 2 h 9"/>
                          <a:gd name="T30" fmla="*/ 6 w 9"/>
                          <a:gd name="T31" fmla="*/ 0 h 9"/>
                          <a:gd name="T32" fmla="*/ 4 w 9"/>
                          <a:gd name="T33" fmla="*/ 0 h 9"/>
                          <a:gd name="T34" fmla="*/ 3 w 9"/>
                          <a:gd name="T35" fmla="*/ 2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3" y="2"/>
                            </a:moveTo>
                            <a:lnTo>
                              <a:pt x="2" y="3"/>
                            </a:lnTo>
                            <a:lnTo>
                              <a:pt x="0" y="5"/>
                            </a:lnTo>
                            <a:lnTo>
                              <a:pt x="0" y="6"/>
                            </a:lnTo>
                            <a:lnTo>
                              <a:pt x="2" y="8"/>
                            </a:lnTo>
                            <a:lnTo>
                              <a:pt x="3" y="9"/>
                            </a:lnTo>
                            <a:lnTo>
                              <a:pt x="4" y="9"/>
                            </a:lnTo>
                            <a:lnTo>
                              <a:pt x="6" y="9"/>
                            </a:lnTo>
                            <a:lnTo>
                              <a:pt x="7" y="9"/>
                            </a:lnTo>
                            <a:lnTo>
                              <a:pt x="9" y="8"/>
                            </a:lnTo>
                            <a:lnTo>
                              <a:pt x="9" y="6"/>
                            </a:lnTo>
                            <a:lnTo>
                              <a:pt x="9" y="5"/>
                            </a:lnTo>
                            <a:lnTo>
                              <a:pt x="9" y="3"/>
                            </a:lnTo>
                            <a:lnTo>
                              <a:pt x="7" y="2"/>
                            </a:lnTo>
                            <a:lnTo>
                              <a:pt x="6" y="0"/>
                            </a:lnTo>
                            <a:lnTo>
                              <a:pt x="4" y="0"/>
                            </a:lnTo>
                            <a:lnTo>
                              <a:pt x="3"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49" name="Freeform 260"/>
                      <p:cNvSpPr>
                        <a:spLocks/>
                      </p:cNvSpPr>
                      <p:nvPr/>
                    </p:nvSpPr>
                    <p:spPr bwMode="auto">
                      <a:xfrm>
                        <a:off x="3942" y="1898"/>
                        <a:ext cx="9" cy="9"/>
                      </a:xfrm>
                      <a:custGeom>
                        <a:avLst/>
                        <a:gdLst>
                          <a:gd name="T0" fmla="*/ 4 w 9"/>
                          <a:gd name="T1" fmla="*/ 0 h 9"/>
                          <a:gd name="T2" fmla="*/ 3 w 9"/>
                          <a:gd name="T3" fmla="*/ 1 h 9"/>
                          <a:gd name="T4" fmla="*/ 2 w 9"/>
                          <a:gd name="T5" fmla="*/ 3 h 9"/>
                          <a:gd name="T6" fmla="*/ 0 w 9"/>
                          <a:gd name="T7" fmla="*/ 4 h 9"/>
                          <a:gd name="T8" fmla="*/ 0 w 9"/>
                          <a:gd name="T9" fmla="*/ 6 h 9"/>
                          <a:gd name="T10" fmla="*/ 2 w 9"/>
                          <a:gd name="T11" fmla="*/ 7 h 9"/>
                          <a:gd name="T12" fmla="*/ 3 w 9"/>
                          <a:gd name="T13" fmla="*/ 9 h 9"/>
                          <a:gd name="T14" fmla="*/ 4 w 9"/>
                          <a:gd name="T15" fmla="*/ 9 h 9"/>
                          <a:gd name="T16" fmla="*/ 6 w 9"/>
                          <a:gd name="T17" fmla="*/ 9 h 9"/>
                          <a:gd name="T18" fmla="*/ 6 w 9"/>
                          <a:gd name="T19" fmla="*/ 9 h 9"/>
                          <a:gd name="T20" fmla="*/ 7 w 9"/>
                          <a:gd name="T21" fmla="*/ 9 h 9"/>
                          <a:gd name="T22" fmla="*/ 9 w 9"/>
                          <a:gd name="T23" fmla="*/ 7 h 9"/>
                          <a:gd name="T24" fmla="*/ 9 w 9"/>
                          <a:gd name="T25" fmla="*/ 6 h 9"/>
                          <a:gd name="T26" fmla="*/ 9 w 9"/>
                          <a:gd name="T27" fmla="*/ 4 h 9"/>
                          <a:gd name="T28" fmla="*/ 9 w 9"/>
                          <a:gd name="T29" fmla="*/ 3 h 9"/>
                          <a:gd name="T30" fmla="*/ 7 w 9"/>
                          <a:gd name="T31" fmla="*/ 1 h 9"/>
                          <a:gd name="T32" fmla="*/ 6 w 9"/>
                          <a:gd name="T33" fmla="*/ 0 h 9"/>
                          <a:gd name="T34" fmla="*/ 4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4" y="0"/>
                            </a:moveTo>
                            <a:lnTo>
                              <a:pt x="3" y="1"/>
                            </a:lnTo>
                            <a:lnTo>
                              <a:pt x="2" y="3"/>
                            </a:lnTo>
                            <a:lnTo>
                              <a:pt x="0" y="4"/>
                            </a:lnTo>
                            <a:lnTo>
                              <a:pt x="0" y="6"/>
                            </a:lnTo>
                            <a:lnTo>
                              <a:pt x="2" y="7"/>
                            </a:lnTo>
                            <a:lnTo>
                              <a:pt x="3" y="9"/>
                            </a:lnTo>
                            <a:lnTo>
                              <a:pt x="4" y="9"/>
                            </a:lnTo>
                            <a:lnTo>
                              <a:pt x="6" y="9"/>
                            </a:lnTo>
                            <a:lnTo>
                              <a:pt x="7" y="9"/>
                            </a:lnTo>
                            <a:lnTo>
                              <a:pt x="9" y="7"/>
                            </a:lnTo>
                            <a:lnTo>
                              <a:pt x="9" y="6"/>
                            </a:lnTo>
                            <a:lnTo>
                              <a:pt x="9" y="4"/>
                            </a:lnTo>
                            <a:lnTo>
                              <a:pt x="9" y="3"/>
                            </a:lnTo>
                            <a:lnTo>
                              <a:pt x="7" y="1"/>
                            </a:lnTo>
                            <a:lnTo>
                              <a:pt x="6"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grpSp>
                <p:grpSp>
                  <p:nvGrpSpPr>
                    <p:cNvPr id="31" name="Group 30"/>
                    <p:cNvGrpSpPr/>
                    <p:nvPr/>
                  </p:nvGrpSpPr>
                  <p:grpSpPr>
                    <a:xfrm>
                      <a:off x="2165350" y="2533650"/>
                      <a:ext cx="5284788" cy="1771650"/>
                      <a:chOff x="2165350" y="2533650"/>
                      <a:chExt cx="5284788" cy="1771650"/>
                    </a:xfrm>
                  </p:grpSpPr>
                  <p:grpSp>
                    <p:nvGrpSpPr>
                      <p:cNvPr id="32" name="Group 10"/>
                      <p:cNvGrpSpPr>
                        <a:grpSpLocks/>
                      </p:cNvGrpSpPr>
                      <p:nvPr/>
                    </p:nvGrpSpPr>
                    <p:grpSpPr bwMode="auto">
                      <a:xfrm>
                        <a:off x="2414588" y="3411538"/>
                        <a:ext cx="4951412" cy="14287"/>
                        <a:chOff x="1533" y="2101"/>
                        <a:chExt cx="3119" cy="9"/>
                      </a:xfrm>
                    </p:grpSpPr>
                    <p:sp>
                      <p:nvSpPr>
                        <p:cNvPr id="180" name="Freeform 11"/>
                        <p:cNvSpPr>
                          <a:spLocks/>
                        </p:cNvSpPr>
                        <p:nvPr/>
                      </p:nvSpPr>
                      <p:spPr bwMode="auto">
                        <a:xfrm>
                          <a:off x="1533" y="2101"/>
                          <a:ext cx="78" cy="9"/>
                        </a:xfrm>
                        <a:custGeom>
                          <a:avLst/>
                          <a:gdLst>
                            <a:gd name="T0" fmla="*/ 6 w 78"/>
                            <a:gd name="T1" fmla="*/ 0 h 9"/>
                            <a:gd name="T2" fmla="*/ 4 w 78"/>
                            <a:gd name="T3" fmla="*/ 0 h 9"/>
                            <a:gd name="T4" fmla="*/ 3 w 78"/>
                            <a:gd name="T5" fmla="*/ 2 h 9"/>
                            <a:gd name="T6" fmla="*/ 1 w 78"/>
                            <a:gd name="T7" fmla="*/ 3 h 9"/>
                            <a:gd name="T8" fmla="*/ 0 w 78"/>
                            <a:gd name="T9" fmla="*/ 5 h 9"/>
                            <a:gd name="T10" fmla="*/ 0 w 78"/>
                            <a:gd name="T11" fmla="*/ 5 h 9"/>
                            <a:gd name="T12" fmla="*/ 1 w 78"/>
                            <a:gd name="T13" fmla="*/ 6 h 9"/>
                            <a:gd name="T14" fmla="*/ 3 w 78"/>
                            <a:gd name="T15" fmla="*/ 8 h 9"/>
                            <a:gd name="T16" fmla="*/ 4 w 78"/>
                            <a:gd name="T17" fmla="*/ 9 h 9"/>
                            <a:gd name="T18" fmla="*/ 72 w 78"/>
                            <a:gd name="T19" fmla="*/ 9 h 9"/>
                            <a:gd name="T20" fmla="*/ 74 w 78"/>
                            <a:gd name="T21" fmla="*/ 9 h 9"/>
                            <a:gd name="T22" fmla="*/ 75 w 78"/>
                            <a:gd name="T23" fmla="*/ 9 h 9"/>
                            <a:gd name="T24" fmla="*/ 77 w 78"/>
                            <a:gd name="T25" fmla="*/ 8 h 9"/>
                            <a:gd name="T26" fmla="*/ 78 w 78"/>
                            <a:gd name="T27" fmla="*/ 6 h 9"/>
                            <a:gd name="T28" fmla="*/ 78 w 78"/>
                            <a:gd name="T29" fmla="*/ 5 h 9"/>
                            <a:gd name="T30" fmla="*/ 77 w 78"/>
                            <a:gd name="T31" fmla="*/ 3 h 9"/>
                            <a:gd name="T32" fmla="*/ 75 w 78"/>
                            <a:gd name="T33" fmla="*/ 2 h 9"/>
                            <a:gd name="T34" fmla="*/ 74 w 78"/>
                            <a:gd name="T35" fmla="*/ 0 h 9"/>
                            <a:gd name="T36" fmla="*/ 6 w 78"/>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78"/>
                            <a:gd name="T58" fmla="*/ 0 h 9"/>
                            <a:gd name="T59" fmla="*/ 78 w 78"/>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78" h="9">
                              <a:moveTo>
                                <a:pt x="6" y="0"/>
                              </a:moveTo>
                              <a:lnTo>
                                <a:pt x="4" y="0"/>
                              </a:lnTo>
                              <a:lnTo>
                                <a:pt x="3" y="2"/>
                              </a:lnTo>
                              <a:lnTo>
                                <a:pt x="1" y="3"/>
                              </a:lnTo>
                              <a:lnTo>
                                <a:pt x="0" y="5"/>
                              </a:lnTo>
                              <a:lnTo>
                                <a:pt x="1" y="6"/>
                              </a:lnTo>
                              <a:lnTo>
                                <a:pt x="3" y="8"/>
                              </a:lnTo>
                              <a:lnTo>
                                <a:pt x="4" y="9"/>
                              </a:lnTo>
                              <a:lnTo>
                                <a:pt x="72" y="9"/>
                              </a:lnTo>
                              <a:lnTo>
                                <a:pt x="74" y="9"/>
                              </a:lnTo>
                              <a:lnTo>
                                <a:pt x="75" y="9"/>
                              </a:lnTo>
                              <a:lnTo>
                                <a:pt x="77" y="8"/>
                              </a:lnTo>
                              <a:lnTo>
                                <a:pt x="78" y="6"/>
                              </a:lnTo>
                              <a:lnTo>
                                <a:pt x="78" y="5"/>
                              </a:lnTo>
                              <a:lnTo>
                                <a:pt x="77" y="3"/>
                              </a:lnTo>
                              <a:lnTo>
                                <a:pt x="75" y="2"/>
                              </a:lnTo>
                              <a:lnTo>
                                <a:pt x="74" y="0"/>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81" name="Freeform 12"/>
                        <p:cNvSpPr>
                          <a:spLocks/>
                        </p:cNvSpPr>
                        <p:nvPr/>
                      </p:nvSpPr>
                      <p:spPr bwMode="auto">
                        <a:xfrm>
                          <a:off x="1629" y="2101"/>
                          <a:ext cx="17" cy="9"/>
                        </a:xfrm>
                        <a:custGeom>
                          <a:avLst/>
                          <a:gdLst>
                            <a:gd name="T0" fmla="*/ 4 w 17"/>
                            <a:gd name="T1" fmla="*/ 0 h 9"/>
                            <a:gd name="T2" fmla="*/ 2 w 17"/>
                            <a:gd name="T3" fmla="*/ 0 h 9"/>
                            <a:gd name="T4" fmla="*/ 1 w 17"/>
                            <a:gd name="T5" fmla="*/ 2 h 9"/>
                            <a:gd name="T6" fmla="*/ 0 w 17"/>
                            <a:gd name="T7" fmla="*/ 3 h 9"/>
                            <a:gd name="T8" fmla="*/ 0 w 17"/>
                            <a:gd name="T9" fmla="*/ 5 h 9"/>
                            <a:gd name="T10" fmla="*/ 0 w 17"/>
                            <a:gd name="T11" fmla="*/ 6 h 9"/>
                            <a:gd name="T12" fmla="*/ 0 w 17"/>
                            <a:gd name="T13" fmla="*/ 8 h 9"/>
                            <a:gd name="T14" fmla="*/ 1 w 17"/>
                            <a:gd name="T15" fmla="*/ 9 h 9"/>
                            <a:gd name="T16" fmla="*/ 2 w 17"/>
                            <a:gd name="T17" fmla="*/ 9 h 9"/>
                            <a:gd name="T18" fmla="*/ 11 w 17"/>
                            <a:gd name="T19" fmla="*/ 9 h 9"/>
                            <a:gd name="T20" fmla="*/ 13 w 17"/>
                            <a:gd name="T21" fmla="*/ 9 h 9"/>
                            <a:gd name="T22" fmla="*/ 14 w 17"/>
                            <a:gd name="T23" fmla="*/ 9 h 9"/>
                            <a:gd name="T24" fmla="*/ 16 w 17"/>
                            <a:gd name="T25" fmla="*/ 8 h 9"/>
                            <a:gd name="T26" fmla="*/ 17 w 17"/>
                            <a:gd name="T27" fmla="*/ 6 h 9"/>
                            <a:gd name="T28" fmla="*/ 17 w 17"/>
                            <a:gd name="T29" fmla="*/ 5 h 9"/>
                            <a:gd name="T30" fmla="*/ 16 w 17"/>
                            <a:gd name="T31" fmla="*/ 3 h 9"/>
                            <a:gd name="T32" fmla="*/ 14 w 17"/>
                            <a:gd name="T33" fmla="*/ 2 h 9"/>
                            <a:gd name="T34" fmla="*/ 13 w 17"/>
                            <a:gd name="T35" fmla="*/ 0 h 9"/>
                            <a:gd name="T36" fmla="*/ 4 w 17"/>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7"/>
                            <a:gd name="T58" fmla="*/ 0 h 9"/>
                            <a:gd name="T59" fmla="*/ 17 w 17"/>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7" h="9">
                              <a:moveTo>
                                <a:pt x="4" y="0"/>
                              </a:moveTo>
                              <a:lnTo>
                                <a:pt x="2" y="0"/>
                              </a:lnTo>
                              <a:lnTo>
                                <a:pt x="1" y="2"/>
                              </a:lnTo>
                              <a:lnTo>
                                <a:pt x="0" y="3"/>
                              </a:lnTo>
                              <a:lnTo>
                                <a:pt x="0" y="5"/>
                              </a:lnTo>
                              <a:lnTo>
                                <a:pt x="0" y="6"/>
                              </a:lnTo>
                              <a:lnTo>
                                <a:pt x="0" y="8"/>
                              </a:lnTo>
                              <a:lnTo>
                                <a:pt x="1" y="9"/>
                              </a:lnTo>
                              <a:lnTo>
                                <a:pt x="2" y="9"/>
                              </a:lnTo>
                              <a:lnTo>
                                <a:pt x="11" y="9"/>
                              </a:lnTo>
                              <a:lnTo>
                                <a:pt x="13" y="9"/>
                              </a:lnTo>
                              <a:lnTo>
                                <a:pt x="14" y="9"/>
                              </a:lnTo>
                              <a:lnTo>
                                <a:pt x="16" y="8"/>
                              </a:lnTo>
                              <a:lnTo>
                                <a:pt x="17" y="6"/>
                              </a:lnTo>
                              <a:lnTo>
                                <a:pt x="17" y="5"/>
                              </a:lnTo>
                              <a:lnTo>
                                <a:pt x="16" y="3"/>
                              </a:lnTo>
                              <a:lnTo>
                                <a:pt x="14" y="2"/>
                              </a:lnTo>
                              <a:lnTo>
                                <a:pt x="13"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82" name="Freeform 13"/>
                        <p:cNvSpPr>
                          <a:spLocks/>
                        </p:cNvSpPr>
                        <p:nvPr/>
                      </p:nvSpPr>
                      <p:spPr bwMode="auto">
                        <a:xfrm>
                          <a:off x="1663" y="2101"/>
                          <a:ext cx="79" cy="9"/>
                        </a:xfrm>
                        <a:custGeom>
                          <a:avLst/>
                          <a:gdLst>
                            <a:gd name="T0" fmla="*/ 5 w 79"/>
                            <a:gd name="T1" fmla="*/ 0 h 9"/>
                            <a:gd name="T2" fmla="*/ 3 w 79"/>
                            <a:gd name="T3" fmla="*/ 0 h 9"/>
                            <a:gd name="T4" fmla="*/ 2 w 79"/>
                            <a:gd name="T5" fmla="*/ 2 h 9"/>
                            <a:gd name="T6" fmla="*/ 0 w 79"/>
                            <a:gd name="T7" fmla="*/ 3 h 9"/>
                            <a:gd name="T8" fmla="*/ 0 w 79"/>
                            <a:gd name="T9" fmla="*/ 5 h 9"/>
                            <a:gd name="T10" fmla="*/ 0 w 79"/>
                            <a:gd name="T11" fmla="*/ 6 h 9"/>
                            <a:gd name="T12" fmla="*/ 0 w 79"/>
                            <a:gd name="T13" fmla="*/ 8 h 9"/>
                            <a:gd name="T14" fmla="*/ 2 w 79"/>
                            <a:gd name="T15" fmla="*/ 9 h 9"/>
                            <a:gd name="T16" fmla="*/ 3 w 79"/>
                            <a:gd name="T17" fmla="*/ 9 h 9"/>
                            <a:gd name="T18" fmla="*/ 73 w 79"/>
                            <a:gd name="T19" fmla="*/ 9 h 9"/>
                            <a:gd name="T20" fmla="*/ 75 w 79"/>
                            <a:gd name="T21" fmla="*/ 9 h 9"/>
                            <a:gd name="T22" fmla="*/ 76 w 79"/>
                            <a:gd name="T23" fmla="*/ 9 h 9"/>
                            <a:gd name="T24" fmla="*/ 77 w 79"/>
                            <a:gd name="T25" fmla="*/ 8 h 9"/>
                            <a:gd name="T26" fmla="*/ 79 w 79"/>
                            <a:gd name="T27" fmla="*/ 6 h 9"/>
                            <a:gd name="T28" fmla="*/ 79 w 79"/>
                            <a:gd name="T29" fmla="*/ 5 h 9"/>
                            <a:gd name="T30" fmla="*/ 77 w 79"/>
                            <a:gd name="T31" fmla="*/ 3 h 9"/>
                            <a:gd name="T32" fmla="*/ 76 w 79"/>
                            <a:gd name="T33" fmla="*/ 2 h 9"/>
                            <a:gd name="T34" fmla="*/ 75 w 79"/>
                            <a:gd name="T35" fmla="*/ 0 h 9"/>
                            <a:gd name="T36" fmla="*/ 5 w 79"/>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79"/>
                            <a:gd name="T58" fmla="*/ 0 h 9"/>
                            <a:gd name="T59" fmla="*/ 79 w 79"/>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79" h="9">
                              <a:moveTo>
                                <a:pt x="5" y="0"/>
                              </a:moveTo>
                              <a:lnTo>
                                <a:pt x="3" y="0"/>
                              </a:lnTo>
                              <a:lnTo>
                                <a:pt x="2" y="2"/>
                              </a:lnTo>
                              <a:lnTo>
                                <a:pt x="0" y="3"/>
                              </a:lnTo>
                              <a:lnTo>
                                <a:pt x="0" y="5"/>
                              </a:lnTo>
                              <a:lnTo>
                                <a:pt x="0" y="6"/>
                              </a:lnTo>
                              <a:lnTo>
                                <a:pt x="0" y="8"/>
                              </a:lnTo>
                              <a:lnTo>
                                <a:pt x="2" y="9"/>
                              </a:lnTo>
                              <a:lnTo>
                                <a:pt x="3" y="9"/>
                              </a:lnTo>
                              <a:lnTo>
                                <a:pt x="73" y="9"/>
                              </a:lnTo>
                              <a:lnTo>
                                <a:pt x="75" y="9"/>
                              </a:lnTo>
                              <a:lnTo>
                                <a:pt x="76" y="9"/>
                              </a:lnTo>
                              <a:lnTo>
                                <a:pt x="77" y="8"/>
                              </a:lnTo>
                              <a:lnTo>
                                <a:pt x="79" y="6"/>
                              </a:lnTo>
                              <a:lnTo>
                                <a:pt x="79" y="5"/>
                              </a:lnTo>
                              <a:lnTo>
                                <a:pt x="77" y="3"/>
                              </a:lnTo>
                              <a:lnTo>
                                <a:pt x="76" y="2"/>
                              </a:lnTo>
                              <a:lnTo>
                                <a:pt x="75" y="0"/>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83" name="Freeform 14"/>
                        <p:cNvSpPr>
                          <a:spLocks/>
                        </p:cNvSpPr>
                        <p:nvPr/>
                      </p:nvSpPr>
                      <p:spPr bwMode="auto">
                        <a:xfrm>
                          <a:off x="1759" y="2101"/>
                          <a:ext cx="18" cy="9"/>
                        </a:xfrm>
                        <a:custGeom>
                          <a:avLst/>
                          <a:gdLst>
                            <a:gd name="T0" fmla="*/ 5 w 18"/>
                            <a:gd name="T1" fmla="*/ 0 h 9"/>
                            <a:gd name="T2" fmla="*/ 3 w 18"/>
                            <a:gd name="T3" fmla="*/ 0 h 9"/>
                            <a:gd name="T4" fmla="*/ 2 w 18"/>
                            <a:gd name="T5" fmla="*/ 2 h 9"/>
                            <a:gd name="T6" fmla="*/ 0 w 18"/>
                            <a:gd name="T7" fmla="*/ 3 h 9"/>
                            <a:gd name="T8" fmla="*/ 0 w 18"/>
                            <a:gd name="T9" fmla="*/ 5 h 9"/>
                            <a:gd name="T10" fmla="*/ 0 w 18"/>
                            <a:gd name="T11" fmla="*/ 6 h 9"/>
                            <a:gd name="T12" fmla="*/ 0 w 18"/>
                            <a:gd name="T13" fmla="*/ 8 h 9"/>
                            <a:gd name="T14" fmla="*/ 2 w 18"/>
                            <a:gd name="T15" fmla="*/ 9 h 9"/>
                            <a:gd name="T16" fmla="*/ 3 w 18"/>
                            <a:gd name="T17" fmla="*/ 9 h 9"/>
                            <a:gd name="T18" fmla="*/ 12 w 18"/>
                            <a:gd name="T19" fmla="*/ 9 h 9"/>
                            <a:gd name="T20" fmla="*/ 13 w 18"/>
                            <a:gd name="T21" fmla="*/ 9 h 9"/>
                            <a:gd name="T22" fmla="*/ 15 w 18"/>
                            <a:gd name="T23" fmla="*/ 9 h 9"/>
                            <a:gd name="T24" fmla="*/ 16 w 18"/>
                            <a:gd name="T25" fmla="*/ 8 h 9"/>
                            <a:gd name="T26" fmla="*/ 18 w 18"/>
                            <a:gd name="T27" fmla="*/ 6 h 9"/>
                            <a:gd name="T28" fmla="*/ 18 w 18"/>
                            <a:gd name="T29" fmla="*/ 5 h 9"/>
                            <a:gd name="T30" fmla="*/ 16 w 18"/>
                            <a:gd name="T31" fmla="*/ 3 h 9"/>
                            <a:gd name="T32" fmla="*/ 15 w 18"/>
                            <a:gd name="T33" fmla="*/ 2 h 9"/>
                            <a:gd name="T34" fmla="*/ 13 w 18"/>
                            <a:gd name="T35" fmla="*/ 0 h 9"/>
                            <a:gd name="T36" fmla="*/ 5 w 18"/>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8"/>
                            <a:gd name="T58" fmla="*/ 0 h 9"/>
                            <a:gd name="T59" fmla="*/ 18 w 18"/>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8" h="9">
                              <a:moveTo>
                                <a:pt x="5" y="0"/>
                              </a:moveTo>
                              <a:lnTo>
                                <a:pt x="3" y="0"/>
                              </a:lnTo>
                              <a:lnTo>
                                <a:pt x="2" y="2"/>
                              </a:lnTo>
                              <a:lnTo>
                                <a:pt x="0" y="3"/>
                              </a:lnTo>
                              <a:lnTo>
                                <a:pt x="0" y="5"/>
                              </a:lnTo>
                              <a:lnTo>
                                <a:pt x="0" y="6"/>
                              </a:lnTo>
                              <a:lnTo>
                                <a:pt x="0" y="8"/>
                              </a:lnTo>
                              <a:lnTo>
                                <a:pt x="2" y="9"/>
                              </a:lnTo>
                              <a:lnTo>
                                <a:pt x="3" y="9"/>
                              </a:lnTo>
                              <a:lnTo>
                                <a:pt x="12" y="9"/>
                              </a:lnTo>
                              <a:lnTo>
                                <a:pt x="13" y="9"/>
                              </a:lnTo>
                              <a:lnTo>
                                <a:pt x="15" y="9"/>
                              </a:lnTo>
                              <a:lnTo>
                                <a:pt x="16" y="8"/>
                              </a:lnTo>
                              <a:lnTo>
                                <a:pt x="18" y="6"/>
                              </a:lnTo>
                              <a:lnTo>
                                <a:pt x="18" y="5"/>
                              </a:lnTo>
                              <a:lnTo>
                                <a:pt x="16" y="3"/>
                              </a:lnTo>
                              <a:lnTo>
                                <a:pt x="15" y="2"/>
                              </a:lnTo>
                              <a:lnTo>
                                <a:pt x="13" y="0"/>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84" name="Freeform 15"/>
                        <p:cNvSpPr>
                          <a:spLocks/>
                        </p:cNvSpPr>
                        <p:nvPr/>
                      </p:nvSpPr>
                      <p:spPr bwMode="auto">
                        <a:xfrm>
                          <a:off x="1794" y="2101"/>
                          <a:ext cx="79" cy="9"/>
                        </a:xfrm>
                        <a:custGeom>
                          <a:avLst/>
                          <a:gdLst>
                            <a:gd name="T0" fmla="*/ 5 w 79"/>
                            <a:gd name="T1" fmla="*/ 0 h 9"/>
                            <a:gd name="T2" fmla="*/ 3 w 79"/>
                            <a:gd name="T3" fmla="*/ 0 h 9"/>
                            <a:gd name="T4" fmla="*/ 2 w 79"/>
                            <a:gd name="T5" fmla="*/ 2 h 9"/>
                            <a:gd name="T6" fmla="*/ 0 w 79"/>
                            <a:gd name="T7" fmla="*/ 3 h 9"/>
                            <a:gd name="T8" fmla="*/ 0 w 79"/>
                            <a:gd name="T9" fmla="*/ 5 h 9"/>
                            <a:gd name="T10" fmla="*/ 0 w 79"/>
                            <a:gd name="T11" fmla="*/ 6 h 9"/>
                            <a:gd name="T12" fmla="*/ 0 w 79"/>
                            <a:gd name="T13" fmla="*/ 8 h 9"/>
                            <a:gd name="T14" fmla="*/ 2 w 79"/>
                            <a:gd name="T15" fmla="*/ 9 h 9"/>
                            <a:gd name="T16" fmla="*/ 3 w 79"/>
                            <a:gd name="T17" fmla="*/ 9 h 9"/>
                            <a:gd name="T18" fmla="*/ 73 w 79"/>
                            <a:gd name="T19" fmla="*/ 9 h 9"/>
                            <a:gd name="T20" fmla="*/ 74 w 79"/>
                            <a:gd name="T21" fmla="*/ 9 h 9"/>
                            <a:gd name="T22" fmla="*/ 76 w 79"/>
                            <a:gd name="T23" fmla="*/ 9 h 9"/>
                            <a:gd name="T24" fmla="*/ 77 w 79"/>
                            <a:gd name="T25" fmla="*/ 8 h 9"/>
                            <a:gd name="T26" fmla="*/ 79 w 79"/>
                            <a:gd name="T27" fmla="*/ 6 h 9"/>
                            <a:gd name="T28" fmla="*/ 79 w 79"/>
                            <a:gd name="T29" fmla="*/ 5 h 9"/>
                            <a:gd name="T30" fmla="*/ 77 w 79"/>
                            <a:gd name="T31" fmla="*/ 3 h 9"/>
                            <a:gd name="T32" fmla="*/ 76 w 79"/>
                            <a:gd name="T33" fmla="*/ 2 h 9"/>
                            <a:gd name="T34" fmla="*/ 74 w 79"/>
                            <a:gd name="T35" fmla="*/ 0 h 9"/>
                            <a:gd name="T36" fmla="*/ 5 w 79"/>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79"/>
                            <a:gd name="T58" fmla="*/ 0 h 9"/>
                            <a:gd name="T59" fmla="*/ 79 w 79"/>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79" h="9">
                              <a:moveTo>
                                <a:pt x="5" y="0"/>
                              </a:moveTo>
                              <a:lnTo>
                                <a:pt x="3" y="0"/>
                              </a:lnTo>
                              <a:lnTo>
                                <a:pt x="2" y="2"/>
                              </a:lnTo>
                              <a:lnTo>
                                <a:pt x="0" y="3"/>
                              </a:lnTo>
                              <a:lnTo>
                                <a:pt x="0" y="5"/>
                              </a:lnTo>
                              <a:lnTo>
                                <a:pt x="0" y="6"/>
                              </a:lnTo>
                              <a:lnTo>
                                <a:pt x="0" y="8"/>
                              </a:lnTo>
                              <a:lnTo>
                                <a:pt x="2" y="9"/>
                              </a:lnTo>
                              <a:lnTo>
                                <a:pt x="3" y="9"/>
                              </a:lnTo>
                              <a:lnTo>
                                <a:pt x="73" y="9"/>
                              </a:lnTo>
                              <a:lnTo>
                                <a:pt x="74" y="9"/>
                              </a:lnTo>
                              <a:lnTo>
                                <a:pt x="76" y="9"/>
                              </a:lnTo>
                              <a:lnTo>
                                <a:pt x="77" y="8"/>
                              </a:lnTo>
                              <a:lnTo>
                                <a:pt x="79" y="6"/>
                              </a:lnTo>
                              <a:lnTo>
                                <a:pt x="79" y="5"/>
                              </a:lnTo>
                              <a:lnTo>
                                <a:pt x="77" y="3"/>
                              </a:lnTo>
                              <a:lnTo>
                                <a:pt x="76" y="2"/>
                              </a:lnTo>
                              <a:lnTo>
                                <a:pt x="74" y="0"/>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85" name="Freeform 16"/>
                        <p:cNvSpPr>
                          <a:spLocks/>
                        </p:cNvSpPr>
                        <p:nvPr/>
                      </p:nvSpPr>
                      <p:spPr bwMode="auto">
                        <a:xfrm>
                          <a:off x="1890" y="2101"/>
                          <a:ext cx="17" cy="9"/>
                        </a:xfrm>
                        <a:custGeom>
                          <a:avLst/>
                          <a:gdLst>
                            <a:gd name="T0" fmla="*/ 4 w 17"/>
                            <a:gd name="T1" fmla="*/ 0 h 9"/>
                            <a:gd name="T2" fmla="*/ 3 w 17"/>
                            <a:gd name="T3" fmla="*/ 0 h 9"/>
                            <a:gd name="T4" fmla="*/ 1 w 17"/>
                            <a:gd name="T5" fmla="*/ 2 h 9"/>
                            <a:gd name="T6" fmla="*/ 0 w 17"/>
                            <a:gd name="T7" fmla="*/ 3 h 9"/>
                            <a:gd name="T8" fmla="*/ 0 w 17"/>
                            <a:gd name="T9" fmla="*/ 5 h 9"/>
                            <a:gd name="T10" fmla="*/ 0 w 17"/>
                            <a:gd name="T11" fmla="*/ 6 h 9"/>
                            <a:gd name="T12" fmla="*/ 0 w 17"/>
                            <a:gd name="T13" fmla="*/ 8 h 9"/>
                            <a:gd name="T14" fmla="*/ 1 w 17"/>
                            <a:gd name="T15" fmla="*/ 9 h 9"/>
                            <a:gd name="T16" fmla="*/ 3 w 17"/>
                            <a:gd name="T17" fmla="*/ 9 h 9"/>
                            <a:gd name="T18" fmla="*/ 12 w 17"/>
                            <a:gd name="T19" fmla="*/ 9 h 9"/>
                            <a:gd name="T20" fmla="*/ 13 w 17"/>
                            <a:gd name="T21" fmla="*/ 9 h 9"/>
                            <a:gd name="T22" fmla="*/ 15 w 17"/>
                            <a:gd name="T23" fmla="*/ 9 h 9"/>
                            <a:gd name="T24" fmla="*/ 16 w 17"/>
                            <a:gd name="T25" fmla="*/ 8 h 9"/>
                            <a:gd name="T26" fmla="*/ 17 w 17"/>
                            <a:gd name="T27" fmla="*/ 6 h 9"/>
                            <a:gd name="T28" fmla="*/ 17 w 17"/>
                            <a:gd name="T29" fmla="*/ 5 h 9"/>
                            <a:gd name="T30" fmla="*/ 16 w 17"/>
                            <a:gd name="T31" fmla="*/ 3 h 9"/>
                            <a:gd name="T32" fmla="*/ 15 w 17"/>
                            <a:gd name="T33" fmla="*/ 2 h 9"/>
                            <a:gd name="T34" fmla="*/ 13 w 17"/>
                            <a:gd name="T35" fmla="*/ 0 h 9"/>
                            <a:gd name="T36" fmla="*/ 4 w 17"/>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7"/>
                            <a:gd name="T58" fmla="*/ 0 h 9"/>
                            <a:gd name="T59" fmla="*/ 17 w 17"/>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7" h="9">
                              <a:moveTo>
                                <a:pt x="4" y="0"/>
                              </a:moveTo>
                              <a:lnTo>
                                <a:pt x="3" y="0"/>
                              </a:lnTo>
                              <a:lnTo>
                                <a:pt x="1" y="2"/>
                              </a:lnTo>
                              <a:lnTo>
                                <a:pt x="0" y="3"/>
                              </a:lnTo>
                              <a:lnTo>
                                <a:pt x="0" y="5"/>
                              </a:lnTo>
                              <a:lnTo>
                                <a:pt x="0" y="6"/>
                              </a:lnTo>
                              <a:lnTo>
                                <a:pt x="0" y="8"/>
                              </a:lnTo>
                              <a:lnTo>
                                <a:pt x="1" y="9"/>
                              </a:lnTo>
                              <a:lnTo>
                                <a:pt x="3" y="9"/>
                              </a:lnTo>
                              <a:lnTo>
                                <a:pt x="12" y="9"/>
                              </a:lnTo>
                              <a:lnTo>
                                <a:pt x="13" y="9"/>
                              </a:lnTo>
                              <a:lnTo>
                                <a:pt x="15" y="9"/>
                              </a:lnTo>
                              <a:lnTo>
                                <a:pt x="16" y="8"/>
                              </a:lnTo>
                              <a:lnTo>
                                <a:pt x="17" y="6"/>
                              </a:lnTo>
                              <a:lnTo>
                                <a:pt x="17" y="5"/>
                              </a:lnTo>
                              <a:lnTo>
                                <a:pt x="16" y="3"/>
                              </a:lnTo>
                              <a:lnTo>
                                <a:pt x="15" y="2"/>
                              </a:lnTo>
                              <a:lnTo>
                                <a:pt x="13"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86" name="Freeform 17"/>
                        <p:cNvSpPr>
                          <a:spLocks/>
                        </p:cNvSpPr>
                        <p:nvPr/>
                      </p:nvSpPr>
                      <p:spPr bwMode="auto">
                        <a:xfrm>
                          <a:off x="1925" y="2101"/>
                          <a:ext cx="78" cy="9"/>
                        </a:xfrm>
                        <a:custGeom>
                          <a:avLst/>
                          <a:gdLst>
                            <a:gd name="T0" fmla="*/ 4 w 78"/>
                            <a:gd name="T1" fmla="*/ 0 h 9"/>
                            <a:gd name="T2" fmla="*/ 3 w 78"/>
                            <a:gd name="T3" fmla="*/ 0 h 9"/>
                            <a:gd name="T4" fmla="*/ 1 w 78"/>
                            <a:gd name="T5" fmla="*/ 2 h 9"/>
                            <a:gd name="T6" fmla="*/ 0 w 78"/>
                            <a:gd name="T7" fmla="*/ 3 h 9"/>
                            <a:gd name="T8" fmla="*/ 0 w 78"/>
                            <a:gd name="T9" fmla="*/ 5 h 9"/>
                            <a:gd name="T10" fmla="*/ 0 w 78"/>
                            <a:gd name="T11" fmla="*/ 6 h 9"/>
                            <a:gd name="T12" fmla="*/ 0 w 78"/>
                            <a:gd name="T13" fmla="*/ 8 h 9"/>
                            <a:gd name="T14" fmla="*/ 1 w 78"/>
                            <a:gd name="T15" fmla="*/ 9 h 9"/>
                            <a:gd name="T16" fmla="*/ 3 w 78"/>
                            <a:gd name="T17" fmla="*/ 9 h 9"/>
                            <a:gd name="T18" fmla="*/ 72 w 78"/>
                            <a:gd name="T19" fmla="*/ 9 h 9"/>
                            <a:gd name="T20" fmla="*/ 74 w 78"/>
                            <a:gd name="T21" fmla="*/ 9 h 9"/>
                            <a:gd name="T22" fmla="*/ 75 w 78"/>
                            <a:gd name="T23" fmla="*/ 9 h 9"/>
                            <a:gd name="T24" fmla="*/ 77 w 78"/>
                            <a:gd name="T25" fmla="*/ 8 h 9"/>
                            <a:gd name="T26" fmla="*/ 78 w 78"/>
                            <a:gd name="T27" fmla="*/ 6 h 9"/>
                            <a:gd name="T28" fmla="*/ 78 w 78"/>
                            <a:gd name="T29" fmla="*/ 5 h 9"/>
                            <a:gd name="T30" fmla="*/ 77 w 78"/>
                            <a:gd name="T31" fmla="*/ 3 h 9"/>
                            <a:gd name="T32" fmla="*/ 75 w 78"/>
                            <a:gd name="T33" fmla="*/ 2 h 9"/>
                            <a:gd name="T34" fmla="*/ 74 w 78"/>
                            <a:gd name="T35" fmla="*/ 0 h 9"/>
                            <a:gd name="T36" fmla="*/ 4 w 78"/>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78"/>
                            <a:gd name="T58" fmla="*/ 0 h 9"/>
                            <a:gd name="T59" fmla="*/ 78 w 78"/>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78" h="9">
                              <a:moveTo>
                                <a:pt x="4" y="0"/>
                              </a:moveTo>
                              <a:lnTo>
                                <a:pt x="3" y="0"/>
                              </a:lnTo>
                              <a:lnTo>
                                <a:pt x="1" y="2"/>
                              </a:lnTo>
                              <a:lnTo>
                                <a:pt x="0" y="3"/>
                              </a:lnTo>
                              <a:lnTo>
                                <a:pt x="0" y="5"/>
                              </a:lnTo>
                              <a:lnTo>
                                <a:pt x="0" y="6"/>
                              </a:lnTo>
                              <a:lnTo>
                                <a:pt x="0" y="8"/>
                              </a:lnTo>
                              <a:lnTo>
                                <a:pt x="1" y="9"/>
                              </a:lnTo>
                              <a:lnTo>
                                <a:pt x="3" y="9"/>
                              </a:lnTo>
                              <a:lnTo>
                                <a:pt x="72" y="9"/>
                              </a:lnTo>
                              <a:lnTo>
                                <a:pt x="74" y="9"/>
                              </a:lnTo>
                              <a:lnTo>
                                <a:pt x="75" y="9"/>
                              </a:lnTo>
                              <a:lnTo>
                                <a:pt x="77" y="8"/>
                              </a:lnTo>
                              <a:lnTo>
                                <a:pt x="78" y="6"/>
                              </a:lnTo>
                              <a:lnTo>
                                <a:pt x="78" y="5"/>
                              </a:lnTo>
                              <a:lnTo>
                                <a:pt x="77" y="3"/>
                              </a:lnTo>
                              <a:lnTo>
                                <a:pt x="75" y="2"/>
                              </a:lnTo>
                              <a:lnTo>
                                <a:pt x="74"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87" name="Freeform 18"/>
                        <p:cNvSpPr>
                          <a:spLocks/>
                        </p:cNvSpPr>
                        <p:nvPr/>
                      </p:nvSpPr>
                      <p:spPr bwMode="auto">
                        <a:xfrm>
                          <a:off x="2021" y="2101"/>
                          <a:ext cx="17" cy="9"/>
                        </a:xfrm>
                        <a:custGeom>
                          <a:avLst/>
                          <a:gdLst>
                            <a:gd name="T0" fmla="*/ 4 w 17"/>
                            <a:gd name="T1" fmla="*/ 0 h 9"/>
                            <a:gd name="T2" fmla="*/ 3 w 17"/>
                            <a:gd name="T3" fmla="*/ 0 h 9"/>
                            <a:gd name="T4" fmla="*/ 1 w 17"/>
                            <a:gd name="T5" fmla="*/ 2 h 9"/>
                            <a:gd name="T6" fmla="*/ 0 w 17"/>
                            <a:gd name="T7" fmla="*/ 3 h 9"/>
                            <a:gd name="T8" fmla="*/ 0 w 17"/>
                            <a:gd name="T9" fmla="*/ 5 h 9"/>
                            <a:gd name="T10" fmla="*/ 0 w 17"/>
                            <a:gd name="T11" fmla="*/ 6 h 9"/>
                            <a:gd name="T12" fmla="*/ 0 w 17"/>
                            <a:gd name="T13" fmla="*/ 8 h 9"/>
                            <a:gd name="T14" fmla="*/ 1 w 17"/>
                            <a:gd name="T15" fmla="*/ 9 h 9"/>
                            <a:gd name="T16" fmla="*/ 3 w 17"/>
                            <a:gd name="T17" fmla="*/ 9 h 9"/>
                            <a:gd name="T18" fmla="*/ 11 w 17"/>
                            <a:gd name="T19" fmla="*/ 9 h 9"/>
                            <a:gd name="T20" fmla="*/ 13 w 17"/>
                            <a:gd name="T21" fmla="*/ 9 h 9"/>
                            <a:gd name="T22" fmla="*/ 14 w 17"/>
                            <a:gd name="T23" fmla="*/ 9 h 9"/>
                            <a:gd name="T24" fmla="*/ 16 w 17"/>
                            <a:gd name="T25" fmla="*/ 8 h 9"/>
                            <a:gd name="T26" fmla="*/ 17 w 17"/>
                            <a:gd name="T27" fmla="*/ 6 h 9"/>
                            <a:gd name="T28" fmla="*/ 17 w 17"/>
                            <a:gd name="T29" fmla="*/ 5 h 9"/>
                            <a:gd name="T30" fmla="*/ 16 w 17"/>
                            <a:gd name="T31" fmla="*/ 3 h 9"/>
                            <a:gd name="T32" fmla="*/ 14 w 17"/>
                            <a:gd name="T33" fmla="*/ 2 h 9"/>
                            <a:gd name="T34" fmla="*/ 13 w 17"/>
                            <a:gd name="T35" fmla="*/ 0 h 9"/>
                            <a:gd name="T36" fmla="*/ 4 w 17"/>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7"/>
                            <a:gd name="T58" fmla="*/ 0 h 9"/>
                            <a:gd name="T59" fmla="*/ 17 w 17"/>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7" h="9">
                              <a:moveTo>
                                <a:pt x="4" y="0"/>
                              </a:moveTo>
                              <a:lnTo>
                                <a:pt x="3" y="0"/>
                              </a:lnTo>
                              <a:lnTo>
                                <a:pt x="1" y="2"/>
                              </a:lnTo>
                              <a:lnTo>
                                <a:pt x="0" y="3"/>
                              </a:lnTo>
                              <a:lnTo>
                                <a:pt x="0" y="5"/>
                              </a:lnTo>
                              <a:lnTo>
                                <a:pt x="0" y="6"/>
                              </a:lnTo>
                              <a:lnTo>
                                <a:pt x="0" y="8"/>
                              </a:lnTo>
                              <a:lnTo>
                                <a:pt x="1" y="9"/>
                              </a:lnTo>
                              <a:lnTo>
                                <a:pt x="3" y="9"/>
                              </a:lnTo>
                              <a:lnTo>
                                <a:pt x="11" y="9"/>
                              </a:lnTo>
                              <a:lnTo>
                                <a:pt x="13" y="9"/>
                              </a:lnTo>
                              <a:lnTo>
                                <a:pt x="14" y="9"/>
                              </a:lnTo>
                              <a:lnTo>
                                <a:pt x="16" y="8"/>
                              </a:lnTo>
                              <a:lnTo>
                                <a:pt x="17" y="6"/>
                              </a:lnTo>
                              <a:lnTo>
                                <a:pt x="17" y="5"/>
                              </a:lnTo>
                              <a:lnTo>
                                <a:pt x="16" y="3"/>
                              </a:lnTo>
                              <a:lnTo>
                                <a:pt x="14" y="2"/>
                              </a:lnTo>
                              <a:lnTo>
                                <a:pt x="13"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88" name="Freeform 19"/>
                        <p:cNvSpPr>
                          <a:spLocks/>
                        </p:cNvSpPr>
                        <p:nvPr/>
                      </p:nvSpPr>
                      <p:spPr bwMode="auto">
                        <a:xfrm>
                          <a:off x="2056" y="2101"/>
                          <a:ext cx="78" cy="9"/>
                        </a:xfrm>
                        <a:custGeom>
                          <a:avLst/>
                          <a:gdLst>
                            <a:gd name="T0" fmla="*/ 4 w 78"/>
                            <a:gd name="T1" fmla="*/ 0 h 9"/>
                            <a:gd name="T2" fmla="*/ 2 w 78"/>
                            <a:gd name="T3" fmla="*/ 0 h 9"/>
                            <a:gd name="T4" fmla="*/ 1 w 78"/>
                            <a:gd name="T5" fmla="*/ 2 h 9"/>
                            <a:gd name="T6" fmla="*/ 0 w 78"/>
                            <a:gd name="T7" fmla="*/ 3 h 9"/>
                            <a:gd name="T8" fmla="*/ 0 w 78"/>
                            <a:gd name="T9" fmla="*/ 5 h 9"/>
                            <a:gd name="T10" fmla="*/ 0 w 78"/>
                            <a:gd name="T11" fmla="*/ 6 h 9"/>
                            <a:gd name="T12" fmla="*/ 0 w 78"/>
                            <a:gd name="T13" fmla="*/ 8 h 9"/>
                            <a:gd name="T14" fmla="*/ 1 w 78"/>
                            <a:gd name="T15" fmla="*/ 9 h 9"/>
                            <a:gd name="T16" fmla="*/ 2 w 78"/>
                            <a:gd name="T17" fmla="*/ 9 h 9"/>
                            <a:gd name="T18" fmla="*/ 72 w 78"/>
                            <a:gd name="T19" fmla="*/ 9 h 9"/>
                            <a:gd name="T20" fmla="*/ 74 w 78"/>
                            <a:gd name="T21" fmla="*/ 9 h 9"/>
                            <a:gd name="T22" fmla="*/ 75 w 78"/>
                            <a:gd name="T23" fmla="*/ 9 h 9"/>
                            <a:gd name="T24" fmla="*/ 77 w 78"/>
                            <a:gd name="T25" fmla="*/ 8 h 9"/>
                            <a:gd name="T26" fmla="*/ 78 w 78"/>
                            <a:gd name="T27" fmla="*/ 6 h 9"/>
                            <a:gd name="T28" fmla="*/ 78 w 78"/>
                            <a:gd name="T29" fmla="*/ 5 h 9"/>
                            <a:gd name="T30" fmla="*/ 77 w 78"/>
                            <a:gd name="T31" fmla="*/ 3 h 9"/>
                            <a:gd name="T32" fmla="*/ 75 w 78"/>
                            <a:gd name="T33" fmla="*/ 2 h 9"/>
                            <a:gd name="T34" fmla="*/ 74 w 78"/>
                            <a:gd name="T35" fmla="*/ 0 h 9"/>
                            <a:gd name="T36" fmla="*/ 4 w 78"/>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78"/>
                            <a:gd name="T58" fmla="*/ 0 h 9"/>
                            <a:gd name="T59" fmla="*/ 78 w 78"/>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78" h="9">
                              <a:moveTo>
                                <a:pt x="4" y="0"/>
                              </a:moveTo>
                              <a:lnTo>
                                <a:pt x="2" y="0"/>
                              </a:lnTo>
                              <a:lnTo>
                                <a:pt x="1" y="2"/>
                              </a:lnTo>
                              <a:lnTo>
                                <a:pt x="0" y="3"/>
                              </a:lnTo>
                              <a:lnTo>
                                <a:pt x="0" y="5"/>
                              </a:lnTo>
                              <a:lnTo>
                                <a:pt x="0" y="6"/>
                              </a:lnTo>
                              <a:lnTo>
                                <a:pt x="0" y="8"/>
                              </a:lnTo>
                              <a:lnTo>
                                <a:pt x="1" y="9"/>
                              </a:lnTo>
                              <a:lnTo>
                                <a:pt x="2" y="9"/>
                              </a:lnTo>
                              <a:lnTo>
                                <a:pt x="72" y="9"/>
                              </a:lnTo>
                              <a:lnTo>
                                <a:pt x="74" y="9"/>
                              </a:lnTo>
                              <a:lnTo>
                                <a:pt x="75" y="9"/>
                              </a:lnTo>
                              <a:lnTo>
                                <a:pt x="77" y="8"/>
                              </a:lnTo>
                              <a:lnTo>
                                <a:pt x="78" y="6"/>
                              </a:lnTo>
                              <a:lnTo>
                                <a:pt x="78" y="5"/>
                              </a:lnTo>
                              <a:lnTo>
                                <a:pt x="77" y="3"/>
                              </a:lnTo>
                              <a:lnTo>
                                <a:pt x="75" y="2"/>
                              </a:lnTo>
                              <a:lnTo>
                                <a:pt x="74"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89" name="Freeform 20"/>
                        <p:cNvSpPr>
                          <a:spLocks/>
                        </p:cNvSpPr>
                        <p:nvPr/>
                      </p:nvSpPr>
                      <p:spPr bwMode="auto">
                        <a:xfrm>
                          <a:off x="2151" y="2101"/>
                          <a:ext cx="18" cy="9"/>
                        </a:xfrm>
                        <a:custGeom>
                          <a:avLst/>
                          <a:gdLst>
                            <a:gd name="T0" fmla="*/ 5 w 18"/>
                            <a:gd name="T1" fmla="*/ 0 h 9"/>
                            <a:gd name="T2" fmla="*/ 3 w 18"/>
                            <a:gd name="T3" fmla="*/ 0 h 9"/>
                            <a:gd name="T4" fmla="*/ 2 w 18"/>
                            <a:gd name="T5" fmla="*/ 2 h 9"/>
                            <a:gd name="T6" fmla="*/ 0 w 18"/>
                            <a:gd name="T7" fmla="*/ 3 h 9"/>
                            <a:gd name="T8" fmla="*/ 0 w 18"/>
                            <a:gd name="T9" fmla="*/ 5 h 9"/>
                            <a:gd name="T10" fmla="*/ 0 w 18"/>
                            <a:gd name="T11" fmla="*/ 6 h 9"/>
                            <a:gd name="T12" fmla="*/ 0 w 18"/>
                            <a:gd name="T13" fmla="*/ 8 h 9"/>
                            <a:gd name="T14" fmla="*/ 2 w 18"/>
                            <a:gd name="T15" fmla="*/ 9 h 9"/>
                            <a:gd name="T16" fmla="*/ 3 w 18"/>
                            <a:gd name="T17" fmla="*/ 9 h 9"/>
                            <a:gd name="T18" fmla="*/ 12 w 18"/>
                            <a:gd name="T19" fmla="*/ 9 h 9"/>
                            <a:gd name="T20" fmla="*/ 13 w 18"/>
                            <a:gd name="T21" fmla="*/ 9 h 9"/>
                            <a:gd name="T22" fmla="*/ 15 w 18"/>
                            <a:gd name="T23" fmla="*/ 9 h 9"/>
                            <a:gd name="T24" fmla="*/ 16 w 18"/>
                            <a:gd name="T25" fmla="*/ 8 h 9"/>
                            <a:gd name="T26" fmla="*/ 18 w 18"/>
                            <a:gd name="T27" fmla="*/ 6 h 9"/>
                            <a:gd name="T28" fmla="*/ 18 w 18"/>
                            <a:gd name="T29" fmla="*/ 5 h 9"/>
                            <a:gd name="T30" fmla="*/ 16 w 18"/>
                            <a:gd name="T31" fmla="*/ 3 h 9"/>
                            <a:gd name="T32" fmla="*/ 15 w 18"/>
                            <a:gd name="T33" fmla="*/ 2 h 9"/>
                            <a:gd name="T34" fmla="*/ 13 w 18"/>
                            <a:gd name="T35" fmla="*/ 0 h 9"/>
                            <a:gd name="T36" fmla="*/ 5 w 18"/>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8"/>
                            <a:gd name="T58" fmla="*/ 0 h 9"/>
                            <a:gd name="T59" fmla="*/ 18 w 18"/>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8" h="9">
                              <a:moveTo>
                                <a:pt x="5" y="0"/>
                              </a:moveTo>
                              <a:lnTo>
                                <a:pt x="3" y="0"/>
                              </a:lnTo>
                              <a:lnTo>
                                <a:pt x="2" y="2"/>
                              </a:lnTo>
                              <a:lnTo>
                                <a:pt x="0" y="3"/>
                              </a:lnTo>
                              <a:lnTo>
                                <a:pt x="0" y="5"/>
                              </a:lnTo>
                              <a:lnTo>
                                <a:pt x="0" y="6"/>
                              </a:lnTo>
                              <a:lnTo>
                                <a:pt x="0" y="8"/>
                              </a:lnTo>
                              <a:lnTo>
                                <a:pt x="2" y="9"/>
                              </a:lnTo>
                              <a:lnTo>
                                <a:pt x="3" y="9"/>
                              </a:lnTo>
                              <a:lnTo>
                                <a:pt x="12" y="9"/>
                              </a:lnTo>
                              <a:lnTo>
                                <a:pt x="13" y="9"/>
                              </a:lnTo>
                              <a:lnTo>
                                <a:pt x="15" y="9"/>
                              </a:lnTo>
                              <a:lnTo>
                                <a:pt x="16" y="8"/>
                              </a:lnTo>
                              <a:lnTo>
                                <a:pt x="18" y="6"/>
                              </a:lnTo>
                              <a:lnTo>
                                <a:pt x="18" y="5"/>
                              </a:lnTo>
                              <a:lnTo>
                                <a:pt x="16" y="3"/>
                              </a:lnTo>
                              <a:lnTo>
                                <a:pt x="15" y="2"/>
                              </a:lnTo>
                              <a:lnTo>
                                <a:pt x="13" y="0"/>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90" name="Freeform 21"/>
                        <p:cNvSpPr>
                          <a:spLocks/>
                        </p:cNvSpPr>
                        <p:nvPr/>
                      </p:nvSpPr>
                      <p:spPr bwMode="auto">
                        <a:xfrm>
                          <a:off x="2186" y="2101"/>
                          <a:ext cx="79" cy="9"/>
                        </a:xfrm>
                        <a:custGeom>
                          <a:avLst/>
                          <a:gdLst>
                            <a:gd name="T0" fmla="*/ 5 w 79"/>
                            <a:gd name="T1" fmla="*/ 0 h 9"/>
                            <a:gd name="T2" fmla="*/ 3 w 79"/>
                            <a:gd name="T3" fmla="*/ 0 h 9"/>
                            <a:gd name="T4" fmla="*/ 2 w 79"/>
                            <a:gd name="T5" fmla="*/ 2 h 9"/>
                            <a:gd name="T6" fmla="*/ 0 w 79"/>
                            <a:gd name="T7" fmla="*/ 3 h 9"/>
                            <a:gd name="T8" fmla="*/ 0 w 79"/>
                            <a:gd name="T9" fmla="*/ 5 h 9"/>
                            <a:gd name="T10" fmla="*/ 0 w 79"/>
                            <a:gd name="T11" fmla="*/ 6 h 9"/>
                            <a:gd name="T12" fmla="*/ 0 w 79"/>
                            <a:gd name="T13" fmla="*/ 8 h 9"/>
                            <a:gd name="T14" fmla="*/ 2 w 79"/>
                            <a:gd name="T15" fmla="*/ 9 h 9"/>
                            <a:gd name="T16" fmla="*/ 3 w 79"/>
                            <a:gd name="T17" fmla="*/ 9 h 9"/>
                            <a:gd name="T18" fmla="*/ 73 w 79"/>
                            <a:gd name="T19" fmla="*/ 9 h 9"/>
                            <a:gd name="T20" fmla="*/ 74 w 79"/>
                            <a:gd name="T21" fmla="*/ 9 h 9"/>
                            <a:gd name="T22" fmla="*/ 76 w 79"/>
                            <a:gd name="T23" fmla="*/ 9 h 9"/>
                            <a:gd name="T24" fmla="*/ 77 w 79"/>
                            <a:gd name="T25" fmla="*/ 8 h 9"/>
                            <a:gd name="T26" fmla="*/ 79 w 79"/>
                            <a:gd name="T27" fmla="*/ 6 h 9"/>
                            <a:gd name="T28" fmla="*/ 79 w 79"/>
                            <a:gd name="T29" fmla="*/ 5 h 9"/>
                            <a:gd name="T30" fmla="*/ 77 w 79"/>
                            <a:gd name="T31" fmla="*/ 3 h 9"/>
                            <a:gd name="T32" fmla="*/ 76 w 79"/>
                            <a:gd name="T33" fmla="*/ 2 h 9"/>
                            <a:gd name="T34" fmla="*/ 74 w 79"/>
                            <a:gd name="T35" fmla="*/ 0 h 9"/>
                            <a:gd name="T36" fmla="*/ 5 w 79"/>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79"/>
                            <a:gd name="T58" fmla="*/ 0 h 9"/>
                            <a:gd name="T59" fmla="*/ 79 w 79"/>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79" h="9">
                              <a:moveTo>
                                <a:pt x="5" y="0"/>
                              </a:moveTo>
                              <a:lnTo>
                                <a:pt x="3" y="0"/>
                              </a:lnTo>
                              <a:lnTo>
                                <a:pt x="2" y="2"/>
                              </a:lnTo>
                              <a:lnTo>
                                <a:pt x="0" y="3"/>
                              </a:lnTo>
                              <a:lnTo>
                                <a:pt x="0" y="5"/>
                              </a:lnTo>
                              <a:lnTo>
                                <a:pt x="0" y="6"/>
                              </a:lnTo>
                              <a:lnTo>
                                <a:pt x="0" y="8"/>
                              </a:lnTo>
                              <a:lnTo>
                                <a:pt x="2" y="9"/>
                              </a:lnTo>
                              <a:lnTo>
                                <a:pt x="3" y="9"/>
                              </a:lnTo>
                              <a:lnTo>
                                <a:pt x="73" y="9"/>
                              </a:lnTo>
                              <a:lnTo>
                                <a:pt x="74" y="9"/>
                              </a:lnTo>
                              <a:lnTo>
                                <a:pt x="76" y="9"/>
                              </a:lnTo>
                              <a:lnTo>
                                <a:pt x="77" y="8"/>
                              </a:lnTo>
                              <a:lnTo>
                                <a:pt x="79" y="6"/>
                              </a:lnTo>
                              <a:lnTo>
                                <a:pt x="79" y="5"/>
                              </a:lnTo>
                              <a:lnTo>
                                <a:pt x="77" y="3"/>
                              </a:lnTo>
                              <a:lnTo>
                                <a:pt x="76" y="2"/>
                              </a:lnTo>
                              <a:lnTo>
                                <a:pt x="74" y="0"/>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91" name="Freeform 22"/>
                        <p:cNvSpPr>
                          <a:spLocks/>
                        </p:cNvSpPr>
                        <p:nvPr/>
                      </p:nvSpPr>
                      <p:spPr bwMode="auto">
                        <a:xfrm>
                          <a:off x="2282" y="2101"/>
                          <a:ext cx="18" cy="9"/>
                        </a:xfrm>
                        <a:custGeom>
                          <a:avLst/>
                          <a:gdLst>
                            <a:gd name="T0" fmla="*/ 4 w 18"/>
                            <a:gd name="T1" fmla="*/ 0 h 9"/>
                            <a:gd name="T2" fmla="*/ 3 w 18"/>
                            <a:gd name="T3" fmla="*/ 0 h 9"/>
                            <a:gd name="T4" fmla="*/ 2 w 18"/>
                            <a:gd name="T5" fmla="*/ 2 h 9"/>
                            <a:gd name="T6" fmla="*/ 0 w 18"/>
                            <a:gd name="T7" fmla="*/ 3 h 9"/>
                            <a:gd name="T8" fmla="*/ 0 w 18"/>
                            <a:gd name="T9" fmla="*/ 5 h 9"/>
                            <a:gd name="T10" fmla="*/ 0 w 18"/>
                            <a:gd name="T11" fmla="*/ 6 h 9"/>
                            <a:gd name="T12" fmla="*/ 0 w 18"/>
                            <a:gd name="T13" fmla="*/ 8 h 9"/>
                            <a:gd name="T14" fmla="*/ 2 w 18"/>
                            <a:gd name="T15" fmla="*/ 9 h 9"/>
                            <a:gd name="T16" fmla="*/ 3 w 18"/>
                            <a:gd name="T17" fmla="*/ 9 h 9"/>
                            <a:gd name="T18" fmla="*/ 12 w 18"/>
                            <a:gd name="T19" fmla="*/ 9 h 9"/>
                            <a:gd name="T20" fmla="*/ 13 w 18"/>
                            <a:gd name="T21" fmla="*/ 9 h 9"/>
                            <a:gd name="T22" fmla="*/ 15 w 18"/>
                            <a:gd name="T23" fmla="*/ 9 h 9"/>
                            <a:gd name="T24" fmla="*/ 16 w 18"/>
                            <a:gd name="T25" fmla="*/ 8 h 9"/>
                            <a:gd name="T26" fmla="*/ 18 w 18"/>
                            <a:gd name="T27" fmla="*/ 6 h 9"/>
                            <a:gd name="T28" fmla="*/ 18 w 18"/>
                            <a:gd name="T29" fmla="*/ 5 h 9"/>
                            <a:gd name="T30" fmla="*/ 16 w 18"/>
                            <a:gd name="T31" fmla="*/ 3 h 9"/>
                            <a:gd name="T32" fmla="*/ 15 w 18"/>
                            <a:gd name="T33" fmla="*/ 2 h 9"/>
                            <a:gd name="T34" fmla="*/ 13 w 18"/>
                            <a:gd name="T35" fmla="*/ 0 h 9"/>
                            <a:gd name="T36" fmla="*/ 4 w 18"/>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8"/>
                            <a:gd name="T58" fmla="*/ 0 h 9"/>
                            <a:gd name="T59" fmla="*/ 18 w 18"/>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8" h="9">
                              <a:moveTo>
                                <a:pt x="4" y="0"/>
                              </a:moveTo>
                              <a:lnTo>
                                <a:pt x="3" y="0"/>
                              </a:lnTo>
                              <a:lnTo>
                                <a:pt x="2" y="2"/>
                              </a:lnTo>
                              <a:lnTo>
                                <a:pt x="0" y="3"/>
                              </a:lnTo>
                              <a:lnTo>
                                <a:pt x="0" y="5"/>
                              </a:lnTo>
                              <a:lnTo>
                                <a:pt x="0" y="6"/>
                              </a:lnTo>
                              <a:lnTo>
                                <a:pt x="0" y="8"/>
                              </a:lnTo>
                              <a:lnTo>
                                <a:pt x="2" y="9"/>
                              </a:lnTo>
                              <a:lnTo>
                                <a:pt x="3" y="9"/>
                              </a:lnTo>
                              <a:lnTo>
                                <a:pt x="12" y="9"/>
                              </a:lnTo>
                              <a:lnTo>
                                <a:pt x="13" y="9"/>
                              </a:lnTo>
                              <a:lnTo>
                                <a:pt x="15" y="9"/>
                              </a:lnTo>
                              <a:lnTo>
                                <a:pt x="16" y="8"/>
                              </a:lnTo>
                              <a:lnTo>
                                <a:pt x="18" y="6"/>
                              </a:lnTo>
                              <a:lnTo>
                                <a:pt x="18" y="5"/>
                              </a:lnTo>
                              <a:lnTo>
                                <a:pt x="16" y="3"/>
                              </a:lnTo>
                              <a:lnTo>
                                <a:pt x="15" y="2"/>
                              </a:lnTo>
                              <a:lnTo>
                                <a:pt x="13"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92" name="Freeform 23"/>
                        <p:cNvSpPr>
                          <a:spLocks/>
                        </p:cNvSpPr>
                        <p:nvPr/>
                      </p:nvSpPr>
                      <p:spPr bwMode="auto">
                        <a:xfrm>
                          <a:off x="2317" y="2101"/>
                          <a:ext cx="78" cy="9"/>
                        </a:xfrm>
                        <a:custGeom>
                          <a:avLst/>
                          <a:gdLst>
                            <a:gd name="T0" fmla="*/ 4 w 78"/>
                            <a:gd name="T1" fmla="*/ 0 h 9"/>
                            <a:gd name="T2" fmla="*/ 3 w 78"/>
                            <a:gd name="T3" fmla="*/ 0 h 9"/>
                            <a:gd name="T4" fmla="*/ 1 w 78"/>
                            <a:gd name="T5" fmla="*/ 2 h 9"/>
                            <a:gd name="T6" fmla="*/ 0 w 78"/>
                            <a:gd name="T7" fmla="*/ 3 h 9"/>
                            <a:gd name="T8" fmla="*/ 0 w 78"/>
                            <a:gd name="T9" fmla="*/ 5 h 9"/>
                            <a:gd name="T10" fmla="*/ 0 w 78"/>
                            <a:gd name="T11" fmla="*/ 6 h 9"/>
                            <a:gd name="T12" fmla="*/ 0 w 78"/>
                            <a:gd name="T13" fmla="*/ 8 h 9"/>
                            <a:gd name="T14" fmla="*/ 1 w 78"/>
                            <a:gd name="T15" fmla="*/ 9 h 9"/>
                            <a:gd name="T16" fmla="*/ 3 w 78"/>
                            <a:gd name="T17" fmla="*/ 9 h 9"/>
                            <a:gd name="T18" fmla="*/ 73 w 78"/>
                            <a:gd name="T19" fmla="*/ 9 h 9"/>
                            <a:gd name="T20" fmla="*/ 74 w 78"/>
                            <a:gd name="T21" fmla="*/ 9 h 9"/>
                            <a:gd name="T22" fmla="*/ 76 w 78"/>
                            <a:gd name="T23" fmla="*/ 9 h 9"/>
                            <a:gd name="T24" fmla="*/ 77 w 78"/>
                            <a:gd name="T25" fmla="*/ 8 h 9"/>
                            <a:gd name="T26" fmla="*/ 78 w 78"/>
                            <a:gd name="T27" fmla="*/ 6 h 9"/>
                            <a:gd name="T28" fmla="*/ 78 w 78"/>
                            <a:gd name="T29" fmla="*/ 5 h 9"/>
                            <a:gd name="T30" fmla="*/ 77 w 78"/>
                            <a:gd name="T31" fmla="*/ 3 h 9"/>
                            <a:gd name="T32" fmla="*/ 76 w 78"/>
                            <a:gd name="T33" fmla="*/ 2 h 9"/>
                            <a:gd name="T34" fmla="*/ 74 w 78"/>
                            <a:gd name="T35" fmla="*/ 0 h 9"/>
                            <a:gd name="T36" fmla="*/ 4 w 78"/>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78"/>
                            <a:gd name="T58" fmla="*/ 0 h 9"/>
                            <a:gd name="T59" fmla="*/ 78 w 78"/>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78" h="9">
                              <a:moveTo>
                                <a:pt x="4" y="0"/>
                              </a:moveTo>
                              <a:lnTo>
                                <a:pt x="3" y="0"/>
                              </a:lnTo>
                              <a:lnTo>
                                <a:pt x="1" y="2"/>
                              </a:lnTo>
                              <a:lnTo>
                                <a:pt x="0" y="3"/>
                              </a:lnTo>
                              <a:lnTo>
                                <a:pt x="0" y="5"/>
                              </a:lnTo>
                              <a:lnTo>
                                <a:pt x="0" y="6"/>
                              </a:lnTo>
                              <a:lnTo>
                                <a:pt x="0" y="8"/>
                              </a:lnTo>
                              <a:lnTo>
                                <a:pt x="1" y="9"/>
                              </a:lnTo>
                              <a:lnTo>
                                <a:pt x="3" y="9"/>
                              </a:lnTo>
                              <a:lnTo>
                                <a:pt x="73" y="9"/>
                              </a:lnTo>
                              <a:lnTo>
                                <a:pt x="74" y="9"/>
                              </a:lnTo>
                              <a:lnTo>
                                <a:pt x="76" y="9"/>
                              </a:lnTo>
                              <a:lnTo>
                                <a:pt x="77" y="8"/>
                              </a:lnTo>
                              <a:lnTo>
                                <a:pt x="78" y="6"/>
                              </a:lnTo>
                              <a:lnTo>
                                <a:pt x="78" y="5"/>
                              </a:lnTo>
                              <a:lnTo>
                                <a:pt x="77" y="3"/>
                              </a:lnTo>
                              <a:lnTo>
                                <a:pt x="76" y="2"/>
                              </a:lnTo>
                              <a:lnTo>
                                <a:pt x="74"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93" name="Freeform 24"/>
                        <p:cNvSpPr>
                          <a:spLocks/>
                        </p:cNvSpPr>
                        <p:nvPr/>
                      </p:nvSpPr>
                      <p:spPr bwMode="auto">
                        <a:xfrm>
                          <a:off x="2413" y="2101"/>
                          <a:ext cx="17" cy="9"/>
                        </a:xfrm>
                        <a:custGeom>
                          <a:avLst/>
                          <a:gdLst>
                            <a:gd name="T0" fmla="*/ 4 w 17"/>
                            <a:gd name="T1" fmla="*/ 0 h 9"/>
                            <a:gd name="T2" fmla="*/ 3 w 17"/>
                            <a:gd name="T3" fmla="*/ 0 h 9"/>
                            <a:gd name="T4" fmla="*/ 1 w 17"/>
                            <a:gd name="T5" fmla="*/ 2 h 9"/>
                            <a:gd name="T6" fmla="*/ 0 w 17"/>
                            <a:gd name="T7" fmla="*/ 3 h 9"/>
                            <a:gd name="T8" fmla="*/ 0 w 17"/>
                            <a:gd name="T9" fmla="*/ 5 h 9"/>
                            <a:gd name="T10" fmla="*/ 0 w 17"/>
                            <a:gd name="T11" fmla="*/ 6 h 9"/>
                            <a:gd name="T12" fmla="*/ 0 w 17"/>
                            <a:gd name="T13" fmla="*/ 8 h 9"/>
                            <a:gd name="T14" fmla="*/ 1 w 17"/>
                            <a:gd name="T15" fmla="*/ 9 h 9"/>
                            <a:gd name="T16" fmla="*/ 3 w 17"/>
                            <a:gd name="T17" fmla="*/ 9 h 9"/>
                            <a:gd name="T18" fmla="*/ 11 w 17"/>
                            <a:gd name="T19" fmla="*/ 9 h 9"/>
                            <a:gd name="T20" fmla="*/ 13 w 17"/>
                            <a:gd name="T21" fmla="*/ 9 h 9"/>
                            <a:gd name="T22" fmla="*/ 14 w 17"/>
                            <a:gd name="T23" fmla="*/ 9 h 9"/>
                            <a:gd name="T24" fmla="*/ 16 w 17"/>
                            <a:gd name="T25" fmla="*/ 8 h 9"/>
                            <a:gd name="T26" fmla="*/ 17 w 17"/>
                            <a:gd name="T27" fmla="*/ 6 h 9"/>
                            <a:gd name="T28" fmla="*/ 17 w 17"/>
                            <a:gd name="T29" fmla="*/ 5 h 9"/>
                            <a:gd name="T30" fmla="*/ 16 w 17"/>
                            <a:gd name="T31" fmla="*/ 3 h 9"/>
                            <a:gd name="T32" fmla="*/ 14 w 17"/>
                            <a:gd name="T33" fmla="*/ 2 h 9"/>
                            <a:gd name="T34" fmla="*/ 13 w 17"/>
                            <a:gd name="T35" fmla="*/ 0 h 9"/>
                            <a:gd name="T36" fmla="*/ 4 w 17"/>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7"/>
                            <a:gd name="T58" fmla="*/ 0 h 9"/>
                            <a:gd name="T59" fmla="*/ 17 w 17"/>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7" h="9">
                              <a:moveTo>
                                <a:pt x="4" y="0"/>
                              </a:moveTo>
                              <a:lnTo>
                                <a:pt x="3" y="0"/>
                              </a:lnTo>
                              <a:lnTo>
                                <a:pt x="1" y="2"/>
                              </a:lnTo>
                              <a:lnTo>
                                <a:pt x="0" y="3"/>
                              </a:lnTo>
                              <a:lnTo>
                                <a:pt x="0" y="5"/>
                              </a:lnTo>
                              <a:lnTo>
                                <a:pt x="0" y="6"/>
                              </a:lnTo>
                              <a:lnTo>
                                <a:pt x="0" y="8"/>
                              </a:lnTo>
                              <a:lnTo>
                                <a:pt x="1" y="9"/>
                              </a:lnTo>
                              <a:lnTo>
                                <a:pt x="3" y="9"/>
                              </a:lnTo>
                              <a:lnTo>
                                <a:pt x="11" y="9"/>
                              </a:lnTo>
                              <a:lnTo>
                                <a:pt x="13" y="9"/>
                              </a:lnTo>
                              <a:lnTo>
                                <a:pt x="14" y="9"/>
                              </a:lnTo>
                              <a:lnTo>
                                <a:pt x="16" y="8"/>
                              </a:lnTo>
                              <a:lnTo>
                                <a:pt x="17" y="6"/>
                              </a:lnTo>
                              <a:lnTo>
                                <a:pt x="17" y="5"/>
                              </a:lnTo>
                              <a:lnTo>
                                <a:pt x="16" y="3"/>
                              </a:lnTo>
                              <a:lnTo>
                                <a:pt x="14" y="2"/>
                              </a:lnTo>
                              <a:lnTo>
                                <a:pt x="13"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94" name="Freeform 25"/>
                        <p:cNvSpPr>
                          <a:spLocks/>
                        </p:cNvSpPr>
                        <p:nvPr/>
                      </p:nvSpPr>
                      <p:spPr bwMode="auto">
                        <a:xfrm>
                          <a:off x="2448" y="2101"/>
                          <a:ext cx="78" cy="9"/>
                        </a:xfrm>
                        <a:custGeom>
                          <a:avLst/>
                          <a:gdLst>
                            <a:gd name="T0" fmla="*/ 4 w 78"/>
                            <a:gd name="T1" fmla="*/ 0 h 9"/>
                            <a:gd name="T2" fmla="*/ 3 w 78"/>
                            <a:gd name="T3" fmla="*/ 0 h 9"/>
                            <a:gd name="T4" fmla="*/ 1 w 78"/>
                            <a:gd name="T5" fmla="*/ 2 h 9"/>
                            <a:gd name="T6" fmla="*/ 0 w 78"/>
                            <a:gd name="T7" fmla="*/ 3 h 9"/>
                            <a:gd name="T8" fmla="*/ 0 w 78"/>
                            <a:gd name="T9" fmla="*/ 5 h 9"/>
                            <a:gd name="T10" fmla="*/ 0 w 78"/>
                            <a:gd name="T11" fmla="*/ 6 h 9"/>
                            <a:gd name="T12" fmla="*/ 0 w 78"/>
                            <a:gd name="T13" fmla="*/ 8 h 9"/>
                            <a:gd name="T14" fmla="*/ 1 w 78"/>
                            <a:gd name="T15" fmla="*/ 9 h 9"/>
                            <a:gd name="T16" fmla="*/ 3 w 78"/>
                            <a:gd name="T17" fmla="*/ 9 h 9"/>
                            <a:gd name="T18" fmla="*/ 72 w 78"/>
                            <a:gd name="T19" fmla="*/ 9 h 9"/>
                            <a:gd name="T20" fmla="*/ 74 w 78"/>
                            <a:gd name="T21" fmla="*/ 9 h 9"/>
                            <a:gd name="T22" fmla="*/ 75 w 78"/>
                            <a:gd name="T23" fmla="*/ 9 h 9"/>
                            <a:gd name="T24" fmla="*/ 77 w 78"/>
                            <a:gd name="T25" fmla="*/ 8 h 9"/>
                            <a:gd name="T26" fmla="*/ 78 w 78"/>
                            <a:gd name="T27" fmla="*/ 6 h 9"/>
                            <a:gd name="T28" fmla="*/ 78 w 78"/>
                            <a:gd name="T29" fmla="*/ 5 h 9"/>
                            <a:gd name="T30" fmla="*/ 77 w 78"/>
                            <a:gd name="T31" fmla="*/ 3 h 9"/>
                            <a:gd name="T32" fmla="*/ 75 w 78"/>
                            <a:gd name="T33" fmla="*/ 2 h 9"/>
                            <a:gd name="T34" fmla="*/ 74 w 78"/>
                            <a:gd name="T35" fmla="*/ 0 h 9"/>
                            <a:gd name="T36" fmla="*/ 4 w 78"/>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78"/>
                            <a:gd name="T58" fmla="*/ 0 h 9"/>
                            <a:gd name="T59" fmla="*/ 78 w 78"/>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78" h="9">
                              <a:moveTo>
                                <a:pt x="4" y="0"/>
                              </a:moveTo>
                              <a:lnTo>
                                <a:pt x="3" y="0"/>
                              </a:lnTo>
                              <a:lnTo>
                                <a:pt x="1" y="2"/>
                              </a:lnTo>
                              <a:lnTo>
                                <a:pt x="0" y="3"/>
                              </a:lnTo>
                              <a:lnTo>
                                <a:pt x="0" y="5"/>
                              </a:lnTo>
                              <a:lnTo>
                                <a:pt x="0" y="6"/>
                              </a:lnTo>
                              <a:lnTo>
                                <a:pt x="0" y="8"/>
                              </a:lnTo>
                              <a:lnTo>
                                <a:pt x="1" y="9"/>
                              </a:lnTo>
                              <a:lnTo>
                                <a:pt x="3" y="9"/>
                              </a:lnTo>
                              <a:lnTo>
                                <a:pt x="72" y="9"/>
                              </a:lnTo>
                              <a:lnTo>
                                <a:pt x="74" y="9"/>
                              </a:lnTo>
                              <a:lnTo>
                                <a:pt x="75" y="9"/>
                              </a:lnTo>
                              <a:lnTo>
                                <a:pt x="77" y="8"/>
                              </a:lnTo>
                              <a:lnTo>
                                <a:pt x="78" y="6"/>
                              </a:lnTo>
                              <a:lnTo>
                                <a:pt x="78" y="5"/>
                              </a:lnTo>
                              <a:lnTo>
                                <a:pt x="77" y="3"/>
                              </a:lnTo>
                              <a:lnTo>
                                <a:pt x="75" y="2"/>
                              </a:lnTo>
                              <a:lnTo>
                                <a:pt x="74"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95" name="Freeform 26"/>
                        <p:cNvSpPr>
                          <a:spLocks/>
                        </p:cNvSpPr>
                        <p:nvPr/>
                      </p:nvSpPr>
                      <p:spPr bwMode="auto">
                        <a:xfrm>
                          <a:off x="2544" y="2101"/>
                          <a:ext cx="17" cy="9"/>
                        </a:xfrm>
                        <a:custGeom>
                          <a:avLst/>
                          <a:gdLst>
                            <a:gd name="T0" fmla="*/ 4 w 17"/>
                            <a:gd name="T1" fmla="*/ 0 h 9"/>
                            <a:gd name="T2" fmla="*/ 2 w 17"/>
                            <a:gd name="T3" fmla="*/ 0 h 9"/>
                            <a:gd name="T4" fmla="*/ 1 w 17"/>
                            <a:gd name="T5" fmla="*/ 2 h 9"/>
                            <a:gd name="T6" fmla="*/ 0 w 17"/>
                            <a:gd name="T7" fmla="*/ 3 h 9"/>
                            <a:gd name="T8" fmla="*/ 0 w 17"/>
                            <a:gd name="T9" fmla="*/ 5 h 9"/>
                            <a:gd name="T10" fmla="*/ 0 w 17"/>
                            <a:gd name="T11" fmla="*/ 6 h 9"/>
                            <a:gd name="T12" fmla="*/ 0 w 17"/>
                            <a:gd name="T13" fmla="*/ 8 h 9"/>
                            <a:gd name="T14" fmla="*/ 1 w 17"/>
                            <a:gd name="T15" fmla="*/ 9 h 9"/>
                            <a:gd name="T16" fmla="*/ 2 w 17"/>
                            <a:gd name="T17" fmla="*/ 9 h 9"/>
                            <a:gd name="T18" fmla="*/ 11 w 17"/>
                            <a:gd name="T19" fmla="*/ 9 h 9"/>
                            <a:gd name="T20" fmla="*/ 13 w 17"/>
                            <a:gd name="T21" fmla="*/ 9 h 9"/>
                            <a:gd name="T22" fmla="*/ 14 w 17"/>
                            <a:gd name="T23" fmla="*/ 9 h 9"/>
                            <a:gd name="T24" fmla="*/ 16 w 17"/>
                            <a:gd name="T25" fmla="*/ 8 h 9"/>
                            <a:gd name="T26" fmla="*/ 17 w 17"/>
                            <a:gd name="T27" fmla="*/ 6 h 9"/>
                            <a:gd name="T28" fmla="*/ 17 w 17"/>
                            <a:gd name="T29" fmla="*/ 5 h 9"/>
                            <a:gd name="T30" fmla="*/ 16 w 17"/>
                            <a:gd name="T31" fmla="*/ 3 h 9"/>
                            <a:gd name="T32" fmla="*/ 14 w 17"/>
                            <a:gd name="T33" fmla="*/ 2 h 9"/>
                            <a:gd name="T34" fmla="*/ 13 w 17"/>
                            <a:gd name="T35" fmla="*/ 0 h 9"/>
                            <a:gd name="T36" fmla="*/ 4 w 17"/>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7"/>
                            <a:gd name="T58" fmla="*/ 0 h 9"/>
                            <a:gd name="T59" fmla="*/ 17 w 17"/>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7" h="9">
                              <a:moveTo>
                                <a:pt x="4" y="0"/>
                              </a:moveTo>
                              <a:lnTo>
                                <a:pt x="2" y="0"/>
                              </a:lnTo>
                              <a:lnTo>
                                <a:pt x="1" y="2"/>
                              </a:lnTo>
                              <a:lnTo>
                                <a:pt x="0" y="3"/>
                              </a:lnTo>
                              <a:lnTo>
                                <a:pt x="0" y="5"/>
                              </a:lnTo>
                              <a:lnTo>
                                <a:pt x="0" y="6"/>
                              </a:lnTo>
                              <a:lnTo>
                                <a:pt x="0" y="8"/>
                              </a:lnTo>
                              <a:lnTo>
                                <a:pt x="1" y="9"/>
                              </a:lnTo>
                              <a:lnTo>
                                <a:pt x="2" y="9"/>
                              </a:lnTo>
                              <a:lnTo>
                                <a:pt x="11" y="9"/>
                              </a:lnTo>
                              <a:lnTo>
                                <a:pt x="13" y="9"/>
                              </a:lnTo>
                              <a:lnTo>
                                <a:pt x="14" y="9"/>
                              </a:lnTo>
                              <a:lnTo>
                                <a:pt x="16" y="8"/>
                              </a:lnTo>
                              <a:lnTo>
                                <a:pt x="17" y="6"/>
                              </a:lnTo>
                              <a:lnTo>
                                <a:pt x="17" y="5"/>
                              </a:lnTo>
                              <a:lnTo>
                                <a:pt x="16" y="3"/>
                              </a:lnTo>
                              <a:lnTo>
                                <a:pt x="14" y="2"/>
                              </a:lnTo>
                              <a:lnTo>
                                <a:pt x="13"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96" name="Freeform 27"/>
                        <p:cNvSpPr>
                          <a:spLocks/>
                        </p:cNvSpPr>
                        <p:nvPr/>
                      </p:nvSpPr>
                      <p:spPr bwMode="auto">
                        <a:xfrm>
                          <a:off x="2578" y="2101"/>
                          <a:ext cx="79" cy="9"/>
                        </a:xfrm>
                        <a:custGeom>
                          <a:avLst/>
                          <a:gdLst>
                            <a:gd name="T0" fmla="*/ 5 w 79"/>
                            <a:gd name="T1" fmla="*/ 0 h 9"/>
                            <a:gd name="T2" fmla="*/ 3 w 79"/>
                            <a:gd name="T3" fmla="*/ 0 h 9"/>
                            <a:gd name="T4" fmla="*/ 2 w 79"/>
                            <a:gd name="T5" fmla="*/ 2 h 9"/>
                            <a:gd name="T6" fmla="*/ 0 w 79"/>
                            <a:gd name="T7" fmla="*/ 3 h 9"/>
                            <a:gd name="T8" fmla="*/ 0 w 79"/>
                            <a:gd name="T9" fmla="*/ 5 h 9"/>
                            <a:gd name="T10" fmla="*/ 0 w 79"/>
                            <a:gd name="T11" fmla="*/ 6 h 9"/>
                            <a:gd name="T12" fmla="*/ 0 w 79"/>
                            <a:gd name="T13" fmla="*/ 8 h 9"/>
                            <a:gd name="T14" fmla="*/ 2 w 79"/>
                            <a:gd name="T15" fmla="*/ 9 h 9"/>
                            <a:gd name="T16" fmla="*/ 3 w 79"/>
                            <a:gd name="T17" fmla="*/ 9 h 9"/>
                            <a:gd name="T18" fmla="*/ 73 w 79"/>
                            <a:gd name="T19" fmla="*/ 9 h 9"/>
                            <a:gd name="T20" fmla="*/ 74 w 79"/>
                            <a:gd name="T21" fmla="*/ 9 h 9"/>
                            <a:gd name="T22" fmla="*/ 76 w 79"/>
                            <a:gd name="T23" fmla="*/ 9 h 9"/>
                            <a:gd name="T24" fmla="*/ 77 w 79"/>
                            <a:gd name="T25" fmla="*/ 8 h 9"/>
                            <a:gd name="T26" fmla="*/ 79 w 79"/>
                            <a:gd name="T27" fmla="*/ 6 h 9"/>
                            <a:gd name="T28" fmla="*/ 79 w 79"/>
                            <a:gd name="T29" fmla="*/ 5 h 9"/>
                            <a:gd name="T30" fmla="*/ 77 w 79"/>
                            <a:gd name="T31" fmla="*/ 3 h 9"/>
                            <a:gd name="T32" fmla="*/ 76 w 79"/>
                            <a:gd name="T33" fmla="*/ 2 h 9"/>
                            <a:gd name="T34" fmla="*/ 74 w 79"/>
                            <a:gd name="T35" fmla="*/ 0 h 9"/>
                            <a:gd name="T36" fmla="*/ 5 w 79"/>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79"/>
                            <a:gd name="T58" fmla="*/ 0 h 9"/>
                            <a:gd name="T59" fmla="*/ 79 w 79"/>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79" h="9">
                              <a:moveTo>
                                <a:pt x="5" y="0"/>
                              </a:moveTo>
                              <a:lnTo>
                                <a:pt x="3" y="0"/>
                              </a:lnTo>
                              <a:lnTo>
                                <a:pt x="2" y="2"/>
                              </a:lnTo>
                              <a:lnTo>
                                <a:pt x="0" y="3"/>
                              </a:lnTo>
                              <a:lnTo>
                                <a:pt x="0" y="5"/>
                              </a:lnTo>
                              <a:lnTo>
                                <a:pt x="0" y="6"/>
                              </a:lnTo>
                              <a:lnTo>
                                <a:pt x="0" y="8"/>
                              </a:lnTo>
                              <a:lnTo>
                                <a:pt x="2" y="9"/>
                              </a:lnTo>
                              <a:lnTo>
                                <a:pt x="3" y="9"/>
                              </a:lnTo>
                              <a:lnTo>
                                <a:pt x="73" y="9"/>
                              </a:lnTo>
                              <a:lnTo>
                                <a:pt x="74" y="9"/>
                              </a:lnTo>
                              <a:lnTo>
                                <a:pt x="76" y="9"/>
                              </a:lnTo>
                              <a:lnTo>
                                <a:pt x="77" y="8"/>
                              </a:lnTo>
                              <a:lnTo>
                                <a:pt x="79" y="6"/>
                              </a:lnTo>
                              <a:lnTo>
                                <a:pt x="79" y="5"/>
                              </a:lnTo>
                              <a:lnTo>
                                <a:pt x="77" y="3"/>
                              </a:lnTo>
                              <a:lnTo>
                                <a:pt x="76" y="2"/>
                              </a:lnTo>
                              <a:lnTo>
                                <a:pt x="74" y="0"/>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97" name="Freeform 28"/>
                        <p:cNvSpPr>
                          <a:spLocks/>
                        </p:cNvSpPr>
                        <p:nvPr/>
                      </p:nvSpPr>
                      <p:spPr bwMode="auto">
                        <a:xfrm>
                          <a:off x="2674" y="2101"/>
                          <a:ext cx="18" cy="9"/>
                        </a:xfrm>
                        <a:custGeom>
                          <a:avLst/>
                          <a:gdLst>
                            <a:gd name="T0" fmla="*/ 5 w 18"/>
                            <a:gd name="T1" fmla="*/ 0 h 9"/>
                            <a:gd name="T2" fmla="*/ 3 w 18"/>
                            <a:gd name="T3" fmla="*/ 0 h 9"/>
                            <a:gd name="T4" fmla="*/ 2 w 18"/>
                            <a:gd name="T5" fmla="*/ 2 h 9"/>
                            <a:gd name="T6" fmla="*/ 0 w 18"/>
                            <a:gd name="T7" fmla="*/ 3 h 9"/>
                            <a:gd name="T8" fmla="*/ 0 w 18"/>
                            <a:gd name="T9" fmla="*/ 5 h 9"/>
                            <a:gd name="T10" fmla="*/ 0 w 18"/>
                            <a:gd name="T11" fmla="*/ 6 h 9"/>
                            <a:gd name="T12" fmla="*/ 0 w 18"/>
                            <a:gd name="T13" fmla="*/ 8 h 9"/>
                            <a:gd name="T14" fmla="*/ 2 w 18"/>
                            <a:gd name="T15" fmla="*/ 9 h 9"/>
                            <a:gd name="T16" fmla="*/ 3 w 18"/>
                            <a:gd name="T17" fmla="*/ 9 h 9"/>
                            <a:gd name="T18" fmla="*/ 12 w 18"/>
                            <a:gd name="T19" fmla="*/ 9 h 9"/>
                            <a:gd name="T20" fmla="*/ 13 w 18"/>
                            <a:gd name="T21" fmla="*/ 9 h 9"/>
                            <a:gd name="T22" fmla="*/ 15 w 18"/>
                            <a:gd name="T23" fmla="*/ 9 h 9"/>
                            <a:gd name="T24" fmla="*/ 16 w 18"/>
                            <a:gd name="T25" fmla="*/ 8 h 9"/>
                            <a:gd name="T26" fmla="*/ 18 w 18"/>
                            <a:gd name="T27" fmla="*/ 6 h 9"/>
                            <a:gd name="T28" fmla="*/ 18 w 18"/>
                            <a:gd name="T29" fmla="*/ 5 h 9"/>
                            <a:gd name="T30" fmla="*/ 16 w 18"/>
                            <a:gd name="T31" fmla="*/ 3 h 9"/>
                            <a:gd name="T32" fmla="*/ 15 w 18"/>
                            <a:gd name="T33" fmla="*/ 2 h 9"/>
                            <a:gd name="T34" fmla="*/ 13 w 18"/>
                            <a:gd name="T35" fmla="*/ 0 h 9"/>
                            <a:gd name="T36" fmla="*/ 5 w 18"/>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8"/>
                            <a:gd name="T58" fmla="*/ 0 h 9"/>
                            <a:gd name="T59" fmla="*/ 18 w 18"/>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8" h="9">
                              <a:moveTo>
                                <a:pt x="5" y="0"/>
                              </a:moveTo>
                              <a:lnTo>
                                <a:pt x="3" y="0"/>
                              </a:lnTo>
                              <a:lnTo>
                                <a:pt x="2" y="2"/>
                              </a:lnTo>
                              <a:lnTo>
                                <a:pt x="0" y="3"/>
                              </a:lnTo>
                              <a:lnTo>
                                <a:pt x="0" y="5"/>
                              </a:lnTo>
                              <a:lnTo>
                                <a:pt x="0" y="6"/>
                              </a:lnTo>
                              <a:lnTo>
                                <a:pt x="0" y="8"/>
                              </a:lnTo>
                              <a:lnTo>
                                <a:pt x="2" y="9"/>
                              </a:lnTo>
                              <a:lnTo>
                                <a:pt x="3" y="9"/>
                              </a:lnTo>
                              <a:lnTo>
                                <a:pt x="12" y="9"/>
                              </a:lnTo>
                              <a:lnTo>
                                <a:pt x="13" y="9"/>
                              </a:lnTo>
                              <a:lnTo>
                                <a:pt x="15" y="9"/>
                              </a:lnTo>
                              <a:lnTo>
                                <a:pt x="16" y="8"/>
                              </a:lnTo>
                              <a:lnTo>
                                <a:pt x="18" y="6"/>
                              </a:lnTo>
                              <a:lnTo>
                                <a:pt x="18" y="5"/>
                              </a:lnTo>
                              <a:lnTo>
                                <a:pt x="16" y="3"/>
                              </a:lnTo>
                              <a:lnTo>
                                <a:pt x="15" y="2"/>
                              </a:lnTo>
                              <a:lnTo>
                                <a:pt x="13" y="0"/>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98" name="Freeform 29"/>
                        <p:cNvSpPr>
                          <a:spLocks/>
                        </p:cNvSpPr>
                        <p:nvPr/>
                      </p:nvSpPr>
                      <p:spPr bwMode="auto">
                        <a:xfrm>
                          <a:off x="2709" y="2101"/>
                          <a:ext cx="79" cy="9"/>
                        </a:xfrm>
                        <a:custGeom>
                          <a:avLst/>
                          <a:gdLst>
                            <a:gd name="T0" fmla="*/ 4 w 79"/>
                            <a:gd name="T1" fmla="*/ 0 h 9"/>
                            <a:gd name="T2" fmla="*/ 3 w 79"/>
                            <a:gd name="T3" fmla="*/ 0 h 9"/>
                            <a:gd name="T4" fmla="*/ 2 w 79"/>
                            <a:gd name="T5" fmla="*/ 2 h 9"/>
                            <a:gd name="T6" fmla="*/ 0 w 79"/>
                            <a:gd name="T7" fmla="*/ 3 h 9"/>
                            <a:gd name="T8" fmla="*/ 0 w 79"/>
                            <a:gd name="T9" fmla="*/ 5 h 9"/>
                            <a:gd name="T10" fmla="*/ 0 w 79"/>
                            <a:gd name="T11" fmla="*/ 6 h 9"/>
                            <a:gd name="T12" fmla="*/ 0 w 79"/>
                            <a:gd name="T13" fmla="*/ 8 h 9"/>
                            <a:gd name="T14" fmla="*/ 2 w 79"/>
                            <a:gd name="T15" fmla="*/ 9 h 9"/>
                            <a:gd name="T16" fmla="*/ 3 w 79"/>
                            <a:gd name="T17" fmla="*/ 9 h 9"/>
                            <a:gd name="T18" fmla="*/ 73 w 79"/>
                            <a:gd name="T19" fmla="*/ 9 h 9"/>
                            <a:gd name="T20" fmla="*/ 74 w 79"/>
                            <a:gd name="T21" fmla="*/ 9 h 9"/>
                            <a:gd name="T22" fmla="*/ 76 w 79"/>
                            <a:gd name="T23" fmla="*/ 9 h 9"/>
                            <a:gd name="T24" fmla="*/ 77 w 79"/>
                            <a:gd name="T25" fmla="*/ 8 h 9"/>
                            <a:gd name="T26" fmla="*/ 79 w 79"/>
                            <a:gd name="T27" fmla="*/ 6 h 9"/>
                            <a:gd name="T28" fmla="*/ 79 w 79"/>
                            <a:gd name="T29" fmla="*/ 5 h 9"/>
                            <a:gd name="T30" fmla="*/ 77 w 79"/>
                            <a:gd name="T31" fmla="*/ 3 h 9"/>
                            <a:gd name="T32" fmla="*/ 76 w 79"/>
                            <a:gd name="T33" fmla="*/ 2 h 9"/>
                            <a:gd name="T34" fmla="*/ 74 w 79"/>
                            <a:gd name="T35" fmla="*/ 0 h 9"/>
                            <a:gd name="T36" fmla="*/ 4 w 79"/>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79"/>
                            <a:gd name="T58" fmla="*/ 0 h 9"/>
                            <a:gd name="T59" fmla="*/ 79 w 79"/>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79" h="9">
                              <a:moveTo>
                                <a:pt x="4" y="0"/>
                              </a:moveTo>
                              <a:lnTo>
                                <a:pt x="3" y="0"/>
                              </a:lnTo>
                              <a:lnTo>
                                <a:pt x="2" y="2"/>
                              </a:lnTo>
                              <a:lnTo>
                                <a:pt x="0" y="3"/>
                              </a:lnTo>
                              <a:lnTo>
                                <a:pt x="0" y="5"/>
                              </a:lnTo>
                              <a:lnTo>
                                <a:pt x="0" y="6"/>
                              </a:lnTo>
                              <a:lnTo>
                                <a:pt x="0" y="8"/>
                              </a:lnTo>
                              <a:lnTo>
                                <a:pt x="2" y="9"/>
                              </a:lnTo>
                              <a:lnTo>
                                <a:pt x="3" y="9"/>
                              </a:lnTo>
                              <a:lnTo>
                                <a:pt x="73" y="9"/>
                              </a:lnTo>
                              <a:lnTo>
                                <a:pt x="74" y="9"/>
                              </a:lnTo>
                              <a:lnTo>
                                <a:pt x="76" y="9"/>
                              </a:lnTo>
                              <a:lnTo>
                                <a:pt x="77" y="8"/>
                              </a:lnTo>
                              <a:lnTo>
                                <a:pt x="79" y="6"/>
                              </a:lnTo>
                              <a:lnTo>
                                <a:pt x="79" y="5"/>
                              </a:lnTo>
                              <a:lnTo>
                                <a:pt x="77" y="3"/>
                              </a:lnTo>
                              <a:lnTo>
                                <a:pt x="76" y="2"/>
                              </a:lnTo>
                              <a:lnTo>
                                <a:pt x="74"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99" name="Freeform 30"/>
                        <p:cNvSpPr>
                          <a:spLocks/>
                        </p:cNvSpPr>
                        <p:nvPr/>
                      </p:nvSpPr>
                      <p:spPr bwMode="auto">
                        <a:xfrm>
                          <a:off x="2805" y="2101"/>
                          <a:ext cx="17" cy="9"/>
                        </a:xfrm>
                        <a:custGeom>
                          <a:avLst/>
                          <a:gdLst>
                            <a:gd name="T0" fmla="*/ 4 w 17"/>
                            <a:gd name="T1" fmla="*/ 0 h 9"/>
                            <a:gd name="T2" fmla="*/ 3 w 17"/>
                            <a:gd name="T3" fmla="*/ 0 h 9"/>
                            <a:gd name="T4" fmla="*/ 1 w 17"/>
                            <a:gd name="T5" fmla="*/ 2 h 9"/>
                            <a:gd name="T6" fmla="*/ 0 w 17"/>
                            <a:gd name="T7" fmla="*/ 3 h 9"/>
                            <a:gd name="T8" fmla="*/ 0 w 17"/>
                            <a:gd name="T9" fmla="*/ 5 h 9"/>
                            <a:gd name="T10" fmla="*/ 0 w 17"/>
                            <a:gd name="T11" fmla="*/ 6 h 9"/>
                            <a:gd name="T12" fmla="*/ 0 w 17"/>
                            <a:gd name="T13" fmla="*/ 8 h 9"/>
                            <a:gd name="T14" fmla="*/ 1 w 17"/>
                            <a:gd name="T15" fmla="*/ 9 h 9"/>
                            <a:gd name="T16" fmla="*/ 3 w 17"/>
                            <a:gd name="T17" fmla="*/ 9 h 9"/>
                            <a:gd name="T18" fmla="*/ 12 w 17"/>
                            <a:gd name="T19" fmla="*/ 9 h 9"/>
                            <a:gd name="T20" fmla="*/ 13 w 17"/>
                            <a:gd name="T21" fmla="*/ 9 h 9"/>
                            <a:gd name="T22" fmla="*/ 14 w 17"/>
                            <a:gd name="T23" fmla="*/ 9 h 9"/>
                            <a:gd name="T24" fmla="*/ 16 w 17"/>
                            <a:gd name="T25" fmla="*/ 8 h 9"/>
                            <a:gd name="T26" fmla="*/ 17 w 17"/>
                            <a:gd name="T27" fmla="*/ 6 h 9"/>
                            <a:gd name="T28" fmla="*/ 17 w 17"/>
                            <a:gd name="T29" fmla="*/ 5 h 9"/>
                            <a:gd name="T30" fmla="*/ 16 w 17"/>
                            <a:gd name="T31" fmla="*/ 3 h 9"/>
                            <a:gd name="T32" fmla="*/ 14 w 17"/>
                            <a:gd name="T33" fmla="*/ 2 h 9"/>
                            <a:gd name="T34" fmla="*/ 13 w 17"/>
                            <a:gd name="T35" fmla="*/ 0 h 9"/>
                            <a:gd name="T36" fmla="*/ 4 w 17"/>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7"/>
                            <a:gd name="T58" fmla="*/ 0 h 9"/>
                            <a:gd name="T59" fmla="*/ 17 w 17"/>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7" h="9">
                              <a:moveTo>
                                <a:pt x="4" y="0"/>
                              </a:moveTo>
                              <a:lnTo>
                                <a:pt x="3" y="0"/>
                              </a:lnTo>
                              <a:lnTo>
                                <a:pt x="1" y="2"/>
                              </a:lnTo>
                              <a:lnTo>
                                <a:pt x="0" y="3"/>
                              </a:lnTo>
                              <a:lnTo>
                                <a:pt x="0" y="5"/>
                              </a:lnTo>
                              <a:lnTo>
                                <a:pt x="0" y="6"/>
                              </a:lnTo>
                              <a:lnTo>
                                <a:pt x="0" y="8"/>
                              </a:lnTo>
                              <a:lnTo>
                                <a:pt x="1" y="9"/>
                              </a:lnTo>
                              <a:lnTo>
                                <a:pt x="3" y="9"/>
                              </a:lnTo>
                              <a:lnTo>
                                <a:pt x="12" y="9"/>
                              </a:lnTo>
                              <a:lnTo>
                                <a:pt x="13" y="9"/>
                              </a:lnTo>
                              <a:lnTo>
                                <a:pt x="14" y="9"/>
                              </a:lnTo>
                              <a:lnTo>
                                <a:pt x="16" y="8"/>
                              </a:lnTo>
                              <a:lnTo>
                                <a:pt x="17" y="6"/>
                              </a:lnTo>
                              <a:lnTo>
                                <a:pt x="17" y="5"/>
                              </a:lnTo>
                              <a:lnTo>
                                <a:pt x="16" y="3"/>
                              </a:lnTo>
                              <a:lnTo>
                                <a:pt x="14" y="2"/>
                              </a:lnTo>
                              <a:lnTo>
                                <a:pt x="13"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00" name="Freeform 31"/>
                        <p:cNvSpPr>
                          <a:spLocks/>
                        </p:cNvSpPr>
                        <p:nvPr/>
                      </p:nvSpPr>
                      <p:spPr bwMode="auto">
                        <a:xfrm>
                          <a:off x="2840" y="2101"/>
                          <a:ext cx="78" cy="9"/>
                        </a:xfrm>
                        <a:custGeom>
                          <a:avLst/>
                          <a:gdLst>
                            <a:gd name="T0" fmla="*/ 4 w 78"/>
                            <a:gd name="T1" fmla="*/ 0 h 9"/>
                            <a:gd name="T2" fmla="*/ 3 w 78"/>
                            <a:gd name="T3" fmla="*/ 0 h 9"/>
                            <a:gd name="T4" fmla="*/ 1 w 78"/>
                            <a:gd name="T5" fmla="*/ 2 h 9"/>
                            <a:gd name="T6" fmla="*/ 0 w 78"/>
                            <a:gd name="T7" fmla="*/ 3 h 9"/>
                            <a:gd name="T8" fmla="*/ 0 w 78"/>
                            <a:gd name="T9" fmla="*/ 5 h 9"/>
                            <a:gd name="T10" fmla="*/ 0 w 78"/>
                            <a:gd name="T11" fmla="*/ 6 h 9"/>
                            <a:gd name="T12" fmla="*/ 0 w 78"/>
                            <a:gd name="T13" fmla="*/ 8 h 9"/>
                            <a:gd name="T14" fmla="*/ 1 w 78"/>
                            <a:gd name="T15" fmla="*/ 9 h 9"/>
                            <a:gd name="T16" fmla="*/ 3 w 78"/>
                            <a:gd name="T17" fmla="*/ 9 h 9"/>
                            <a:gd name="T18" fmla="*/ 72 w 78"/>
                            <a:gd name="T19" fmla="*/ 9 h 9"/>
                            <a:gd name="T20" fmla="*/ 74 w 78"/>
                            <a:gd name="T21" fmla="*/ 9 h 9"/>
                            <a:gd name="T22" fmla="*/ 75 w 78"/>
                            <a:gd name="T23" fmla="*/ 9 h 9"/>
                            <a:gd name="T24" fmla="*/ 77 w 78"/>
                            <a:gd name="T25" fmla="*/ 8 h 9"/>
                            <a:gd name="T26" fmla="*/ 78 w 78"/>
                            <a:gd name="T27" fmla="*/ 6 h 9"/>
                            <a:gd name="T28" fmla="*/ 78 w 78"/>
                            <a:gd name="T29" fmla="*/ 5 h 9"/>
                            <a:gd name="T30" fmla="*/ 77 w 78"/>
                            <a:gd name="T31" fmla="*/ 3 h 9"/>
                            <a:gd name="T32" fmla="*/ 75 w 78"/>
                            <a:gd name="T33" fmla="*/ 2 h 9"/>
                            <a:gd name="T34" fmla="*/ 74 w 78"/>
                            <a:gd name="T35" fmla="*/ 0 h 9"/>
                            <a:gd name="T36" fmla="*/ 4 w 78"/>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78"/>
                            <a:gd name="T58" fmla="*/ 0 h 9"/>
                            <a:gd name="T59" fmla="*/ 78 w 78"/>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78" h="9">
                              <a:moveTo>
                                <a:pt x="4" y="0"/>
                              </a:moveTo>
                              <a:lnTo>
                                <a:pt x="3" y="0"/>
                              </a:lnTo>
                              <a:lnTo>
                                <a:pt x="1" y="2"/>
                              </a:lnTo>
                              <a:lnTo>
                                <a:pt x="0" y="3"/>
                              </a:lnTo>
                              <a:lnTo>
                                <a:pt x="0" y="5"/>
                              </a:lnTo>
                              <a:lnTo>
                                <a:pt x="0" y="6"/>
                              </a:lnTo>
                              <a:lnTo>
                                <a:pt x="0" y="8"/>
                              </a:lnTo>
                              <a:lnTo>
                                <a:pt x="1" y="9"/>
                              </a:lnTo>
                              <a:lnTo>
                                <a:pt x="3" y="9"/>
                              </a:lnTo>
                              <a:lnTo>
                                <a:pt x="72" y="9"/>
                              </a:lnTo>
                              <a:lnTo>
                                <a:pt x="74" y="9"/>
                              </a:lnTo>
                              <a:lnTo>
                                <a:pt x="75" y="9"/>
                              </a:lnTo>
                              <a:lnTo>
                                <a:pt x="77" y="8"/>
                              </a:lnTo>
                              <a:lnTo>
                                <a:pt x="78" y="6"/>
                              </a:lnTo>
                              <a:lnTo>
                                <a:pt x="78" y="5"/>
                              </a:lnTo>
                              <a:lnTo>
                                <a:pt x="77" y="3"/>
                              </a:lnTo>
                              <a:lnTo>
                                <a:pt x="75" y="2"/>
                              </a:lnTo>
                              <a:lnTo>
                                <a:pt x="74"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01" name="Freeform 32"/>
                        <p:cNvSpPr>
                          <a:spLocks/>
                        </p:cNvSpPr>
                        <p:nvPr/>
                      </p:nvSpPr>
                      <p:spPr bwMode="auto">
                        <a:xfrm>
                          <a:off x="2936" y="2101"/>
                          <a:ext cx="17" cy="9"/>
                        </a:xfrm>
                        <a:custGeom>
                          <a:avLst/>
                          <a:gdLst>
                            <a:gd name="T0" fmla="*/ 4 w 17"/>
                            <a:gd name="T1" fmla="*/ 0 h 9"/>
                            <a:gd name="T2" fmla="*/ 3 w 17"/>
                            <a:gd name="T3" fmla="*/ 0 h 9"/>
                            <a:gd name="T4" fmla="*/ 1 w 17"/>
                            <a:gd name="T5" fmla="*/ 2 h 9"/>
                            <a:gd name="T6" fmla="*/ 0 w 17"/>
                            <a:gd name="T7" fmla="*/ 3 h 9"/>
                            <a:gd name="T8" fmla="*/ 0 w 17"/>
                            <a:gd name="T9" fmla="*/ 5 h 9"/>
                            <a:gd name="T10" fmla="*/ 0 w 17"/>
                            <a:gd name="T11" fmla="*/ 6 h 9"/>
                            <a:gd name="T12" fmla="*/ 0 w 17"/>
                            <a:gd name="T13" fmla="*/ 8 h 9"/>
                            <a:gd name="T14" fmla="*/ 1 w 17"/>
                            <a:gd name="T15" fmla="*/ 9 h 9"/>
                            <a:gd name="T16" fmla="*/ 3 w 17"/>
                            <a:gd name="T17" fmla="*/ 9 h 9"/>
                            <a:gd name="T18" fmla="*/ 11 w 17"/>
                            <a:gd name="T19" fmla="*/ 9 h 9"/>
                            <a:gd name="T20" fmla="*/ 13 w 17"/>
                            <a:gd name="T21" fmla="*/ 9 h 9"/>
                            <a:gd name="T22" fmla="*/ 14 w 17"/>
                            <a:gd name="T23" fmla="*/ 9 h 9"/>
                            <a:gd name="T24" fmla="*/ 16 w 17"/>
                            <a:gd name="T25" fmla="*/ 8 h 9"/>
                            <a:gd name="T26" fmla="*/ 17 w 17"/>
                            <a:gd name="T27" fmla="*/ 6 h 9"/>
                            <a:gd name="T28" fmla="*/ 17 w 17"/>
                            <a:gd name="T29" fmla="*/ 5 h 9"/>
                            <a:gd name="T30" fmla="*/ 16 w 17"/>
                            <a:gd name="T31" fmla="*/ 3 h 9"/>
                            <a:gd name="T32" fmla="*/ 14 w 17"/>
                            <a:gd name="T33" fmla="*/ 2 h 9"/>
                            <a:gd name="T34" fmla="*/ 13 w 17"/>
                            <a:gd name="T35" fmla="*/ 0 h 9"/>
                            <a:gd name="T36" fmla="*/ 4 w 17"/>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7"/>
                            <a:gd name="T58" fmla="*/ 0 h 9"/>
                            <a:gd name="T59" fmla="*/ 17 w 17"/>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7" h="9">
                              <a:moveTo>
                                <a:pt x="4" y="0"/>
                              </a:moveTo>
                              <a:lnTo>
                                <a:pt x="3" y="0"/>
                              </a:lnTo>
                              <a:lnTo>
                                <a:pt x="1" y="2"/>
                              </a:lnTo>
                              <a:lnTo>
                                <a:pt x="0" y="3"/>
                              </a:lnTo>
                              <a:lnTo>
                                <a:pt x="0" y="5"/>
                              </a:lnTo>
                              <a:lnTo>
                                <a:pt x="0" y="6"/>
                              </a:lnTo>
                              <a:lnTo>
                                <a:pt x="0" y="8"/>
                              </a:lnTo>
                              <a:lnTo>
                                <a:pt x="1" y="9"/>
                              </a:lnTo>
                              <a:lnTo>
                                <a:pt x="3" y="9"/>
                              </a:lnTo>
                              <a:lnTo>
                                <a:pt x="11" y="9"/>
                              </a:lnTo>
                              <a:lnTo>
                                <a:pt x="13" y="9"/>
                              </a:lnTo>
                              <a:lnTo>
                                <a:pt x="14" y="9"/>
                              </a:lnTo>
                              <a:lnTo>
                                <a:pt x="16" y="8"/>
                              </a:lnTo>
                              <a:lnTo>
                                <a:pt x="17" y="6"/>
                              </a:lnTo>
                              <a:lnTo>
                                <a:pt x="17" y="5"/>
                              </a:lnTo>
                              <a:lnTo>
                                <a:pt x="16" y="3"/>
                              </a:lnTo>
                              <a:lnTo>
                                <a:pt x="14" y="2"/>
                              </a:lnTo>
                              <a:lnTo>
                                <a:pt x="13"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02" name="Freeform 33"/>
                        <p:cNvSpPr>
                          <a:spLocks/>
                        </p:cNvSpPr>
                        <p:nvPr/>
                      </p:nvSpPr>
                      <p:spPr bwMode="auto">
                        <a:xfrm>
                          <a:off x="2971" y="2101"/>
                          <a:ext cx="78" cy="9"/>
                        </a:xfrm>
                        <a:custGeom>
                          <a:avLst/>
                          <a:gdLst>
                            <a:gd name="T0" fmla="*/ 4 w 78"/>
                            <a:gd name="T1" fmla="*/ 0 h 9"/>
                            <a:gd name="T2" fmla="*/ 2 w 78"/>
                            <a:gd name="T3" fmla="*/ 0 h 9"/>
                            <a:gd name="T4" fmla="*/ 1 w 78"/>
                            <a:gd name="T5" fmla="*/ 2 h 9"/>
                            <a:gd name="T6" fmla="*/ 0 w 78"/>
                            <a:gd name="T7" fmla="*/ 3 h 9"/>
                            <a:gd name="T8" fmla="*/ 0 w 78"/>
                            <a:gd name="T9" fmla="*/ 5 h 9"/>
                            <a:gd name="T10" fmla="*/ 0 w 78"/>
                            <a:gd name="T11" fmla="*/ 6 h 9"/>
                            <a:gd name="T12" fmla="*/ 0 w 78"/>
                            <a:gd name="T13" fmla="*/ 8 h 9"/>
                            <a:gd name="T14" fmla="*/ 1 w 78"/>
                            <a:gd name="T15" fmla="*/ 9 h 9"/>
                            <a:gd name="T16" fmla="*/ 2 w 78"/>
                            <a:gd name="T17" fmla="*/ 9 h 9"/>
                            <a:gd name="T18" fmla="*/ 72 w 78"/>
                            <a:gd name="T19" fmla="*/ 9 h 9"/>
                            <a:gd name="T20" fmla="*/ 74 w 78"/>
                            <a:gd name="T21" fmla="*/ 9 h 9"/>
                            <a:gd name="T22" fmla="*/ 75 w 78"/>
                            <a:gd name="T23" fmla="*/ 9 h 9"/>
                            <a:gd name="T24" fmla="*/ 76 w 78"/>
                            <a:gd name="T25" fmla="*/ 8 h 9"/>
                            <a:gd name="T26" fmla="*/ 78 w 78"/>
                            <a:gd name="T27" fmla="*/ 6 h 9"/>
                            <a:gd name="T28" fmla="*/ 78 w 78"/>
                            <a:gd name="T29" fmla="*/ 5 h 9"/>
                            <a:gd name="T30" fmla="*/ 76 w 78"/>
                            <a:gd name="T31" fmla="*/ 3 h 9"/>
                            <a:gd name="T32" fmla="*/ 75 w 78"/>
                            <a:gd name="T33" fmla="*/ 2 h 9"/>
                            <a:gd name="T34" fmla="*/ 74 w 78"/>
                            <a:gd name="T35" fmla="*/ 0 h 9"/>
                            <a:gd name="T36" fmla="*/ 4 w 78"/>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78"/>
                            <a:gd name="T58" fmla="*/ 0 h 9"/>
                            <a:gd name="T59" fmla="*/ 78 w 78"/>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78" h="9">
                              <a:moveTo>
                                <a:pt x="4" y="0"/>
                              </a:moveTo>
                              <a:lnTo>
                                <a:pt x="2" y="0"/>
                              </a:lnTo>
                              <a:lnTo>
                                <a:pt x="1" y="2"/>
                              </a:lnTo>
                              <a:lnTo>
                                <a:pt x="0" y="3"/>
                              </a:lnTo>
                              <a:lnTo>
                                <a:pt x="0" y="5"/>
                              </a:lnTo>
                              <a:lnTo>
                                <a:pt x="0" y="6"/>
                              </a:lnTo>
                              <a:lnTo>
                                <a:pt x="0" y="8"/>
                              </a:lnTo>
                              <a:lnTo>
                                <a:pt x="1" y="9"/>
                              </a:lnTo>
                              <a:lnTo>
                                <a:pt x="2" y="9"/>
                              </a:lnTo>
                              <a:lnTo>
                                <a:pt x="72" y="9"/>
                              </a:lnTo>
                              <a:lnTo>
                                <a:pt x="74" y="9"/>
                              </a:lnTo>
                              <a:lnTo>
                                <a:pt x="75" y="9"/>
                              </a:lnTo>
                              <a:lnTo>
                                <a:pt x="76" y="8"/>
                              </a:lnTo>
                              <a:lnTo>
                                <a:pt x="78" y="6"/>
                              </a:lnTo>
                              <a:lnTo>
                                <a:pt x="78" y="5"/>
                              </a:lnTo>
                              <a:lnTo>
                                <a:pt x="76" y="3"/>
                              </a:lnTo>
                              <a:lnTo>
                                <a:pt x="75" y="2"/>
                              </a:lnTo>
                              <a:lnTo>
                                <a:pt x="74"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03" name="Freeform 34"/>
                        <p:cNvSpPr>
                          <a:spLocks/>
                        </p:cNvSpPr>
                        <p:nvPr/>
                      </p:nvSpPr>
                      <p:spPr bwMode="auto">
                        <a:xfrm>
                          <a:off x="3066" y="2101"/>
                          <a:ext cx="18" cy="9"/>
                        </a:xfrm>
                        <a:custGeom>
                          <a:avLst/>
                          <a:gdLst>
                            <a:gd name="T0" fmla="*/ 5 w 18"/>
                            <a:gd name="T1" fmla="*/ 0 h 9"/>
                            <a:gd name="T2" fmla="*/ 3 w 18"/>
                            <a:gd name="T3" fmla="*/ 0 h 9"/>
                            <a:gd name="T4" fmla="*/ 2 w 18"/>
                            <a:gd name="T5" fmla="*/ 2 h 9"/>
                            <a:gd name="T6" fmla="*/ 0 w 18"/>
                            <a:gd name="T7" fmla="*/ 3 h 9"/>
                            <a:gd name="T8" fmla="*/ 0 w 18"/>
                            <a:gd name="T9" fmla="*/ 5 h 9"/>
                            <a:gd name="T10" fmla="*/ 0 w 18"/>
                            <a:gd name="T11" fmla="*/ 6 h 9"/>
                            <a:gd name="T12" fmla="*/ 0 w 18"/>
                            <a:gd name="T13" fmla="*/ 8 h 9"/>
                            <a:gd name="T14" fmla="*/ 2 w 18"/>
                            <a:gd name="T15" fmla="*/ 9 h 9"/>
                            <a:gd name="T16" fmla="*/ 3 w 18"/>
                            <a:gd name="T17" fmla="*/ 9 h 9"/>
                            <a:gd name="T18" fmla="*/ 12 w 18"/>
                            <a:gd name="T19" fmla="*/ 9 h 9"/>
                            <a:gd name="T20" fmla="*/ 13 w 18"/>
                            <a:gd name="T21" fmla="*/ 9 h 9"/>
                            <a:gd name="T22" fmla="*/ 15 w 18"/>
                            <a:gd name="T23" fmla="*/ 9 h 9"/>
                            <a:gd name="T24" fmla="*/ 16 w 18"/>
                            <a:gd name="T25" fmla="*/ 8 h 9"/>
                            <a:gd name="T26" fmla="*/ 18 w 18"/>
                            <a:gd name="T27" fmla="*/ 6 h 9"/>
                            <a:gd name="T28" fmla="*/ 18 w 18"/>
                            <a:gd name="T29" fmla="*/ 5 h 9"/>
                            <a:gd name="T30" fmla="*/ 16 w 18"/>
                            <a:gd name="T31" fmla="*/ 3 h 9"/>
                            <a:gd name="T32" fmla="*/ 15 w 18"/>
                            <a:gd name="T33" fmla="*/ 2 h 9"/>
                            <a:gd name="T34" fmla="*/ 13 w 18"/>
                            <a:gd name="T35" fmla="*/ 0 h 9"/>
                            <a:gd name="T36" fmla="*/ 5 w 18"/>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8"/>
                            <a:gd name="T58" fmla="*/ 0 h 9"/>
                            <a:gd name="T59" fmla="*/ 18 w 18"/>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8" h="9">
                              <a:moveTo>
                                <a:pt x="5" y="0"/>
                              </a:moveTo>
                              <a:lnTo>
                                <a:pt x="3" y="0"/>
                              </a:lnTo>
                              <a:lnTo>
                                <a:pt x="2" y="2"/>
                              </a:lnTo>
                              <a:lnTo>
                                <a:pt x="0" y="3"/>
                              </a:lnTo>
                              <a:lnTo>
                                <a:pt x="0" y="5"/>
                              </a:lnTo>
                              <a:lnTo>
                                <a:pt x="0" y="6"/>
                              </a:lnTo>
                              <a:lnTo>
                                <a:pt x="0" y="8"/>
                              </a:lnTo>
                              <a:lnTo>
                                <a:pt x="2" y="9"/>
                              </a:lnTo>
                              <a:lnTo>
                                <a:pt x="3" y="9"/>
                              </a:lnTo>
                              <a:lnTo>
                                <a:pt x="12" y="9"/>
                              </a:lnTo>
                              <a:lnTo>
                                <a:pt x="13" y="9"/>
                              </a:lnTo>
                              <a:lnTo>
                                <a:pt x="15" y="9"/>
                              </a:lnTo>
                              <a:lnTo>
                                <a:pt x="16" y="8"/>
                              </a:lnTo>
                              <a:lnTo>
                                <a:pt x="18" y="6"/>
                              </a:lnTo>
                              <a:lnTo>
                                <a:pt x="18" y="5"/>
                              </a:lnTo>
                              <a:lnTo>
                                <a:pt x="16" y="3"/>
                              </a:lnTo>
                              <a:lnTo>
                                <a:pt x="15" y="2"/>
                              </a:lnTo>
                              <a:lnTo>
                                <a:pt x="13" y="0"/>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04" name="Freeform 35"/>
                        <p:cNvSpPr>
                          <a:spLocks/>
                        </p:cNvSpPr>
                        <p:nvPr/>
                      </p:nvSpPr>
                      <p:spPr bwMode="auto">
                        <a:xfrm>
                          <a:off x="3101" y="2101"/>
                          <a:ext cx="79" cy="9"/>
                        </a:xfrm>
                        <a:custGeom>
                          <a:avLst/>
                          <a:gdLst>
                            <a:gd name="T0" fmla="*/ 5 w 79"/>
                            <a:gd name="T1" fmla="*/ 0 h 9"/>
                            <a:gd name="T2" fmla="*/ 3 w 79"/>
                            <a:gd name="T3" fmla="*/ 0 h 9"/>
                            <a:gd name="T4" fmla="*/ 2 w 79"/>
                            <a:gd name="T5" fmla="*/ 2 h 9"/>
                            <a:gd name="T6" fmla="*/ 0 w 79"/>
                            <a:gd name="T7" fmla="*/ 3 h 9"/>
                            <a:gd name="T8" fmla="*/ 0 w 79"/>
                            <a:gd name="T9" fmla="*/ 5 h 9"/>
                            <a:gd name="T10" fmla="*/ 0 w 79"/>
                            <a:gd name="T11" fmla="*/ 6 h 9"/>
                            <a:gd name="T12" fmla="*/ 0 w 79"/>
                            <a:gd name="T13" fmla="*/ 8 h 9"/>
                            <a:gd name="T14" fmla="*/ 2 w 79"/>
                            <a:gd name="T15" fmla="*/ 9 h 9"/>
                            <a:gd name="T16" fmla="*/ 3 w 79"/>
                            <a:gd name="T17" fmla="*/ 9 h 9"/>
                            <a:gd name="T18" fmla="*/ 73 w 79"/>
                            <a:gd name="T19" fmla="*/ 9 h 9"/>
                            <a:gd name="T20" fmla="*/ 74 w 79"/>
                            <a:gd name="T21" fmla="*/ 9 h 9"/>
                            <a:gd name="T22" fmla="*/ 76 w 79"/>
                            <a:gd name="T23" fmla="*/ 9 h 9"/>
                            <a:gd name="T24" fmla="*/ 77 w 79"/>
                            <a:gd name="T25" fmla="*/ 8 h 9"/>
                            <a:gd name="T26" fmla="*/ 79 w 79"/>
                            <a:gd name="T27" fmla="*/ 6 h 9"/>
                            <a:gd name="T28" fmla="*/ 79 w 79"/>
                            <a:gd name="T29" fmla="*/ 5 h 9"/>
                            <a:gd name="T30" fmla="*/ 77 w 79"/>
                            <a:gd name="T31" fmla="*/ 3 h 9"/>
                            <a:gd name="T32" fmla="*/ 76 w 79"/>
                            <a:gd name="T33" fmla="*/ 2 h 9"/>
                            <a:gd name="T34" fmla="*/ 74 w 79"/>
                            <a:gd name="T35" fmla="*/ 0 h 9"/>
                            <a:gd name="T36" fmla="*/ 5 w 79"/>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79"/>
                            <a:gd name="T58" fmla="*/ 0 h 9"/>
                            <a:gd name="T59" fmla="*/ 79 w 79"/>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79" h="9">
                              <a:moveTo>
                                <a:pt x="5" y="0"/>
                              </a:moveTo>
                              <a:lnTo>
                                <a:pt x="3" y="0"/>
                              </a:lnTo>
                              <a:lnTo>
                                <a:pt x="2" y="2"/>
                              </a:lnTo>
                              <a:lnTo>
                                <a:pt x="0" y="3"/>
                              </a:lnTo>
                              <a:lnTo>
                                <a:pt x="0" y="5"/>
                              </a:lnTo>
                              <a:lnTo>
                                <a:pt x="0" y="6"/>
                              </a:lnTo>
                              <a:lnTo>
                                <a:pt x="0" y="8"/>
                              </a:lnTo>
                              <a:lnTo>
                                <a:pt x="2" y="9"/>
                              </a:lnTo>
                              <a:lnTo>
                                <a:pt x="3" y="9"/>
                              </a:lnTo>
                              <a:lnTo>
                                <a:pt x="73" y="9"/>
                              </a:lnTo>
                              <a:lnTo>
                                <a:pt x="74" y="9"/>
                              </a:lnTo>
                              <a:lnTo>
                                <a:pt x="76" y="9"/>
                              </a:lnTo>
                              <a:lnTo>
                                <a:pt x="77" y="8"/>
                              </a:lnTo>
                              <a:lnTo>
                                <a:pt x="79" y="6"/>
                              </a:lnTo>
                              <a:lnTo>
                                <a:pt x="79" y="5"/>
                              </a:lnTo>
                              <a:lnTo>
                                <a:pt x="77" y="3"/>
                              </a:lnTo>
                              <a:lnTo>
                                <a:pt x="76" y="2"/>
                              </a:lnTo>
                              <a:lnTo>
                                <a:pt x="74" y="0"/>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05" name="Freeform 36"/>
                        <p:cNvSpPr>
                          <a:spLocks/>
                        </p:cNvSpPr>
                        <p:nvPr/>
                      </p:nvSpPr>
                      <p:spPr bwMode="auto">
                        <a:xfrm>
                          <a:off x="3197" y="2101"/>
                          <a:ext cx="18" cy="9"/>
                        </a:xfrm>
                        <a:custGeom>
                          <a:avLst/>
                          <a:gdLst>
                            <a:gd name="T0" fmla="*/ 4 w 18"/>
                            <a:gd name="T1" fmla="*/ 0 h 9"/>
                            <a:gd name="T2" fmla="*/ 3 w 18"/>
                            <a:gd name="T3" fmla="*/ 0 h 9"/>
                            <a:gd name="T4" fmla="*/ 2 w 18"/>
                            <a:gd name="T5" fmla="*/ 2 h 9"/>
                            <a:gd name="T6" fmla="*/ 0 w 18"/>
                            <a:gd name="T7" fmla="*/ 3 h 9"/>
                            <a:gd name="T8" fmla="*/ 0 w 18"/>
                            <a:gd name="T9" fmla="*/ 5 h 9"/>
                            <a:gd name="T10" fmla="*/ 0 w 18"/>
                            <a:gd name="T11" fmla="*/ 6 h 9"/>
                            <a:gd name="T12" fmla="*/ 0 w 18"/>
                            <a:gd name="T13" fmla="*/ 8 h 9"/>
                            <a:gd name="T14" fmla="*/ 2 w 18"/>
                            <a:gd name="T15" fmla="*/ 9 h 9"/>
                            <a:gd name="T16" fmla="*/ 3 w 18"/>
                            <a:gd name="T17" fmla="*/ 9 h 9"/>
                            <a:gd name="T18" fmla="*/ 12 w 18"/>
                            <a:gd name="T19" fmla="*/ 9 h 9"/>
                            <a:gd name="T20" fmla="*/ 13 w 18"/>
                            <a:gd name="T21" fmla="*/ 9 h 9"/>
                            <a:gd name="T22" fmla="*/ 15 w 18"/>
                            <a:gd name="T23" fmla="*/ 9 h 9"/>
                            <a:gd name="T24" fmla="*/ 16 w 18"/>
                            <a:gd name="T25" fmla="*/ 8 h 9"/>
                            <a:gd name="T26" fmla="*/ 18 w 18"/>
                            <a:gd name="T27" fmla="*/ 6 h 9"/>
                            <a:gd name="T28" fmla="*/ 18 w 18"/>
                            <a:gd name="T29" fmla="*/ 5 h 9"/>
                            <a:gd name="T30" fmla="*/ 16 w 18"/>
                            <a:gd name="T31" fmla="*/ 3 h 9"/>
                            <a:gd name="T32" fmla="*/ 15 w 18"/>
                            <a:gd name="T33" fmla="*/ 2 h 9"/>
                            <a:gd name="T34" fmla="*/ 13 w 18"/>
                            <a:gd name="T35" fmla="*/ 0 h 9"/>
                            <a:gd name="T36" fmla="*/ 4 w 18"/>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8"/>
                            <a:gd name="T58" fmla="*/ 0 h 9"/>
                            <a:gd name="T59" fmla="*/ 18 w 18"/>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8" h="9">
                              <a:moveTo>
                                <a:pt x="4" y="0"/>
                              </a:moveTo>
                              <a:lnTo>
                                <a:pt x="3" y="0"/>
                              </a:lnTo>
                              <a:lnTo>
                                <a:pt x="2" y="2"/>
                              </a:lnTo>
                              <a:lnTo>
                                <a:pt x="0" y="3"/>
                              </a:lnTo>
                              <a:lnTo>
                                <a:pt x="0" y="5"/>
                              </a:lnTo>
                              <a:lnTo>
                                <a:pt x="0" y="6"/>
                              </a:lnTo>
                              <a:lnTo>
                                <a:pt x="0" y="8"/>
                              </a:lnTo>
                              <a:lnTo>
                                <a:pt x="2" y="9"/>
                              </a:lnTo>
                              <a:lnTo>
                                <a:pt x="3" y="9"/>
                              </a:lnTo>
                              <a:lnTo>
                                <a:pt x="12" y="9"/>
                              </a:lnTo>
                              <a:lnTo>
                                <a:pt x="13" y="9"/>
                              </a:lnTo>
                              <a:lnTo>
                                <a:pt x="15" y="9"/>
                              </a:lnTo>
                              <a:lnTo>
                                <a:pt x="16" y="8"/>
                              </a:lnTo>
                              <a:lnTo>
                                <a:pt x="18" y="6"/>
                              </a:lnTo>
                              <a:lnTo>
                                <a:pt x="18" y="5"/>
                              </a:lnTo>
                              <a:lnTo>
                                <a:pt x="16" y="3"/>
                              </a:lnTo>
                              <a:lnTo>
                                <a:pt x="15" y="2"/>
                              </a:lnTo>
                              <a:lnTo>
                                <a:pt x="13"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06" name="Freeform 37"/>
                        <p:cNvSpPr>
                          <a:spLocks/>
                        </p:cNvSpPr>
                        <p:nvPr/>
                      </p:nvSpPr>
                      <p:spPr bwMode="auto">
                        <a:xfrm>
                          <a:off x="3232" y="2101"/>
                          <a:ext cx="78" cy="9"/>
                        </a:xfrm>
                        <a:custGeom>
                          <a:avLst/>
                          <a:gdLst>
                            <a:gd name="T0" fmla="*/ 4 w 78"/>
                            <a:gd name="T1" fmla="*/ 0 h 9"/>
                            <a:gd name="T2" fmla="*/ 3 w 78"/>
                            <a:gd name="T3" fmla="*/ 0 h 9"/>
                            <a:gd name="T4" fmla="*/ 1 w 78"/>
                            <a:gd name="T5" fmla="*/ 2 h 9"/>
                            <a:gd name="T6" fmla="*/ 0 w 78"/>
                            <a:gd name="T7" fmla="*/ 3 h 9"/>
                            <a:gd name="T8" fmla="*/ 0 w 78"/>
                            <a:gd name="T9" fmla="*/ 5 h 9"/>
                            <a:gd name="T10" fmla="*/ 0 w 78"/>
                            <a:gd name="T11" fmla="*/ 6 h 9"/>
                            <a:gd name="T12" fmla="*/ 0 w 78"/>
                            <a:gd name="T13" fmla="*/ 8 h 9"/>
                            <a:gd name="T14" fmla="*/ 1 w 78"/>
                            <a:gd name="T15" fmla="*/ 9 h 9"/>
                            <a:gd name="T16" fmla="*/ 3 w 78"/>
                            <a:gd name="T17" fmla="*/ 9 h 9"/>
                            <a:gd name="T18" fmla="*/ 73 w 78"/>
                            <a:gd name="T19" fmla="*/ 9 h 9"/>
                            <a:gd name="T20" fmla="*/ 74 w 78"/>
                            <a:gd name="T21" fmla="*/ 9 h 9"/>
                            <a:gd name="T22" fmla="*/ 75 w 78"/>
                            <a:gd name="T23" fmla="*/ 9 h 9"/>
                            <a:gd name="T24" fmla="*/ 77 w 78"/>
                            <a:gd name="T25" fmla="*/ 8 h 9"/>
                            <a:gd name="T26" fmla="*/ 78 w 78"/>
                            <a:gd name="T27" fmla="*/ 6 h 9"/>
                            <a:gd name="T28" fmla="*/ 78 w 78"/>
                            <a:gd name="T29" fmla="*/ 5 h 9"/>
                            <a:gd name="T30" fmla="*/ 77 w 78"/>
                            <a:gd name="T31" fmla="*/ 3 h 9"/>
                            <a:gd name="T32" fmla="*/ 75 w 78"/>
                            <a:gd name="T33" fmla="*/ 2 h 9"/>
                            <a:gd name="T34" fmla="*/ 74 w 78"/>
                            <a:gd name="T35" fmla="*/ 0 h 9"/>
                            <a:gd name="T36" fmla="*/ 4 w 78"/>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78"/>
                            <a:gd name="T58" fmla="*/ 0 h 9"/>
                            <a:gd name="T59" fmla="*/ 78 w 78"/>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78" h="9">
                              <a:moveTo>
                                <a:pt x="4" y="0"/>
                              </a:moveTo>
                              <a:lnTo>
                                <a:pt x="3" y="0"/>
                              </a:lnTo>
                              <a:lnTo>
                                <a:pt x="1" y="2"/>
                              </a:lnTo>
                              <a:lnTo>
                                <a:pt x="0" y="3"/>
                              </a:lnTo>
                              <a:lnTo>
                                <a:pt x="0" y="5"/>
                              </a:lnTo>
                              <a:lnTo>
                                <a:pt x="0" y="6"/>
                              </a:lnTo>
                              <a:lnTo>
                                <a:pt x="0" y="8"/>
                              </a:lnTo>
                              <a:lnTo>
                                <a:pt x="1" y="9"/>
                              </a:lnTo>
                              <a:lnTo>
                                <a:pt x="3" y="9"/>
                              </a:lnTo>
                              <a:lnTo>
                                <a:pt x="73" y="9"/>
                              </a:lnTo>
                              <a:lnTo>
                                <a:pt x="74" y="9"/>
                              </a:lnTo>
                              <a:lnTo>
                                <a:pt x="75" y="9"/>
                              </a:lnTo>
                              <a:lnTo>
                                <a:pt x="77" y="8"/>
                              </a:lnTo>
                              <a:lnTo>
                                <a:pt x="78" y="6"/>
                              </a:lnTo>
                              <a:lnTo>
                                <a:pt x="78" y="5"/>
                              </a:lnTo>
                              <a:lnTo>
                                <a:pt x="77" y="3"/>
                              </a:lnTo>
                              <a:lnTo>
                                <a:pt x="75" y="2"/>
                              </a:lnTo>
                              <a:lnTo>
                                <a:pt x="74"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07" name="Freeform 38"/>
                        <p:cNvSpPr>
                          <a:spLocks/>
                        </p:cNvSpPr>
                        <p:nvPr/>
                      </p:nvSpPr>
                      <p:spPr bwMode="auto">
                        <a:xfrm>
                          <a:off x="3328" y="2101"/>
                          <a:ext cx="17" cy="9"/>
                        </a:xfrm>
                        <a:custGeom>
                          <a:avLst/>
                          <a:gdLst>
                            <a:gd name="T0" fmla="*/ 4 w 17"/>
                            <a:gd name="T1" fmla="*/ 0 h 9"/>
                            <a:gd name="T2" fmla="*/ 3 w 17"/>
                            <a:gd name="T3" fmla="*/ 0 h 9"/>
                            <a:gd name="T4" fmla="*/ 1 w 17"/>
                            <a:gd name="T5" fmla="*/ 2 h 9"/>
                            <a:gd name="T6" fmla="*/ 0 w 17"/>
                            <a:gd name="T7" fmla="*/ 3 h 9"/>
                            <a:gd name="T8" fmla="*/ 0 w 17"/>
                            <a:gd name="T9" fmla="*/ 5 h 9"/>
                            <a:gd name="T10" fmla="*/ 0 w 17"/>
                            <a:gd name="T11" fmla="*/ 6 h 9"/>
                            <a:gd name="T12" fmla="*/ 0 w 17"/>
                            <a:gd name="T13" fmla="*/ 8 h 9"/>
                            <a:gd name="T14" fmla="*/ 1 w 17"/>
                            <a:gd name="T15" fmla="*/ 9 h 9"/>
                            <a:gd name="T16" fmla="*/ 3 w 17"/>
                            <a:gd name="T17" fmla="*/ 9 h 9"/>
                            <a:gd name="T18" fmla="*/ 11 w 17"/>
                            <a:gd name="T19" fmla="*/ 9 h 9"/>
                            <a:gd name="T20" fmla="*/ 13 w 17"/>
                            <a:gd name="T21" fmla="*/ 9 h 9"/>
                            <a:gd name="T22" fmla="*/ 14 w 17"/>
                            <a:gd name="T23" fmla="*/ 9 h 9"/>
                            <a:gd name="T24" fmla="*/ 16 w 17"/>
                            <a:gd name="T25" fmla="*/ 8 h 9"/>
                            <a:gd name="T26" fmla="*/ 17 w 17"/>
                            <a:gd name="T27" fmla="*/ 6 h 9"/>
                            <a:gd name="T28" fmla="*/ 17 w 17"/>
                            <a:gd name="T29" fmla="*/ 5 h 9"/>
                            <a:gd name="T30" fmla="*/ 16 w 17"/>
                            <a:gd name="T31" fmla="*/ 3 h 9"/>
                            <a:gd name="T32" fmla="*/ 14 w 17"/>
                            <a:gd name="T33" fmla="*/ 2 h 9"/>
                            <a:gd name="T34" fmla="*/ 13 w 17"/>
                            <a:gd name="T35" fmla="*/ 0 h 9"/>
                            <a:gd name="T36" fmla="*/ 4 w 17"/>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7"/>
                            <a:gd name="T58" fmla="*/ 0 h 9"/>
                            <a:gd name="T59" fmla="*/ 17 w 17"/>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7" h="9">
                              <a:moveTo>
                                <a:pt x="4" y="0"/>
                              </a:moveTo>
                              <a:lnTo>
                                <a:pt x="3" y="0"/>
                              </a:lnTo>
                              <a:lnTo>
                                <a:pt x="1" y="2"/>
                              </a:lnTo>
                              <a:lnTo>
                                <a:pt x="0" y="3"/>
                              </a:lnTo>
                              <a:lnTo>
                                <a:pt x="0" y="5"/>
                              </a:lnTo>
                              <a:lnTo>
                                <a:pt x="0" y="6"/>
                              </a:lnTo>
                              <a:lnTo>
                                <a:pt x="0" y="8"/>
                              </a:lnTo>
                              <a:lnTo>
                                <a:pt x="1" y="9"/>
                              </a:lnTo>
                              <a:lnTo>
                                <a:pt x="3" y="9"/>
                              </a:lnTo>
                              <a:lnTo>
                                <a:pt x="11" y="9"/>
                              </a:lnTo>
                              <a:lnTo>
                                <a:pt x="13" y="9"/>
                              </a:lnTo>
                              <a:lnTo>
                                <a:pt x="14" y="9"/>
                              </a:lnTo>
                              <a:lnTo>
                                <a:pt x="16" y="8"/>
                              </a:lnTo>
                              <a:lnTo>
                                <a:pt x="17" y="6"/>
                              </a:lnTo>
                              <a:lnTo>
                                <a:pt x="17" y="5"/>
                              </a:lnTo>
                              <a:lnTo>
                                <a:pt x="16" y="3"/>
                              </a:lnTo>
                              <a:lnTo>
                                <a:pt x="14" y="2"/>
                              </a:lnTo>
                              <a:lnTo>
                                <a:pt x="13"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08" name="Freeform 39"/>
                        <p:cNvSpPr>
                          <a:spLocks/>
                        </p:cNvSpPr>
                        <p:nvPr/>
                      </p:nvSpPr>
                      <p:spPr bwMode="auto">
                        <a:xfrm>
                          <a:off x="3363" y="2101"/>
                          <a:ext cx="78" cy="9"/>
                        </a:xfrm>
                        <a:custGeom>
                          <a:avLst/>
                          <a:gdLst>
                            <a:gd name="T0" fmla="*/ 4 w 78"/>
                            <a:gd name="T1" fmla="*/ 0 h 9"/>
                            <a:gd name="T2" fmla="*/ 3 w 78"/>
                            <a:gd name="T3" fmla="*/ 0 h 9"/>
                            <a:gd name="T4" fmla="*/ 1 w 78"/>
                            <a:gd name="T5" fmla="*/ 2 h 9"/>
                            <a:gd name="T6" fmla="*/ 0 w 78"/>
                            <a:gd name="T7" fmla="*/ 3 h 9"/>
                            <a:gd name="T8" fmla="*/ 0 w 78"/>
                            <a:gd name="T9" fmla="*/ 5 h 9"/>
                            <a:gd name="T10" fmla="*/ 0 w 78"/>
                            <a:gd name="T11" fmla="*/ 6 h 9"/>
                            <a:gd name="T12" fmla="*/ 0 w 78"/>
                            <a:gd name="T13" fmla="*/ 8 h 9"/>
                            <a:gd name="T14" fmla="*/ 1 w 78"/>
                            <a:gd name="T15" fmla="*/ 9 h 9"/>
                            <a:gd name="T16" fmla="*/ 3 w 78"/>
                            <a:gd name="T17" fmla="*/ 9 h 9"/>
                            <a:gd name="T18" fmla="*/ 72 w 78"/>
                            <a:gd name="T19" fmla="*/ 9 h 9"/>
                            <a:gd name="T20" fmla="*/ 74 w 78"/>
                            <a:gd name="T21" fmla="*/ 9 h 9"/>
                            <a:gd name="T22" fmla="*/ 75 w 78"/>
                            <a:gd name="T23" fmla="*/ 9 h 9"/>
                            <a:gd name="T24" fmla="*/ 77 w 78"/>
                            <a:gd name="T25" fmla="*/ 8 h 9"/>
                            <a:gd name="T26" fmla="*/ 78 w 78"/>
                            <a:gd name="T27" fmla="*/ 6 h 9"/>
                            <a:gd name="T28" fmla="*/ 78 w 78"/>
                            <a:gd name="T29" fmla="*/ 5 h 9"/>
                            <a:gd name="T30" fmla="*/ 77 w 78"/>
                            <a:gd name="T31" fmla="*/ 3 h 9"/>
                            <a:gd name="T32" fmla="*/ 75 w 78"/>
                            <a:gd name="T33" fmla="*/ 2 h 9"/>
                            <a:gd name="T34" fmla="*/ 74 w 78"/>
                            <a:gd name="T35" fmla="*/ 0 h 9"/>
                            <a:gd name="T36" fmla="*/ 4 w 78"/>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78"/>
                            <a:gd name="T58" fmla="*/ 0 h 9"/>
                            <a:gd name="T59" fmla="*/ 78 w 78"/>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78" h="9">
                              <a:moveTo>
                                <a:pt x="4" y="0"/>
                              </a:moveTo>
                              <a:lnTo>
                                <a:pt x="3" y="0"/>
                              </a:lnTo>
                              <a:lnTo>
                                <a:pt x="1" y="2"/>
                              </a:lnTo>
                              <a:lnTo>
                                <a:pt x="0" y="3"/>
                              </a:lnTo>
                              <a:lnTo>
                                <a:pt x="0" y="5"/>
                              </a:lnTo>
                              <a:lnTo>
                                <a:pt x="0" y="6"/>
                              </a:lnTo>
                              <a:lnTo>
                                <a:pt x="0" y="8"/>
                              </a:lnTo>
                              <a:lnTo>
                                <a:pt x="1" y="9"/>
                              </a:lnTo>
                              <a:lnTo>
                                <a:pt x="3" y="9"/>
                              </a:lnTo>
                              <a:lnTo>
                                <a:pt x="72" y="9"/>
                              </a:lnTo>
                              <a:lnTo>
                                <a:pt x="74" y="9"/>
                              </a:lnTo>
                              <a:lnTo>
                                <a:pt x="75" y="9"/>
                              </a:lnTo>
                              <a:lnTo>
                                <a:pt x="77" y="8"/>
                              </a:lnTo>
                              <a:lnTo>
                                <a:pt x="78" y="6"/>
                              </a:lnTo>
                              <a:lnTo>
                                <a:pt x="78" y="5"/>
                              </a:lnTo>
                              <a:lnTo>
                                <a:pt x="77" y="3"/>
                              </a:lnTo>
                              <a:lnTo>
                                <a:pt x="75" y="2"/>
                              </a:lnTo>
                              <a:lnTo>
                                <a:pt x="74"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09" name="Freeform 40"/>
                        <p:cNvSpPr>
                          <a:spLocks/>
                        </p:cNvSpPr>
                        <p:nvPr/>
                      </p:nvSpPr>
                      <p:spPr bwMode="auto">
                        <a:xfrm>
                          <a:off x="3458" y="2101"/>
                          <a:ext cx="18" cy="9"/>
                        </a:xfrm>
                        <a:custGeom>
                          <a:avLst/>
                          <a:gdLst>
                            <a:gd name="T0" fmla="*/ 5 w 18"/>
                            <a:gd name="T1" fmla="*/ 0 h 9"/>
                            <a:gd name="T2" fmla="*/ 3 w 18"/>
                            <a:gd name="T3" fmla="*/ 0 h 9"/>
                            <a:gd name="T4" fmla="*/ 2 w 18"/>
                            <a:gd name="T5" fmla="*/ 2 h 9"/>
                            <a:gd name="T6" fmla="*/ 0 w 18"/>
                            <a:gd name="T7" fmla="*/ 3 h 9"/>
                            <a:gd name="T8" fmla="*/ 0 w 18"/>
                            <a:gd name="T9" fmla="*/ 5 h 9"/>
                            <a:gd name="T10" fmla="*/ 0 w 18"/>
                            <a:gd name="T11" fmla="*/ 6 h 9"/>
                            <a:gd name="T12" fmla="*/ 0 w 18"/>
                            <a:gd name="T13" fmla="*/ 8 h 9"/>
                            <a:gd name="T14" fmla="*/ 2 w 18"/>
                            <a:gd name="T15" fmla="*/ 9 h 9"/>
                            <a:gd name="T16" fmla="*/ 3 w 18"/>
                            <a:gd name="T17" fmla="*/ 9 h 9"/>
                            <a:gd name="T18" fmla="*/ 12 w 18"/>
                            <a:gd name="T19" fmla="*/ 9 h 9"/>
                            <a:gd name="T20" fmla="*/ 14 w 18"/>
                            <a:gd name="T21" fmla="*/ 9 h 9"/>
                            <a:gd name="T22" fmla="*/ 15 w 18"/>
                            <a:gd name="T23" fmla="*/ 9 h 9"/>
                            <a:gd name="T24" fmla="*/ 16 w 18"/>
                            <a:gd name="T25" fmla="*/ 8 h 9"/>
                            <a:gd name="T26" fmla="*/ 18 w 18"/>
                            <a:gd name="T27" fmla="*/ 6 h 9"/>
                            <a:gd name="T28" fmla="*/ 18 w 18"/>
                            <a:gd name="T29" fmla="*/ 5 h 9"/>
                            <a:gd name="T30" fmla="*/ 16 w 18"/>
                            <a:gd name="T31" fmla="*/ 3 h 9"/>
                            <a:gd name="T32" fmla="*/ 15 w 18"/>
                            <a:gd name="T33" fmla="*/ 2 h 9"/>
                            <a:gd name="T34" fmla="*/ 14 w 18"/>
                            <a:gd name="T35" fmla="*/ 0 h 9"/>
                            <a:gd name="T36" fmla="*/ 5 w 18"/>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8"/>
                            <a:gd name="T58" fmla="*/ 0 h 9"/>
                            <a:gd name="T59" fmla="*/ 18 w 18"/>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8" h="9">
                              <a:moveTo>
                                <a:pt x="5" y="0"/>
                              </a:moveTo>
                              <a:lnTo>
                                <a:pt x="3" y="0"/>
                              </a:lnTo>
                              <a:lnTo>
                                <a:pt x="2" y="2"/>
                              </a:lnTo>
                              <a:lnTo>
                                <a:pt x="0" y="3"/>
                              </a:lnTo>
                              <a:lnTo>
                                <a:pt x="0" y="5"/>
                              </a:lnTo>
                              <a:lnTo>
                                <a:pt x="0" y="6"/>
                              </a:lnTo>
                              <a:lnTo>
                                <a:pt x="0" y="8"/>
                              </a:lnTo>
                              <a:lnTo>
                                <a:pt x="2" y="9"/>
                              </a:lnTo>
                              <a:lnTo>
                                <a:pt x="3" y="9"/>
                              </a:lnTo>
                              <a:lnTo>
                                <a:pt x="12" y="9"/>
                              </a:lnTo>
                              <a:lnTo>
                                <a:pt x="14" y="9"/>
                              </a:lnTo>
                              <a:lnTo>
                                <a:pt x="15" y="9"/>
                              </a:lnTo>
                              <a:lnTo>
                                <a:pt x="16" y="8"/>
                              </a:lnTo>
                              <a:lnTo>
                                <a:pt x="18" y="6"/>
                              </a:lnTo>
                              <a:lnTo>
                                <a:pt x="18" y="5"/>
                              </a:lnTo>
                              <a:lnTo>
                                <a:pt x="16" y="3"/>
                              </a:lnTo>
                              <a:lnTo>
                                <a:pt x="15" y="2"/>
                              </a:lnTo>
                              <a:lnTo>
                                <a:pt x="14" y="0"/>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10" name="Freeform 41"/>
                        <p:cNvSpPr>
                          <a:spLocks/>
                        </p:cNvSpPr>
                        <p:nvPr/>
                      </p:nvSpPr>
                      <p:spPr bwMode="auto">
                        <a:xfrm>
                          <a:off x="3493" y="2101"/>
                          <a:ext cx="79" cy="9"/>
                        </a:xfrm>
                        <a:custGeom>
                          <a:avLst/>
                          <a:gdLst>
                            <a:gd name="T0" fmla="*/ 5 w 79"/>
                            <a:gd name="T1" fmla="*/ 0 h 9"/>
                            <a:gd name="T2" fmla="*/ 3 w 79"/>
                            <a:gd name="T3" fmla="*/ 0 h 9"/>
                            <a:gd name="T4" fmla="*/ 2 w 79"/>
                            <a:gd name="T5" fmla="*/ 2 h 9"/>
                            <a:gd name="T6" fmla="*/ 0 w 79"/>
                            <a:gd name="T7" fmla="*/ 3 h 9"/>
                            <a:gd name="T8" fmla="*/ 0 w 79"/>
                            <a:gd name="T9" fmla="*/ 5 h 9"/>
                            <a:gd name="T10" fmla="*/ 0 w 79"/>
                            <a:gd name="T11" fmla="*/ 6 h 9"/>
                            <a:gd name="T12" fmla="*/ 0 w 79"/>
                            <a:gd name="T13" fmla="*/ 8 h 9"/>
                            <a:gd name="T14" fmla="*/ 2 w 79"/>
                            <a:gd name="T15" fmla="*/ 9 h 9"/>
                            <a:gd name="T16" fmla="*/ 3 w 79"/>
                            <a:gd name="T17" fmla="*/ 9 h 9"/>
                            <a:gd name="T18" fmla="*/ 73 w 79"/>
                            <a:gd name="T19" fmla="*/ 9 h 9"/>
                            <a:gd name="T20" fmla="*/ 74 w 79"/>
                            <a:gd name="T21" fmla="*/ 9 h 9"/>
                            <a:gd name="T22" fmla="*/ 76 w 79"/>
                            <a:gd name="T23" fmla="*/ 9 h 9"/>
                            <a:gd name="T24" fmla="*/ 77 w 79"/>
                            <a:gd name="T25" fmla="*/ 8 h 9"/>
                            <a:gd name="T26" fmla="*/ 79 w 79"/>
                            <a:gd name="T27" fmla="*/ 6 h 9"/>
                            <a:gd name="T28" fmla="*/ 79 w 79"/>
                            <a:gd name="T29" fmla="*/ 5 h 9"/>
                            <a:gd name="T30" fmla="*/ 77 w 79"/>
                            <a:gd name="T31" fmla="*/ 3 h 9"/>
                            <a:gd name="T32" fmla="*/ 76 w 79"/>
                            <a:gd name="T33" fmla="*/ 2 h 9"/>
                            <a:gd name="T34" fmla="*/ 74 w 79"/>
                            <a:gd name="T35" fmla="*/ 0 h 9"/>
                            <a:gd name="T36" fmla="*/ 5 w 79"/>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79"/>
                            <a:gd name="T58" fmla="*/ 0 h 9"/>
                            <a:gd name="T59" fmla="*/ 79 w 79"/>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79" h="9">
                              <a:moveTo>
                                <a:pt x="5" y="0"/>
                              </a:moveTo>
                              <a:lnTo>
                                <a:pt x="3" y="0"/>
                              </a:lnTo>
                              <a:lnTo>
                                <a:pt x="2" y="2"/>
                              </a:lnTo>
                              <a:lnTo>
                                <a:pt x="0" y="3"/>
                              </a:lnTo>
                              <a:lnTo>
                                <a:pt x="0" y="5"/>
                              </a:lnTo>
                              <a:lnTo>
                                <a:pt x="0" y="6"/>
                              </a:lnTo>
                              <a:lnTo>
                                <a:pt x="0" y="8"/>
                              </a:lnTo>
                              <a:lnTo>
                                <a:pt x="2" y="9"/>
                              </a:lnTo>
                              <a:lnTo>
                                <a:pt x="3" y="9"/>
                              </a:lnTo>
                              <a:lnTo>
                                <a:pt x="73" y="9"/>
                              </a:lnTo>
                              <a:lnTo>
                                <a:pt x="74" y="9"/>
                              </a:lnTo>
                              <a:lnTo>
                                <a:pt x="76" y="9"/>
                              </a:lnTo>
                              <a:lnTo>
                                <a:pt x="77" y="8"/>
                              </a:lnTo>
                              <a:lnTo>
                                <a:pt x="79" y="6"/>
                              </a:lnTo>
                              <a:lnTo>
                                <a:pt x="79" y="5"/>
                              </a:lnTo>
                              <a:lnTo>
                                <a:pt x="77" y="3"/>
                              </a:lnTo>
                              <a:lnTo>
                                <a:pt x="76" y="2"/>
                              </a:lnTo>
                              <a:lnTo>
                                <a:pt x="74" y="0"/>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11" name="Freeform 42"/>
                        <p:cNvSpPr>
                          <a:spLocks/>
                        </p:cNvSpPr>
                        <p:nvPr/>
                      </p:nvSpPr>
                      <p:spPr bwMode="auto">
                        <a:xfrm>
                          <a:off x="3589" y="2101"/>
                          <a:ext cx="18" cy="9"/>
                        </a:xfrm>
                        <a:custGeom>
                          <a:avLst/>
                          <a:gdLst>
                            <a:gd name="T0" fmla="*/ 5 w 18"/>
                            <a:gd name="T1" fmla="*/ 0 h 9"/>
                            <a:gd name="T2" fmla="*/ 3 w 18"/>
                            <a:gd name="T3" fmla="*/ 0 h 9"/>
                            <a:gd name="T4" fmla="*/ 2 w 18"/>
                            <a:gd name="T5" fmla="*/ 2 h 9"/>
                            <a:gd name="T6" fmla="*/ 0 w 18"/>
                            <a:gd name="T7" fmla="*/ 3 h 9"/>
                            <a:gd name="T8" fmla="*/ 0 w 18"/>
                            <a:gd name="T9" fmla="*/ 5 h 9"/>
                            <a:gd name="T10" fmla="*/ 0 w 18"/>
                            <a:gd name="T11" fmla="*/ 6 h 9"/>
                            <a:gd name="T12" fmla="*/ 0 w 18"/>
                            <a:gd name="T13" fmla="*/ 8 h 9"/>
                            <a:gd name="T14" fmla="*/ 2 w 18"/>
                            <a:gd name="T15" fmla="*/ 9 h 9"/>
                            <a:gd name="T16" fmla="*/ 3 w 18"/>
                            <a:gd name="T17" fmla="*/ 9 h 9"/>
                            <a:gd name="T18" fmla="*/ 12 w 18"/>
                            <a:gd name="T19" fmla="*/ 9 h 9"/>
                            <a:gd name="T20" fmla="*/ 13 w 18"/>
                            <a:gd name="T21" fmla="*/ 9 h 9"/>
                            <a:gd name="T22" fmla="*/ 15 w 18"/>
                            <a:gd name="T23" fmla="*/ 9 h 9"/>
                            <a:gd name="T24" fmla="*/ 16 w 18"/>
                            <a:gd name="T25" fmla="*/ 8 h 9"/>
                            <a:gd name="T26" fmla="*/ 18 w 18"/>
                            <a:gd name="T27" fmla="*/ 6 h 9"/>
                            <a:gd name="T28" fmla="*/ 18 w 18"/>
                            <a:gd name="T29" fmla="*/ 5 h 9"/>
                            <a:gd name="T30" fmla="*/ 16 w 18"/>
                            <a:gd name="T31" fmla="*/ 3 h 9"/>
                            <a:gd name="T32" fmla="*/ 15 w 18"/>
                            <a:gd name="T33" fmla="*/ 2 h 9"/>
                            <a:gd name="T34" fmla="*/ 13 w 18"/>
                            <a:gd name="T35" fmla="*/ 0 h 9"/>
                            <a:gd name="T36" fmla="*/ 5 w 18"/>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8"/>
                            <a:gd name="T58" fmla="*/ 0 h 9"/>
                            <a:gd name="T59" fmla="*/ 18 w 18"/>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8" h="9">
                              <a:moveTo>
                                <a:pt x="5" y="0"/>
                              </a:moveTo>
                              <a:lnTo>
                                <a:pt x="3" y="0"/>
                              </a:lnTo>
                              <a:lnTo>
                                <a:pt x="2" y="2"/>
                              </a:lnTo>
                              <a:lnTo>
                                <a:pt x="0" y="3"/>
                              </a:lnTo>
                              <a:lnTo>
                                <a:pt x="0" y="5"/>
                              </a:lnTo>
                              <a:lnTo>
                                <a:pt x="0" y="6"/>
                              </a:lnTo>
                              <a:lnTo>
                                <a:pt x="0" y="8"/>
                              </a:lnTo>
                              <a:lnTo>
                                <a:pt x="2" y="9"/>
                              </a:lnTo>
                              <a:lnTo>
                                <a:pt x="3" y="9"/>
                              </a:lnTo>
                              <a:lnTo>
                                <a:pt x="12" y="9"/>
                              </a:lnTo>
                              <a:lnTo>
                                <a:pt x="13" y="9"/>
                              </a:lnTo>
                              <a:lnTo>
                                <a:pt x="15" y="9"/>
                              </a:lnTo>
                              <a:lnTo>
                                <a:pt x="16" y="8"/>
                              </a:lnTo>
                              <a:lnTo>
                                <a:pt x="18" y="6"/>
                              </a:lnTo>
                              <a:lnTo>
                                <a:pt x="18" y="5"/>
                              </a:lnTo>
                              <a:lnTo>
                                <a:pt x="16" y="3"/>
                              </a:lnTo>
                              <a:lnTo>
                                <a:pt x="15" y="2"/>
                              </a:lnTo>
                              <a:lnTo>
                                <a:pt x="13" y="0"/>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12" name="Freeform 43"/>
                        <p:cNvSpPr>
                          <a:spLocks/>
                        </p:cNvSpPr>
                        <p:nvPr/>
                      </p:nvSpPr>
                      <p:spPr bwMode="auto">
                        <a:xfrm>
                          <a:off x="3624" y="2101"/>
                          <a:ext cx="78" cy="9"/>
                        </a:xfrm>
                        <a:custGeom>
                          <a:avLst/>
                          <a:gdLst>
                            <a:gd name="T0" fmla="*/ 4 w 78"/>
                            <a:gd name="T1" fmla="*/ 0 h 9"/>
                            <a:gd name="T2" fmla="*/ 3 w 78"/>
                            <a:gd name="T3" fmla="*/ 0 h 9"/>
                            <a:gd name="T4" fmla="*/ 2 w 78"/>
                            <a:gd name="T5" fmla="*/ 2 h 9"/>
                            <a:gd name="T6" fmla="*/ 0 w 78"/>
                            <a:gd name="T7" fmla="*/ 3 h 9"/>
                            <a:gd name="T8" fmla="*/ 0 w 78"/>
                            <a:gd name="T9" fmla="*/ 5 h 9"/>
                            <a:gd name="T10" fmla="*/ 0 w 78"/>
                            <a:gd name="T11" fmla="*/ 6 h 9"/>
                            <a:gd name="T12" fmla="*/ 0 w 78"/>
                            <a:gd name="T13" fmla="*/ 8 h 9"/>
                            <a:gd name="T14" fmla="*/ 2 w 78"/>
                            <a:gd name="T15" fmla="*/ 9 h 9"/>
                            <a:gd name="T16" fmla="*/ 3 w 78"/>
                            <a:gd name="T17" fmla="*/ 9 h 9"/>
                            <a:gd name="T18" fmla="*/ 73 w 78"/>
                            <a:gd name="T19" fmla="*/ 9 h 9"/>
                            <a:gd name="T20" fmla="*/ 74 w 78"/>
                            <a:gd name="T21" fmla="*/ 9 h 9"/>
                            <a:gd name="T22" fmla="*/ 76 w 78"/>
                            <a:gd name="T23" fmla="*/ 9 h 9"/>
                            <a:gd name="T24" fmla="*/ 77 w 78"/>
                            <a:gd name="T25" fmla="*/ 8 h 9"/>
                            <a:gd name="T26" fmla="*/ 78 w 78"/>
                            <a:gd name="T27" fmla="*/ 6 h 9"/>
                            <a:gd name="T28" fmla="*/ 78 w 78"/>
                            <a:gd name="T29" fmla="*/ 5 h 9"/>
                            <a:gd name="T30" fmla="*/ 77 w 78"/>
                            <a:gd name="T31" fmla="*/ 3 h 9"/>
                            <a:gd name="T32" fmla="*/ 76 w 78"/>
                            <a:gd name="T33" fmla="*/ 2 h 9"/>
                            <a:gd name="T34" fmla="*/ 74 w 78"/>
                            <a:gd name="T35" fmla="*/ 0 h 9"/>
                            <a:gd name="T36" fmla="*/ 4 w 78"/>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78"/>
                            <a:gd name="T58" fmla="*/ 0 h 9"/>
                            <a:gd name="T59" fmla="*/ 78 w 78"/>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78" h="9">
                              <a:moveTo>
                                <a:pt x="4" y="0"/>
                              </a:moveTo>
                              <a:lnTo>
                                <a:pt x="3" y="0"/>
                              </a:lnTo>
                              <a:lnTo>
                                <a:pt x="2" y="2"/>
                              </a:lnTo>
                              <a:lnTo>
                                <a:pt x="0" y="3"/>
                              </a:lnTo>
                              <a:lnTo>
                                <a:pt x="0" y="5"/>
                              </a:lnTo>
                              <a:lnTo>
                                <a:pt x="0" y="6"/>
                              </a:lnTo>
                              <a:lnTo>
                                <a:pt x="0" y="8"/>
                              </a:lnTo>
                              <a:lnTo>
                                <a:pt x="2" y="9"/>
                              </a:lnTo>
                              <a:lnTo>
                                <a:pt x="3" y="9"/>
                              </a:lnTo>
                              <a:lnTo>
                                <a:pt x="73" y="9"/>
                              </a:lnTo>
                              <a:lnTo>
                                <a:pt x="74" y="9"/>
                              </a:lnTo>
                              <a:lnTo>
                                <a:pt x="76" y="9"/>
                              </a:lnTo>
                              <a:lnTo>
                                <a:pt x="77" y="8"/>
                              </a:lnTo>
                              <a:lnTo>
                                <a:pt x="78" y="6"/>
                              </a:lnTo>
                              <a:lnTo>
                                <a:pt x="78" y="5"/>
                              </a:lnTo>
                              <a:lnTo>
                                <a:pt x="77" y="3"/>
                              </a:lnTo>
                              <a:lnTo>
                                <a:pt x="76" y="2"/>
                              </a:lnTo>
                              <a:lnTo>
                                <a:pt x="74"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13" name="Freeform 44"/>
                        <p:cNvSpPr>
                          <a:spLocks/>
                        </p:cNvSpPr>
                        <p:nvPr/>
                      </p:nvSpPr>
                      <p:spPr bwMode="auto">
                        <a:xfrm>
                          <a:off x="3720" y="2101"/>
                          <a:ext cx="17" cy="9"/>
                        </a:xfrm>
                        <a:custGeom>
                          <a:avLst/>
                          <a:gdLst>
                            <a:gd name="T0" fmla="*/ 4 w 17"/>
                            <a:gd name="T1" fmla="*/ 0 h 9"/>
                            <a:gd name="T2" fmla="*/ 3 w 17"/>
                            <a:gd name="T3" fmla="*/ 0 h 9"/>
                            <a:gd name="T4" fmla="*/ 1 w 17"/>
                            <a:gd name="T5" fmla="*/ 2 h 9"/>
                            <a:gd name="T6" fmla="*/ 0 w 17"/>
                            <a:gd name="T7" fmla="*/ 3 h 9"/>
                            <a:gd name="T8" fmla="*/ 0 w 17"/>
                            <a:gd name="T9" fmla="*/ 5 h 9"/>
                            <a:gd name="T10" fmla="*/ 0 w 17"/>
                            <a:gd name="T11" fmla="*/ 6 h 9"/>
                            <a:gd name="T12" fmla="*/ 0 w 17"/>
                            <a:gd name="T13" fmla="*/ 8 h 9"/>
                            <a:gd name="T14" fmla="*/ 1 w 17"/>
                            <a:gd name="T15" fmla="*/ 9 h 9"/>
                            <a:gd name="T16" fmla="*/ 3 w 17"/>
                            <a:gd name="T17" fmla="*/ 9 h 9"/>
                            <a:gd name="T18" fmla="*/ 12 w 17"/>
                            <a:gd name="T19" fmla="*/ 9 h 9"/>
                            <a:gd name="T20" fmla="*/ 13 w 17"/>
                            <a:gd name="T21" fmla="*/ 9 h 9"/>
                            <a:gd name="T22" fmla="*/ 14 w 17"/>
                            <a:gd name="T23" fmla="*/ 9 h 9"/>
                            <a:gd name="T24" fmla="*/ 16 w 17"/>
                            <a:gd name="T25" fmla="*/ 8 h 9"/>
                            <a:gd name="T26" fmla="*/ 17 w 17"/>
                            <a:gd name="T27" fmla="*/ 6 h 9"/>
                            <a:gd name="T28" fmla="*/ 17 w 17"/>
                            <a:gd name="T29" fmla="*/ 5 h 9"/>
                            <a:gd name="T30" fmla="*/ 16 w 17"/>
                            <a:gd name="T31" fmla="*/ 3 h 9"/>
                            <a:gd name="T32" fmla="*/ 14 w 17"/>
                            <a:gd name="T33" fmla="*/ 2 h 9"/>
                            <a:gd name="T34" fmla="*/ 13 w 17"/>
                            <a:gd name="T35" fmla="*/ 0 h 9"/>
                            <a:gd name="T36" fmla="*/ 4 w 17"/>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7"/>
                            <a:gd name="T58" fmla="*/ 0 h 9"/>
                            <a:gd name="T59" fmla="*/ 17 w 17"/>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7" h="9">
                              <a:moveTo>
                                <a:pt x="4" y="0"/>
                              </a:moveTo>
                              <a:lnTo>
                                <a:pt x="3" y="0"/>
                              </a:lnTo>
                              <a:lnTo>
                                <a:pt x="1" y="2"/>
                              </a:lnTo>
                              <a:lnTo>
                                <a:pt x="0" y="3"/>
                              </a:lnTo>
                              <a:lnTo>
                                <a:pt x="0" y="5"/>
                              </a:lnTo>
                              <a:lnTo>
                                <a:pt x="0" y="6"/>
                              </a:lnTo>
                              <a:lnTo>
                                <a:pt x="0" y="8"/>
                              </a:lnTo>
                              <a:lnTo>
                                <a:pt x="1" y="9"/>
                              </a:lnTo>
                              <a:lnTo>
                                <a:pt x="3" y="9"/>
                              </a:lnTo>
                              <a:lnTo>
                                <a:pt x="12" y="9"/>
                              </a:lnTo>
                              <a:lnTo>
                                <a:pt x="13" y="9"/>
                              </a:lnTo>
                              <a:lnTo>
                                <a:pt x="14" y="9"/>
                              </a:lnTo>
                              <a:lnTo>
                                <a:pt x="16" y="8"/>
                              </a:lnTo>
                              <a:lnTo>
                                <a:pt x="17" y="6"/>
                              </a:lnTo>
                              <a:lnTo>
                                <a:pt x="17" y="5"/>
                              </a:lnTo>
                              <a:lnTo>
                                <a:pt x="16" y="3"/>
                              </a:lnTo>
                              <a:lnTo>
                                <a:pt x="14" y="2"/>
                              </a:lnTo>
                              <a:lnTo>
                                <a:pt x="13"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14" name="Freeform 45"/>
                        <p:cNvSpPr>
                          <a:spLocks/>
                        </p:cNvSpPr>
                        <p:nvPr/>
                      </p:nvSpPr>
                      <p:spPr bwMode="auto">
                        <a:xfrm>
                          <a:off x="3755" y="2101"/>
                          <a:ext cx="78" cy="9"/>
                        </a:xfrm>
                        <a:custGeom>
                          <a:avLst/>
                          <a:gdLst>
                            <a:gd name="T0" fmla="*/ 4 w 78"/>
                            <a:gd name="T1" fmla="*/ 0 h 9"/>
                            <a:gd name="T2" fmla="*/ 3 w 78"/>
                            <a:gd name="T3" fmla="*/ 0 h 9"/>
                            <a:gd name="T4" fmla="*/ 1 w 78"/>
                            <a:gd name="T5" fmla="*/ 2 h 9"/>
                            <a:gd name="T6" fmla="*/ 0 w 78"/>
                            <a:gd name="T7" fmla="*/ 3 h 9"/>
                            <a:gd name="T8" fmla="*/ 0 w 78"/>
                            <a:gd name="T9" fmla="*/ 5 h 9"/>
                            <a:gd name="T10" fmla="*/ 0 w 78"/>
                            <a:gd name="T11" fmla="*/ 6 h 9"/>
                            <a:gd name="T12" fmla="*/ 0 w 78"/>
                            <a:gd name="T13" fmla="*/ 8 h 9"/>
                            <a:gd name="T14" fmla="*/ 1 w 78"/>
                            <a:gd name="T15" fmla="*/ 9 h 9"/>
                            <a:gd name="T16" fmla="*/ 3 w 78"/>
                            <a:gd name="T17" fmla="*/ 9 h 9"/>
                            <a:gd name="T18" fmla="*/ 72 w 78"/>
                            <a:gd name="T19" fmla="*/ 9 h 9"/>
                            <a:gd name="T20" fmla="*/ 74 w 78"/>
                            <a:gd name="T21" fmla="*/ 9 h 9"/>
                            <a:gd name="T22" fmla="*/ 75 w 78"/>
                            <a:gd name="T23" fmla="*/ 9 h 9"/>
                            <a:gd name="T24" fmla="*/ 77 w 78"/>
                            <a:gd name="T25" fmla="*/ 8 h 9"/>
                            <a:gd name="T26" fmla="*/ 78 w 78"/>
                            <a:gd name="T27" fmla="*/ 6 h 9"/>
                            <a:gd name="T28" fmla="*/ 78 w 78"/>
                            <a:gd name="T29" fmla="*/ 5 h 9"/>
                            <a:gd name="T30" fmla="*/ 77 w 78"/>
                            <a:gd name="T31" fmla="*/ 3 h 9"/>
                            <a:gd name="T32" fmla="*/ 75 w 78"/>
                            <a:gd name="T33" fmla="*/ 2 h 9"/>
                            <a:gd name="T34" fmla="*/ 74 w 78"/>
                            <a:gd name="T35" fmla="*/ 0 h 9"/>
                            <a:gd name="T36" fmla="*/ 4 w 78"/>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78"/>
                            <a:gd name="T58" fmla="*/ 0 h 9"/>
                            <a:gd name="T59" fmla="*/ 78 w 78"/>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78" h="9">
                              <a:moveTo>
                                <a:pt x="4" y="0"/>
                              </a:moveTo>
                              <a:lnTo>
                                <a:pt x="3" y="0"/>
                              </a:lnTo>
                              <a:lnTo>
                                <a:pt x="1" y="2"/>
                              </a:lnTo>
                              <a:lnTo>
                                <a:pt x="0" y="3"/>
                              </a:lnTo>
                              <a:lnTo>
                                <a:pt x="0" y="5"/>
                              </a:lnTo>
                              <a:lnTo>
                                <a:pt x="0" y="6"/>
                              </a:lnTo>
                              <a:lnTo>
                                <a:pt x="0" y="8"/>
                              </a:lnTo>
                              <a:lnTo>
                                <a:pt x="1" y="9"/>
                              </a:lnTo>
                              <a:lnTo>
                                <a:pt x="3" y="9"/>
                              </a:lnTo>
                              <a:lnTo>
                                <a:pt x="72" y="9"/>
                              </a:lnTo>
                              <a:lnTo>
                                <a:pt x="74" y="9"/>
                              </a:lnTo>
                              <a:lnTo>
                                <a:pt x="75" y="9"/>
                              </a:lnTo>
                              <a:lnTo>
                                <a:pt x="77" y="8"/>
                              </a:lnTo>
                              <a:lnTo>
                                <a:pt x="78" y="6"/>
                              </a:lnTo>
                              <a:lnTo>
                                <a:pt x="78" y="5"/>
                              </a:lnTo>
                              <a:lnTo>
                                <a:pt x="77" y="3"/>
                              </a:lnTo>
                              <a:lnTo>
                                <a:pt x="75" y="2"/>
                              </a:lnTo>
                              <a:lnTo>
                                <a:pt x="74"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15" name="Freeform 46"/>
                        <p:cNvSpPr>
                          <a:spLocks/>
                        </p:cNvSpPr>
                        <p:nvPr/>
                      </p:nvSpPr>
                      <p:spPr bwMode="auto">
                        <a:xfrm>
                          <a:off x="3851" y="2101"/>
                          <a:ext cx="17" cy="9"/>
                        </a:xfrm>
                        <a:custGeom>
                          <a:avLst/>
                          <a:gdLst>
                            <a:gd name="T0" fmla="*/ 4 w 17"/>
                            <a:gd name="T1" fmla="*/ 0 h 9"/>
                            <a:gd name="T2" fmla="*/ 3 w 17"/>
                            <a:gd name="T3" fmla="*/ 0 h 9"/>
                            <a:gd name="T4" fmla="*/ 1 w 17"/>
                            <a:gd name="T5" fmla="*/ 2 h 9"/>
                            <a:gd name="T6" fmla="*/ 0 w 17"/>
                            <a:gd name="T7" fmla="*/ 3 h 9"/>
                            <a:gd name="T8" fmla="*/ 0 w 17"/>
                            <a:gd name="T9" fmla="*/ 5 h 9"/>
                            <a:gd name="T10" fmla="*/ 0 w 17"/>
                            <a:gd name="T11" fmla="*/ 6 h 9"/>
                            <a:gd name="T12" fmla="*/ 0 w 17"/>
                            <a:gd name="T13" fmla="*/ 8 h 9"/>
                            <a:gd name="T14" fmla="*/ 1 w 17"/>
                            <a:gd name="T15" fmla="*/ 9 h 9"/>
                            <a:gd name="T16" fmla="*/ 3 w 17"/>
                            <a:gd name="T17" fmla="*/ 9 h 9"/>
                            <a:gd name="T18" fmla="*/ 11 w 17"/>
                            <a:gd name="T19" fmla="*/ 9 h 9"/>
                            <a:gd name="T20" fmla="*/ 13 w 17"/>
                            <a:gd name="T21" fmla="*/ 9 h 9"/>
                            <a:gd name="T22" fmla="*/ 14 w 17"/>
                            <a:gd name="T23" fmla="*/ 9 h 9"/>
                            <a:gd name="T24" fmla="*/ 16 w 17"/>
                            <a:gd name="T25" fmla="*/ 8 h 9"/>
                            <a:gd name="T26" fmla="*/ 17 w 17"/>
                            <a:gd name="T27" fmla="*/ 6 h 9"/>
                            <a:gd name="T28" fmla="*/ 17 w 17"/>
                            <a:gd name="T29" fmla="*/ 5 h 9"/>
                            <a:gd name="T30" fmla="*/ 16 w 17"/>
                            <a:gd name="T31" fmla="*/ 3 h 9"/>
                            <a:gd name="T32" fmla="*/ 14 w 17"/>
                            <a:gd name="T33" fmla="*/ 2 h 9"/>
                            <a:gd name="T34" fmla="*/ 13 w 17"/>
                            <a:gd name="T35" fmla="*/ 0 h 9"/>
                            <a:gd name="T36" fmla="*/ 4 w 17"/>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7"/>
                            <a:gd name="T58" fmla="*/ 0 h 9"/>
                            <a:gd name="T59" fmla="*/ 17 w 17"/>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7" h="9">
                              <a:moveTo>
                                <a:pt x="4" y="0"/>
                              </a:moveTo>
                              <a:lnTo>
                                <a:pt x="3" y="0"/>
                              </a:lnTo>
                              <a:lnTo>
                                <a:pt x="1" y="2"/>
                              </a:lnTo>
                              <a:lnTo>
                                <a:pt x="0" y="3"/>
                              </a:lnTo>
                              <a:lnTo>
                                <a:pt x="0" y="5"/>
                              </a:lnTo>
                              <a:lnTo>
                                <a:pt x="0" y="6"/>
                              </a:lnTo>
                              <a:lnTo>
                                <a:pt x="0" y="8"/>
                              </a:lnTo>
                              <a:lnTo>
                                <a:pt x="1" y="9"/>
                              </a:lnTo>
                              <a:lnTo>
                                <a:pt x="3" y="9"/>
                              </a:lnTo>
                              <a:lnTo>
                                <a:pt x="11" y="9"/>
                              </a:lnTo>
                              <a:lnTo>
                                <a:pt x="13" y="9"/>
                              </a:lnTo>
                              <a:lnTo>
                                <a:pt x="14" y="9"/>
                              </a:lnTo>
                              <a:lnTo>
                                <a:pt x="16" y="8"/>
                              </a:lnTo>
                              <a:lnTo>
                                <a:pt x="17" y="6"/>
                              </a:lnTo>
                              <a:lnTo>
                                <a:pt x="17" y="5"/>
                              </a:lnTo>
                              <a:lnTo>
                                <a:pt x="16" y="3"/>
                              </a:lnTo>
                              <a:lnTo>
                                <a:pt x="14" y="2"/>
                              </a:lnTo>
                              <a:lnTo>
                                <a:pt x="13"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16" name="Freeform 47"/>
                        <p:cNvSpPr>
                          <a:spLocks/>
                        </p:cNvSpPr>
                        <p:nvPr/>
                      </p:nvSpPr>
                      <p:spPr bwMode="auto">
                        <a:xfrm>
                          <a:off x="3885" y="2101"/>
                          <a:ext cx="79" cy="9"/>
                        </a:xfrm>
                        <a:custGeom>
                          <a:avLst/>
                          <a:gdLst>
                            <a:gd name="T0" fmla="*/ 5 w 79"/>
                            <a:gd name="T1" fmla="*/ 0 h 9"/>
                            <a:gd name="T2" fmla="*/ 3 w 79"/>
                            <a:gd name="T3" fmla="*/ 0 h 9"/>
                            <a:gd name="T4" fmla="*/ 2 w 79"/>
                            <a:gd name="T5" fmla="*/ 2 h 9"/>
                            <a:gd name="T6" fmla="*/ 0 w 79"/>
                            <a:gd name="T7" fmla="*/ 3 h 9"/>
                            <a:gd name="T8" fmla="*/ 0 w 79"/>
                            <a:gd name="T9" fmla="*/ 5 h 9"/>
                            <a:gd name="T10" fmla="*/ 0 w 79"/>
                            <a:gd name="T11" fmla="*/ 6 h 9"/>
                            <a:gd name="T12" fmla="*/ 0 w 79"/>
                            <a:gd name="T13" fmla="*/ 8 h 9"/>
                            <a:gd name="T14" fmla="*/ 2 w 79"/>
                            <a:gd name="T15" fmla="*/ 9 h 9"/>
                            <a:gd name="T16" fmla="*/ 3 w 79"/>
                            <a:gd name="T17" fmla="*/ 9 h 9"/>
                            <a:gd name="T18" fmla="*/ 73 w 79"/>
                            <a:gd name="T19" fmla="*/ 9 h 9"/>
                            <a:gd name="T20" fmla="*/ 75 w 79"/>
                            <a:gd name="T21" fmla="*/ 9 h 9"/>
                            <a:gd name="T22" fmla="*/ 76 w 79"/>
                            <a:gd name="T23" fmla="*/ 9 h 9"/>
                            <a:gd name="T24" fmla="*/ 77 w 79"/>
                            <a:gd name="T25" fmla="*/ 8 h 9"/>
                            <a:gd name="T26" fmla="*/ 79 w 79"/>
                            <a:gd name="T27" fmla="*/ 6 h 9"/>
                            <a:gd name="T28" fmla="*/ 79 w 79"/>
                            <a:gd name="T29" fmla="*/ 5 h 9"/>
                            <a:gd name="T30" fmla="*/ 77 w 79"/>
                            <a:gd name="T31" fmla="*/ 3 h 9"/>
                            <a:gd name="T32" fmla="*/ 76 w 79"/>
                            <a:gd name="T33" fmla="*/ 2 h 9"/>
                            <a:gd name="T34" fmla="*/ 75 w 79"/>
                            <a:gd name="T35" fmla="*/ 0 h 9"/>
                            <a:gd name="T36" fmla="*/ 5 w 79"/>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79"/>
                            <a:gd name="T58" fmla="*/ 0 h 9"/>
                            <a:gd name="T59" fmla="*/ 79 w 79"/>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79" h="9">
                              <a:moveTo>
                                <a:pt x="5" y="0"/>
                              </a:moveTo>
                              <a:lnTo>
                                <a:pt x="3" y="0"/>
                              </a:lnTo>
                              <a:lnTo>
                                <a:pt x="2" y="2"/>
                              </a:lnTo>
                              <a:lnTo>
                                <a:pt x="0" y="3"/>
                              </a:lnTo>
                              <a:lnTo>
                                <a:pt x="0" y="5"/>
                              </a:lnTo>
                              <a:lnTo>
                                <a:pt x="0" y="6"/>
                              </a:lnTo>
                              <a:lnTo>
                                <a:pt x="0" y="8"/>
                              </a:lnTo>
                              <a:lnTo>
                                <a:pt x="2" y="9"/>
                              </a:lnTo>
                              <a:lnTo>
                                <a:pt x="3" y="9"/>
                              </a:lnTo>
                              <a:lnTo>
                                <a:pt x="73" y="9"/>
                              </a:lnTo>
                              <a:lnTo>
                                <a:pt x="75" y="9"/>
                              </a:lnTo>
                              <a:lnTo>
                                <a:pt x="76" y="9"/>
                              </a:lnTo>
                              <a:lnTo>
                                <a:pt x="77" y="8"/>
                              </a:lnTo>
                              <a:lnTo>
                                <a:pt x="79" y="6"/>
                              </a:lnTo>
                              <a:lnTo>
                                <a:pt x="79" y="5"/>
                              </a:lnTo>
                              <a:lnTo>
                                <a:pt x="77" y="3"/>
                              </a:lnTo>
                              <a:lnTo>
                                <a:pt x="76" y="2"/>
                              </a:lnTo>
                              <a:lnTo>
                                <a:pt x="75" y="0"/>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17" name="Freeform 48"/>
                        <p:cNvSpPr>
                          <a:spLocks/>
                        </p:cNvSpPr>
                        <p:nvPr/>
                      </p:nvSpPr>
                      <p:spPr bwMode="auto">
                        <a:xfrm>
                          <a:off x="3981" y="2101"/>
                          <a:ext cx="18" cy="9"/>
                        </a:xfrm>
                        <a:custGeom>
                          <a:avLst/>
                          <a:gdLst>
                            <a:gd name="T0" fmla="*/ 5 w 18"/>
                            <a:gd name="T1" fmla="*/ 0 h 9"/>
                            <a:gd name="T2" fmla="*/ 3 w 18"/>
                            <a:gd name="T3" fmla="*/ 0 h 9"/>
                            <a:gd name="T4" fmla="*/ 2 w 18"/>
                            <a:gd name="T5" fmla="*/ 2 h 9"/>
                            <a:gd name="T6" fmla="*/ 0 w 18"/>
                            <a:gd name="T7" fmla="*/ 3 h 9"/>
                            <a:gd name="T8" fmla="*/ 0 w 18"/>
                            <a:gd name="T9" fmla="*/ 5 h 9"/>
                            <a:gd name="T10" fmla="*/ 0 w 18"/>
                            <a:gd name="T11" fmla="*/ 6 h 9"/>
                            <a:gd name="T12" fmla="*/ 0 w 18"/>
                            <a:gd name="T13" fmla="*/ 8 h 9"/>
                            <a:gd name="T14" fmla="*/ 2 w 18"/>
                            <a:gd name="T15" fmla="*/ 9 h 9"/>
                            <a:gd name="T16" fmla="*/ 3 w 18"/>
                            <a:gd name="T17" fmla="*/ 9 h 9"/>
                            <a:gd name="T18" fmla="*/ 12 w 18"/>
                            <a:gd name="T19" fmla="*/ 9 h 9"/>
                            <a:gd name="T20" fmla="*/ 13 w 18"/>
                            <a:gd name="T21" fmla="*/ 9 h 9"/>
                            <a:gd name="T22" fmla="*/ 15 w 18"/>
                            <a:gd name="T23" fmla="*/ 9 h 9"/>
                            <a:gd name="T24" fmla="*/ 16 w 18"/>
                            <a:gd name="T25" fmla="*/ 8 h 9"/>
                            <a:gd name="T26" fmla="*/ 18 w 18"/>
                            <a:gd name="T27" fmla="*/ 6 h 9"/>
                            <a:gd name="T28" fmla="*/ 18 w 18"/>
                            <a:gd name="T29" fmla="*/ 5 h 9"/>
                            <a:gd name="T30" fmla="*/ 16 w 18"/>
                            <a:gd name="T31" fmla="*/ 3 h 9"/>
                            <a:gd name="T32" fmla="*/ 15 w 18"/>
                            <a:gd name="T33" fmla="*/ 2 h 9"/>
                            <a:gd name="T34" fmla="*/ 13 w 18"/>
                            <a:gd name="T35" fmla="*/ 0 h 9"/>
                            <a:gd name="T36" fmla="*/ 5 w 18"/>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8"/>
                            <a:gd name="T58" fmla="*/ 0 h 9"/>
                            <a:gd name="T59" fmla="*/ 18 w 18"/>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8" h="9">
                              <a:moveTo>
                                <a:pt x="5" y="0"/>
                              </a:moveTo>
                              <a:lnTo>
                                <a:pt x="3" y="0"/>
                              </a:lnTo>
                              <a:lnTo>
                                <a:pt x="2" y="2"/>
                              </a:lnTo>
                              <a:lnTo>
                                <a:pt x="0" y="3"/>
                              </a:lnTo>
                              <a:lnTo>
                                <a:pt x="0" y="5"/>
                              </a:lnTo>
                              <a:lnTo>
                                <a:pt x="0" y="6"/>
                              </a:lnTo>
                              <a:lnTo>
                                <a:pt x="0" y="8"/>
                              </a:lnTo>
                              <a:lnTo>
                                <a:pt x="2" y="9"/>
                              </a:lnTo>
                              <a:lnTo>
                                <a:pt x="3" y="9"/>
                              </a:lnTo>
                              <a:lnTo>
                                <a:pt x="12" y="9"/>
                              </a:lnTo>
                              <a:lnTo>
                                <a:pt x="13" y="9"/>
                              </a:lnTo>
                              <a:lnTo>
                                <a:pt x="15" y="9"/>
                              </a:lnTo>
                              <a:lnTo>
                                <a:pt x="16" y="8"/>
                              </a:lnTo>
                              <a:lnTo>
                                <a:pt x="18" y="6"/>
                              </a:lnTo>
                              <a:lnTo>
                                <a:pt x="18" y="5"/>
                              </a:lnTo>
                              <a:lnTo>
                                <a:pt x="16" y="3"/>
                              </a:lnTo>
                              <a:lnTo>
                                <a:pt x="15" y="2"/>
                              </a:lnTo>
                              <a:lnTo>
                                <a:pt x="13" y="0"/>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18" name="Freeform 49"/>
                        <p:cNvSpPr>
                          <a:spLocks/>
                        </p:cNvSpPr>
                        <p:nvPr/>
                      </p:nvSpPr>
                      <p:spPr bwMode="auto">
                        <a:xfrm>
                          <a:off x="4016" y="2101"/>
                          <a:ext cx="79" cy="9"/>
                        </a:xfrm>
                        <a:custGeom>
                          <a:avLst/>
                          <a:gdLst>
                            <a:gd name="T0" fmla="*/ 5 w 79"/>
                            <a:gd name="T1" fmla="*/ 0 h 9"/>
                            <a:gd name="T2" fmla="*/ 3 w 79"/>
                            <a:gd name="T3" fmla="*/ 0 h 9"/>
                            <a:gd name="T4" fmla="*/ 2 w 79"/>
                            <a:gd name="T5" fmla="*/ 2 h 9"/>
                            <a:gd name="T6" fmla="*/ 0 w 79"/>
                            <a:gd name="T7" fmla="*/ 3 h 9"/>
                            <a:gd name="T8" fmla="*/ 0 w 79"/>
                            <a:gd name="T9" fmla="*/ 5 h 9"/>
                            <a:gd name="T10" fmla="*/ 0 w 79"/>
                            <a:gd name="T11" fmla="*/ 6 h 9"/>
                            <a:gd name="T12" fmla="*/ 0 w 79"/>
                            <a:gd name="T13" fmla="*/ 8 h 9"/>
                            <a:gd name="T14" fmla="*/ 2 w 79"/>
                            <a:gd name="T15" fmla="*/ 9 h 9"/>
                            <a:gd name="T16" fmla="*/ 3 w 79"/>
                            <a:gd name="T17" fmla="*/ 9 h 9"/>
                            <a:gd name="T18" fmla="*/ 73 w 79"/>
                            <a:gd name="T19" fmla="*/ 9 h 9"/>
                            <a:gd name="T20" fmla="*/ 74 w 79"/>
                            <a:gd name="T21" fmla="*/ 9 h 9"/>
                            <a:gd name="T22" fmla="*/ 76 w 79"/>
                            <a:gd name="T23" fmla="*/ 9 h 9"/>
                            <a:gd name="T24" fmla="*/ 77 w 79"/>
                            <a:gd name="T25" fmla="*/ 8 h 9"/>
                            <a:gd name="T26" fmla="*/ 79 w 79"/>
                            <a:gd name="T27" fmla="*/ 6 h 9"/>
                            <a:gd name="T28" fmla="*/ 79 w 79"/>
                            <a:gd name="T29" fmla="*/ 5 h 9"/>
                            <a:gd name="T30" fmla="*/ 77 w 79"/>
                            <a:gd name="T31" fmla="*/ 3 h 9"/>
                            <a:gd name="T32" fmla="*/ 76 w 79"/>
                            <a:gd name="T33" fmla="*/ 2 h 9"/>
                            <a:gd name="T34" fmla="*/ 74 w 79"/>
                            <a:gd name="T35" fmla="*/ 0 h 9"/>
                            <a:gd name="T36" fmla="*/ 5 w 79"/>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79"/>
                            <a:gd name="T58" fmla="*/ 0 h 9"/>
                            <a:gd name="T59" fmla="*/ 79 w 79"/>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79" h="9">
                              <a:moveTo>
                                <a:pt x="5" y="0"/>
                              </a:moveTo>
                              <a:lnTo>
                                <a:pt x="3" y="0"/>
                              </a:lnTo>
                              <a:lnTo>
                                <a:pt x="2" y="2"/>
                              </a:lnTo>
                              <a:lnTo>
                                <a:pt x="0" y="3"/>
                              </a:lnTo>
                              <a:lnTo>
                                <a:pt x="0" y="5"/>
                              </a:lnTo>
                              <a:lnTo>
                                <a:pt x="0" y="6"/>
                              </a:lnTo>
                              <a:lnTo>
                                <a:pt x="0" y="8"/>
                              </a:lnTo>
                              <a:lnTo>
                                <a:pt x="2" y="9"/>
                              </a:lnTo>
                              <a:lnTo>
                                <a:pt x="3" y="9"/>
                              </a:lnTo>
                              <a:lnTo>
                                <a:pt x="73" y="9"/>
                              </a:lnTo>
                              <a:lnTo>
                                <a:pt x="74" y="9"/>
                              </a:lnTo>
                              <a:lnTo>
                                <a:pt x="76" y="9"/>
                              </a:lnTo>
                              <a:lnTo>
                                <a:pt x="77" y="8"/>
                              </a:lnTo>
                              <a:lnTo>
                                <a:pt x="79" y="6"/>
                              </a:lnTo>
                              <a:lnTo>
                                <a:pt x="79" y="5"/>
                              </a:lnTo>
                              <a:lnTo>
                                <a:pt x="77" y="3"/>
                              </a:lnTo>
                              <a:lnTo>
                                <a:pt x="76" y="2"/>
                              </a:lnTo>
                              <a:lnTo>
                                <a:pt x="74" y="0"/>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19" name="Freeform 50"/>
                        <p:cNvSpPr>
                          <a:spLocks/>
                        </p:cNvSpPr>
                        <p:nvPr/>
                      </p:nvSpPr>
                      <p:spPr bwMode="auto">
                        <a:xfrm>
                          <a:off x="4112" y="2101"/>
                          <a:ext cx="17" cy="9"/>
                        </a:xfrm>
                        <a:custGeom>
                          <a:avLst/>
                          <a:gdLst>
                            <a:gd name="T0" fmla="*/ 4 w 17"/>
                            <a:gd name="T1" fmla="*/ 0 h 9"/>
                            <a:gd name="T2" fmla="*/ 3 w 17"/>
                            <a:gd name="T3" fmla="*/ 0 h 9"/>
                            <a:gd name="T4" fmla="*/ 1 w 17"/>
                            <a:gd name="T5" fmla="*/ 2 h 9"/>
                            <a:gd name="T6" fmla="*/ 0 w 17"/>
                            <a:gd name="T7" fmla="*/ 3 h 9"/>
                            <a:gd name="T8" fmla="*/ 0 w 17"/>
                            <a:gd name="T9" fmla="*/ 5 h 9"/>
                            <a:gd name="T10" fmla="*/ 0 w 17"/>
                            <a:gd name="T11" fmla="*/ 6 h 9"/>
                            <a:gd name="T12" fmla="*/ 0 w 17"/>
                            <a:gd name="T13" fmla="*/ 8 h 9"/>
                            <a:gd name="T14" fmla="*/ 1 w 17"/>
                            <a:gd name="T15" fmla="*/ 9 h 9"/>
                            <a:gd name="T16" fmla="*/ 3 w 17"/>
                            <a:gd name="T17" fmla="*/ 9 h 9"/>
                            <a:gd name="T18" fmla="*/ 12 w 17"/>
                            <a:gd name="T19" fmla="*/ 9 h 9"/>
                            <a:gd name="T20" fmla="*/ 13 w 17"/>
                            <a:gd name="T21" fmla="*/ 9 h 9"/>
                            <a:gd name="T22" fmla="*/ 15 w 17"/>
                            <a:gd name="T23" fmla="*/ 9 h 9"/>
                            <a:gd name="T24" fmla="*/ 16 w 17"/>
                            <a:gd name="T25" fmla="*/ 8 h 9"/>
                            <a:gd name="T26" fmla="*/ 17 w 17"/>
                            <a:gd name="T27" fmla="*/ 6 h 9"/>
                            <a:gd name="T28" fmla="*/ 17 w 17"/>
                            <a:gd name="T29" fmla="*/ 5 h 9"/>
                            <a:gd name="T30" fmla="*/ 16 w 17"/>
                            <a:gd name="T31" fmla="*/ 3 h 9"/>
                            <a:gd name="T32" fmla="*/ 15 w 17"/>
                            <a:gd name="T33" fmla="*/ 2 h 9"/>
                            <a:gd name="T34" fmla="*/ 13 w 17"/>
                            <a:gd name="T35" fmla="*/ 0 h 9"/>
                            <a:gd name="T36" fmla="*/ 4 w 17"/>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7"/>
                            <a:gd name="T58" fmla="*/ 0 h 9"/>
                            <a:gd name="T59" fmla="*/ 17 w 17"/>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7" h="9">
                              <a:moveTo>
                                <a:pt x="4" y="0"/>
                              </a:moveTo>
                              <a:lnTo>
                                <a:pt x="3" y="0"/>
                              </a:lnTo>
                              <a:lnTo>
                                <a:pt x="1" y="2"/>
                              </a:lnTo>
                              <a:lnTo>
                                <a:pt x="0" y="3"/>
                              </a:lnTo>
                              <a:lnTo>
                                <a:pt x="0" y="5"/>
                              </a:lnTo>
                              <a:lnTo>
                                <a:pt x="0" y="6"/>
                              </a:lnTo>
                              <a:lnTo>
                                <a:pt x="0" y="8"/>
                              </a:lnTo>
                              <a:lnTo>
                                <a:pt x="1" y="9"/>
                              </a:lnTo>
                              <a:lnTo>
                                <a:pt x="3" y="9"/>
                              </a:lnTo>
                              <a:lnTo>
                                <a:pt x="12" y="9"/>
                              </a:lnTo>
                              <a:lnTo>
                                <a:pt x="13" y="9"/>
                              </a:lnTo>
                              <a:lnTo>
                                <a:pt x="15" y="9"/>
                              </a:lnTo>
                              <a:lnTo>
                                <a:pt x="16" y="8"/>
                              </a:lnTo>
                              <a:lnTo>
                                <a:pt x="17" y="6"/>
                              </a:lnTo>
                              <a:lnTo>
                                <a:pt x="17" y="5"/>
                              </a:lnTo>
                              <a:lnTo>
                                <a:pt x="16" y="3"/>
                              </a:lnTo>
                              <a:lnTo>
                                <a:pt x="15" y="2"/>
                              </a:lnTo>
                              <a:lnTo>
                                <a:pt x="13"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20" name="Freeform 51"/>
                        <p:cNvSpPr>
                          <a:spLocks/>
                        </p:cNvSpPr>
                        <p:nvPr/>
                      </p:nvSpPr>
                      <p:spPr bwMode="auto">
                        <a:xfrm>
                          <a:off x="4147" y="2101"/>
                          <a:ext cx="78" cy="9"/>
                        </a:xfrm>
                        <a:custGeom>
                          <a:avLst/>
                          <a:gdLst>
                            <a:gd name="T0" fmla="*/ 4 w 78"/>
                            <a:gd name="T1" fmla="*/ 0 h 9"/>
                            <a:gd name="T2" fmla="*/ 3 w 78"/>
                            <a:gd name="T3" fmla="*/ 0 h 9"/>
                            <a:gd name="T4" fmla="*/ 1 w 78"/>
                            <a:gd name="T5" fmla="*/ 2 h 9"/>
                            <a:gd name="T6" fmla="*/ 0 w 78"/>
                            <a:gd name="T7" fmla="*/ 3 h 9"/>
                            <a:gd name="T8" fmla="*/ 0 w 78"/>
                            <a:gd name="T9" fmla="*/ 5 h 9"/>
                            <a:gd name="T10" fmla="*/ 0 w 78"/>
                            <a:gd name="T11" fmla="*/ 6 h 9"/>
                            <a:gd name="T12" fmla="*/ 0 w 78"/>
                            <a:gd name="T13" fmla="*/ 8 h 9"/>
                            <a:gd name="T14" fmla="*/ 1 w 78"/>
                            <a:gd name="T15" fmla="*/ 9 h 9"/>
                            <a:gd name="T16" fmla="*/ 3 w 78"/>
                            <a:gd name="T17" fmla="*/ 9 h 9"/>
                            <a:gd name="T18" fmla="*/ 72 w 78"/>
                            <a:gd name="T19" fmla="*/ 9 h 9"/>
                            <a:gd name="T20" fmla="*/ 74 w 78"/>
                            <a:gd name="T21" fmla="*/ 9 h 9"/>
                            <a:gd name="T22" fmla="*/ 75 w 78"/>
                            <a:gd name="T23" fmla="*/ 9 h 9"/>
                            <a:gd name="T24" fmla="*/ 77 w 78"/>
                            <a:gd name="T25" fmla="*/ 8 h 9"/>
                            <a:gd name="T26" fmla="*/ 78 w 78"/>
                            <a:gd name="T27" fmla="*/ 6 h 9"/>
                            <a:gd name="T28" fmla="*/ 78 w 78"/>
                            <a:gd name="T29" fmla="*/ 5 h 9"/>
                            <a:gd name="T30" fmla="*/ 77 w 78"/>
                            <a:gd name="T31" fmla="*/ 3 h 9"/>
                            <a:gd name="T32" fmla="*/ 75 w 78"/>
                            <a:gd name="T33" fmla="*/ 2 h 9"/>
                            <a:gd name="T34" fmla="*/ 74 w 78"/>
                            <a:gd name="T35" fmla="*/ 0 h 9"/>
                            <a:gd name="T36" fmla="*/ 4 w 78"/>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78"/>
                            <a:gd name="T58" fmla="*/ 0 h 9"/>
                            <a:gd name="T59" fmla="*/ 78 w 78"/>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78" h="9">
                              <a:moveTo>
                                <a:pt x="4" y="0"/>
                              </a:moveTo>
                              <a:lnTo>
                                <a:pt x="3" y="0"/>
                              </a:lnTo>
                              <a:lnTo>
                                <a:pt x="1" y="2"/>
                              </a:lnTo>
                              <a:lnTo>
                                <a:pt x="0" y="3"/>
                              </a:lnTo>
                              <a:lnTo>
                                <a:pt x="0" y="5"/>
                              </a:lnTo>
                              <a:lnTo>
                                <a:pt x="0" y="6"/>
                              </a:lnTo>
                              <a:lnTo>
                                <a:pt x="0" y="8"/>
                              </a:lnTo>
                              <a:lnTo>
                                <a:pt x="1" y="9"/>
                              </a:lnTo>
                              <a:lnTo>
                                <a:pt x="3" y="9"/>
                              </a:lnTo>
                              <a:lnTo>
                                <a:pt x="72" y="9"/>
                              </a:lnTo>
                              <a:lnTo>
                                <a:pt x="74" y="9"/>
                              </a:lnTo>
                              <a:lnTo>
                                <a:pt x="75" y="9"/>
                              </a:lnTo>
                              <a:lnTo>
                                <a:pt x="77" y="8"/>
                              </a:lnTo>
                              <a:lnTo>
                                <a:pt x="78" y="6"/>
                              </a:lnTo>
                              <a:lnTo>
                                <a:pt x="78" y="5"/>
                              </a:lnTo>
                              <a:lnTo>
                                <a:pt x="77" y="3"/>
                              </a:lnTo>
                              <a:lnTo>
                                <a:pt x="75" y="2"/>
                              </a:lnTo>
                              <a:lnTo>
                                <a:pt x="74"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21" name="Freeform 52"/>
                        <p:cNvSpPr>
                          <a:spLocks/>
                        </p:cNvSpPr>
                        <p:nvPr/>
                      </p:nvSpPr>
                      <p:spPr bwMode="auto">
                        <a:xfrm>
                          <a:off x="4243" y="2101"/>
                          <a:ext cx="17" cy="9"/>
                        </a:xfrm>
                        <a:custGeom>
                          <a:avLst/>
                          <a:gdLst>
                            <a:gd name="T0" fmla="*/ 4 w 17"/>
                            <a:gd name="T1" fmla="*/ 0 h 9"/>
                            <a:gd name="T2" fmla="*/ 3 w 17"/>
                            <a:gd name="T3" fmla="*/ 0 h 9"/>
                            <a:gd name="T4" fmla="*/ 1 w 17"/>
                            <a:gd name="T5" fmla="*/ 2 h 9"/>
                            <a:gd name="T6" fmla="*/ 0 w 17"/>
                            <a:gd name="T7" fmla="*/ 3 h 9"/>
                            <a:gd name="T8" fmla="*/ 0 w 17"/>
                            <a:gd name="T9" fmla="*/ 5 h 9"/>
                            <a:gd name="T10" fmla="*/ 0 w 17"/>
                            <a:gd name="T11" fmla="*/ 6 h 9"/>
                            <a:gd name="T12" fmla="*/ 0 w 17"/>
                            <a:gd name="T13" fmla="*/ 8 h 9"/>
                            <a:gd name="T14" fmla="*/ 1 w 17"/>
                            <a:gd name="T15" fmla="*/ 9 h 9"/>
                            <a:gd name="T16" fmla="*/ 3 w 17"/>
                            <a:gd name="T17" fmla="*/ 9 h 9"/>
                            <a:gd name="T18" fmla="*/ 11 w 17"/>
                            <a:gd name="T19" fmla="*/ 9 h 9"/>
                            <a:gd name="T20" fmla="*/ 13 w 17"/>
                            <a:gd name="T21" fmla="*/ 9 h 9"/>
                            <a:gd name="T22" fmla="*/ 14 w 17"/>
                            <a:gd name="T23" fmla="*/ 9 h 9"/>
                            <a:gd name="T24" fmla="*/ 16 w 17"/>
                            <a:gd name="T25" fmla="*/ 8 h 9"/>
                            <a:gd name="T26" fmla="*/ 17 w 17"/>
                            <a:gd name="T27" fmla="*/ 6 h 9"/>
                            <a:gd name="T28" fmla="*/ 17 w 17"/>
                            <a:gd name="T29" fmla="*/ 5 h 9"/>
                            <a:gd name="T30" fmla="*/ 16 w 17"/>
                            <a:gd name="T31" fmla="*/ 3 h 9"/>
                            <a:gd name="T32" fmla="*/ 14 w 17"/>
                            <a:gd name="T33" fmla="*/ 2 h 9"/>
                            <a:gd name="T34" fmla="*/ 13 w 17"/>
                            <a:gd name="T35" fmla="*/ 0 h 9"/>
                            <a:gd name="T36" fmla="*/ 4 w 17"/>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7"/>
                            <a:gd name="T58" fmla="*/ 0 h 9"/>
                            <a:gd name="T59" fmla="*/ 17 w 17"/>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7" h="9">
                              <a:moveTo>
                                <a:pt x="4" y="0"/>
                              </a:moveTo>
                              <a:lnTo>
                                <a:pt x="3" y="0"/>
                              </a:lnTo>
                              <a:lnTo>
                                <a:pt x="1" y="2"/>
                              </a:lnTo>
                              <a:lnTo>
                                <a:pt x="0" y="3"/>
                              </a:lnTo>
                              <a:lnTo>
                                <a:pt x="0" y="5"/>
                              </a:lnTo>
                              <a:lnTo>
                                <a:pt x="0" y="6"/>
                              </a:lnTo>
                              <a:lnTo>
                                <a:pt x="0" y="8"/>
                              </a:lnTo>
                              <a:lnTo>
                                <a:pt x="1" y="9"/>
                              </a:lnTo>
                              <a:lnTo>
                                <a:pt x="3" y="9"/>
                              </a:lnTo>
                              <a:lnTo>
                                <a:pt x="11" y="9"/>
                              </a:lnTo>
                              <a:lnTo>
                                <a:pt x="13" y="9"/>
                              </a:lnTo>
                              <a:lnTo>
                                <a:pt x="14" y="9"/>
                              </a:lnTo>
                              <a:lnTo>
                                <a:pt x="16" y="8"/>
                              </a:lnTo>
                              <a:lnTo>
                                <a:pt x="17" y="6"/>
                              </a:lnTo>
                              <a:lnTo>
                                <a:pt x="17" y="5"/>
                              </a:lnTo>
                              <a:lnTo>
                                <a:pt x="16" y="3"/>
                              </a:lnTo>
                              <a:lnTo>
                                <a:pt x="14" y="2"/>
                              </a:lnTo>
                              <a:lnTo>
                                <a:pt x="13"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22" name="Freeform 53"/>
                        <p:cNvSpPr>
                          <a:spLocks/>
                        </p:cNvSpPr>
                        <p:nvPr/>
                      </p:nvSpPr>
                      <p:spPr bwMode="auto">
                        <a:xfrm>
                          <a:off x="4278" y="2101"/>
                          <a:ext cx="78" cy="9"/>
                        </a:xfrm>
                        <a:custGeom>
                          <a:avLst/>
                          <a:gdLst>
                            <a:gd name="T0" fmla="*/ 4 w 78"/>
                            <a:gd name="T1" fmla="*/ 0 h 9"/>
                            <a:gd name="T2" fmla="*/ 2 w 78"/>
                            <a:gd name="T3" fmla="*/ 0 h 9"/>
                            <a:gd name="T4" fmla="*/ 1 w 78"/>
                            <a:gd name="T5" fmla="*/ 2 h 9"/>
                            <a:gd name="T6" fmla="*/ 0 w 78"/>
                            <a:gd name="T7" fmla="*/ 3 h 9"/>
                            <a:gd name="T8" fmla="*/ 0 w 78"/>
                            <a:gd name="T9" fmla="*/ 5 h 9"/>
                            <a:gd name="T10" fmla="*/ 0 w 78"/>
                            <a:gd name="T11" fmla="*/ 6 h 9"/>
                            <a:gd name="T12" fmla="*/ 0 w 78"/>
                            <a:gd name="T13" fmla="*/ 8 h 9"/>
                            <a:gd name="T14" fmla="*/ 1 w 78"/>
                            <a:gd name="T15" fmla="*/ 9 h 9"/>
                            <a:gd name="T16" fmla="*/ 2 w 78"/>
                            <a:gd name="T17" fmla="*/ 9 h 9"/>
                            <a:gd name="T18" fmla="*/ 72 w 78"/>
                            <a:gd name="T19" fmla="*/ 9 h 9"/>
                            <a:gd name="T20" fmla="*/ 74 w 78"/>
                            <a:gd name="T21" fmla="*/ 9 h 9"/>
                            <a:gd name="T22" fmla="*/ 75 w 78"/>
                            <a:gd name="T23" fmla="*/ 9 h 9"/>
                            <a:gd name="T24" fmla="*/ 77 w 78"/>
                            <a:gd name="T25" fmla="*/ 8 h 9"/>
                            <a:gd name="T26" fmla="*/ 78 w 78"/>
                            <a:gd name="T27" fmla="*/ 6 h 9"/>
                            <a:gd name="T28" fmla="*/ 78 w 78"/>
                            <a:gd name="T29" fmla="*/ 5 h 9"/>
                            <a:gd name="T30" fmla="*/ 77 w 78"/>
                            <a:gd name="T31" fmla="*/ 3 h 9"/>
                            <a:gd name="T32" fmla="*/ 75 w 78"/>
                            <a:gd name="T33" fmla="*/ 2 h 9"/>
                            <a:gd name="T34" fmla="*/ 74 w 78"/>
                            <a:gd name="T35" fmla="*/ 0 h 9"/>
                            <a:gd name="T36" fmla="*/ 4 w 78"/>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78"/>
                            <a:gd name="T58" fmla="*/ 0 h 9"/>
                            <a:gd name="T59" fmla="*/ 78 w 78"/>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78" h="9">
                              <a:moveTo>
                                <a:pt x="4" y="0"/>
                              </a:moveTo>
                              <a:lnTo>
                                <a:pt x="2" y="0"/>
                              </a:lnTo>
                              <a:lnTo>
                                <a:pt x="1" y="2"/>
                              </a:lnTo>
                              <a:lnTo>
                                <a:pt x="0" y="3"/>
                              </a:lnTo>
                              <a:lnTo>
                                <a:pt x="0" y="5"/>
                              </a:lnTo>
                              <a:lnTo>
                                <a:pt x="0" y="6"/>
                              </a:lnTo>
                              <a:lnTo>
                                <a:pt x="0" y="8"/>
                              </a:lnTo>
                              <a:lnTo>
                                <a:pt x="1" y="9"/>
                              </a:lnTo>
                              <a:lnTo>
                                <a:pt x="2" y="9"/>
                              </a:lnTo>
                              <a:lnTo>
                                <a:pt x="72" y="9"/>
                              </a:lnTo>
                              <a:lnTo>
                                <a:pt x="74" y="9"/>
                              </a:lnTo>
                              <a:lnTo>
                                <a:pt x="75" y="9"/>
                              </a:lnTo>
                              <a:lnTo>
                                <a:pt x="77" y="8"/>
                              </a:lnTo>
                              <a:lnTo>
                                <a:pt x="78" y="6"/>
                              </a:lnTo>
                              <a:lnTo>
                                <a:pt x="78" y="5"/>
                              </a:lnTo>
                              <a:lnTo>
                                <a:pt x="77" y="3"/>
                              </a:lnTo>
                              <a:lnTo>
                                <a:pt x="75" y="2"/>
                              </a:lnTo>
                              <a:lnTo>
                                <a:pt x="74"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23" name="Freeform 54"/>
                        <p:cNvSpPr>
                          <a:spLocks/>
                        </p:cNvSpPr>
                        <p:nvPr/>
                      </p:nvSpPr>
                      <p:spPr bwMode="auto">
                        <a:xfrm>
                          <a:off x="4373" y="2101"/>
                          <a:ext cx="18" cy="9"/>
                        </a:xfrm>
                        <a:custGeom>
                          <a:avLst/>
                          <a:gdLst>
                            <a:gd name="T0" fmla="*/ 5 w 18"/>
                            <a:gd name="T1" fmla="*/ 0 h 9"/>
                            <a:gd name="T2" fmla="*/ 3 w 18"/>
                            <a:gd name="T3" fmla="*/ 0 h 9"/>
                            <a:gd name="T4" fmla="*/ 2 w 18"/>
                            <a:gd name="T5" fmla="*/ 2 h 9"/>
                            <a:gd name="T6" fmla="*/ 0 w 18"/>
                            <a:gd name="T7" fmla="*/ 3 h 9"/>
                            <a:gd name="T8" fmla="*/ 0 w 18"/>
                            <a:gd name="T9" fmla="*/ 5 h 9"/>
                            <a:gd name="T10" fmla="*/ 0 w 18"/>
                            <a:gd name="T11" fmla="*/ 6 h 9"/>
                            <a:gd name="T12" fmla="*/ 0 w 18"/>
                            <a:gd name="T13" fmla="*/ 8 h 9"/>
                            <a:gd name="T14" fmla="*/ 2 w 18"/>
                            <a:gd name="T15" fmla="*/ 9 h 9"/>
                            <a:gd name="T16" fmla="*/ 3 w 18"/>
                            <a:gd name="T17" fmla="*/ 9 h 9"/>
                            <a:gd name="T18" fmla="*/ 12 w 18"/>
                            <a:gd name="T19" fmla="*/ 9 h 9"/>
                            <a:gd name="T20" fmla="*/ 14 w 18"/>
                            <a:gd name="T21" fmla="*/ 9 h 9"/>
                            <a:gd name="T22" fmla="*/ 15 w 18"/>
                            <a:gd name="T23" fmla="*/ 9 h 9"/>
                            <a:gd name="T24" fmla="*/ 16 w 18"/>
                            <a:gd name="T25" fmla="*/ 8 h 9"/>
                            <a:gd name="T26" fmla="*/ 18 w 18"/>
                            <a:gd name="T27" fmla="*/ 6 h 9"/>
                            <a:gd name="T28" fmla="*/ 18 w 18"/>
                            <a:gd name="T29" fmla="*/ 5 h 9"/>
                            <a:gd name="T30" fmla="*/ 16 w 18"/>
                            <a:gd name="T31" fmla="*/ 3 h 9"/>
                            <a:gd name="T32" fmla="*/ 15 w 18"/>
                            <a:gd name="T33" fmla="*/ 2 h 9"/>
                            <a:gd name="T34" fmla="*/ 14 w 18"/>
                            <a:gd name="T35" fmla="*/ 0 h 9"/>
                            <a:gd name="T36" fmla="*/ 5 w 18"/>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8"/>
                            <a:gd name="T58" fmla="*/ 0 h 9"/>
                            <a:gd name="T59" fmla="*/ 18 w 18"/>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8" h="9">
                              <a:moveTo>
                                <a:pt x="5" y="0"/>
                              </a:moveTo>
                              <a:lnTo>
                                <a:pt x="3" y="0"/>
                              </a:lnTo>
                              <a:lnTo>
                                <a:pt x="2" y="2"/>
                              </a:lnTo>
                              <a:lnTo>
                                <a:pt x="0" y="3"/>
                              </a:lnTo>
                              <a:lnTo>
                                <a:pt x="0" y="5"/>
                              </a:lnTo>
                              <a:lnTo>
                                <a:pt x="0" y="6"/>
                              </a:lnTo>
                              <a:lnTo>
                                <a:pt x="0" y="8"/>
                              </a:lnTo>
                              <a:lnTo>
                                <a:pt x="2" y="9"/>
                              </a:lnTo>
                              <a:lnTo>
                                <a:pt x="3" y="9"/>
                              </a:lnTo>
                              <a:lnTo>
                                <a:pt x="12" y="9"/>
                              </a:lnTo>
                              <a:lnTo>
                                <a:pt x="14" y="9"/>
                              </a:lnTo>
                              <a:lnTo>
                                <a:pt x="15" y="9"/>
                              </a:lnTo>
                              <a:lnTo>
                                <a:pt x="16" y="8"/>
                              </a:lnTo>
                              <a:lnTo>
                                <a:pt x="18" y="6"/>
                              </a:lnTo>
                              <a:lnTo>
                                <a:pt x="18" y="5"/>
                              </a:lnTo>
                              <a:lnTo>
                                <a:pt x="16" y="3"/>
                              </a:lnTo>
                              <a:lnTo>
                                <a:pt x="15" y="2"/>
                              </a:lnTo>
                              <a:lnTo>
                                <a:pt x="14" y="0"/>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24" name="Freeform 55"/>
                        <p:cNvSpPr>
                          <a:spLocks/>
                        </p:cNvSpPr>
                        <p:nvPr/>
                      </p:nvSpPr>
                      <p:spPr bwMode="auto">
                        <a:xfrm>
                          <a:off x="4408" y="2101"/>
                          <a:ext cx="79" cy="9"/>
                        </a:xfrm>
                        <a:custGeom>
                          <a:avLst/>
                          <a:gdLst>
                            <a:gd name="T0" fmla="*/ 5 w 79"/>
                            <a:gd name="T1" fmla="*/ 0 h 9"/>
                            <a:gd name="T2" fmla="*/ 3 w 79"/>
                            <a:gd name="T3" fmla="*/ 0 h 9"/>
                            <a:gd name="T4" fmla="*/ 2 w 79"/>
                            <a:gd name="T5" fmla="*/ 2 h 9"/>
                            <a:gd name="T6" fmla="*/ 0 w 79"/>
                            <a:gd name="T7" fmla="*/ 3 h 9"/>
                            <a:gd name="T8" fmla="*/ 0 w 79"/>
                            <a:gd name="T9" fmla="*/ 5 h 9"/>
                            <a:gd name="T10" fmla="*/ 0 w 79"/>
                            <a:gd name="T11" fmla="*/ 6 h 9"/>
                            <a:gd name="T12" fmla="*/ 0 w 79"/>
                            <a:gd name="T13" fmla="*/ 8 h 9"/>
                            <a:gd name="T14" fmla="*/ 2 w 79"/>
                            <a:gd name="T15" fmla="*/ 9 h 9"/>
                            <a:gd name="T16" fmla="*/ 3 w 79"/>
                            <a:gd name="T17" fmla="*/ 9 h 9"/>
                            <a:gd name="T18" fmla="*/ 73 w 79"/>
                            <a:gd name="T19" fmla="*/ 9 h 9"/>
                            <a:gd name="T20" fmla="*/ 74 w 79"/>
                            <a:gd name="T21" fmla="*/ 9 h 9"/>
                            <a:gd name="T22" fmla="*/ 76 w 79"/>
                            <a:gd name="T23" fmla="*/ 9 h 9"/>
                            <a:gd name="T24" fmla="*/ 77 w 79"/>
                            <a:gd name="T25" fmla="*/ 8 h 9"/>
                            <a:gd name="T26" fmla="*/ 79 w 79"/>
                            <a:gd name="T27" fmla="*/ 6 h 9"/>
                            <a:gd name="T28" fmla="*/ 79 w 79"/>
                            <a:gd name="T29" fmla="*/ 5 h 9"/>
                            <a:gd name="T30" fmla="*/ 77 w 79"/>
                            <a:gd name="T31" fmla="*/ 3 h 9"/>
                            <a:gd name="T32" fmla="*/ 76 w 79"/>
                            <a:gd name="T33" fmla="*/ 2 h 9"/>
                            <a:gd name="T34" fmla="*/ 74 w 79"/>
                            <a:gd name="T35" fmla="*/ 0 h 9"/>
                            <a:gd name="T36" fmla="*/ 5 w 79"/>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79"/>
                            <a:gd name="T58" fmla="*/ 0 h 9"/>
                            <a:gd name="T59" fmla="*/ 79 w 79"/>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79" h="9">
                              <a:moveTo>
                                <a:pt x="5" y="0"/>
                              </a:moveTo>
                              <a:lnTo>
                                <a:pt x="3" y="0"/>
                              </a:lnTo>
                              <a:lnTo>
                                <a:pt x="2" y="2"/>
                              </a:lnTo>
                              <a:lnTo>
                                <a:pt x="0" y="3"/>
                              </a:lnTo>
                              <a:lnTo>
                                <a:pt x="0" y="5"/>
                              </a:lnTo>
                              <a:lnTo>
                                <a:pt x="0" y="6"/>
                              </a:lnTo>
                              <a:lnTo>
                                <a:pt x="0" y="8"/>
                              </a:lnTo>
                              <a:lnTo>
                                <a:pt x="2" y="9"/>
                              </a:lnTo>
                              <a:lnTo>
                                <a:pt x="3" y="9"/>
                              </a:lnTo>
                              <a:lnTo>
                                <a:pt x="73" y="9"/>
                              </a:lnTo>
                              <a:lnTo>
                                <a:pt x="74" y="9"/>
                              </a:lnTo>
                              <a:lnTo>
                                <a:pt x="76" y="9"/>
                              </a:lnTo>
                              <a:lnTo>
                                <a:pt x="77" y="8"/>
                              </a:lnTo>
                              <a:lnTo>
                                <a:pt x="79" y="6"/>
                              </a:lnTo>
                              <a:lnTo>
                                <a:pt x="79" y="5"/>
                              </a:lnTo>
                              <a:lnTo>
                                <a:pt x="77" y="3"/>
                              </a:lnTo>
                              <a:lnTo>
                                <a:pt x="76" y="2"/>
                              </a:lnTo>
                              <a:lnTo>
                                <a:pt x="74" y="0"/>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25" name="Freeform 56"/>
                        <p:cNvSpPr>
                          <a:spLocks/>
                        </p:cNvSpPr>
                        <p:nvPr/>
                      </p:nvSpPr>
                      <p:spPr bwMode="auto">
                        <a:xfrm>
                          <a:off x="4504" y="2101"/>
                          <a:ext cx="18" cy="9"/>
                        </a:xfrm>
                        <a:custGeom>
                          <a:avLst/>
                          <a:gdLst>
                            <a:gd name="T0" fmla="*/ 5 w 18"/>
                            <a:gd name="T1" fmla="*/ 0 h 9"/>
                            <a:gd name="T2" fmla="*/ 3 w 18"/>
                            <a:gd name="T3" fmla="*/ 0 h 9"/>
                            <a:gd name="T4" fmla="*/ 2 w 18"/>
                            <a:gd name="T5" fmla="*/ 2 h 9"/>
                            <a:gd name="T6" fmla="*/ 0 w 18"/>
                            <a:gd name="T7" fmla="*/ 3 h 9"/>
                            <a:gd name="T8" fmla="*/ 0 w 18"/>
                            <a:gd name="T9" fmla="*/ 5 h 9"/>
                            <a:gd name="T10" fmla="*/ 0 w 18"/>
                            <a:gd name="T11" fmla="*/ 6 h 9"/>
                            <a:gd name="T12" fmla="*/ 0 w 18"/>
                            <a:gd name="T13" fmla="*/ 8 h 9"/>
                            <a:gd name="T14" fmla="*/ 2 w 18"/>
                            <a:gd name="T15" fmla="*/ 9 h 9"/>
                            <a:gd name="T16" fmla="*/ 3 w 18"/>
                            <a:gd name="T17" fmla="*/ 9 h 9"/>
                            <a:gd name="T18" fmla="*/ 12 w 18"/>
                            <a:gd name="T19" fmla="*/ 9 h 9"/>
                            <a:gd name="T20" fmla="*/ 13 w 18"/>
                            <a:gd name="T21" fmla="*/ 9 h 9"/>
                            <a:gd name="T22" fmla="*/ 15 w 18"/>
                            <a:gd name="T23" fmla="*/ 9 h 9"/>
                            <a:gd name="T24" fmla="*/ 16 w 18"/>
                            <a:gd name="T25" fmla="*/ 8 h 9"/>
                            <a:gd name="T26" fmla="*/ 18 w 18"/>
                            <a:gd name="T27" fmla="*/ 6 h 9"/>
                            <a:gd name="T28" fmla="*/ 18 w 18"/>
                            <a:gd name="T29" fmla="*/ 5 h 9"/>
                            <a:gd name="T30" fmla="*/ 16 w 18"/>
                            <a:gd name="T31" fmla="*/ 3 h 9"/>
                            <a:gd name="T32" fmla="*/ 15 w 18"/>
                            <a:gd name="T33" fmla="*/ 2 h 9"/>
                            <a:gd name="T34" fmla="*/ 13 w 18"/>
                            <a:gd name="T35" fmla="*/ 0 h 9"/>
                            <a:gd name="T36" fmla="*/ 5 w 18"/>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8"/>
                            <a:gd name="T58" fmla="*/ 0 h 9"/>
                            <a:gd name="T59" fmla="*/ 18 w 18"/>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8" h="9">
                              <a:moveTo>
                                <a:pt x="5" y="0"/>
                              </a:moveTo>
                              <a:lnTo>
                                <a:pt x="3" y="0"/>
                              </a:lnTo>
                              <a:lnTo>
                                <a:pt x="2" y="2"/>
                              </a:lnTo>
                              <a:lnTo>
                                <a:pt x="0" y="3"/>
                              </a:lnTo>
                              <a:lnTo>
                                <a:pt x="0" y="5"/>
                              </a:lnTo>
                              <a:lnTo>
                                <a:pt x="0" y="6"/>
                              </a:lnTo>
                              <a:lnTo>
                                <a:pt x="0" y="8"/>
                              </a:lnTo>
                              <a:lnTo>
                                <a:pt x="2" y="9"/>
                              </a:lnTo>
                              <a:lnTo>
                                <a:pt x="3" y="9"/>
                              </a:lnTo>
                              <a:lnTo>
                                <a:pt x="12" y="9"/>
                              </a:lnTo>
                              <a:lnTo>
                                <a:pt x="13" y="9"/>
                              </a:lnTo>
                              <a:lnTo>
                                <a:pt x="15" y="9"/>
                              </a:lnTo>
                              <a:lnTo>
                                <a:pt x="16" y="8"/>
                              </a:lnTo>
                              <a:lnTo>
                                <a:pt x="18" y="6"/>
                              </a:lnTo>
                              <a:lnTo>
                                <a:pt x="18" y="5"/>
                              </a:lnTo>
                              <a:lnTo>
                                <a:pt x="16" y="3"/>
                              </a:lnTo>
                              <a:lnTo>
                                <a:pt x="15" y="2"/>
                              </a:lnTo>
                              <a:lnTo>
                                <a:pt x="13" y="0"/>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26" name="Freeform 57"/>
                        <p:cNvSpPr>
                          <a:spLocks/>
                        </p:cNvSpPr>
                        <p:nvPr/>
                      </p:nvSpPr>
                      <p:spPr bwMode="auto">
                        <a:xfrm>
                          <a:off x="4539" y="2101"/>
                          <a:ext cx="78" cy="9"/>
                        </a:xfrm>
                        <a:custGeom>
                          <a:avLst/>
                          <a:gdLst>
                            <a:gd name="T0" fmla="*/ 4 w 78"/>
                            <a:gd name="T1" fmla="*/ 0 h 9"/>
                            <a:gd name="T2" fmla="*/ 3 w 78"/>
                            <a:gd name="T3" fmla="*/ 0 h 9"/>
                            <a:gd name="T4" fmla="*/ 1 w 78"/>
                            <a:gd name="T5" fmla="*/ 2 h 9"/>
                            <a:gd name="T6" fmla="*/ 0 w 78"/>
                            <a:gd name="T7" fmla="*/ 3 h 9"/>
                            <a:gd name="T8" fmla="*/ 0 w 78"/>
                            <a:gd name="T9" fmla="*/ 5 h 9"/>
                            <a:gd name="T10" fmla="*/ 0 w 78"/>
                            <a:gd name="T11" fmla="*/ 6 h 9"/>
                            <a:gd name="T12" fmla="*/ 0 w 78"/>
                            <a:gd name="T13" fmla="*/ 8 h 9"/>
                            <a:gd name="T14" fmla="*/ 1 w 78"/>
                            <a:gd name="T15" fmla="*/ 9 h 9"/>
                            <a:gd name="T16" fmla="*/ 3 w 78"/>
                            <a:gd name="T17" fmla="*/ 9 h 9"/>
                            <a:gd name="T18" fmla="*/ 73 w 78"/>
                            <a:gd name="T19" fmla="*/ 9 h 9"/>
                            <a:gd name="T20" fmla="*/ 74 w 78"/>
                            <a:gd name="T21" fmla="*/ 9 h 9"/>
                            <a:gd name="T22" fmla="*/ 76 w 78"/>
                            <a:gd name="T23" fmla="*/ 9 h 9"/>
                            <a:gd name="T24" fmla="*/ 77 w 78"/>
                            <a:gd name="T25" fmla="*/ 8 h 9"/>
                            <a:gd name="T26" fmla="*/ 78 w 78"/>
                            <a:gd name="T27" fmla="*/ 6 h 9"/>
                            <a:gd name="T28" fmla="*/ 78 w 78"/>
                            <a:gd name="T29" fmla="*/ 5 h 9"/>
                            <a:gd name="T30" fmla="*/ 77 w 78"/>
                            <a:gd name="T31" fmla="*/ 3 h 9"/>
                            <a:gd name="T32" fmla="*/ 76 w 78"/>
                            <a:gd name="T33" fmla="*/ 2 h 9"/>
                            <a:gd name="T34" fmla="*/ 74 w 78"/>
                            <a:gd name="T35" fmla="*/ 0 h 9"/>
                            <a:gd name="T36" fmla="*/ 4 w 78"/>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78"/>
                            <a:gd name="T58" fmla="*/ 0 h 9"/>
                            <a:gd name="T59" fmla="*/ 78 w 78"/>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78" h="9">
                              <a:moveTo>
                                <a:pt x="4" y="0"/>
                              </a:moveTo>
                              <a:lnTo>
                                <a:pt x="3" y="0"/>
                              </a:lnTo>
                              <a:lnTo>
                                <a:pt x="1" y="2"/>
                              </a:lnTo>
                              <a:lnTo>
                                <a:pt x="0" y="3"/>
                              </a:lnTo>
                              <a:lnTo>
                                <a:pt x="0" y="5"/>
                              </a:lnTo>
                              <a:lnTo>
                                <a:pt x="0" y="6"/>
                              </a:lnTo>
                              <a:lnTo>
                                <a:pt x="0" y="8"/>
                              </a:lnTo>
                              <a:lnTo>
                                <a:pt x="1" y="9"/>
                              </a:lnTo>
                              <a:lnTo>
                                <a:pt x="3" y="9"/>
                              </a:lnTo>
                              <a:lnTo>
                                <a:pt x="73" y="9"/>
                              </a:lnTo>
                              <a:lnTo>
                                <a:pt x="74" y="9"/>
                              </a:lnTo>
                              <a:lnTo>
                                <a:pt x="76" y="9"/>
                              </a:lnTo>
                              <a:lnTo>
                                <a:pt x="77" y="8"/>
                              </a:lnTo>
                              <a:lnTo>
                                <a:pt x="78" y="6"/>
                              </a:lnTo>
                              <a:lnTo>
                                <a:pt x="78" y="5"/>
                              </a:lnTo>
                              <a:lnTo>
                                <a:pt x="77" y="3"/>
                              </a:lnTo>
                              <a:lnTo>
                                <a:pt x="76" y="2"/>
                              </a:lnTo>
                              <a:lnTo>
                                <a:pt x="74"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27" name="Freeform 58"/>
                        <p:cNvSpPr>
                          <a:spLocks/>
                        </p:cNvSpPr>
                        <p:nvPr/>
                      </p:nvSpPr>
                      <p:spPr bwMode="auto">
                        <a:xfrm>
                          <a:off x="4635" y="2101"/>
                          <a:ext cx="17" cy="9"/>
                        </a:xfrm>
                        <a:custGeom>
                          <a:avLst/>
                          <a:gdLst>
                            <a:gd name="T0" fmla="*/ 4 w 17"/>
                            <a:gd name="T1" fmla="*/ 0 h 9"/>
                            <a:gd name="T2" fmla="*/ 3 w 17"/>
                            <a:gd name="T3" fmla="*/ 0 h 9"/>
                            <a:gd name="T4" fmla="*/ 1 w 17"/>
                            <a:gd name="T5" fmla="*/ 2 h 9"/>
                            <a:gd name="T6" fmla="*/ 0 w 17"/>
                            <a:gd name="T7" fmla="*/ 3 h 9"/>
                            <a:gd name="T8" fmla="*/ 0 w 17"/>
                            <a:gd name="T9" fmla="*/ 5 h 9"/>
                            <a:gd name="T10" fmla="*/ 0 w 17"/>
                            <a:gd name="T11" fmla="*/ 6 h 9"/>
                            <a:gd name="T12" fmla="*/ 0 w 17"/>
                            <a:gd name="T13" fmla="*/ 8 h 9"/>
                            <a:gd name="T14" fmla="*/ 1 w 17"/>
                            <a:gd name="T15" fmla="*/ 9 h 9"/>
                            <a:gd name="T16" fmla="*/ 3 w 17"/>
                            <a:gd name="T17" fmla="*/ 9 h 9"/>
                            <a:gd name="T18" fmla="*/ 11 w 17"/>
                            <a:gd name="T19" fmla="*/ 9 h 9"/>
                            <a:gd name="T20" fmla="*/ 13 w 17"/>
                            <a:gd name="T21" fmla="*/ 9 h 9"/>
                            <a:gd name="T22" fmla="*/ 14 w 17"/>
                            <a:gd name="T23" fmla="*/ 9 h 9"/>
                            <a:gd name="T24" fmla="*/ 16 w 17"/>
                            <a:gd name="T25" fmla="*/ 8 h 9"/>
                            <a:gd name="T26" fmla="*/ 17 w 17"/>
                            <a:gd name="T27" fmla="*/ 6 h 9"/>
                            <a:gd name="T28" fmla="*/ 17 w 17"/>
                            <a:gd name="T29" fmla="*/ 5 h 9"/>
                            <a:gd name="T30" fmla="*/ 16 w 17"/>
                            <a:gd name="T31" fmla="*/ 3 h 9"/>
                            <a:gd name="T32" fmla="*/ 14 w 17"/>
                            <a:gd name="T33" fmla="*/ 2 h 9"/>
                            <a:gd name="T34" fmla="*/ 13 w 17"/>
                            <a:gd name="T35" fmla="*/ 0 h 9"/>
                            <a:gd name="T36" fmla="*/ 4 w 17"/>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7"/>
                            <a:gd name="T58" fmla="*/ 0 h 9"/>
                            <a:gd name="T59" fmla="*/ 17 w 17"/>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7" h="9">
                              <a:moveTo>
                                <a:pt x="4" y="0"/>
                              </a:moveTo>
                              <a:lnTo>
                                <a:pt x="3" y="0"/>
                              </a:lnTo>
                              <a:lnTo>
                                <a:pt x="1" y="2"/>
                              </a:lnTo>
                              <a:lnTo>
                                <a:pt x="0" y="3"/>
                              </a:lnTo>
                              <a:lnTo>
                                <a:pt x="0" y="5"/>
                              </a:lnTo>
                              <a:lnTo>
                                <a:pt x="0" y="6"/>
                              </a:lnTo>
                              <a:lnTo>
                                <a:pt x="0" y="8"/>
                              </a:lnTo>
                              <a:lnTo>
                                <a:pt x="1" y="9"/>
                              </a:lnTo>
                              <a:lnTo>
                                <a:pt x="3" y="9"/>
                              </a:lnTo>
                              <a:lnTo>
                                <a:pt x="11" y="9"/>
                              </a:lnTo>
                              <a:lnTo>
                                <a:pt x="13" y="9"/>
                              </a:lnTo>
                              <a:lnTo>
                                <a:pt x="14" y="9"/>
                              </a:lnTo>
                              <a:lnTo>
                                <a:pt x="16" y="8"/>
                              </a:lnTo>
                              <a:lnTo>
                                <a:pt x="17" y="6"/>
                              </a:lnTo>
                              <a:lnTo>
                                <a:pt x="17" y="5"/>
                              </a:lnTo>
                              <a:lnTo>
                                <a:pt x="16" y="3"/>
                              </a:lnTo>
                              <a:lnTo>
                                <a:pt x="14" y="2"/>
                              </a:lnTo>
                              <a:lnTo>
                                <a:pt x="13"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grpSp>
                  <p:grpSp>
                    <p:nvGrpSpPr>
                      <p:cNvPr id="33" name="Group 32"/>
                      <p:cNvGrpSpPr/>
                      <p:nvPr/>
                    </p:nvGrpSpPr>
                    <p:grpSpPr>
                      <a:xfrm>
                        <a:off x="2165350" y="2533650"/>
                        <a:ext cx="5284788" cy="1771650"/>
                        <a:chOff x="2165350" y="2533650"/>
                        <a:chExt cx="5284788" cy="1771650"/>
                      </a:xfrm>
                    </p:grpSpPr>
                    <p:grpSp>
                      <p:nvGrpSpPr>
                        <p:cNvPr id="34" name="Group 33"/>
                        <p:cNvGrpSpPr/>
                        <p:nvPr/>
                      </p:nvGrpSpPr>
                      <p:grpSpPr>
                        <a:xfrm>
                          <a:off x="2165350" y="2533650"/>
                          <a:ext cx="5284788" cy="1771650"/>
                          <a:chOff x="2165350" y="2533650"/>
                          <a:chExt cx="5284788" cy="1771650"/>
                        </a:xfrm>
                      </p:grpSpPr>
                      <p:grpSp>
                        <p:nvGrpSpPr>
                          <p:cNvPr id="66" name="Group 165"/>
                          <p:cNvGrpSpPr>
                            <a:grpSpLocks/>
                          </p:cNvGrpSpPr>
                          <p:nvPr/>
                        </p:nvGrpSpPr>
                        <p:grpSpPr bwMode="auto">
                          <a:xfrm>
                            <a:off x="5713413" y="2859088"/>
                            <a:ext cx="541337" cy="185737"/>
                            <a:chOff x="3611" y="1753"/>
                            <a:chExt cx="341" cy="117"/>
                          </a:xfrm>
                        </p:grpSpPr>
                        <p:sp>
                          <p:nvSpPr>
                            <p:cNvPr id="156" name="Freeform 166"/>
                            <p:cNvSpPr>
                              <a:spLocks/>
                            </p:cNvSpPr>
                            <p:nvPr/>
                          </p:nvSpPr>
                          <p:spPr bwMode="auto">
                            <a:xfrm>
                              <a:off x="3611" y="1862"/>
                              <a:ext cx="9" cy="8"/>
                            </a:xfrm>
                            <a:custGeom>
                              <a:avLst/>
                              <a:gdLst>
                                <a:gd name="T0" fmla="*/ 3 w 9"/>
                                <a:gd name="T1" fmla="*/ 1 h 8"/>
                                <a:gd name="T2" fmla="*/ 1 w 9"/>
                                <a:gd name="T3" fmla="*/ 3 h 8"/>
                                <a:gd name="T4" fmla="*/ 0 w 9"/>
                                <a:gd name="T5" fmla="*/ 4 h 8"/>
                                <a:gd name="T6" fmla="*/ 0 w 9"/>
                                <a:gd name="T7" fmla="*/ 4 h 8"/>
                                <a:gd name="T8" fmla="*/ 1 w 9"/>
                                <a:gd name="T9" fmla="*/ 5 h 8"/>
                                <a:gd name="T10" fmla="*/ 3 w 9"/>
                                <a:gd name="T11" fmla="*/ 7 h 8"/>
                                <a:gd name="T12" fmla="*/ 4 w 9"/>
                                <a:gd name="T13" fmla="*/ 8 h 8"/>
                                <a:gd name="T14" fmla="*/ 4 w 9"/>
                                <a:gd name="T15" fmla="*/ 8 h 8"/>
                                <a:gd name="T16" fmla="*/ 7 w 9"/>
                                <a:gd name="T17" fmla="*/ 8 h 8"/>
                                <a:gd name="T18" fmla="*/ 7 w 9"/>
                                <a:gd name="T19" fmla="*/ 7 h 8"/>
                                <a:gd name="T20" fmla="*/ 9 w 9"/>
                                <a:gd name="T21" fmla="*/ 5 h 8"/>
                                <a:gd name="T22" fmla="*/ 9 w 9"/>
                                <a:gd name="T23" fmla="*/ 4 h 8"/>
                                <a:gd name="T24" fmla="*/ 9 w 9"/>
                                <a:gd name="T25" fmla="*/ 3 h 8"/>
                                <a:gd name="T26" fmla="*/ 9 w 9"/>
                                <a:gd name="T27" fmla="*/ 1 h 8"/>
                                <a:gd name="T28" fmla="*/ 7 w 9"/>
                                <a:gd name="T29" fmla="*/ 0 h 8"/>
                                <a:gd name="T30" fmla="*/ 6 w 9"/>
                                <a:gd name="T31" fmla="*/ 0 h 8"/>
                                <a:gd name="T32" fmla="*/ 4 w 9"/>
                                <a:gd name="T33" fmla="*/ 0 h 8"/>
                                <a:gd name="T34" fmla="*/ 3 w 9"/>
                                <a:gd name="T35" fmla="*/ 0 h 8"/>
                                <a:gd name="T36" fmla="*/ 3 w 9"/>
                                <a:gd name="T37" fmla="*/ 1 h 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9"/>
                                <a:gd name="T58" fmla="*/ 0 h 8"/>
                                <a:gd name="T59" fmla="*/ 9 w 9"/>
                                <a:gd name="T60" fmla="*/ 8 h 8"/>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9" h="8">
                                  <a:moveTo>
                                    <a:pt x="3" y="1"/>
                                  </a:moveTo>
                                  <a:lnTo>
                                    <a:pt x="1" y="3"/>
                                  </a:lnTo>
                                  <a:lnTo>
                                    <a:pt x="0" y="4"/>
                                  </a:lnTo>
                                  <a:lnTo>
                                    <a:pt x="1" y="5"/>
                                  </a:lnTo>
                                  <a:lnTo>
                                    <a:pt x="3" y="7"/>
                                  </a:lnTo>
                                  <a:lnTo>
                                    <a:pt x="4" y="8"/>
                                  </a:lnTo>
                                  <a:lnTo>
                                    <a:pt x="7" y="8"/>
                                  </a:lnTo>
                                  <a:lnTo>
                                    <a:pt x="7" y="7"/>
                                  </a:lnTo>
                                  <a:lnTo>
                                    <a:pt x="9" y="5"/>
                                  </a:lnTo>
                                  <a:lnTo>
                                    <a:pt x="9" y="4"/>
                                  </a:lnTo>
                                  <a:lnTo>
                                    <a:pt x="9" y="3"/>
                                  </a:lnTo>
                                  <a:lnTo>
                                    <a:pt x="9" y="1"/>
                                  </a:lnTo>
                                  <a:lnTo>
                                    <a:pt x="7" y="0"/>
                                  </a:lnTo>
                                  <a:lnTo>
                                    <a:pt x="6" y="0"/>
                                  </a:lnTo>
                                  <a:lnTo>
                                    <a:pt x="4" y="0"/>
                                  </a:lnTo>
                                  <a:lnTo>
                                    <a:pt x="3" y="0"/>
                                  </a:lnTo>
                                  <a:lnTo>
                                    <a:pt x="3"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57" name="Freeform 167"/>
                            <p:cNvSpPr>
                              <a:spLocks/>
                            </p:cNvSpPr>
                            <p:nvPr/>
                          </p:nvSpPr>
                          <p:spPr bwMode="auto">
                            <a:xfrm>
                              <a:off x="3624" y="1851"/>
                              <a:ext cx="9" cy="9"/>
                            </a:xfrm>
                            <a:custGeom>
                              <a:avLst/>
                              <a:gdLst>
                                <a:gd name="T0" fmla="*/ 3 w 9"/>
                                <a:gd name="T1" fmla="*/ 0 h 9"/>
                                <a:gd name="T2" fmla="*/ 2 w 9"/>
                                <a:gd name="T3" fmla="*/ 2 h 9"/>
                                <a:gd name="T4" fmla="*/ 0 w 9"/>
                                <a:gd name="T5" fmla="*/ 3 h 9"/>
                                <a:gd name="T6" fmla="*/ 0 w 9"/>
                                <a:gd name="T7" fmla="*/ 5 h 9"/>
                                <a:gd name="T8" fmla="*/ 2 w 9"/>
                                <a:gd name="T9" fmla="*/ 6 h 9"/>
                                <a:gd name="T10" fmla="*/ 3 w 9"/>
                                <a:gd name="T11" fmla="*/ 8 h 9"/>
                                <a:gd name="T12" fmla="*/ 4 w 9"/>
                                <a:gd name="T13" fmla="*/ 9 h 9"/>
                                <a:gd name="T14" fmla="*/ 6 w 9"/>
                                <a:gd name="T15" fmla="*/ 9 h 9"/>
                                <a:gd name="T16" fmla="*/ 7 w 9"/>
                                <a:gd name="T17" fmla="*/ 8 h 9"/>
                                <a:gd name="T18" fmla="*/ 7 w 9"/>
                                <a:gd name="T19" fmla="*/ 8 h 9"/>
                                <a:gd name="T20" fmla="*/ 9 w 9"/>
                                <a:gd name="T21" fmla="*/ 6 h 9"/>
                                <a:gd name="T22" fmla="*/ 9 w 9"/>
                                <a:gd name="T23" fmla="*/ 5 h 9"/>
                                <a:gd name="T24" fmla="*/ 9 w 9"/>
                                <a:gd name="T25" fmla="*/ 3 h 9"/>
                                <a:gd name="T26" fmla="*/ 9 w 9"/>
                                <a:gd name="T27" fmla="*/ 2 h 9"/>
                                <a:gd name="T28" fmla="*/ 7 w 9"/>
                                <a:gd name="T29" fmla="*/ 0 h 9"/>
                                <a:gd name="T30" fmla="*/ 6 w 9"/>
                                <a:gd name="T31" fmla="*/ 0 h 9"/>
                                <a:gd name="T32" fmla="*/ 4 w 9"/>
                                <a:gd name="T33" fmla="*/ 0 h 9"/>
                                <a:gd name="T34" fmla="*/ 3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3" y="0"/>
                                  </a:moveTo>
                                  <a:lnTo>
                                    <a:pt x="2" y="2"/>
                                  </a:lnTo>
                                  <a:lnTo>
                                    <a:pt x="0" y="3"/>
                                  </a:lnTo>
                                  <a:lnTo>
                                    <a:pt x="0" y="5"/>
                                  </a:lnTo>
                                  <a:lnTo>
                                    <a:pt x="2" y="6"/>
                                  </a:lnTo>
                                  <a:lnTo>
                                    <a:pt x="3" y="8"/>
                                  </a:lnTo>
                                  <a:lnTo>
                                    <a:pt x="4" y="9"/>
                                  </a:lnTo>
                                  <a:lnTo>
                                    <a:pt x="6" y="9"/>
                                  </a:lnTo>
                                  <a:lnTo>
                                    <a:pt x="7" y="8"/>
                                  </a:lnTo>
                                  <a:lnTo>
                                    <a:pt x="9" y="6"/>
                                  </a:lnTo>
                                  <a:lnTo>
                                    <a:pt x="9" y="5"/>
                                  </a:lnTo>
                                  <a:lnTo>
                                    <a:pt x="9" y="3"/>
                                  </a:lnTo>
                                  <a:lnTo>
                                    <a:pt x="9" y="2"/>
                                  </a:lnTo>
                                  <a:lnTo>
                                    <a:pt x="7" y="0"/>
                                  </a:lnTo>
                                  <a:lnTo>
                                    <a:pt x="6" y="0"/>
                                  </a:lnTo>
                                  <a:lnTo>
                                    <a:pt x="4"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58" name="Freeform 168"/>
                            <p:cNvSpPr>
                              <a:spLocks/>
                            </p:cNvSpPr>
                            <p:nvPr/>
                          </p:nvSpPr>
                          <p:spPr bwMode="auto">
                            <a:xfrm>
                              <a:off x="3637" y="1840"/>
                              <a:ext cx="9" cy="9"/>
                            </a:xfrm>
                            <a:custGeom>
                              <a:avLst/>
                              <a:gdLst>
                                <a:gd name="T0" fmla="*/ 3 w 9"/>
                                <a:gd name="T1" fmla="*/ 0 h 9"/>
                                <a:gd name="T2" fmla="*/ 2 w 9"/>
                                <a:gd name="T3" fmla="*/ 1 h 9"/>
                                <a:gd name="T4" fmla="*/ 0 w 9"/>
                                <a:gd name="T5" fmla="*/ 3 h 9"/>
                                <a:gd name="T6" fmla="*/ 0 w 9"/>
                                <a:gd name="T7" fmla="*/ 4 h 9"/>
                                <a:gd name="T8" fmla="*/ 2 w 9"/>
                                <a:gd name="T9" fmla="*/ 6 h 9"/>
                                <a:gd name="T10" fmla="*/ 3 w 9"/>
                                <a:gd name="T11" fmla="*/ 7 h 9"/>
                                <a:gd name="T12" fmla="*/ 4 w 9"/>
                                <a:gd name="T13" fmla="*/ 9 h 9"/>
                                <a:gd name="T14" fmla="*/ 6 w 9"/>
                                <a:gd name="T15" fmla="*/ 9 h 9"/>
                                <a:gd name="T16" fmla="*/ 7 w 9"/>
                                <a:gd name="T17" fmla="*/ 7 h 9"/>
                                <a:gd name="T18" fmla="*/ 7 w 9"/>
                                <a:gd name="T19" fmla="*/ 7 h 9"/>
                                <a:gd name="T20" fmla="*/ 9 w 9"/>
                                <a:gd name="T21" fmla="*/ 6 h 9"/>
                                <a:gd name="T22" fmla="*/ 9 w 9"/>
                                <a:gd name="T23" fmla="*/ 4 h 9"/>
                                <a:gd name="T24" fmla="*/ 9 w 9"/>
                                <a:gd name="T25" fmla="*/ 3 h 9"/>
                                <a:gd name="T26" fmla="*/ 9 w 9"/>
                                <a:gd name="T27" fmla="*/ 1 h 9"/>
                                <a:gd name="T28" fmla="*/ 7 w 9"/>
                                <a:gd name="T29" fmla="*/ 0 h 9"/>
                                <a:gd name="T30" fmla="*/ 6 w 9"/>
                                <a:gd name="T31" fmla="*/ 0 h 9"/>
                                <a:gd name="T32" fmla="*/ 4 w 9"/>
                                <a:gd name="T33" fmla="*/ 0 h 9"/>
                                <a:gd name="T34" fmla="*/ 3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3" y="0"/>
                                  </a:moveTo>
                                  <a:lnTo>
                                    <a:pt x="2" y="1"/>
                                  </a:lnTo>
                                  <a:lnTo>
                                    <a:pt x="0" y="3"/>
                                  </a:lnTo>
                                  <a:lnTo>
                                    <a:pt x="0" y="4"/>
                                  </a:lnTo>
                                  <a:lnTo>
                                    <a:pt x="2" y="6"/>
                                  </a:lnTo>
                                  <a:lnTo>
                                    <a:pt x="3" y="7"/>
                                  </a:lnTo>
                                  <a:lnTo>
                                    <a:pt x="4" y="9"/>
                                  </a:lnTo>
                                  <a:lnTo>
                                    <a:pt x="6" y="9"/>
                                  </a:lnTo>
                                  <a:lnTo>
                                    <a:pt x="7" y="7"/>
                                  </a:lnTo>
                                  <a:lnTo>
                                    <a:pt x="9" y="6"/>
                                  </a:lnTo>
                                  <a:lnTo>
                                    <a:pt x="9" y="4"/>
                                  </a:lnTo>
                                  <a:lnTo>
                                    <a:pt x="9" y="3"/>
                                  </a:lnTo>
                                  <a:lnTo>
                                    <a:pt x="9" y="1"/>
                                  </a:lnTo>
                                  <a:lnTo>
                                    <a:pt x="7" y="0"/>
                                  </a:lnTo>
                                  <a:lnTo>
                                    <a:pt x="6" y="0"/>
                                  </a:lnTo>
                                  <a:lnTo>
                                    <a:pt x="4"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59" name="Freeform 169"/>
                            <p:cNvSpPr>
                              <a:spLocks/>
                            </p:cNvSpPr>
                            <p:nvPr/>
                          </p:nvSpPr>
                          <p:spPr bwMode="auto">
                            <a:xfrm>
                              <a:off x="3650" y="1828"/>
                              <a:ext cx="9" cy="9"/>
                            </a:xfrm>
                            <a:custGeom>
                              <a:avLst/>
                              <a:gdLst>
                                <a:gd name="T0" fmla="*/ 3 w 9"/>
                                <a:gd name="T1" fmla="*/ 0 h 9"/>
                                <a:gd name="T2" fmla="*/ 2 w 9"/>
                                <a:gd name="T3" fmla="*/ 2 h 9"/>
                                <a:gd name="T4" fmla="*/ 0 w 9"/>
                                <a:gd name="T5" fmla="*/ 3 h 9"/>
                                <a:gd name="T6" fmla="*/ 0 w 9"/>
                                <a:gd name="T7" fmla="*/ 5 h 9"/>
                                <a:gd name="T8" fmla="*/ 2 w 9"/>
                                <a:gd name="T9" fmla="*/ 6 h 9"/>
                                <a:gd name="T10" fmla="*/ 3 w 9"/>
                                <a:gd name="T11" fmla="*/ 8 h 9"/>
                                <a:gd name="T12" fmla="*/ 5 w 9"/>
                                <a:gd name="T13" fmla="*/ 9 h 9"/>
                                <a:gd name="T14" fmla="*/ 6 w 9"/>
                                <a:gd name="T15" fmla="*/ 9 h 9"/>
                                <a:gd name="T16" fmla="*/ 7 w 9"/>
                                <a:gd name="T17" fmla="*/ 8 h 9"/>
                                <a:gd name="T18" fmla="*/ 7 w 9"/>
                                <a:gd name="T19" fmla="*/ 8 h 9"/>
                                <a:gd name="T20" fmla="*/ 9 w 9"/>
                                <a:gd name="T21" fmla="*/ 6 h 9"/>
                                <a:gd name="T22" fmla="*/ 9 w 9"/>
                                <a:gd name="T23" fmla="*/ 5 h 9"/>
                                <a:gd name="T24" fmla="*/ 9 w 9"/>
                                <a:gd name="T25" fmla="*/ 3 h 9"/>
                                <a:gd name="T26" fmla="*/ 9 w 9"/>
                                <a:gd name="T27" fmla="*/ 2 h 9"/>
                                <a:gd name="T28" fmla="*/ 7 w 9"/>
                                <a:gd name="T29" fmla="*/ 0 h 9"/>
                                <a:gd name="T30" fmla="*/ 6 w 9"/>
                                <a:gd name="T31" fmla="*/ 0 h 9"/>
                                <a:gd name="T32" fmla="*/ 5 w 9"/>
                                <a:gd name="T33" fmla="*/ 0 h 9"/>
                                <a:gd name="T34" fmla="*/ 3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3" y="0"/>
                                  </a:moveTo>
                                  <a:lnTo>
                                    <a:pt x="2" y="2"/>
                                  </a:lnTo>
                                  <a:lnTo>
                                    <a:pt x="0" y="3"/>
                                  </a:lnTo>
                                  <a:lnTo>
                                    <a:pt x="0" y="5"/>
                                  </a:lnTo>
                                  <a:lnTo>
                                    <a:pt x="2" y="6"/>
                                  </a:lnTo>
                                  <a:lnTo>
                                    <a:pt x="3" y="8"/>
                                  </a:lnTo>
                                  <a:lnTo>
                                    <a:pt x="5" y="9"/>
                                  </a:lnTo>
                                  <a:lnTo>
                                    <a:pt x="6" y="9"/>
                                  </a:lnTo>
                                  <a:lnTo>
                                    <a:pt x="7" y="8"/>
                                  </a:lnTo>
                                  <a:lnTo>
                                    <a:pt x="9" y="6"/>
                                  </a:lnTo>
                                  <a:lnTo>
                                    <a:pt x="9" y="5"/>
                                  </a:lnTo>
                                  <a:lnTo>
                                    <a:pt x="9" y="3"/>
                                  </a:lnTo>
                                  <a:lnTo>
                                    <a:pt x="9" y="2"/>
                                  </a:lnTo>
                                  <a:lnTo>
                                    <a:pt x="7" y="0"/>
                                  </a:lnTo>
                                  <a:lnTo>
                                    <a:pt x="6" y="0"/>
                                  </a:lnTo>
                                  <a:lnTo>
                                    <a:pt x="5"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60" name="Freeform 170"/>
                            <p:cNvSpPr>
                              <a:spLocks/>
                            </p:cNvSpPr>
                            <p:nvPr/>
                          </p:nvSpPr>
                          <p:spPr bwMode="auto">
                            <a:xfrm>
                              <a:off x="3663" y="1817"/>
                              <a:ext cx="9" cy="8"/>
                            </a:xfrm>
                            <a:custGeom>
                              <a:avLst/>
                              <a:gdLst>
                                <a:gd name="T0" fmla="*/ 3 w 9"/>
                                <a:gd name="T1" fmla="*/ 0 h 8"/>
                                <a:gd name="T2" fmla="*/ 2 w 9"/>
                                <a:gd name="T3" fmla="*/ 1 h 8"/>
                                <a:gd name="T4" fmla="*/ 0 w 9"/>
                                <a:gd name="T5" fmla="*/ 3 h 8"/>
                                <a:gd name="T6" fmla="*/ 0 w 9"/>
                                <a:gd name="T7" fmla="*/ 4 h 8"/>
                                <a:gd name="T8" fmla="*/ 2 w 9"/>
                                <a:gd name="T9" fmla="*/ 5 h 8"/>
                                <a:gd name="T10" fmla="*/ 3 w 9"/>
                                <a:gd name="T11" fmla="*/ 7 h 8"/>
                                <a:gd name="T12" fmla="*/ 5 w 9"/>
                                <a:gd name="T13" fmla="*/ 8 h 8"/>
                                <a:gd name="T14" fmla="*/ 6 w 9"/>
                                <a:gd name="T15" fmla="*/ 8 h 8"/>
                                <a:gd name="T16" fmla="*/ 8 w 9"/>
                                <a:gd name="T17" fmla="*/ 7 h 8"/>
                                <a:gd name="T18" fmla="*/ 8 w 9"/>
                                <a:gd name="T19" fmla="*/ 7 h 8"/>
                                <a:gd name="T20" fmla="*/ 9 w 9"/>
                                <a:gd name="T21" fmla="*/ 5 h 8"/>
                                <a:gd name="T22" fmla="*/ 9 w 9"/>
                                <a:gd name="T23" fmla="*/ 4 h 8"/>
                                <a:gd name="T24" fmla="*/ 9 w 9"/>
                                <a:gd name="T25" fmla="*/ 3 h 8"/>
                                <a:gd name="T26" fmla="*/ 9 w 9"/>
                                <a:gd name="T27" fmla="*/ 1 h 8"/>
                                <a:gd name="T28" fmla="*/ 8 w 9"/>
                                <a:gd name="T29" fmla="*/ 0 h 8"/>
                                <a:gd name="T30" fmla="*/ 6 w 9"/>
                                <a:gd name="T31" fmla="*/ 0 h 8"/>
                                <a:gd name="T32" fmla="*/ 5 w 9"/>
                                <a:gd name="T33" fmla="*/ 0 h 8"/>
                                <a:gd name="T34" fmla="*/ 3 w 9"/>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3" y="0"/>
                                  </a:moveTo>
                                  <a:lnTo>
                                    <a:pt x="2" y="1"/>
                                  </a:lnTo>
                                  <a:lnTo>
                                    <a:pt x="0" y="3"/>
                                  </a:lnTo>
                                  <a:lnTo>
                                    <a:pt x="0" y="4"/>
                                  </a:lnTo>
                                  <a:lnTo>
                                    <a:pt x="2" y="5"/>
                                  </a:lnTo>
                                  <a:lnTo>
                                    <a:pt x="3" y="7"/>
                                  </a:lnTo>
                                  <a:lnTo>
                                    <a:pt x="5" y="8"/>
                                  </a:lnTo>
                                  <a:lnTo>
                                    <a:pt x="6" y="8"/>
                                  </a:lnTo>
                                  <a:lnTo>
                                    <a:pt x="8" y="7"/>
                                  </a:lnTo>
                                  <a:lnTo>
                                    <a:pt x="9" y="5"/>
                                  </a:lnTo>
                                  <a:lnTo>
                                    <a:pt x="9" y="4"/>
                                  </a:lnTo>
                                  <a:lnTo>
                                    <a:pt x="9" y="3"/>
                                  </a:lnTo>
                                  <a:lnTo>
                                    <a:pt x="9" y="1"/>
                                  </a:lnTo>
                                  <a:lnTo>
                                    <a:pt x="8" y="0"/>
                                  </a:lnTo>
                                  <a:lnTo>
                                    <a:pt x="6" y="0"/>
                                  </a:lnTo>
                                  <a:lnTo>
                                    <a:pt x="5"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61" name="Freeform 171"/>
                            <p:cNvSpPr>
                              <a:spLocks/>
                            </p:cNvSpPr>
                            <p:nvPr/>
                          </p:nvSpPr>
                          <p:spPr bwMode="auto">
                            <a:xfrm>
                              <a:off x="3678" y="1805"/>
                              <a:ext cx="9" cy="9"/>
                            </a:xfrm>
                            <a:custGeom>
                              <a:avLst/>
                              <a:gdLst>
                                <a:gd name="T0" fmla="*/ 1 w 9"/>
                                <a:gd name="T1" fmla="*/ 0 h 9"/>
                                <a:gd name="T2" fmla="*/ 0 w 9"/>
                                <a:gd name="T3" fmla="*/ 1 h 9"/>
                                <a:gd name="T4" fmla="*/ 0 w 9"/>
                                <a:gd name="T5" fmla="*/ 3 h 9"/>
                                <a:gd name="T6" fmla="*/ 0 w 9"/>
                                <a:gd name="T7" fmla="*/ 4 h 9"/>
                                <a:gd name="T8" fmla="*/ 0 w 9"/>
                                <a:gd name="T9" fmla="*/ 6 h 9"/>
                                <a:gd name="T10" fmla="*/ 1 w 9"/>
                                <a:gd name="T11" fmla="*/ 7 h 9"/>
                                <a:gd name="T12" fmla="*/ 3 w 9"/>
                                <a:gd name="T13" fmla="*/ 9 h 9"/>
                                <a:gd name="T14" fmla="*/ 4 w 9"/>
                                <a:gd name="T15" fmla="*/ 9 h 9"/>
                                <a:gd name="T16" fmla="*/ 6 w 9"/>
                                <a:gd name="T17" fmla="*/ 7 h 9"/>
                                <a:gd name="T18" fmla="*/ 6 w 9"/>
                                <a:gd name="T19" fmla="*/ 7 h 9"/>
                                <a:gd name="T20" fmla="*/ 7 w 9"/>
                                <a:gd name="T21" fmla="*/ 6 h 9"/>
                                <a:gd name="T22" fmla="*/ 9 w 9"/>
                                <a:gd name="T23" fmla="*/ 4 h 9"/>
                                <a:gd name="T24" fmla="*/ 9 w 9"/>
                                <a:gd name="T25" fmla="*/ 3 h 9"/>
                                <a:gd name="T26" fmla="*/ 7 w 9"/>
                                <a:gd name="T27" fmla="*/ 1 h 9"/>
                                <a:gd name="T28" fmla="*/ 6 w 9"/>
                                <a:gd name="T29" fmla="*/ 0 h 9"/>
                                <a:gd name="T30" fmla="*/ 4 w 9"/>
                                <a:gd name="T31" fmla="*/ 0 h 9"/>
                                <a:gd name="T32" fmla="*/ 3 w 9"/>
                                <a:gd name="T33" fmla="*/ 0 h 9"/>
                                <a:gd name="T34" fmla="*/ 1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1" y="0"/>
                                  </a:moveTo>
                                  <a:lnTo>
                                    <a:pt x="0" y="1"/>
                                  </a:lnTo>
                                  <a:lnTo>
                                    <a:pt x="0" y="3"/>
                                  </a:lnTo>
                                  <a:lnTo>
                                    <a:pt x="0" y="4"/>
                                  </a:lnTo>
                                  <a:lnTo>
                                    <a:pt x="0" y="6"/>
                                  </a:lnTo>
                                  <a:lnTo>
                                    <a:pt x="1" y="7"/>
                                  </a:lnTo>
                                  <a:lnTo>
                                    <a:pt x="3" y="9"/>
                                  </a:lnTo>
                                  <a:lnTo>
                                    <a:pt x="4" y="9"/>
                                  </a:lnTo>
                                  <a:lnTo>
                                    <a:pt x="6" y="7"/>
                                  </a:lnTo>
                                  <a:lnTo>
                                    <a:pt x="7" y="6"/>
                                  </a:lnTo>
                                  <a:lnTo>
                                    <a:pt x="9" y="4"/>
                                  </a:lnTo>
                                  <a:lnTo>
                                    <a:pt x="9" y="3"/>
                                  </a:lnTo>
                                  <a:lnTo>
                                    <a:pt x="7" y="1"/>
                                  </a:lnTo>
                                  <a:lnTo>
                                    <a:pt x="6" y="0"/>
                                  </a:lnTo>
                                  <a:lnTo>
                                    <a:pt x="4" y="0"/>
                                  </a:lnTo>
                                  <a:lnTo>
                                    <a:pt x="3" y="0"/>
                                  </a:lnTo>
                                  <a:lnTo>
                                    <a:pt x="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62" name="Freeform 172"/>
                            <p:cNvSpPr>
                              <a:spLocks/>
                            </p:cNvSpPr>
                            <p:nvPr/>
                          </p:nvSpPr>
                          <p:spPr bwMode="auto">
                            <a:xfrm>
                              <a:off x="3691" y="1795"/>
                              <a:ext cx="9" cy="9"/>
                            </a:xfrm>
                            <a:custGeom>
                              <a:avLst/>
                              <a:gdLst>
                                <a:gd name="T0" fmla="*/ 1 w 9"/>
                                <a:gd name="T1" fmla="*/ 0 h 9"/>
                                <a:gd name="T2" fmla="*/ 0 w 9"/>
                                <a:gd name="T3" fmla="*/ 1 h 9"/>
                                <a:gd name="T4" fmla="*/ 0 w 9"/>
                                <a:gd name="T5" fmla="*/ 3 h 9"/>
                                <a:gd name="T6" fmla="*/ 0 w 9"/>
                                <a:gd name="T7" fmla="*/ 4 h 9"/>
                                <a:gd name="T8" fmla="*/ 0 w 9"/>
                                <a:gd name="T9" fmla="*/ 6 h 9"/>
                                <a:gd name="T10" fmla="*/ 1 w 9"/>
                                <a:gd name="T11" fmla="*/ 7 h 9"/>
                                <a:gd name="T12" fmla="*/ 3 w 9"/>
                                <a:gd name="T13" fmla="*/ 9 h 9"/>
                                <a:gd name="T14" fmla="*/ 4 w 9"/>
                                <a:gd name="T15" fmla="*/ 9 h 9"/>
                                <a:gd name="T16" fmla="*/ 6 w 9"/>
                                <a:gd name="T17" fmla="*/ 7 h 9"/>
                                <a:gd name="T18" fmla="*/ 6 w 9"/>
                                <a:gd name="T19" fmla="*/ 7 h 9"/>
                                <a:gd name="T20" fmla="*/ 7 w 9"/>
                                <a:gd name="T21" fmla="*/ 6 h 9"/>
                                <a:gd name="T22" fmla="*/ 9 w 9"/>
                                <a:gd name="T23" fmla="*/ 4 h 9"/>
                                <a:gd name="T24" fmla="*/ 9 w 9"/>
                                <a:gd name="T25" fmla="*/ 3 h 9"/>
                                <a:gd name="T26" fmla="*/ 7 w 9"/>
                                <a:gd name="T27" fmla="*/ 1 h 9"/>
                                <a:gd name="T28" fmla="*/ 6 w 9"/>
                                <a:gd name="T29" fmla="*/ 0 h 9"/>
                                <a:gd name="T30" fmla="*/ 4 w 9"/>
                                <a:gd name="T31" fmla="*/ 0 h 9"/>
                                <a:gd name="T32" fmla="*/ 3 w 9"/>
                                <a:gd name="T33" fmla="*/ 0 h 9"/>
                                <a:gd name="T34" fmla="*/ 1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1" y="0"/>
                                  </a:moveTo>
                                  <a:lnTo>
                                    <a:pt x="0" y="1"/>
                                  </a:lnTo>
                                  <a:lnTo>
                                    <a:pt x="0" y="3"/>
                                  </a:lnTo>
                                  <a:lnTo>
                                    <a:pt x="0" y="4"/>
                                  </a:lnTo>
                                  <a:lnTo>
                                    <a:pt x="0" y="6"/>
                                  </a:lnTo>
                                  <a:lnTo>
                                    <a:pt x="1" y="7"/>
                                  </a:lnTo>
                                  <a:lnTo>
                                    <a:pt x="3" y="9"/>
                                  </a:lnTo>
                                  <a:lnTo>
                                    <a:pt x="4" y="9"/>
                                  </a:lnTo>
                                  <a:lnTo>
                                    <a:pt x="6" y="7"/>
                                  </a:lnTo>
                                  <a:lnTo>
                                    <a:pt x="7" y="6"/>
                                  </a:lnTo>
                                  <a:lnTo>
                                    <a:pt x="9" y="4"/>
                                  </a:lnTo>
                                  <a:lnTo>
                                    <a:pt x="9" y="3"/>
                                  </a:lnTo>
                                  <a:lnTo>
                                    <a:pt x="7" y="1"/>
                                  </a:lnTo>
                                  <a:lnTo>
                                    <a:pt x="6" y="0"/>
                                  </a:lnTo>
                                  <a:lnTo>
                                    <a:pt x="4" y="0"/>
                                  </a:lnTo>
                                  <a:lnTo>
                                    <a:pt x="3" y="0"/>
                                  </a:lnTo>
                                  <a:lnTo>
                                    <a:pt x="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63" name="Freeform 173"/>
                            <p:cNvSpPr>
                              <a:spLocks/>
                            </p:cNvSpPr>
                            <p:nvPr/>
                          </p:nvSpPr>
                          <p:spPr bwMode="auto">
                            <a:xfrm>
                              <a:off x="3705" y="1783"/>
                              <a:ext cx="9" cy="9"/>
                            </a:xfrm>
                            <a:custGeom>
                              <a:avLst/>
                              <a:gdLst>
                                <a:gd name="T0" fmla="*/ 2 w 9"/>
                                <a:gd name="T1" fmla="*/ 2 h 9"/>
                                <a:gd name="T2" fmla="*/ 0 w 9"/>
                                <a:gd name="T3" fmla="*/ 3 h 9"/>
                                <a:gd name="T4" fmla="*/ 0 w 9"/>
                                <a:gd name="T5" fmla="*/ 5 h 9"/>
                                <a:gd name="T6" fmla="*/ 0 w 9"/>
                                <a:gd name="T7" fmla="*/ 6 h 9"/>
                                <a:gd name="T8" fmla="*/ 0 w 9"/>
                                <a:gd name="T9" fmla="*/ 7 h 9"/>
                                <a:gd name="T10" fmla="*/ 2 w 9"/>
                                <a:gd name="T11" fmla="*/ 9 h 9"/>
                                <a:gd name="T12" fmla="*/ 3 w 9"/>
                                <a:gd name="T13" fmla="*/ 9 h 9"/>
                                <a:gd name="T14" fmla="*/ 5 w 9"/>
                                <a:gd name="T15" fmla="*/ 9 h 9"/>
                                <a:gd name="T16" fmla="*/ 6 w 9"/>
                                <a:gd name="T17" fmla="*/ 9 h 9"/>
                                <a:gd name="T18" fmla="*/ 6 w 9"/>
                                <a:gd name="T19" fmla="*/ 9 h 9"/>
                                <a:gd name="T20" fmla="*/ 8 w 9"/>
                                <a:gd name="T21" fmla="*/ 7 h 9"/>
                                <a:gd name="T22" fmla="*/ 9 w 9"/>
                                <a:gd name="T23" fmla="*/ 6 h 9"/>
                                <a:gd name="T24" fmla="*/ 9 w 9"/>
                                <a:gd name="T25" fmla="*/ 5 h 9"/>
                                <a:gd name="T26" fmla="*/ 8 w 9"/>
                                <a:gd name="T27" fmla="*/ 3 h 9"/>
                                <a:gd name="T28" fmla="*/ 6 w 9"/>
                                <a:gd name="T29" fmla="*/ 2 h 9"/>
                                <a:gd name="T30" fmla="*/ 5 w 9"/>
                                <a:gd name="T31" fmla="*/ 0 h 9"/>
                                <a:gd name="T32" fmla="*/ 3 w 9"/>
                                <a:gd name="T33" fmla="*/ 0 h 9"/>
                                <a:gd name="T34" fmla="*/ 2 w 9"/>
                                <a:gd name="T35" fmla="*/ 2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2" y="2"/>
                                  </a:moveTo>
                                  <a:lnTo>
                                    <a:pt x="0" y="3"/>
                                  </a:lnTo>
                                  <a:lnTo>
                                    <a:pt x="0" y="5"/>
                                  </a:lnTo>
                                  <a:lnTo>
                                    <a:pt x="0" y="6"/>
                                  </a:lnTo>
                                  <a:lnTo>
                                    <a:pt x="0" y="7"/>
                                  </a:lnTo>
                                  <a:lnTo>
                                    <a:pt x="2" y="9"/>
                                  </a:lnTo>
                                  <a:lnTo>
                                    <a:pt x="3" y="9"/>
                                  </a:lnTo>
                                  <a:lnTo>
                                    <a:pt x="5" y="9"/>
                                  </a:lnTo>
                                  <a:lnTo>
                                    <a:pt x="6" y="9"/>
                                  </a:lnTo>
                                  <a:lnTo>
                                    <a:pt x="8" y="7"/>
                                  </a:lnTo>
                                  <a:lnTo>
                                    <a:pt x="9" y="6"/>
                                  </a:lnTo>
                                  <a:lnTo>
                                    <a:pt x="9" y="5"/>
                                  </a:lnTo>
                                  <a:lnTo>
                                    <a:pt x="8" y="3"/>
                                  </a:lnTo>
                                  <a:lnTo>
                                    <a:pt x="6" y="2"/>
                                  </a:lnTo>
                                  <a:lnTo>
                                    <a:pt x="5" y="0"/>
                                  </a:lnTo>
                                  <a:lnTo>
                                    <a:pt x="3" y="0"/>
                                  </a:lnTo>
                                  <a:lnTo>
                                    <a:pt x="2"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64" name="Freeform 174"/>
                            <p:cNvSpPr>
                              <a:spLocks/>
                            </p:cNvSpPr>
                            <p:nvPr/>
                          </p:nvSpPr>
                          <p:spPr bwMode="auto">
                            <a:xfrm>
                              <a:off x="3720" y="1774"/>
                              <a:ext cx="9" cy="9"/>
                            </a:xfrm>
                            <a:custGeom>
                              <a:avLst/>
                              <a:gdLst>
                                <a:gd name="T0" fmla="*/ 1 w 9"/>
                                <a:gd name="T1" fmla="*/ 0 h 9"/>
                                <a:gd name="T2" fmla="*/ 0 w 9"/>
                                <a:gd name="T3" fmla="*/ 2 h 9"/>
                                <a:gd name="T4" fmla="*/ 0 w 9"/>
                                <a:gd name="T5" fmla="*/ 3 h 9"/>
                                <a:gd name="T6" fmla="*/ 0 w 9"/>
                                <a:gd name="T7" fmla="*/ 5 h 9"/>
                                <a:gd name="T8" fmla="*/ 0 w 9"/>
                                <a:gd name="T9" fmla="*/ 6 h 9"/>
                                <a:gd name="T10" fmla="*/ 1 w 9"/>
                                <a:gd name="T11" fmla="*/ 8 h 9"/>
                                <a:gd name="T12" fmla="*/ 3 w 9"/>
                                <a:gd name="T13" fmla="*/ 9 h 9"/>
                                <a:gd name="T14" fmla="*/ 4 w 9"/>
                                <a:gd name="T15" fmla="*/ 9 h 9"/>
                                <a:gd name="T16" fmla="*/ 6 w 9"/>
                                <a:gd name="T17" fmla="*/ 8 h 9"/>
                                <a:gd name="T18" fmla="*/ 6 w 9"/>
                                <a:gd name="T19" fmla="*/ 8 h 9"/>
                                <a:gd name="T20" fmla="*/ 7 w 9"/>
                                <a:gd name="T21" fmla="*/ 6 h 9"/>
                                <a:gd name="T22" fmla="*/ 9 w 9"/>
                                <a:gd name="T23" fmla="*/ 5 h 9"/>
                                <a:gd name="T24" fmla="*/ 9 w 9"/>
                                <a:gd name="T25" fmla="*/ 3 h 9"/>
                                <a:gd name="T26" fmla="*/ 7 w 9"/>
                                <a:gd name="T27" fmla="*/ 2 h 9"/>
                                <a:gd name="T28" fmla="*/ 6 w 9"/>
                                <a:gd name="T29" fmla="*/ 0 h 9"/>
                                <a:gd name="T30" fmla="*/ 4 w 9"/>
                                <a:gd name="T31" fmla="*/ 0 h 9"/>
                                <a:gd name="T32" fmla="*/ 3 w 9"/>
                                <a:gd name="T33" fmla="*/ 0 h 9"/>
                                <a:gd name="T34" fmla="*/ 1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1" y="0"/>
                                  </a:moveTo>
                                  <a:lnTo>
                                    <a:pt x="0" y="2"/>
                                  </a:lnTo>
                                  <a:lnTo>
                                    <a:pt x="0" y="3"/>
                                  </a:lnTo>
                                  <a:lnTo>
                                    <a:pt x="0" y="5"/>
                                  </a:lnTo>
                                  <a:lnTo>
                                    <a:pt x="0" y="6"/>
                                  </a:lnTo>
                                  <a:lnTo>
                                    <a:pt x="1" y="8"/>
                                  </a:lnTo>
                                  <a:lnTo>
                                    <a:pt x="3" y="9"/>
                                  </a:lnTo>
                                  <a:lnTo>
                                    <a:pt x="4" y="9"/>
                                  </a:lnTo>
                                  <a:lnTo>
                                    <a:pt x="6" y="8"/>
                                  </a:lnTo>
                                  <a:lnTo>
                                    <a:pt x="7" y="6"/>
                                  </a:lnTo>
                                  <a:lnTo>
                                    <a:pt x="9" y="5"/>
                                  </a:lnTo>
                                  <a:lnTo>
                                    <a:pt x="9" y="3"/>
                                  </a:lnTo>
                                  <a:lnTo>
                                    <a:pt x="7" y="2"/>
                                  </a:lnTo>
                                  <a:lnTo>
                                    <a:pt x="6" y="0"/>
                                  </a:lnTo>
                                  <a:lnTo>
                                    <a:pt x="4" y="0"/>
                                  </a:lnTo>
                                  <a:lnTo>
                                    <a:pt x="3" y="0"/>
                                  </a:lnTo>
                                  <a:lnTo>
                                    <a:pt x="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65" name="Freeform 175"/>
                            <p:cNvSpPr>
                              <a:spLocks/>
                            </p:cNvSpPr>
                            <p:nvPr/>
                          </p:nvSpPr>
                          <p:spPr bwMode="auto">
                            <a:xfrm>
                              <a:off x="3734" y="1766"/>
                              <a:ext cx="9" cy="8"/>
                            </a:xfrm>
                            <a:custGeom>
                              <a:avLst/>
                              <a:gdLst>
                                <a:gd name="T0" fmla="*/ 3 w 9"/>
                                <a:gd name="T1" fmla="*/ 0 h 8"/>
                                <a:gd name="T2" fmla="*/ 2 w 9"/>
                                <a:gd name="T3" fmla="*/ 0 h 8"/>
                                <a:gd name="T4" fmla="*/ 0 w 9"/>
                                <a:gd name="T5" fmla="*/ 1 h 8"/>
                                <a:gd name="T6" fmla="*/ 0 w 9"/>
                                <a:gd name="T7" fmla="*/ 3 h 8"/>
                                <a:gd name="T8" fmla="*/ 0 w 9"/>
                                <a:gd name="T9" fmla="*/ 4 h 8"/>
                                <a:gd name="T10" fmla="*/ 0 w 9"/>
                                <a:gd name="T11" fmla="*/ 6 h 8"/>
                                <a:gd name="T12" fmla="*/ 2 w 9"/>
                                <a:gd name="T13" fmla="*/ 7 h 8"/>
                                <a:gd name="T14" fmla="*/ 3 w 9"/>
                                <a:gd name="T15" fmla="*/ 8 h 8"/>
                                <a:gd name="T16" fmla="*/ 5 w 9"/>
                                <a:gd name="T17" fmla="*/ 8 h 8"/>
                                <a:gd name="T18" fmla="*/ 5 w 9"/>
                                <a:gd name="T19" fmla="*/ 8 h 8"/>
                                <a:gd name="T20" fmla="*/ 6 w 9"/>
                                <a:gd name="T21" fmla="*/ 7 h 8"/>
                                <a:gd name="T22" fmla="*/ 8 w 9"/>
                                <a:gd name="T23" fmla="*/ 6 h 8"/>
                                <a:gd name="T24" fmla="*/ 9 w 9"/>
                                <a:gd name="T25" fmla="*/ 4 h 8"/>
                                <a:gd name="T26" fmla="*/ 9 w 9"/>
                                <a:gd name="T27" fmla="*/ 3 h 8"/>
                                <a:gd name="T28" fmla="*/ 8 w 9"/>
                                <a:gd name="T29" fmla="*/ 1 h 8"/>
                                <a:gd name="T30" fmla="*/ 6 w 9"/>
                                <a:gd name="T31" fmla="*/ 0 h 8"/>
                                <a:gd name="T32" fmla="*/ 5 w 9"/>
                                <a:gd name="T33" fmla="*/ 0 h 8"/>
                                <a:gd name="T34" fmla="*/ 3 w 9"/>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3" y="0"/>
                                  </a:moveTo>
                                  <a:lnTo>
                                    <a:pt x="2" y="0"/>
                                  </a:lnTo>
                                  <a:lnTo>
                                    <a:pt x="0" y="1"/>
                                  </a:lnTo>
                                  <a:lnTo>
                                    <a:pt x="0" y="3"/>
                                  </a:lnTo>
                                  <a:lnTo>
                                    <a:pt x="0" y="4"/>
                                  </a:lnTo>
                                  <a:lnTo>
                                    <a:pt x="0" y="6"/>
                                  </a:lnTo>
                                  <a:lnTo>
                                    <a:pt x="2" y="7"/>
                                  </a:lnTo>
                                  <a:lnTo>
                                    <a:pt x="3" y="8"/>
                                  </a:lnTo>
                                  <a:lnTo>
                                    <a:pt x="5" y="8"/>
                                  </a:lnTo>
                                  <a:lnTo>
                                    <a:pt x="6" y="7"/>
                                  </a:lnTo>
                                  <a:lnTo>
                                    <a:pt x="8" y="6"/>
                                  </a:lnTo>
                                  <a:lnTo>
                                    <a:pt x="9" y="4"/>
                                  </a:lnTo>
                                  <a:lnTo>
                                    <a:pt x="9" y="3"/>
                                  </a:lnTo>
                                  <a:lnTo>
                                    <a:pt x="8" y="1"/>
                                  </a:lnTo>
                                  <a:lnTo>
                                    <a:pt x="6" y="0"/>
                                  </a:lnTo>
                                  <a:lnTo>
                                    <a:pt x="5"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66" name="Freeform 176"/>
                            <p:cNvSpPr>
                              <a:spLocks/>
                            </p:cNvSpPr>
                            <p:nvPr/>
                          </p:nvSpPr>
                          <p:spPr bwMode="auto">
                            <a:xfrm>
                              <a:off x="3750" y="1759"/>
                              <a:ext cx="9" cy="8"/>
                            </a:xfrm>
                            <a:custGeom>
                              <a:avLst/>
                              <a:gdLst>
                                <a:gd name="T0" fmla="*/ 3 w 9"/>
                                <a:gd name="T1" fmla="*/ 0 h 8"/>
                                <a:gd name="T2" fmla="*/ 2 w 9"/>
                                <a:gd name="T3" fmla="*/ 0 h 8"/>
                                <a:gd name="T4" fmla="*/ 0 w 9"/>
                                <a:gd name="T5" fmla="*/ 1 h 8"/>
                                <a:gd name="T6" fmla="*/ 0 w 9"/>
                                <a:gd name="T7" fmla="*/ 2 h 8"/>
                                <a:gd name="T8" fmla="*/ 0 w 9"/>
                                <a:gd name="T9" fmla="*/ 4 h 8"/>
                                <a:gd name="T10" fmla="*/ 0 w 9"/>
                                <a:gd name="T11" fmla="*/ 5 h 8"/>
                                <a:gd name="T12" fmla="*/ 2 w 9"/>
                                <a:gd name="T13" fmla="*/ 7 h 8"/>
                                <a:gd name="T14" fmla="*/ 3 w 9"/>
                                <a:gd name="T15" fmla="*/ 8 h 8"/>
                                <a:gd name="T16" fmla="*/ 5 w 9"/>
                                <a:gd name="T17" fmla="*/ 8 h 8"/>
                                <a:gd name="T18" fmla="*/ 5 w 9"/>
                                <a:gd name="T19" fmla="*/ 8 h 8"/>
                                <a:gd name="T20" fmla="*/ 6 w 9"/>
                                <a:gd name="T21" fmla="*/ 7 h 8"/>
                                <a:gd name="T22" fmla="*/ 8 w 9"/>
                                <a:gd name="T23" fmla="*/ 5 h 8"/>
                                <a:gd name="T24" fmla="*/ 9 w 9"/>
                                <a:gd name="T25" fmla="*/ 4 h 8"/>
                                <a:gd name="T26" fmla="*/ 9 w 9"/>
                                <a:gd name="T27" fmla="*/ 2 h 8"/>
                                <a:gd name="T28" fmla="*/ 8 w 9"/>
                                <a:gd name="T29" fmla="*/ 1 h 8"/>
                                <a:gd name="T30" fmla="*/ 6 w 9"/>
                                <a:gd name="T31" fmla="*/ 0 h 8"/>
                                <a:gd name="T32" fmla="*/ 5 w 9"/>
                                <a:gd name="T33" fmla="*/ 0 h 8"/>
                                <a:gd name="T34" fmla="*/ 3 w 9"/>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3" y="0"/>
                                  </a:moveTo>
                                  <a:lnTo>
                                    <a:pt x="2" y="0"/>
                                  </a:lnTo>
                                  <a:lnTo>
                                    <a:pt x="0" y="1"/>
                                  </a:lnTo>
                                  <a:lnTo>
                                    <a:pt x="0" y="2"/>
                                  </a:lnTo>
                                  <a:lnTo>
                                    <a:pt x="0" y="4"/>
                                  </a:lnTo>
                                  <a:lnTo>
                                    <a:pt x="0" y="5"/>
                                  </a:lnTo>
                                  <a:lnTo>
                                    <a:pt x="2" y="7"/>
                                  </a:lnTo>
                                  <a:lnTo>
                                    <a:pt x="3" y="8"/>
                                  </a:lnTo>
                                  <a:lnTo>
                                    <a:pt x="5" y="8"/>
                                  </a:lnTo>
                                  <a:lnTo>
                                    <a:pt x="6" y="7"/>
                                  </a:lnTo>
                                  <a:lnTo>
                                    <a:pt x="8" y="5"/>
                                  </a:lnTo>
                                  <a:lnTo>
                                    <a:pt x="9" y="4"/>
                                  </a:lnTo>
                                  <a:lnTo>
                                    <a:pt x="9" y="2"/>
                                  </a:lnTo>
                                  <a:lnTo>
                                    <a:pt x="8" y="1"/>
                                  </a:lnTo>
                                  <a:lnTo>
                                    <a:pt x="6" y="0"/>
                                  </a:lnTo>
                                  <a:lnTo>
                                    <a:pt x="5"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67" name="Freeform 177"/>
                            <p:cNvSpPr>
                              <a:spLocks/>
                            </p:cNvSpPr>
                            <p:nvPr/>
                          </p:nvSpPr>
                          <p:spPr bwMode="auto">
                            <a:xfrm>
                              <a:off x="3766" y="1754"/>
                              <a:ext cx="9" cy="9"/>
                            </a:xfrm>
                            <a:custGeom>
                              <a:avLst/>
                              <a:gdLst>
                                <a:gd name="T0" fmla="*/ 6 w 9"/>
                                <a:gd name="T1" fmla="*/ 0 h 9"/>
                                <a:gd name="T2" fmla="*/ 5 w 9"/>
                                <a:gd name="T3" fmla="*/ 0 h 9"/>
                                <a:gd name="T4" fmla="*/ 3 w 9"/>
                                <a:gd name="T5" fmla="*/ 0 h 9"/>
                                <a:gd name="T6" fmla="*/ 2 w 9"/>
                                <a:gd name="T7" fmla="*/ 2 h 9"/>
                                <a:gd name="T8" fmla="*/ 0 w 9"/>
                                <a:gd name="T9" fmla="*/ 3 h 9"/>
                                <a:gd name="T10" fmla="*/ 0 w 9"/>
                                <a:gd name="T11" fmla="*/ 5 h 9"/>
                                <a:gd name="T12" fmla="*/ 2 w 9"/>
                                <a:gd name="T13" fmla="*/ 6 h 9"/>
                                <a:gd name="T14" fmla="*/ 3 w 9"/>
                                <a:gd name="T15" fmla="*/ 7 h 9"/>
                                <a:gd name="T16" fmla="*/ 5 w 9"/>
                                <a:gd name="T17" fmla="*/ 9 h 9"/>
                                <a:gd name="T18" fmla="*/ 5 w 9"/>
                                <a:gd name="T19" fmla="*/ 9 h 9"/>
                                <a:gd name="T20" fmla="*/ 6 w 9"/>
                                <a:gd name="T21" fmla="*/ 9 h 9"/>
                                <a:gd name="T22" fmla="*/ 8 w 9"/>
                                <a:gd name="T23" fmla="*/ 7 h 9"/>
                                <a:gd name="T24" fmla="*/ 9 w 9"/>
                                <a:gd name="T25" fmla="*/ 6 h 9"/>
                                <a:gd name="T26" fmla="*/ 9 w 9"/>
                                <a:gd name="T27" fmla="*/ 5 h 9"/>
                                <a:gd name="T28" fmla="*/ 9 w 9"/>
                                <a:gd name="T29" fmla="*/ 3 h 9"/>
                                <a:gd name="T30" fmla="*/ 9 w 9"/>
                                <a:gd name="T31" fmla="*/ 2 h 9"/>
                                <a:gd name="T32" fmla="*/ 8 w 9"/>
                                <a:gd name="T33" fmla="*/ 0 h 9"/>
                                <a:gd name="T34" fmla="*/ 6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6" y="0"/>
                                  </a:moveTo>
                                  <a:lnTo>
                                    <a:pt x="5" y="0"/>
                                  </a:lnTo>
                                  <a:lnTo>
                                    <a:pt x="3" y="0"/>
                                  </a:lnTo>
                                  <a:lnTo>
                                    <a:pt x="2" y="2"/>
                                  </a:lnTo>
                                  <a:lnTo>
                                    <a:pt x="0" y="3"/>
                                  </a:lnTo>
                                  <a:lnTo>
                                    <a:pt x="0" y="5"/>
                                  </a:lnTo>
                                  <a:lnTo>
                                    <a:pt x="2" y="6"/>
                                  </a:lnTo>
                                  <a:lnTo>
                                    <a:pt x="3" y="7"/>
                                  </a:lnTo>
                                  <a:lnTo>
                                    <a:pt x="5" y="9"/>
                                  </a:lnTo>
                                  <a:lnTo>
                                    <a:pt x="6" y="9"/>
                                  </a:lnTo>
                                  <a:lnTo>
                                    <a:pt x="8" y="7"/>
                                  </a:lnTo>
                                  <a:lnTo>
                                    <a:pt x="9" y="6"/>
                                  </a:lnTo>
                                  <a:lnTo>
                                    <a:pt x="9" y="5"/>
                                  </a:lnTo>
                                  <a:lnTo>
                                    <a:pt x="9" y="3"/>
                                  </a:lnTo>
                                  <a:lnTo>
                                    <a:pt x="9" y="2"/>
                                  </a:lnTo>
                                  <a:lnTo>
                                    <a:pt x="8" y="0"/>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68" name="Freeform 178"/>
                            <p:cNvSpPr>
                              <a:spLocks/>
                            </p:cNvSpPr>
                            <p:nvPr/>
                          </p:nvSpPr>
                          <p:spPr bwMode="auto">
                            <a:xfrm>
                              <a:off x="3784" y="1753"/>
                              <a:ext cx="9" cy="8"/>
                            </a:xfrm>
                            <a:custGeom>
                              <a:avLst/>
                              <a:gdLst>
                                <a:gd name="T0" fmla="*/ 6 w 9"/>
                                <a:gd name="T1" fmla="*/ 0 h 8"/>
                                <a:gd name="T2" fmla="*/ 4 w 9"/>
                                <a:gd name="T3" fmla="*/ 0 h 8"/>
                                <a:gd name="T4" fmla="*/ 3 w 9"/>
                                <a:gd name="T5" fmla="*/ 1 h 8"/>
                                <a:gd name="T6" fmla="*/ 1 w 9"/>
                                <a:gd name="T7" fmla="*/ 3 h 8"/>
                                <a:gd name="T8" fmla="*/ 0 w 9"/>
                                <a:gd name="T9" fmla="*/ 4 h 8"/>
                                <a:gd name="T10" fmla="*/ 0 w 9"/>
                                <a:gd name="T11" fmla="*/ 6 h 8"/>
                                <a:gd name="T12" fmla="*/ 1 w 9"/>
                                <a:gd name="T13" fmla="*/ 7 h 8"/>
                                <a:gd name="T14" fmla="*/ 3 w 9"/>
                                <a:gd name="T15" fmla="*/ 8 h 8"/>
                                <a:gd name="T16" fmla="*/ 4 w 9"/>
                                <a:gd name="T17" fmla="*/ 8 h 8"/>
                                <a:gd name="T18" fmla="*/ 4 w 9"/>
                                <a:gd name="T19" fmla="*/ 8 h 8"/>
                                <a:gd name="T20" fmla="*/ 6 w 9"/>
                                <a:gd name="T21" fmla="*/ 8 h 8"/>
                                <a:gd name="T22" fmla="*/ 7 w 9"/>
                                <a:gd name="T23" fmla="*/ 8 h 8"/>
                                <a:gd name="T24" fmla="*/ 9 w 9"/>
                                <a:gd name="T25" fmla="*/ 7 h 8"/>
                                <a:gd name="T26" fmla="*/ 9 w 9"/>
                                <a:gd name="T27" fmla="*/ 6 h 8"/>
                                <a:gd name="T28" fmla="*/ 9 w 9"/>
                                <a:gd name="T29" fmla="*/ 4 h 8"/>
                                <a:gd name="T30" fmla="*/ 9 w 9"/>
                                <a:gd name="T31" fmla="*/ 3 h 8"/>
                                <a:gd name="T32" fmla="*/ 7 w 9"/>
                                <a:gd name="T33" fmla="*/ 1 h 8"/>
                                <a:gd name="T34" fmla="*/ 6 w 9"/>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6" y="0"/>
                                  </a:moveTo>
                                  <a:lnTo>
                                    <a:pt x="4" y="0"/>
                                  </a:lnTo>
                                  <a:lnTo>
                                    <a:pt x="3" y="1"/>
                                  </a:lnTo>
                                  <a:lnTo>
                                    <a:pt x="1" y="3"/>
                                  </a:lnTo>
                                  <a:lnTo>
                                    <a:pt x="0" y="4"/>
                                  </a:lnTo>
                                  <a:lnTo>
                                    <a:pt x="0" y="6"/>
                                  </a:lnTo>
                                  <a:lnTo>
                                    <a:pt x="1" y="7"/>
                                  </a:lnTo>
                                  <a:lnTo>
                                    <a:pt x="3" y="8"/>
                                  </a:lnTo>
                                  <a:lnTo>
                                    <a:pt x="4" y="8"/>
                                  </a:lnTo>
                                  <a:lnTo>
                                    <a:pt x="6" y="8"/>
                                  </a:lnTo>
                                  <a:lnTo>
                                    <a:pt x="7" y="8"/>
                                  </a:lnTo>
                                  <a:lnTo>
                                    <a:pt x="9" y="7"/>
                                  </a:lnTo>
                                  <a:lnTo>
                                    <a:pt x="9" y="6"/>
                                  </a:lnTo>
                                  <a:lnTo>
                                    <a:pt x="9" y="4"/>
                                  </a:lnTo>
                                  <a:lnTo>
                                    <a:pt x="9" y="3"/>
                                  </a:lnTo>
                                  <a:lnTo>
                                    <a:pt x="7" y="1"/>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69" name="Freeform 179"/>
                            <p:cNvSpPr>
                              <a:spLocks/>
                            </p:cNvSpPr>
                            <p:nvPr/>
                          </p:nvSpPr>
                          <p:spPr bwMode="auto">
                            <a:xfrm>
                              <a:off x="3801" y="1757"/>
                              <a:ext cx="9" cy="9"/>
                            </a:xfrm>
                            <a:custGeom>
                              <a:avLst/>
                              <a:gdLst>
                                <a:gd name="T0" fmla="*/ 5 w 9"/>
                                <a:gd name="T1" fmla="*/ 0 h 9"/>
                                <a:gd name="T2" fmla="*/ 3 w 9"/>
                                <a:gd name="T3" fmla="*/ 0 h 9"/>
                                <a:gd name="T4" fmla="*/ 2 w 9"/>
                                <a:gd name="T5" fmla="*/ 2 h 9"/>
                                <a:gd name="T6" fmla="*/ 0 w 9"/>
                                <a:gd name="T7" fmla="*/ 3 h 9"/>
                                <a:gd name="T8" fmla="*/ 0 w 9"/>
                                <a:gd name="T9" fmla="*/ 4 h 9"/>
                                <a:gd name="T10" fmla="*/ 0 w 9"/>
                                <a:gd name="T11" fmla="*/ 6 h 9"/>
                                <a:gd name="T12" fmla="*/ 0 w 9"/>
                                <a:gd name="T13" fmla="*/ 7 h 9"/>
                                <a:gd name="T14" fmla="*/ 2 w 9"/>
                                <a:gd name="T15" fmla="*/ 9 h 9"/>
                                <a:gd name="T16" fmla="*/ 3 w 9"/>
                                <a:gd name="T17" fmla="*/ 9 h 9"/>
                                <a:gd name="T18" fmla="*/ 3 w 9"/>
                                <a:gd name="T19" fmla="*/ 9 h 9"/>
                                <a:gd name="T20" fmla="*/ 5 w 9"/>
                                <a:gd name="T21" fmla="*/ 9 h 9"/>
                                <a:gd name="T22" fmla="*/ 6 w 9"/>
                                <a:gd name="T23" fmla="*/ 9 h 9"/>
                                <a:gd name="T24" fmla="*/ 7 w 9"/>
                                <a:gd name="T25" fmla="*/ 7 h 9"/>
                                <a:gd name="T26" fmla="*/ 9 w 9"/>
                                <a:gd name="T27" fmla="*/ 6 h 9"/>
                                <a:gd name="T28" fmla="*/ 9 w 9"/>
                                <a:gd name="T29" fmla="*/ 4 h 9"/>
                                <a:gd name="T30" fmla="*/ 7 w 9"/>
                                <a:gd name="T31" fmla="*/ 3 h 9"/>
                                <a:gd name="T32" fmla="*/ 6 w 9"/>
                                <a:gd name="T33" fmla="*/ 2 h 9"/>
                                <a:gd name="T34" fmla="*/ 5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5" y="0"/>
                                  </a:moveTo>
                                  <a:lnTo>
                                    <a:pt x="3" y="0"/>
                                  </a:lnTo>
                                  <a:lnTo>
                                    <a:pt x="2" y="2"/>
                                  </a:lnTo>
                                  <a:lnTo>
                                    <a:pt x="0" y="3"/>
                                  </a:lnTo>
                                  <a:lnTo>
                                    <a:pt x="0" y="4"/>
                                  </a:lnTo>
                                  <a:lnTo>
                                    <a:pt x="0" y="6"/>
                                  </a:lnTo>
                                  <a:lnTo>
                                    <a:pt x="0" y="7"/>
                                  </a:lnTo>
                                  <a:lnTo>
                                    <a:pt x="2" y="9"/>
                                  </a:lnTo>
                                  <a:lnTo>
                                    <a:pt x="3" y="9"/>
                                  </a:lnTo>
                                  <a:lnTo>
                                    <a:pt x="5" y="9"/>
                                  </a:lnTo>
                                  <a:lnTo>
                                    <a:pt x="6" y="9"/>
                                  </a:lnTo>
                                  <a:lnTo>
                                    <a:pt x="7" y="7"/>
                                  </a:lnTo>
                                  <a:lnTo>
                                    <a:pt x="9" y="6"/>
                                  </a:lnTo>
                                  <a:lnTo>
                                    <a:pt x="9" y="4"/>
                                  </a:lnTo>
                                  <a:lnTo>
                                    <a:pt x="7" y="3"/>
                                  </a:lnTo>
                                  <a:lnTo>
                                    <a:pt x="6" y="2"/>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70" name="Freeform 180"/>
                            <p:cNvSpPr>
                              <a:spLocks/>
                            </p:cNvSpPr>
                            <p:nvPr/>
                          </p:nvSpPr>
                          <p:spPr bwMode="auto">
                            <a:xfrm>
                              <a:off x="3817" y="1764"/>
                              <a:ext cx="9" cy="9"/>
                            </a:xfrm>
                            <a:custGeom>
                              <a:avLst/>
                              <a:gdLst>
                                <a:gd name="T0" fmla="*/ 6 w 9"/>
                                <a:gd name="T1" fmla="*/ 0 h 9"/>
                                <a:gd name="T2" fmla="*/ 5 w 9"/>
                                <a:gd name="T3" fmla="*/ 0 h 9"/>
                                <a:gd name="T4" fmla="*/ 3 w 9"/>
                                <a:gd name="T5" fmla="*/ 0 h 9"/>
                                <a:gd name="T6" fmla="*/ 2 w 9"/>
                                <a:gd name="T7" fmla="*/ 2 h 9"/>
                                <a:gd name="T8" fmla="*/ 0 w 9"/>
                                <a:gd name="T9" fmla="*/ 3 h 9"/>
                                <a:gd name="T10" fmla="*/ 0 w 9"/>
                                <a:gd name="T11" fmla="*/ 5 h 9"/>
                                <a:gd name="T12" fmla="*/ 2 w 9"/>
                                <a:gd name="T13" fmla="*/ 6 h 9"/>
                                <a:gd name="T14" fmla="*/ 3 w 9"/>
                                <a:gd name="T15" fmla="*/ 8 h 9"/>
                                <a:gd name="T16" fmla="*/ 5 w 9"/>
                                <a:gd name="T17" fmla="*/ 9 h 9"/>
                                <a:gd name="T18" fmla="*/ 5 w 9"/>
                                <a:gd name="T19" fmla="*/ 9 h 9"/>
                                <a:gd name="T20" fmla="*/ 6 w 9"/>
                                <a:gd name="T21" fmla="*/ 9 h 9"/>
                                <a:gd name="T22" fmla="*/ 7 w 9"/>
                                <a:gd name="T23" fmla="*/ 8 h 9"/>
                                <a:gd name="T24" fmla="*/ 9 w 9"/>
                                <a:gd name="T25" fmla="*/ 6 h 9"/>
                                <a:gd name="T26" fmla="*/ 9 w 9"/>
                                <a:gd name="T27" fmla="*/ 5 h 9"/>
                                <a:gd name="T28" fmla="*/ 9 w 9"/>
                                <a:gd name="T29" fmla="*/ 3 h 9"/>
                                <a:gd name="T30" fmla="*/ 9 w 9"/>
                                <a:gd name="T31" fmla="*/ 2 h 9"/>
                                <a:gd name="T32" fmla="*/ 7 w 9"/>
                                <a:gd name="T33" fmla="*/ 0 h 9"/>
                                <a:gd name="T34" fmla="*/ 6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6" y="0"/>
                                  </a:moveTo>
                                  <a:lnTo>
                                    <a:pt x="5" y="0"/>
                                  </a:lnTo>
                                  <a:lnTo>
                                    <a:pt x="3" y="0"/>
                                  </a:lnTo>
                                  <a:lnTo>
                                    <a:pt x="2" y="2"/>
                                  </a:lnTo>
                                  <a:lnTo>
                                    <a:pt x="0" y="3"/>
                                  </a:lnTo>
                                  <a:lnTo>
                                    <a:pt x="0" y="5"/>
                                  </a:lnTo>
                                  <a:lnTo>
                                    <a:pt x="2" y="6"/>
                                  </a:lnTo>
                                  <a:lnTo>
                                    <a:pt x="3" y="8"/>
                                  </a:lnTo>
                                  <a:lnTo>
                                    <a:pt x="5" y="9"/>
                                  </a:lnTo>
                                  <a:lnTo>
                                    <a:pt x="6" y="9"/>
                                  </a:lnTo>
                                  <a:lnTo>
                                    <a:pt x="7" y="8"/>
                                  </a:lnTo>
                                  <a:lnTo>
                                    <a:pt x="9" y="6"/>
                                  </a:lnTo>
                                  <a:lnTo>
                                    <a:pt x="9" y="5"/>
                                  </a:lnTo>
                                  <a:lnTo>
                                    <a:pt x="9" y="3"/>
                                  </a:lnTo>
                                  <a:lnTo>
                                    <a:pt x="9" y="2"/>
                                  </a:lnTo>
                                  <a:lnTo>
                                    <a:pt x="7" y="0"/>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71" name="Freeform 181"/>
                            <p:cNvSpPr>
                              <a:spLocks/>
                            </p:cNvSpPr>
                            <p:nvPr/>
                          </p:nvSpPr>
                          <p:spPr bwMode="auto">
                            <a:xfrm>
                              <a:off x="3833" y="1773"/>
                              <a:ext cx="9" cy="9"/>
                            </a:xfrm>
                            <a:custGeom>
                              <a:avLst/>
                              <a:gdLst>
                                <a:gd name="T0" fmla="*/ 6 w 9"/>
                                <a:gd name="T1" fmla="*/ 0 h 9"/>
                                <a:gd name="T2" fmla="*/ 5 w 9"/>
                                <a:gd name="T3" fmla="*/ 0 h 9"/>
                                <a:gd name="T4" fmla="*/ 3 w 9"/>
                                <a:gd name="T5" fmla="*/ 0 h 9"/>
                                <a:gd name="T6" fmla="*/ 2 w 9"/>
                                <a:gd name="T7" fmla="*/ 0 h 9"/>
                                <a:gd name="T8" fmla="*/ 0 w 9"/>
                                <a:gd name="T9" fmla="*/ 1 h 9"/>
                                <a:gd name="T10" fmla="*/ 0 w 9"/>
                                <a:gd name="T11" fmla="*/ 3 h 9"/>
                                <a:gd name="T12" fmla="*/ 0 w 9"/>
                                <a:gd name="T13" fmla="*/ 4 h 9"/>
                                <a:gd name="T14" fmla="*/ 0 w 9"/>
                                <a:gd name="T15" fmla="*/ 6 h 9"/>
                                <a:gd name="T16" fmla="*/ 2 w 9"/>
                                <a:gd name="T17" fmla="*/ 7 h 9"/>
                                <a:gd name="T18" fmla="*/ 2 w 9"/>
                                <a:gd name="T19" fmla="*/ 7 h 9"/>
                                <a:gd name="T20" fmla="*/ 3 w 9"/>
                                <a:gd name="T21" fmla="*/ 9 h 9"/>
                                <a:gd name="T22" fmla="*/ 5 w 9"/>
                                <a:gd name="T23" fmla="*/ 9 h 9"/>
                                <a:gd name="T24" fmla="*/ 6 w 9"/>
                                <a:gd name="T25" fmla="*/ 7 h 9"/>
                                <a:gd name="T26" fmla="*/ 7 w 9"/>
                                <a:gd name="T27" fmla="*/ 6 h 9"/>
                                <a:gd name="T28" fmla="*/ 9 w 9"/>
                                <a:gd name="T29" fmla="*/ 4 h 9"/>
                                <a:gd name="T30" fmla="*/ 9 w 9"/>
                                <a:gd name="T31" fmla="*/ 3 h 9"/>
                                <a:gd name="T32" fmla="*/ 7 w 9"/>
                                <a:gd name="T33" fmla="*/ 1 h 9"/>
                                <a:gd name="T34" fmla="*/ 6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6" y="0"/>
                                  </a:moveTo>
                                  <a:lnTo>
                                    <a:pt x="5" y="0"/>
                                  </a:lnTo>
                                  <a:lnTo>
                                    <a:pt x="3" y="0"/>
                                  </a:lnTo>
                                  <a:lnTo>
                                    <a:pt x="2" y="0"/>
                                  </a:lnTo>
                                  <a:lnTo>
                                    <a:pt x="0" y="1"/>
                                  </a:lnTo>
                                  <a:lnTo>
                                    <a:pt x="0" y="3"/>
                                  </a:lnTo>
                                  <a:lnTo>
                                    <a:pt x="0" y="4"/>
                                  </a:lnTo>
                                  <a:lnTo>
                                    <a:pt x="0" y="6"/>
                                  </a:lnTo>
                                  <a:lnTo>
                                    <a:pt x="2" y="7"/>
                                  </a:lnTo>
                                  <a:lnTo>
                                    <a:pt x="3" y="9"/>
                                  </a:lnTo>
                                  <a:lnTo>
                                    <a:pt x="5" y="9"/>
                                  </a:lnTo>
                                  <a:lnTo>
                                    <a:pt x="6" y="7"/>
                                  </a:lnTo>
                                  <a:lnTo>
                                    <a:pt x="7" y="6"/>
                                  </a:lnTo>
                                  <a:lnTo>
                                    <a:pt x="9" y="4"/>
                                  </a:lnTo>
                                  <a:lnTo>
                                    <a:pt x="9" y="3"/>
                                  </a:lnTo>
                                  <a:lnTo>
                                    <a:pt x="7" y="1"/>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72" name="Freeform 182"/>
                            <p:cNvSpPr>
                              <a:spLocks/>
                            </p:cNvSpPr>
                            <p:nvPr/>
                          </p:nvSpPr>
                          <p:spPr bwMode="auto">
                            <a:xfrm>
                              <a:off x="3848" y="1782"/>
                              <a:ext cx="8" cy="8"/>
                            </a:xfrm>
                            <a:custGeom>
                              <a:avLst/>
                              <a:gdLst>
                                <a:gd name="T0" fmla="*/ 6 w 8"/>
                                <a:gd name="T1" fmla="*/ 0 h 8"/>
                                <a:gd name="T2" fmla="*/ 4 w 8"/>
                                <a:gd name="T3" fmla="*/ 0 h 8"/>
                                <a:gd name="T4" fmla="*/ 3 w 8"/>
                                <a:gd name="T5" fmla="*/ 0 h 8"/>
                                <a:gd name="T6" fmla="*/ 1 w 8"/>
                                <a:gd name="T7" fmla="*/ 0 h 8"/>
                                <a:gd name="T8" fmla="*/ 0 w 8"/>
                                <a:gd name="T9" fmla="*/ 1 h 8"/>
                                <a:gd name="T10" fmla="*/ 0 w 8"/>
                                <a:gd name="T11" fmla="*/ 3 h 8"/>
                                <a:gd name="T12" fmla="*/ 0 w 8"/>
                                <a:gd name="T13" fmla="*/ 4 h 8"/>
                                <a:gd name="T14" fmla="*/ 0 w 8"/>
                                <a:gd name="T15" fmla="*/ 6 h 8"/>
                                <a:gd name="T16" fmla="*/ 1 w 8"/>
                                <a:gd name="T17" fmla="*/ 7 h 8"/>
                                <a:gd name="T18" fmla="*/ 1 w 8"/>
                                <a:gd name="T19" fmla="*/ 7 h 8"/>
                                <a:gd name="T20" fmla="*/ 3 w 8"/>
                                <a:gd name="T21" fmla="*/ 8 h 8"/>
                                <a:gd name="T22" fmla="*/ 4 w 8"/>
                                <a:gd name="T23" fmla="*/ 8 h 8"/>
                                <a:gd name="T24" fmla="*/ 6 w 8"/>
                                <a:gd name="T25" fmla="*/ 7 h 8"/>
                                <a:gd name="T26" fmla="*/ 7 w 8"/>
                                <a:gd name="T27" fmla="*/ 6 h 8"/>
                                <a:gd name="T28" fmla="*/ 8 w 8"/>
                                <a:gd name="T29" fmla="*/ 4 h 8"/>
                                <a:gd name="T30" fmla="*/ 8 w 8"/>
                                <a:gd name="T31" fmla="*/ 3 h 8"/>
                                <a:gd name="T32" fmla="*/ 7 w 8"/>
                                <a:gd name="T33" fmla="*/ 1 h 8"/>
                                <a:gd name="T34" fmla="*/ 6 w 8"/>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8"/>
                                <a:gd name="T56" fmla="*/ 8 w 8"/>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8">
                                  <a:moveTo>
                                    <a:pt x="6" y="0"/>
                                  </a:moveTo>
                                  <a:lnTo>
                                    <a:pt x="4" y="0"/>
                                  </a:lnTo>
                                  <a:lnTo>
                                    <a:pt x="3" y="0"/>
                                  </a:lnTo>
                                  <a:lnTo>
                                    <a:pt x="1" y="0"/>
                                  </a:lnTo>
                                  <a:lnTo>
                                    <a:pt x="0" y="1"/>
                                  </a:lnTo>
                                  <a:lnTo>
                                    <a:pt x="0" y="3"/>
                                  </a:lnTo>
                                  <a:lnTo>
                                    <a:pt x="0" y="4"/>
                                  </a:lnTo>
                                  <a:lnTo>
                                    <a:pt x="0" y="6"/>
                                  </a:lnTo>
                                  <a:lnTo>
                                    <a:pt x="1" y="7"/>
                                  </a:lnTo>
                                  <a:lnTo>
                                    <a:pt x="3" y="8"/>
                                  </a:lnTo>
                                  <a:lnTo>
                                    <a:pt x="4" y="8"/>
                                  </a:lnTo>
                                  <a:lnTo>
                                    <a:pt x="6" y="7"/>
                                  </a:lnTo>
                                  <a:lnTo>
                                    <a:pt x="7" y="6"/>
                                  </a:lnTo>
                                  <a:lnTo>
                                    <a:pt x="8" y="4"/>
                                  </a:lnTo>
                                  <a:lnTo>
                                    <a:pt x="8" y="3"/>
                                  </a:lnTo>
                                  <a:lnTo>
                                    <a:pt x="7" y="1"/>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73" name="Freeform 183"/>
                            <p:cNvSpPr>
                              <a:spLocks/>
                            </p:cNvSpPr>
                            <p:nvPr/>
                          </p:nvSpPr>
                          <p:spPr bwMode="auto">
                            <a:xfrm>
                              <a:off x="3861" y="1792"/>
                              <a:ext cx="8" cy="9"/>
                            </a:xfrm>
                            <a:custGeom>
                              <a:avLst/>
                              <a:gdLst>
                                <a:gd name="T0" fmla="*/ 7 w 8"/>
                                <a:gd name="T1" fmla="*/ 0 h 9"/>
                                <a:gd name="T2" fmla="*/ 6 w 8"/>
                                <a:gd name="T3" fmla="*/ 0 h 9"/>
                                <a:gd name="T4" fmla="*/ 4 w 8"/>
                                <a:gd name="T5" fmla="*/ 0 h 9"/>
                                <a:gd name="T6" fmla="*/ 3 w 8"/>
                                <a:gd name="T7" fmla="*/ 0 h 9"/>
                                <a:gd name="T8" fmla="*/ 1 w 8"/>
                                <a:gd name="T9" fmla="*/ 1 h 9"/>
                                <a:gd name="T10" fmla="*/ 0 w 8"/>
                                <a:gd name="T11" fmla="*/ 3 h 9"/>
                                <a:gd name="T12" fmla="*/ 0 w 8"/>
                                <a:gd name="T13" fmla="*/ 4 h 9"/>
                                <a:gd name="T14" fmla="*/ 1 w 8"/>
                                <a:gd name="T15" fmla="*/ 6 h 9"/>
                                <a:gd name="T16" fmla="*/ 3 w 8"/>
                                <a:gd name="T17" fmla="*/ 7 h 9"/>
                                <a:gd name="T18" fmla="*/ 3 w 8"/>
                                <a:gd name="T19" fmla="*/ 7 h 9"/>
                                <a:gd name="T20" fmla="*/ 4 w 8"/>
                                <a:gd name="T21" fmla="*/ 9 h 9"/>
                                <a:gd name="T22" fmla="*/ 6 w 8"/>
                                <a:gd name="T23" fmla="*/ 9 h 9"/>
                                <a:gd name="T24" fmla="*/ 7 w 8"/>
                                <a:gd name="T25" fmla="*/ 7 h 9"/>
                                <a:gd name="T26" fmla="*/ 8 w 8"/>
                                <a:gd name="T27" fmla="*/ 6 h 9"/>
                                <a:gd name="T28" fmla="*/ 8 w 8"/>
                                <a:gd name="T29" fmla="*/ 4 h 9"/>
                                <a:gd name="T30" fmla="*/ 8 w 8"/>
                                <a:gd name="T31" fmla="*/ 3 h 9"/>
                                <a:gd name="T32" fmla="*/ 8 w 8"/>
                                <a:gd name="T33" fmla="*/ 1 h 9"/>
                                <a:gd name="T34" fmla="*/ 7 w 8"/>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7" y="0"/>
                                  </a:moveTo>
                                  <a:lnTo>
                                    <a:pt x="6" y="0"/>
                                  </a:lnTo>
                                  <a:lnTo>
                                    <a:pt x="4" y="0"/>
                                  </a:lnTo>
                                  <a:lnTo>
                                    <a:pt x="3" y="0"/>
                                  </a:lnTo>
                                  <a:lnTo>
                                    <a:pt x="1" y="1"/>
                                  </a:lnTo>
                                  <a:lnTo>
                                    <a:pt x="0" y="3"/>
                                  </a:lnTo>
                                  <a:lnTo>
                                    <a:pt x="0" y="4"/>
                                  </a:lnTo>
                                  <a:lnTo>
                                    <a:pt x="1" y="6"/>
                                  </a:lnTo>
                                  <a:lnTo>
                                    <a:pt x="3" y="7"/>
                                  </a:lnTo>
                                  <a:lnTo>
                                    <a:pt x="4" y="9"/>
                                  </a:lnTo>
                                  <a:lnTo>
                                    <a:pt x="6" y="9"/>
                                  </a:lnTo>
                                  <a:lnTo>
                                    <a:pt x="7" y="7"/>
                                  </a:lnTo>
                                  <a:lnTo>
                                    <a:pt x="8" y="6"/>
                                  </a:lnTo>
                                  <a:lnTo>
                                    <a:pt x="8" y="4"/>
                                  </a:lnTo>
                                  <a:lnTo>
                                    <a:pt x="8" y="3"/>
                                  </a:lnTo>
                                  <a:lnTo>
                                    <a:pt x="8" y="1"/>
                                  </a:lnTo>
                                  <a:lnTo>
                                    <a:pt x="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74" name="Freeform 184"/>
                            <p:cNvSpPr>
                              <a:spLocks/>
                            </p:cNvSpPr>
                            <p:nvPr/>
                          </p:nvSpPr>
                          <p:spPr bwMode="auto">
                            <a:xfrm>
                              <a:off x="3875" y="1802"/>
                              <a:ext cx="9" cy="9"/>
                            </a:xfrm>
                            <a:custGeom>
                              <a:avLst/>
                              <a:gdLst>
                                <a:gd name="T0" fmla="*/ 8 w 9"/>
                                <a:gd name="T1" fmla="*/ 2 h 9"/>
                                <a:gd name="T2" fmla="*/ 6 w 9"/>
                                <a:gd name="T3" fmla="*/ 0 h 9"/>
                                <a:gd name="T4" fmla="*/ 5 w 9"/>
                                <a:gd name="T5" fmla="*/ 0 h 9"/>
                                <a:gd name="T6" fmla="*/ 3 w 9"/>
                                <a:gd name="T7" fmla="*/ 2 h 9"/>
                                <a:gd name="T8" fmla="*/ 2 w 9"/>
                                <a:gd name="T9" fmla="*/ 3 h 9"/>
                                <a:gd name="T10" fmla="*/ 0 w 9"/>
                                <a:gd name="T11" fmla="*/ 4 h 9"/>
                                <a:gd name="T12" fmla="*/ 0 w 9"/>
                                <a:gd name="T13" fmla="*/ 6 h 9"/>
                                <a:gd name="T14" fmla="*/ 2 w 9"/>
                                <a:gd name="T15" fmla="*/ 7 h 9"/>
                                <a:gd name="T16" fmla="*/ 3 w 9"/>
                                <a:gd name="T17" fmla="*/ 9 h 9"/>
                                <a:gd name="T18" fmla="*/ 3 w 9"/>
                                <a:gd name="T19" fmla="*/ 9 h 9"/>
                                <a:gd name="T20" fmla="*/ 5 w 9"/>
                                <a:gd name="T21" fmla="*/ 9 h 9"/>
                                <a:gd name="T22" fmla="*/ 6 w 9"/>
                                <a:gd name="T23" fmla="*/ 9 h 9"/>
                                <a:gd name="T24" fmla="*/ 8 w 9"/>
                                <a:gd name="T25" fmla="*/ 9 h 9"/>
                                <a:gd name="T26" fmla="*/ 9 w 9"/>
                                <a:gd name="T27" fmla="*/ 7 h 9"/>
                                <a:gd name="T28" fmla="*/ 9 w 9"/>
                                <a:gd name="T29" fmla="*/ 6 h 9"/>
                                <a:gd name="T30" fmla="*/ 9 w 9"/>
                                <a:gd name="T31" fmla="*/ 4 h 9"/>
                                <a:gd name="T32" fmla="*/ 9 w 9"/>
                                <a:gd name="T33" fmla="*/ 3 h 9"/>
                                <a:gd name="T34" fmla="*/ 8 w 9"/>
                                <a:gd name="T35" fmla="*/ 2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8" y="2"/>
                                  </a:moveTo>
                                  <a:lnTo>
                                    <a:pt x="6" y="0"/>
                                  </a:lnTo>
                                  <a:lnTo>
                                    <a:pt x="5" y="0"/>
                                  </a:lnTo>
                                  <a:lnTo>
                                    <a:pt x="3" y="2"/>
                                  </a:lnTo>
                                  <a:lnTo>
                                    <a:pt x="2" y="3"/>
                                  </a:lnTo>
                                  <a:lnTo>
                                    <a:pt x="0" y="4"/>
                                  </a:lnTo>
                                  <a:lnTo>
                                    <a:pt x="0" y="6"/>
                                  </a:lnTo>
                                  <a:lnTo>
                                    <a:pt x="2" y="7"/>
                                  </a:lnTo>
                                  <a:lnTo>
                                    <a:pt x="3" y="9"/>
                                  </a:lnTo>
                                  <a:lnTo>
                                    <a:pt x="5" y="9"/>
                                  </a:lnTo>
                                  <a:lnTo>
                                    <a:pt x="6" y="9"/>
                                  </a:lnTo>
                                  <a:lnTo>
                                    <a:pt x="8" y="9"/>
                                  </a:lnTo>
                                  <a:lnTo>
                                    <a:pt x="9" y="7"/>
                                  </a:lnTo>
                                  <a:lnTo>
                                    <a:pt x="9" y="6"/>
                                  </a:lnTo>
                                  <a:lnTo>
                                    <a:pt x="9" y="4"/>
                                  </a:lnTo>
                                  <a:lnTo>
                                    <a:pt x="9" y="3"/>
                                  </a:lnTo>
                                  <a:lnTo>
                                    <a:pt x="8"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75" name="Freeform 185"/>
                            <p:cNvSpPr>
                              <a:spLocks/>
                            </p:cNvSpPr>
                            <p:nvPr/>
                          </p:nvSpPr>
                          <p:spPr bwMode="auto">
                            <a:xfrm>
                              <a:off x="3888" y="1814"/>
                              <a:ext cx="9" cy="8"/>
                            </a:xfrm>
                            <a:custGeom>
                              <a:avLst/>
                              <a:gdLst>
                                <a:gd name="T0" fmla="*/ 8 w 9"/>
                                <a:gd name="T1" fmla="*/ 0 h 8"/>
                                <a:gd name="T2" fmla="*/ 6 w 9"/>
                                <a:gd name="T3" fmla="*/ 0 h 8"/>
                                <a:gd name="T4" fmla="*/ 5 w 9"/>
                                <a:gd name="T5" fmla="*/ 0 h 8"/>
                                <a:gd name="T6" fmla="*/ 3 w 9"/>
                                <a:gd name="T7" fmla="*/ 0 h 8"/>
                                <a:gd name="T8" fmla="*/ 2 w 9"/>
                                <a:gd name="T9" fmla="*/ 1 h 8"/>
                                <a:gd name="T10" fmla="*/ 0 w 9"/>
                                <a:gd name="T11" fmla="*/ 3 h 8"/>
                                <a:gd name="T12" fmla="*/ 0 w 9"/>
                                <a:gd name="T13" fmla="*/ 4 h 8"/>
                                <a:gd name="T14" fmla="*/ 2 w 9"/>
                                <a:gd name="T15" fmla="*/ 6 h 8"/>
                                <a:gd name="T16" fmla="*/ 3 w 9"/>
                                <a:gd name="T17" fmla="*/ 7 h 8"/>
                                <a:gd name="T18" fmla="*/ 3 w 9"/>
                                <a:gd name="T19" fmla="*/ 7 h 8"/>
                                <a:gd name="T20" fmla="*/ 5 w 9"/>
                                <a:gd name="T21" fmla="*/ 8 h 8"/>
                                <a:gd name="T22" fmla="*/ 6 w 9"/>
                                <a:gd name="T23" fmla="*/ 8 h 8"/>
                                <a:gd name="T24" fmla="*/ 8 w 9"/>
                                <a:gd name="T25" fmla="*/ 7 h 8"/>
                                <a:gd name="T26" fmla="*/ 9 w 9"/>
                                <a:gd name="T27" fmla="*/ 6 h 8"/>
                                <a:gd name="T28" fmla="*/ 9 w 9"/>
                                <a:gd name="T29" fmla="*/ 4 h 8"/>
                                <a:gd name="T30" fmla="*/ 9 w 9"/>
                                <a:gd name="T31" fmla="*/ 3 h 8"/>
                                <a:gd name="T32" fmla="*/ 9 w 9"/>
                                <a:gd name="T33" fmla="*/ 1 h 8"/>
                                <a:gd name="T34" fmla="*/ 8 w 9"/>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8" y="0"/>
                                  </a:moveTo>
                                  <a:lnTo>
                                    <a:pt x="6" y="0"/>
                                  </a:lnTo>
                                  <a:lnTo>
                                    <a:pt x="5" y="0"/>
                                  </a:lnTo>
                                  <a:lnTo>
                                    <a:pt x="3" y="0"/>
                                  </a:lnTo>
                                  <a:lnTo>
                                    <a:pt x="2" y="1"/>
                                  </a:lnTo>
                                  <a:lnTo>
                                    <a:pt x="0" y="3"/>
                                  </a:lnTo>
                                  <a:lnTo>
                                    <a:pt x="0" y="4"/>
                                  </a:lnTo>
                                  <a:lnTo>
                                    <a:pt x="2" y="6"/>
                                  </a:lnTo>
                                  <a:lnTo>
                                    <a:pt x="3" y="7"/>
                                  </a:lnTo>
                                  <a:lnTo>
                                    <a:pt x="5" y="8"/>
                                  </a:lnTo>
                                  <a:lnTo>
                                    <a:pt x="6" y="8"/>
                                  </a:lnTo>
                                  <a:lnTo>
                                    <a:pt x="8" y="7"/>
                                  </a:lnTo>
                                  <a:lnTo>
                                    <a:pt x="9" y="6"/>
                                  </a:lnTo>
                                  <a:lnTo>
                                    <a:pt x="9" y="4"/>
                                  </a:lnTo>
                                  <a:lnTo>
                                    <a:pt x="9" y="3"/>
                                  </a:lnTo>
                                  <a:lnTo>
                                    <a:pt x="9" y="1"/>
                                  </a:lnTo>
                                  <a:lnTo>
                                    <a:pt x="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76" name="Freeform 186"/>
                            <p:cNvSpPr>
                              <a:spLocks/>
                            </p:cNvSpPr>
                            <p:nvPr/>
                          </p:nvSpPr>
                          <p:spPr bwMode="auto">
                            <a:xfrm>
                              <a:off x="3903" y="1824"/>
                              <a:ext cx="9" cy="9"/>
                            </a:xfrm>
                            <a:custGeom>
                              <a:avLst/>
                              <a:gdLst>
                                <a:gd name="T0" fmla="*/ 6 w 9"/>
                                <a:gd name="T1" fmla="*/ 1 h 9"/>
                                <a:gd name="T2" fmla="*/ 4 w 9"/>
                                <a:gd name="T3" fmla="*/ 0 h 9"/>
                                <a:gd name="T4" fmla="*/ 3 w 9"/>
                                <a:gd name="T5" fmla="*/ 0 h 9"/>
                                <a:gd name="T6" fmla="*/ 1 w 9"/>
                                <a:gd name="T7" fmla="*/ 1 h 9"/>
                                <a:gd name="T8" fmla="*/ 0 w 9"/>
                                <a:gd name="T9" fmla="*/ 3 h 9"/>
                                <a:gd name="T10" fmla="*/ 0 w 9"/>
                                <a:gd name="T11" fmla="*/ 4 h 9"/>
                                <a:gd name="T12" fmla="*/ 0 w 9"/>
                                <a:gd name="T13" fmla="*/ 6 h 9"/>
                                <a:gd name="T14" fmla="*/ 0 w 9"/>
                                <a:gd name="T15" fmla="*/ 7 h 9"/>
                                <a:gd name="T16" fmla="*/ 1 w 9"/>
                                <a:gd name="T17" fmla="*/ 9 h 9"/>
                                <a:gd name="T18" fmla="*/ 1 w 9"/>
                                <a:gd name="T19" fmla="*/ 9 h 9"/>
                                <a:gd name="T20" fmla="*/ 3 w 9"/>
                                <a:gd name="T21" fmla="*/ 9 h 9"/>
                                <a:gd name="T22" fmla="*/ 4 w 9"/>
                                <a:gd name="T23" fmla="*/ 9 h 9"/>
                                <a:gd name="T24" fmla="*/ 6 w 9"/>
                                <a:gd name="T25" fmla="*/ 9 h 9"/>
                                <a:gd name="T26" fmla="*/ 7 w 9"/>
                                <a:gd name="T27" fmla="*/ 7 h 9"/>
                                <a:gd name="T28" fmla="*/ 9 w 9"/>
                                <a:gd name="T29" fmla="*/ 6 h 9"/>
                                <a:gd name="T30" fmla="*/ 9 w 9"/>
                                <a:gd name="T31" fmla="*/ 4 h 9"/>
                                <a:gd name="T32" fmla="*/ 7 w 9"/>
                                <a:gd name="T33" fmla="*/ 3 h 9"/>
                                <a:gd name="T34" fmla="*/ 6 w 9"/>
                                <a:gd name="T35" fmla="*/ 1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6" y="1"/>
                                  </a:moveTo>
                                  <a:lnTo>
                                    <a:pt x="4" y="0"/>
                                  </a:lnTo>
                                  <a:lnTo>
                                    <a:pt x="3" y="0"/>
                                  </a:lnTo>
                                  <a:lnTo>
                                    <a:pt x="1" y="1"/>
                                  </a:lnTo>
                                  <a:lnTo>
                                    <a:pt x="0" y="3"/>
                                  </a:lnTo>
                                  <a:lnTo>
                                    <a:pt x="0" y="4"/>
                                  </a:lnTo>
                                  <a:lnTo>
                                    <a:pt x="0" y="6"/>
                                  </a:lnTo>
                                  <a:lnTo>
                                    <a:pt x="0" y="7"/>
                                  </a:lnTo>
                                  <a:lnTo>
                                    <a:pt x="1" y="9"/>
                                  </a:lnTo>
                                  <a:lnTo>
                                    <a:pt x="3" y="9"/>
                                  </a:lnTo>
                                  <a:lnTo>
                                    <a:pt x="4" y="9"/>
                                  </a:lnTo>
                                  <a:lnTo>
                                    <a:pt x="6" y="9"/>
                                  </a:lnTo>
                                  <a:lnTo>
                                    <a:pt x="7" y="7"/>
                                  </a:lnTo>
                                  <a:lnTo>
                                    <a:pt x="9" y="6"/>
                                  </a:lnTo>
                                  <a:lnTo>
                                    <a:pt x="9" y="4"/>
                                  </a:lnTo>
                                  <a:lnTo>
                                    <a:pt x="7" y="3"/>
                                  </a:lnTo>
                                  <a:lnTo>
                                    <a:pt x="6"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77" name="Freeform 187"/>
                            <p:cNvSpPr>
                              <a:spLocks/>
                            </p:cNvSpPr>
                            <p:nvPr/>
                          </p:nvSpPr>
                          <p:spPr bwMode="auto">
                            <a:xfrm>
                              <a:off x="3916" y="1836"/>
                              <a:ext cx="9" cy="8"/>
                            </a:xfrm>
                            <a:custGeom>
                              <a:avLst/>
                              <a:gdLst>
                                <a:gd name="T0" fmla="*/ 7 w 9"/>
                                <a:gd name="T1" fmla="*/ 0 h 8"/>
                                <a:gd name="T2" fmla="*/ 6 w 9"/>
                                <a:gd name="T3" fmla="*/ 0 h 8"/>
                                <a:gd name="T4" fmla="*/ 4 w 9"/>
                                <a:gd name="T5" fmla="*/ 0 h 8"/>
                                <a:gd name="T6" fmla="*/ 3 w 9"/>
                                <a:gd name="T7" fmla="*/ 0 h 8"/>
                                <a:gd name="T8" fmla="*/ 1 w 9"/>
                                <a:gd name="T9" fmla="*/ 1 h 8"/>
                                <a:gd name="T10" fmla="*/ 0 w 9"/>
                                <a:gd name="T11" fmla="*/ 2 h 8"/>
                                <a:gd name="T12" fmla="*/ 0 w 9"/>
                                <a:gd name="T13" fmla="*/ 4 h 8"/>
                                <a:gd name="T14" fmla="*/ 1 w 9"/>
                                <a:gd name="T15" fmla="*/ 5 h 8"/>
                                <a:gd name="T16" fmla="*/ 3 w 9"/>
                                <a:gd name="T17" fmla="*/ 7 h 8"/>
                                <a:gd name="T18" fmla="*/ 3 w 9"/>
                                <a:gd name="T19" fmla="*/ 7 h 8"/>
                                <a:gd name="T20" fmla="*/ 4 w 9"/>
                                <a:gd name="T21" fmla="*/ 8 h 8"/>
                                <a:gd name="T22" fmla="*/ 6 w 9"/>
                                <a:gd name="T23" fmla="*/ 8 h 8"/>
                                <a:gd name="T24" fmla="*/ 7 w 9"/>
                                <a:gd name="T25" fmla="*/ 7 h 8"/>
                                <a:gd name="T26" fmla="*/ 9 w 9"/>
                                <a:gd name="T27" fmla="*/ 5 h 8"/>
                                <a:gd name="T28" fmla="*/ 9 w 9"/>
                                <a:gd name="T29" fmla="*/ 4 h 8"/>
                                <a:gd name="T30" fmla="*/ 9 w 9"/>
                                <a:gd name="T31" fmla="*/ 2 h 8"/>
                                <a:gd name="T32" fmla="*/ 9 w 9"/>
                                <a:gd name="T33" fmla="*/ 1 h 8"/>
                                <a:gd name="T34" fmla="*/ 7 w 9"/>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7" y="0"/>
                                  </a:moveTo>
                                  <a:lnTo>
                                    <a:pt x="6" y="0"/>
                                  </a:lnTo>
                                  <a:lnTo>
                                    <a:pt x="4" y="0"/>
                                  </a:lnTo>
                                  <a:lnTo>
                                    <a:pt x="3" y="0"/>
                                  </a:lnTo>
                                  <a:lnTo>
                                    <a:pt x="1" y="1"/>
                                  </a:lnTo>
                                  <a:lnTo>
                                    <a:pt x="0" y="2"/>
                                  </a:lnTo>
                                  <a:lnTo>
                                    <a:pt x="0" y="4"/>
                                  </a:lnTo>
                                  <a:lnTo>
                                    <a:pt x="1" y="5"/>
                                  </a:lnTo>
                                  <a:lnTo>
                                    <a:pt x="3" y="7"/>
                                  </a:lnTo>
                                  <a:lnTo>
                                    <a:pt x="4" y="8"/>
                                  </a:lnTo>
                                  <a:lnTo>
                                    <a:pt x="6" y="8"/>
                                  </a:lnTo>
                                  <a:lnTo>
                                    <a:pt x="7" y="7"/>
                                  </a:lnTo>
                                  <a:lnTo>
                                    <a:pt x="9" y="5"/>
                                  </a:lnTo>
                                  <a:lnTo>
                                    <a:pt x="9" y="4"/>
                                  </a:lnTo>
                                  <a:lnTo>
                                    <a:pt x="9" y="2"/>
                                  </a:lnTo>
                                  <a:lnTo>
                                    <a:pt x="9" y="1"/>
                                  </a:lnTo>
                                  <a:lnTo>
                                    <a:pt x="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78" name="Freeform 188"/>
                            <p:cNvSpPr>
                              <a:spLocks/>
                            </p:cNvSpPr>
                            <p:nvPr/>
                          </p:nvSpPr>
                          <p:spPr bwMode="auto">
                            <a:xfrm>
                              <a:off x="3929" y="1846"/>
                              <a:ext cx="9" cy="8"/>
                            </a:xfrm>
                            <a:custGeom>
                              <a:avLst/>
                              <a:gdLst>
                                <a:gd name="T0" fmla="*/ 7 w 9"/>
                                <a:gd name="T1" fmla="*/ 1 h 8"/>
                                <a:gd name="T2" fmla="*/ 6 w 9"/>
                                <a:gd name="T3" fmla="*/ 0 h 8"/>
                                <a:gd name="T4" fmla="*/ 4 w 9"/>
                                <a:gd name="T5" fmla="*/ 0 h 8"/>
                                <a:gd name="T6" fmla="*/ 3 w 9"/>
                                <a:gd name="T7" fmla="*/ 1 h 8"/>
                                <a:gd name="T8" fmla="*/ 1 w 9"/>
                                <a:gd name="T9" fmla="*/ 3 h 8"/>
                                <a:gd name="T10" fmla="*/ 0 w 9"/>
                                <a:gd name="T11" fmla="*/ 4 h 8"/>
                                <a:gd name="T12" fmla="*/ 0 w 9"/>
                                <a:gd name="T13" fmla="*/ 5 h 8"/>
                                <a:gd name="T14" fmla="*/ 1 w 9"/>
                                <a:gd name="T15" fmla="*/ 7 h 8"/>
                                <a:gd name="T16" fmla="*/ 3 w 9"/>
                                <a:gd name="T17" fmla="*/ 8 h 8"/>
                                <a:gd name="T18" fmla="*/ 3 w 9"/>
                                <a:gd name="T19" fmla="*/ 8 h 8"/>
                                <a:gd name="T20" fmla="*/ 4 w 9"/>
                                <a:gd name="T21" fmla="*/ 8 h 8"/>
                                <a:gd name="T22" fmla="*/ 6 w 9"/>
                                <a:gd name="T23" fmla="*/ 8 h 8"/>
                                <a:gd name="T24" fmla="*/ 7 w 9"/>
                                <a:gd name="T25" fmla="*/ 8 h 8"/>
                                <a:gd name="T26" fmla="*/ 9 w 9"/>
                                <a:gd name="T27" fmla="*/ 7 h 8"/>
                                <a:gd name="T28" fmla="*/ 9 w 9"/>
                                <a:gd name="T29" fmla="*/ 5 h 8"/>
                                <a:gd name="T30" fmla="*/ 9 w 9"/>
                                <a:gd name="T31" fmla="*/ 4 h 8"/>
                                <a:gd name="T32" fmla="*/ 9 w 9"/>
                                <a:gd name="T33" fmla="*/ 3 h 8"/>
                                <a:gd name="T34" fmla="*/ 7 w 9"/>
                                <a:gd name="T35" fmla="*/ 1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7" y="1"/>
                                  </a:moveTo>
                                  <a:lnTo>
                                    <a:pt x="6" y="0"/>
                                  </a:lnTo>
                                  <a:lnTo>
                                    <a:pt x="4" y="0"/>
                                  </a:lnTo>
                                  <a:lnTo>
                                    <a:pt x="3" y="1"/>
                                  </a:lnTo>
                                  <a:lnTo>
                                    <a:pt x="1" y="3"/>
                                  </a:lnTo>
                                  <a:lnTo>
                                    <a:pt x="0" y="4"/>
                                  </a:lnTo>
                                  <a:lnTo>
                                    <a:pt x="0" y="5"/>
                                  </a:lnTo>
                                  <a:lnTo>
                                    <a:pt x="1" y="7"/>
                                  </a:lnTo>
                                  <a:lnTo>
                                    <a:pt x="3" y="8"/>
                                  </a:lnTo>
                                  <a:lnTo>
                                    <a:pt x="4" y="8"/>
                                  </a:lnTo>
                                  <a:lnTo>
                                    <a:pt x="6" y="8"/>
                                  </a:lnTo>
                                  <a:lnTo>
                                    <a:pt x="7" y="8"/>
                                  </a:lnTo>
                                  <a:lnTo>
                                    <a:pt x="9" y="7"/>
                                  </a:lnTo>
                                  <a:lnTo>
                                    <a:pt x="9" y="5"/>
                                  </a:lnTo>
                                  <a:lnTo>
                                    <a:pt x="9" y="4"/>
                                  </a:lnTo>
                                  <a:lnTo>
                                    <a:pt x="9" y="3"/>
                                  </a:lnTo>
                                  <a:lnTo>
                                    <a:pt x="7"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79" name="Freeform 189"/>
                            <p:cNvSpPr>
                              <a:spLocks/>
                            </p:cNvSpPr>
                            <p:nvPr/>
                          </p:nvSpPr>
                          <p:spPr bwMode="auto">
                            <a:xfrm>
                              <a:off x="3944" y="1857"/>
                              <a:ext cx="8" cy="9"/>
                            </a:xfrm>
                            <a:custGeom>
                              <a:avLst/>
                              <a:gdLst>
                                <a:gd name="T0" fmla="*/ 5 w 8"/>
                                <a:gd name="T1" fmla="*/ 0 h 9"/>
                                <a:gd name="T2" fmla="*/ 4 w 8"/>
                                <a:gd name="T3" fmla="*/ 0 h 9"/>
                                <a:gd name="T4" fmla="*/ 2 w 8"/>
                                <a:gd name="T5" fmla="*/ 0 h 9"/>
                                <a:gd name="T6" fmla="*/ 1 w 8"/>
                                <a:gd name="T7" fmla="*/ 0 h 9"/>
                                <a:gd name="T8" fmla="*/ 0 w 8"/>
                                <a:gd name="T9" fmla="*/ 2 h 9"/>
                                <a:gd name="T10" fmla="*/ 0 w 8"/>
                                <a:gd name="T11" fmla="*/ 3 h 9"/>
                                <a:gd name="T12" fmla="*/ 0 w 8"/>
                                <a:gd name="T13" fmla="*/ 5 h 9"/>
                                <a:gd name="T14" fmla="*/ 0 w 8"/>
                                <a:gd name="T15" fmla="*/ 6 h 9"/>
                                <a:gd name="T16" fmla="*/ 1 w 8"/>
                                <a:gd name="T17" fmla="*/ 8 h 9"/>
                                <a:gd name="T18" fmla="*/ 1 w 8"/>
                                <a:gd name="T19" fmla="*/ 8 h 9"/>
                                <a:gd name="T20" fmla="*/ 2 w 8"/>
                                <a:gd name="T21" fmla="*/ 9 h 9"/>
                                <a:gd name="T22" fmla="*/ 4 w 8"/>
                                <a:gd name="T23" fmla="*/ 9 h 9"/>
                                <a:gd name="T24" fmla="*/ 5 w 8"/>
                                <a:gd name="T25" fmla="*/ 8 h 9"/>
                                <a:gd name="T26" fmla="*/ 7 w 8"/>
                                <a:gd name="T27" fmla="*/ 6 h 9"/>
                                <a:gd name="T28" fmla="*/ 8 w 8"/>
                                <a:gd name="T29" fmla="*/ 5 h 9"/>
                                <a:gd name="T30" fmla="*/ 8 w 8"/>
                                <a:gd name="T31" fmla="*/ 3 h 9"/>
                                <a:gd name="T32" fmla="*/ 7 w 8"/>
                                <a:gd name="T33" fmla="*/ 2 h 9"/>
                                <a:gd name="T34" fmla="*/ 5 w 8"/>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5" y="0"/>
                                  </a:moveTo>
                                  <a:lnTo>
                                    <a:pt x="4" y="0"/>
                                  </a:lnTo>
                                  <a:lnTo>
                                    <a:pt x="2" y="0"/>
                                  </a:lnTo>
                                  <a:lnTo>
                                    <a:pt x="1" y="0"/>
                                  </a:lnTo>
                                  <a:lnTo>
                                    <a:pt x="0" y="2"/>
                                  </a:lnTo>
                                  <a:lnTo>
                                    <a:pt x="0" y="3"/>
                                  </a:lnTo>
                                  <a:lnTo>
                                    <a:pt x="0" y="5"/>
                                  </a:lnTo>
                                  <a:lnTo>
                                    <a:pt x="0" y="6"/>
                                  </a:lnTo>
                                  <a:lnTo>
                                    <a:pt x="1" y="8"/>
                                  </a:lnTo>
                                  <a:lnTo>
                                    <a:pt x="2" y="9"/>
                                  </a:lnTo>
                                  <a:lnTo>
                                    <a:pt x="4" y="9"/>
                                  </a:lnTo>
                                  <a:lnTo>
                                    <a:pt x="5" y="8"/>
                                  </a:lnTo>
                                  <a:lnTo>
                                    <a:pt x="7" y="6"/>
                                  </a:lnTo>
                                  <a:lnTo>
                                    <a:pt x="8" y="5"/>
                                  </a:lnTo>
                                  <a:lnTo>
                                    <a:pt x="8" y="3"/>
                                  </a:lnTo>
                                  <a:lnTo>
                                    <a:pt x="7" y="2"/>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grpSp>
                      <p:grpSp>
                        <p:nvGrpSpPr>
                          <p:cNvPr id="67" name="Group 66"/>
                          <p:cNvGrpSpPr/>
                          <p:nvPr/>
                        </p:nvGrpSpPr>
                        <p:grpSpPr>
                          <a:xfrm>
                            <a:off x="2165350" y="2533650"/>
                            <a:ext cx="5284788" cy="1771650"/>
                            <a:chOff x="2165350" y="2533650"/>
                            <a:chExt cx="5284788" cy="1771650"/>
                          </a:xfrm>
                        </p:grpSpPr>
                        <p:grpSp>
                          <p:nvGrpSpPr>
                            <p:cNvPr id="68" name="Group 117"/>
                            <p:cNvGrpSpPr>
                              <a:grpSpLocks/>
                            </p:cNvGrpSpPr>
                            <p:nvPr/>
                          </p:nvGrpSpPr>
                          <p:grpSpPr bwMode="auto">
                            <a:xfrm>
                              <a:off x="5692775" y="3730625"/>
                              <a:ext cx="541338" cy="187325"/>
                              <a:chOff x="3598" y="2302"/>
                              <a:chExt cx="341" cy="118"/>
                            </a:xfrm>
                          </p:grpSpPr>
                          <p:sp>
                            <p:nvSpPr>
                              <p:cNvPr id="132" name="Freeform 118"/>
                              <p:cNvSpPr>
                                <a:spLocks/>
                              </p:cNvSpPr>
                              <p:nvPr/>
                            </p:nvSpPr>
                            <p:spPr bwMode="auto">
                              <a:xfrm>
                                <a:off x="3598" y="2302"/>
                                <a:ext cx="9" cy="9"/>
                              </a:xfrm>
                              <a:custGeom>
                                <a:avLst/>
                                <a:gdLst>
                                  <a:gd name="T0" fmla="*/ 7 w 9"/>
                                  <a:gd name="T1" fmla="*/ 1 h 9"/>
                                  <a:gd name="T2" fmla="*/ 4 w 9"/>
                                  <a:gd name="T3" fmla="*/ 0 h 9"/>
                                  <a:gd name="T4" fmla="*/ 4 w 9"/>
                                  <a:gd name="T5" fmla="*/ 0 h 9"/>
                                  <a:gd name="T6" fmla="*/ 3 w 9"/>
                                  <a:gd name="T7" fmla="*/ 1 h 9"/>
                                  <a:gd name="T8" fmla="*/ 1 w 9"/>
                                  <a:gd name="T9" fmla="*/ 3 h 9"/>
                                  <a:gd name="T10" fmla="*/ 0 w 9"/>
                                  <a:gd name="T11" fmla="*/ 4 h 9"/>
                                  <a:gd name="T12" fmla="*/ 0 w 9"/>
                                  <a:gd name="T13" fmla="*/ 4 h 9"/>
                                  <a:gd name="T14" fmla="*/ 1 w 9"/>
                                  <a:gd name="T15" fmla="*/ 6 h 9"/>
                                  <a:gd name="T16" fmla="*/ 3 w 9"/>
                                  <a:gd name="T17" fmla="*/ 9 h 9"/>
                                  <a:gd name="T18" fmla="*/ 3 w 9"/>
                                  <a:gd name="T19" fmla="*/ 9 h 9"/>
                                  <a:gd name="T20" fmla="*/ 4 w 9"/>
                                  <a:gd name="T21" fmla="*/ 9 h 9"/>
                                  <a:gd name="T22" fmla="*/ 4 w 9"/>
                                  <a:gd name="T23" fmla="*/ 9 h 9"/>
                                  <a:gd name="T24" fmla="*/ 6 w 9"/>
                                  <a:gd name="T25" fmla="*/ 7 h 9"/>
                                  <a:gd name="T26" fmla="*/ 7 w 9"/>
                                  <a:gd name="T27" fmla="*/ 6 h 9"/>
                                  <a:gd name="T28" fmla="*/ 9 w 9"/>
                                  <a:gd name="T29" fmla="*/ 4 h 9"/>
                                  <a:gd name="T30" fmla="*/ 9 w 9"/>
                                  <a:gd name="T31" fmla="*/ 4 h 9"/>
                                  <a:gd name="T32" fmla="*/ 7 w 9"/>
                                  <a:gd name="T33" fmla="*/ 3 h 9"/>
                                  <a:gd name="T34" fmla="*/ 7 w 9"/>
                                  <a:gd name="T35" fmla="*/ 1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7" y="1"/>
                                    </a:moveTo>
                                    <a:lnTo>
                                      <a:pt x="4" y="0"/>
                                    </a:lnTo>
                                    <a:lnTo>
                                      <a:pt x="3" y="1"/>
                                    </a:lnTo>
                                    <a:lnTo>
                                      <a:pt x="1" y="3"/>
                                    </a:lnTo>
                                    <a:lnTo>
                                      <a:pt x="0" y="4"/>
                                    </a:lnTo>
                                    <a:lnTo>
                                      <a:pt x="1" y="6"/>
                                    </a:lnTo>
                                    <a:lnTo>
                                      <a:pt x="3" y="9"/>
                                    </a:lnTo>
                                    <a:lnTo>
                                      <a:pt x="4" y="9"/>
                                    </a:lnTo>
                                    <a:lnTo>
                                      <a:pt x="6" y="7"/>
                                    </a:lnTo>
                                    <a:lnTo>
                                      <a:pt x="7" y="6"/>
                                    </a:lnTo>
                                    <a:lnTo>
                                      <a:pt x="9" y="4"/>
                                    </a:lnTo>
                                    <a:lnTo>
                                      <a:pt x="7" y="3"/>
                                    </a:lnTo>
                                    <a:lnTo>
                                      <a:pt x="7"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33" name="Freeform 119"/>
                              <p:cNvSpPr>
                                <a:spLocks/>
                              </p:cNvSpPr>
                              <p:nvPr/>
                            </p:nvSpPr>
                            <p:spPr bwMode="auto">
                              <a:xfrm>
                                <a:off x="3611" y="2312"/>
                                <a:ext cx="9" cy="9"/>
                              </a:xfrm>
                              <a:custGeom>
                                <a:avLst/>
                                <a:gdLst>
                                  <a:gd name="T0" fmla="*/ 7 w 9"/>
                                  <a:gd name="T1" fmla="*/ 2 h 9"/>
                                  <a:gd name="T2" fmla="*/ 6 w 9"/>
                                  <a:gd name="T3" fmla="*/ 0 h 9"/>
                                  <a:gd name="T4" fmla="*/ 4 w 9"/>
                                  <a:gd name="T5" fmla="*/ 0 h 9"/>
                                  <a:gd name="T6" fmla="*/ 3 w 9"/>
                                  <a:gd name="T7" fmla="*/ 2 h 9"/>
                                  <a:gd name="T8" fmla="*/ 1 w 9"/>
                                  <a:gd name="T9" fmla="*/ 3 h 9"/>
                                  <a:gd name="T10" fmla="*/ 0 w 9"/>
                                  <a:gd name="T11" fmla="*/ 4 h 9"/>
                                  <a:gd name="T12" fmla="*/ 0 w 9"/>
                                  <a:gd name="T13" fmla="*/ 6 h 9"/>
                                  <a:gd name="T14" fmla="*/ 1 w 9"/>
                                  <a:gd name="T15" fmla="*/ 7 h 9"/>
                                  <a:gd name="T16" fmla="*/ 3 w 9"/>
                                  <a:gd name="T17" fmla="*/ 9 h 9"/>
                                  <a:gd name="T18" fmla="*/ 3 w 9"/>
                                  <a:gd name="T19" fmla="*/ 9 h 9"/>
                                  <a:gd name="T20" fmla="*/ 4 w 9"/>
                                  <a:gd name="T21" fmla="*/ 9 h 9"/>
                                  <a:gd name="T22" fmla="*/ 6 w 9"/>
                                  <a:gd name="T23" fmla="*/ 9 h 9"/>
                                  <a:gd name="T24" fmla="*/ 7 w 9"/>
                                  <a:gd name="T25" fmla="*/ 9 h 9"/>
                                  <a:gd name="T26" fmla="*/ 9 w 9"/>
                                  <a:gd name="T27" fmla="*/ 7 h 9"/>
                                  <a:gd name="T28" fmla="*/ 9 w 9"/>
                                  <a:gd name="T29" fmla="*/ 6 h 9"/>
                                  <a:gd name="T30" fmla="*/ 9 w 9"/>
                                  <a:gd name="T31" fmla="*/ 4 h 9"/>
                                  <a:gd name="T32" fmla="*/ 9 w 9"/>
                                  <a:gd name="T33" fmla="*/ 3 h 9"/>
                                  <a:gd name="T34" fmla="*/ 7 w 9"/>
                                  <a:gd name="T35" fmla="*/ 2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7" y="2"/>
                                    </a:moveTo>
                                    <a:lnTo>
                                      <a:pt x="6" y="0"/>
                                    </a:lnTo>
                                    <a:lnTo>
                                      <a:pt x="4" y="0"/>
                                    </a:lnTo>
                                    <a:lnTo>
                                      <a:pt x="3" y="2"/>
                                    </a:lnTo>
                                    <a:lnTo>
                                      <a:pt x="1" y="3"/>
                                    </a:lnTo>
                                    <a:lnTo>
                                      <a:pt x="0" y="4"/>
                                    </a:lnTo>
                                    <a:lnTo>
                                      <a:pt x="0" y="6"/>
                                    </a:lnTo>
                                    <a:lnTo>
                                      <a:pt x="1" y="7"/>
                                    </a:lnTo>
                                    <a:lnTo>
                                      <a:pt x="3" y="9"/>
                                    </a:lnTo>
                                    <a:lnTo>
                                      <a:pt x="4" y="9"/>
                                    </a:lnTo>
                                    <a:lnTo>
                                      <a:pt x="6" y="9"/>
                                    </a:lnTo>
                                    <a:lnTo>
                                      <a:pt x="7" y="9"/>
                                    </a:lnTo>
                                    <a:lnTo>
                                      <a:pt x="9" y="7"/>
                                    </a:lnTo>
                                    <a:lnTo>
                                      <a:pt x="9" y="6"/>
                                    </a:lnTo>
                                    <a:lnTo>
                                      <a:pt x="9" y="4"/>
                                    </a:lnTo>
                                    <a:lnTo>
                                      <a:pt x="9" y="3"/>
                                    </a:lnTo>
                                    <a:lnTo>
                                      <a:pt x="7"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34" name="Freeform 120"/>
                              <p:cNvSpPr>
                                <a:spLocks/>
                              </p:cNvSpPr>
                              <p:nvPr/>
                            </p:nvSpPr>
                            <p:spPr bwMode="auto">
                              <a:xfrm>
                                <a:off x="3624" y="2324"/>
                                <a:ext cx="9" cy="8"/>
                              </a:xfrm>
                              <a:custGeom>
                                <a:avLst/>
                                <a:gdLst>
                                  <a:gd name="T0" fmla="*/ 7 w 9"/>
                                  <a:gd name="T1" fmla="*/ 1 h 8"/>
                                  <a:gd name="T2" fmla="*/ 6 w 9"/>
                                  <a:gd name="T3" fmla="*/ 0 h 8"/>
                                  <a:gd name="T4" fmla="*/ 4 w 9"/>
                                  <a:gd name="T5" fmla="*/ 0 h 8"/>
                                  <a:gd name="T6" fmla="*/ 3 w 9"/>
                                  <a:gd name="T7" fmla="*/ 1 h 8"/>
                                  <a:gd name="T8" fmla="*/ 2 w 9"/>
                                  <a:gd name="T9" fmla="*/ 3 h 8"/>
                                  <a:gd name="T10" fmla="*/ 0 w 9"/>
                                  <a:gd name="T11" fmla="*/ 4 h 8"/>
                                  <a:gd name="T12" fmla="*/ 0 w 9"/>
                                  <a:gd name="T13" fmla="*/ 6 h 8"/>
                                  <a:gd name="T14" fmla="*/ 2 w 9"/>
                                  <a:gd name="T15" fmla="*/ 7 h 8"/>
                                  <a:gd name="T16" fmla="*/ 3 w 9"/>
                                  <a:gd name="T17" fmla="*/ 8 h 8"/>
                                  <a:gd name="T18" fmla="*/ 3 w 9"/>
                                  <a:gd name="T19" fmla="*/ 8 h 8"/>
                                  <a:gd name="T20" fmla="*/ 4 w 9"/>
                                  <a:gd name="T21" fmla="*/ 8 h 8"/>
                                  <a:gd name="T22" fmla="*/ 6 w 9"/>
                                  <a:gd name="T23" fmla="*/ 8 h 8"/>
                                  <a:gd name="T24" fmla="*/ 7 w 9"/>
                                  <a:gd name="T25" fmla="*/ 8 h 8"/>
                                  <a:gd name="T26" fmla="*/ 9 w 9"/>
                                  <a:gd name="T27" fmla="*/ 7 h 8"/>
                                  <a:gd name="T28" fmla="*/ 9 w 9"/>
                                  <a:gd name="T29" fmla="*/ 6 h 8"/>
                                  <a:gd name="T30" fmla="*/ 9 w 9"/>
                                  <a:gd name="T31" fmla="*/ 4 h 8"/>
                                  <a:gd name="T32" fmla="*/ 9 w 9"/>
                                  <a:gd name="T33" fmla="*/ 3 h 8"/>
                                  <a:gd name="T34" fmla="*/ 7 w 9"/>
                                  <a:gd name="T35" fmla="*/ 1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7" y="1"/>
                                    </a:moveTo>
                                    <a:lnTo>
                                      <a:pt x="6" y="0"/>
                                    </a:lnTo>
                                    <a:lnTo>
                                      <a:pt x="4" y="0"/>
                                    </a:lnTo>
                                    <a:lnTo>
                                      <a:pt x="3" y="1"/>
                                    </a:lnTo>
                                    <a:lnTo>
                                      <a:pt x="2" y="3"/>
                                    </a:lnTo>
                                    <a:lnTo>
                                      <a:pt x="0" y="4"/>
                                    </a:lnTo>
                                    <a:lnTo>
                                      <a:pt x="0" y="6"/>
                                    </a:lnTo>
                                    <a:lnTo>
                                      <a:pt x="2" y="7"/>
                                    </a:lnTo>
                                    <a:lnTo>
                                      <a:pt x="3" y="8"/>
                                    </a:lnTo>
                                    <a:lnTo>
                                      <a:pt x="4" y="8"/>
                                    </a:lnTo>
                                    <a:lnTo>
                                      <a:pt x="6" y="8"/>
                                    </a:lnTo>
                                    <a:lnTo>
                                      <a:pt x="7" y="8"/>
                                    </a:lnTo>
                                    <a:lnTo>
                                      <a:pt x="9" y="7"/>
                                    </a:lnTo>
                                    <a:lnTo>
                                      <a:pt x="9" y="6"/>
                                    </a:lnTo>
                                    <a:lnTo>
                                      <a:pt x="9" y="4"/>
                                    </a:lnTo>
                                    <a:lnTo>
                                      <a:pt x="9" y="3"/>
                                    </a:lnTo>
                                    <a:lnTo>
                                      <a:pt x="7"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35" name="Freeform 121"/>
                              <p:cNvSpPr>
                                <a:spLocks/>
                              </p:cNvSpPr>
                              <p:nvPr/>
                            </p:nvSpPr>
                            <p:spPr bwMode="auto">
                              <a:xfrm>
                                <a:off x="3637" y="2335"/>
                                <a:ext cx="9" cy="9"/>
                              </a:xfrm>
                              <a:custGeom>
                                <a:avLst/>
                                <a:gdLst>
                                  <a:gd name="T0" fmla="*/ 7 w 9"/>
                                  <a:gd name="T1" fmla="*/ 2 h 9"/>
                                  <a:gd name="T2" fmla="*/ 6 w 9"/>
                                  <a:gd name="T3" fmla="*/ 0 h 9"/>
                                  <a:gd name="T4" fmla="*/ 4 w 9"/>
                                  <a:gd name="T5" fmla="*/ 0 h 9"/>
                                  <a:gd name="T6" fmla="*/ 3 w 9"/>
                                  <a:gd name="T7" fmla="*/ 2 h 9"/>
                                  <a:gd name="T8" fmla="*/ 2 w 9"/>
                                  <a:gd name="T9" fmla="*/ 3 h 9"/>
                                  <a:gd name="T10" fmla="*/ 0 w 9"/>
                                  <a:gd name="T11" fmla="*/ 5 h 9"/>
                                  <a:gd name="T12" fmla="*/ 0 w 9"/>
                                  <a:gd name="T13" fmla="*/ 6 h 9"/>
                                  <a:gd name="T14" fmla="*/ 2 w 9"/>
                                  <a:gd name="T15" fmla="*/ 8 h 9"/>
                                  <a:gd name="T16" fmla="*/ 3 w 9"/>
                                  <a:gd name="T17" fmla="*/ 9 h 9"/>
                                  <a:gd name="T18" fmla="*/ 3 w 9"/>
                                  <a:gd name="T19" fmla="*/ 9 h 9"/>
                                  <a:gd name="T20" fmla="*/ 4 w 9"/>
                                  <a:gd name="T21" fmla="*/ 9 h 9"/>
                                  <a:gd name="T22" fmla="*/ 6 w 9"/>
                                  <a:gd name="T23" fmla="*/ 9 h 9"/>
                                  <a:gd name="T24" fmla="*/ 7 w 9"/>
                                  <a:gd name="T25" fmla="*/ 9 h 9"/>
                                  <a:gd name="T26" fmla="*/ 9 w 9"/>
                                  <a:gd name="T27" fmla="*/ 8 h 9"/>
                                  <a:gd name="T28" fmla="*/ 9 w 9"/>
                                  <a:gd name="T29" fmla="*/ 6 h 9"/>
                                  <a:gd name="T30" fmla="*/ 9 w 9"/>
                                  <a:gd name="T31" fmla="*/ 5 h 9"/>
                                  <a:gd name="T32" fmla="*/ 9 w 9"/>
                                  <a:gd name="T33" fmla="*/ 3 h 9"/>
                                  <a:gd name="T34" fmla="*/ 7 w 9"/>
                                  <a:gd name="T35" fmla="*/ 2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7" y="2"/>
                                    </a:moveTo>
                                    <a:lnTo>
                                      <a:pt x="6" y="0"/>
                                    </a:lnTo>
                                    <a:lnTo>
                                      <a:pt x="4" y="0"/>
                                    </a:lnTo>
                                    <a:lnTo>
                                      <a:pt x="3" y="2"/>
                                    </a:lnTo>
                                    <a:lnTo>
                                      <a:pt x="2" y="3"/>
                                    </a:lnTo>
                                    <a:lnTo>
                                      <a:pt x="0" y="5"/>
                                    </a:lnTo>
                                    <a:lnTo>
                                      <a:pt x="0" y="6"/>
                                    </a:lnTo>
                                    <a:lnTo>
                                      <a:pt x="2" y="8"/>
                                    </a:lnTo>
                                    <a:lnTo>
                                      <a:pt x="3" y="9"/>
                                    </a:lnTo>
                                    <a:lnTo>
                                      <a:pt x="4" y="9"/>
                                    </a:lnTo>
                                    <a:lnTo>
                                      <a:pt x="6" y="9"/>
                                    </a:lnTo>
                                    <a:lnTo>
                                      <a:pt x="7" y="9"/>
                                    </a:lnTo>
                                    <a:lnTo>
                                      <a:pt x="9" y="8"/>
                                    </a:lnTo>
                                    <a:lnTo>
                                      <a:pt x="9" y="6"/>
                                    </a:lnTo>
                                    <a:lnTo>
                                      <a:pt x="9" y="5"/>
                                    </a:lnTo>
                                    <a:lnTo>
                                      <a:pt x="9" y="3"/>
                                    </a:lnTo>
                                    <a:lnTo>
                                      <a:pt x="7"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36" name="Freeform 122"/>
                              <p:cNvSpPr>
                                <a:spLocks/>
                              </p:cNvSpPr>
                              <p:nvPr/>
                            </p:nvSpPr>
                            <p:spPr bwMode="auto">
                              <a:xfrm>
                                <a:off x="3650" y="2347"/>
                                <a:ext cx="9" cy="9"/>
                              </a:xfrm>
                              <a:custGeom>
                                <a:avLst/>
                                <a:gdLst>
                                  <a:gd name="T0" fmla="*/ 7 w 9"/>
                                  <a:gd name="T1" fmla="*/ 1 h 9"/>
                                  <a:gd name="T2" fmla="*/ 6 w 9"/>
                                  <a:gd name="T3" fmla="*/ 0 h 9"/>
                                  <a:gd name="T4" fmla="*/ 5 w 9"/>
                                  <a:gd name="T5" fmla="*/ 0 h 9"/>
                                  <a:gd name="T6" fmla="*/ 3 w 9"/>
                                  <a:gd name="T7" fmla="*/ 1 h 9"/>
                                  <a:gd name="T8" fmla="*/ 2 w 9"/>
                                  <a:gd name="T9" fmla="*/ 3 h 9"/>
                                  <a:gd name="T10" fmla="*/ 0 w 9"/>
                                  <a:gd name="T11" fmla="*/ 4 h 9"/>
                                  <a:gd name="T12" fmla="*/ 0 w 9"/>
                                  <a:gd name="T13" fmla="*/ 6 h 9"/>
                                  <a:gd name="T14" fmla="*/ 2 w 9"/>
                                  <a:gd name="T15" fmla="*/ 7 h 9"/>
                                  <a:gd name="T16" fmla="*/ 3 w 9"/>
                                  <a:gd name="T17" fmla="*/ 9 h 9"/>
                                  <a:gd name="T18" fmla="*/ 3 w 9"/>
                                  <a:gd name="T19" fmla="*/ 9 h 9"/>
                                  <a:gd name="T20" fmla="*/ 5 w 9"/>
                                  <a:gd name="T21" fmla="*/ 9 h 9"/>
                                  <a:gd name="T22" fmla="*/ 6 w 9"/>
                                  <a:gd name="T23" fmla="*/ 9 h 9"/>
                                  <a:gd name="T24" fmla="*/ 7 w 9"/>
                                  <a:gd name="T25" fmla="*/ 9 h 9"/>
                                  <a:gd name="T26" fmla="*/ 9 w 9"/>
                                  <a:gd name="T27" fmla="*/ 7 h 9"/>
                                  <a:gd name="T28" fmla="*/ 9 w 9"/>
                                  <a:gd name="T29" fmla="*/ 6 h 9"/>
                                  <a:gd name="T30" fmla="*/ 9 w 9"/>
                                  <a:gd name="T31" fmla="*/ 4 h 9"/>
                                  <a:gd name="T32" fmla="*/ 9 w 9"/>
                                  <a:gd name="T33" fmla="*/ 3 h 9"/>
                                  <a:gd name="T34" fmla="*/ 7 w 9"/>
                                  <a:gd name="T35" fmla="*/ 1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7" y="1"/>
                                    </a:moveTo>
                                    <a:lnTo>
                                      <a:pt x="6" y="0"/>
                                    </a:lnTo>
                                    <a:lnTo>
                                      <a:pt x="5" y="0"/>
                                    </a:lnTo>
                                    <a:lnTo>
                                      <a:pt x="3" y="1"/>
                                    </a:lnTo>
                                    <a:lnTo>
                                      <a:pt x="2" y="3"/>
                                    </a:lnTo>
                                    <a:lnTo>
                                      <a:pt x="0" y="4"/>
                                    </a:lnTo>
                                    <a:lnTo>
                                      <a:pt x="0" y="6"/>
                                    </a:lnTo>
                                    <a:lnTo>
                                      <a:pt x="2" y="7"/>
                                    </a:lnTo>
                                    <a:lnTo>
                                      <a:pt x="3" y="9"/>
                                    </a:lnTo>
                                    <a:lnTo>
                                      <a:pt x="5" y="9"/>
                                    </a:lnTo>
                                    <a:lnTo>
                                      <a:pt x="6" y="9"/>
                                    </a:lnTo>
                                    <a:lnTo>
                                      <a:pt x="7" y="9"/>
                                    </a:lnTo>
                                    <a:lnTo>
                                      <a:pt x="9" y="7"/>
                                    </a:lnTo>
                                    <a:lnTo>
                                      <a:pt x="9" y="6"/>
                                    </a:lnTo>
                                    <a:lnTo>
                                      <a:pt x="9" y="4"/>
                                    </a:lnTo>
                                    <a:lnTo>
                                      <a:pt x="9" y="3"/>
                                    </a:lnTo>
                                    <a:lnTo>
                                      <a:pt x="7"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37" name="Freeform 123"/>
                              <p:cNvSpPr>
                                <a:spLocks/>
                              </p:cNvSpPr>
                              <p:nvPr/>
                            </p:nvSpPr>
                            <p:spPr bwMode="auto">
                              <a:xfrm>
                                <a:off x="3665" y="2359"/>
                                <a:ext cx="8" cy="8"/>
                              </a:xfrm>
                              <a:custGeom>
                                <a:avLst/>
                                <a:gdLst>
                                  <a:gd name="T0" fmla="*/ 6 w 8"/>
                                  <a:gd name="T1" fmla="*/ 1 h 8"/>
                                  <a:gd name="T2" fmla="*/ 4 w 8"/>
                                  <a:gd name="T3" fmla="*/ 0 h 8"/>
                                  <a:gd name="T4" fmla="*/ 3 w 8"/>
                                  <a:gd name="T5" fmla="*/ 0 h 8"/>
                                  <a:gd name="T6" fmla="*/ 1 w 8"/>
                                  <a:gd name="T7" fmla="*/ 1 h 8"/>
                                  <a:gd name="T8" fmla="*/ 0 w 8"/>
                                  <a:gd name="T9" fmla="*/ 2 h 8"/>
                                  <a:gd name="T10" fmla="*/ 0 w 8"/>
                                  <a:gd name="T11" fmla="*/ 4 h 8"/>
                                  <a:gd name="T12" fmla="*/ 0 w 8"/>
                                  <a:gd name="T13" fmla="*/ 5 h 8"/>
                                  <a:gd name="T14" fmla="*/ 0 w 8"/>
                                  <a:gd name="T15" fmla="*/ 7 h 8"/>
                                  <a:gd name="T16" fmla="*/ 1 w 8"/>
                                  <a:gd name="T17" fmla="*/ 8 h 8"/>
                                  <a:gd name="T18" fmla="*/ 1 w 8"/>
                                  <a:gd name="T19" fmla="*/ 8 h 8"/>
                                  <a:gd name="T20" fmla="*/ 3 w 8"/>
                                  <a:gd name="T21" fmla="*/ 8 h 8"/>
                                  <a:gd name="T22" fmla="*/ 4 w 8"/>
                                  <a:gd name="T23" fmla="*/ 8 h 8"/>
                                  <a:gd name="T24" fmla="*/ 6 w 8"/>
                                  <a:gd name="T25" fmla="*/ 8 h 8"/>
                                  <a:gd name="T26" fmla="*/ 7 w 8"/>
                                  <a:gd name="T27" fmla="*/ 7 h 8"/>
                                  <a:gd name="T28" fmla="*/ 8 w 8"/>
                                  <a:gd name="T29" fmla="*/ 5 h 8"/>
                                  <a:gd name="T30" fmla="*/ 8 w 8"/>
                                  <a:gd name="T31" fmla="*/ 4 h 8"/>
                                  <a:gd name="T32" fmla="*/ 7 w 8"/>
                                  <a:gd name="T33" fmla="*/ 2 h 8"/>
                                  <a:gd name="T34" fmla="*/ 6 w 8"/>
                                  <a:gd name="T35" fmla="*/ 1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8"/>
                                  <a:gd name="T56" fmla="*/ 8 w 8"/>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8">
                                    <a:moveTo>
                                      <a:pt x="6" y="1"/>
                                    </a:moveTo>
                                    <a:lnTo>
                                      <a:pt x="4" y="0"/>
                                    </a:lnTo>
                                    <a:lnTo>
                                      <a:pt x="3" y="0"/>
                                    </a:lnTo>
                                    <a:lnTo>
                                      <a:pt x="1" y="1"/>
                                    </a:lnTo>
                                    <a:lnTo>
                                      <a:pt x="0" y="2"/>
                                    </a:lnTo>
                                    <a:lnTo>
                                      <a:pt x="0" y="4"/>
                                    </a:lnTo>
                                    <a:lnTo>
                                      <a:pt x="0" y="5"/>
                                    </a:lnTo>
                                    <a:lnTo>
                                      <a:pt x="0" y="7"/>
                                    </a:lnTo>
                                    <a:lnTo>
                                      <a:pt x="1" y="8"/>
                                    </a:lnTo>
                                    <a:lnTo>
                                      <a:pt x="3" y="8"/>
                                    </a:lnTo>
                                    <a:lnTo>
                                      <a:pt x="4" y="8"/>
                                    </a:lnTo>
                                    <a:lnTo>
                                      <a:pt x="6" y="8"/>
                                    </a:lnTo>
                                    <a:lnTo>
                                      <a:pt x="7" y="7"/>
                                    </a:lnTo>
                                    <a:lnTo>
                                      <a:pt x="8" y="5"/>
                                    </a:lnTo>
                                    <a:lnTo>
                                      <a:pt x="8" y="4"/>
                                    </a:lnTo>
                                    <a:lnTo>
                                      <a:pt x="7" y="2"/>
                                    </a:lnTo>
                                    <a:lnTo>
                                      <a:pt x="6"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38" name="Freeform 124"/>
                              <p:cNvSpPr>
                                <a:spLocks/>
                              </p:cNvSpPr>
                              <p:nvPr/>
                            </p:nvSpPr>
                            <p:spPr bwMode="auto">
                              <a:xfrm>
                                <a:off x="3678" y="2369"/>
                                <a:ext cx="9" cy="8"/>
                              </a:xfrm>
                              <a:custGeom>
                                <a:avLst/>
                                <a:gdLst>
                                  <a:gd name="T0" fmla="*/ 6 w 9"/>
                                  <a:gd name="T1" fmla="*/ 1 h 8"/>
                                  <a:gd name="T2" fmla="*/ 4 w 9"/>
                                  <a:gd name="T3" fmla="*/ 0 h 8"/>
                                  <a:gd name="T4" fmla="*/ 3 w 9"/>
                                  <a:gd name="T5" fmla="*/ 0 h 8"/>
                                  <a:gd name="T6" fmla="*/ 1 w 9"/>
                                  <a:gd name="T7" fmla="*/ 1 h 8"/>
                                  <a:gd name="T8" fmla="*/ 0 w 9"/>
                                  <a:gd name="T9" fmla="*/ 3 h 8"/>
                                  <a:gd name="T10" fmla="*/ 0 w 9"/>
                                  <a:gd name="T11" fmla="*/ 4 h 8"/>
                                  <a:gd name="T12" fmla="*/ 0 w 9"/>
                                  <a:gd name="T13" fmla="*/ 6 h 8"/>
                                  <a:gd name="T14" fmla="*/ 0 w 9"/>
                                  <a:gd name="T15" fmla="*/ 7 h 8"/>
                                  <a:gd name="T16" fmla="*/ 1 w 9"/>
                                  <a:gd name="T17" fmla="*/ 8 h 8"/>
                                  <a:gd name="T18" fmla="*/ 1 w 9"/>
                                  <a:gd name="T19" fmla="*/ 8 h 8"/>
                                  <a:gd name="T20" fmla="*/ 3 w 9"/>
                                  <a:gd name="T21" fmla="*/ 8 h 8"/>
                                  <a:gd name="T22" fmla="*/ 4 w 9"/>
                                  <a:gd name="T23" fmla="*/ 8 h 8"/>
                                  <a:gd name="T24" fmla="*/ 6 w 9"/>
                                  <a:gd name="T25" fmla="*/ 8 h 8"/>
                                  <a:gd name="T26" fmla="*/ 7 w 9"/>
                                  <a:gd name="T27" fmla="*/ 7 h 8"/>
                                  <a:gd name="T28" fmla="*/ 9 w 9"/>
                                  <a:gd name="T29" fmla="*/ 6 h 8"/>
                                  <a:gd name="T30" fmla="*/ 9 w 9"/>
                                  <a:gd name="T31" fmla="*/ 4 h 8"/>
                                  <a:gd name="T32" fmla="*/ 7 w 9"/>
                                  <a:gd name="T33" fmla="*/ 3 h 8"/>
                                  <a:gd name="T34" fmla="*/ 6 w 9"/>
                                  <a:gd name="T35" fmla="*/ 1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6" y="1"/>
                                    </a:moveTo>
                                    <a:lnTo>
                                      <a:pt x="4" y="0"/>
                                    </a:lnTo>
                                    <a:lnTo>
                                      <a:pt x="3" y="0"/>
                                    </a:lnTo>
                                    <a:lnTo>
                                      <a:pt x="1" y="1"/>
                                    </a:lnTo>
                                    <a:lnTo>
                                      <a:pt x="0" y="3"/>
                                    </a:lnTo>
                                    <a:lnTo>
                                      <a:pt x="0" y="4"/>
                                    </a:lnTo>
                                    <a:lnTo>
                                      <a:pt x="0" y="6"/>
                                    </a:lnTo>
                                    <a:lnTo>
                                      <a:pt x="0" y="7"/>
                                    </a:lnTo>
                                    <a:lnTo>
                                      <a:pt x="1" y="8"/>
                                    </a:lnTo>
                                    <a:lnTo>
                                      <a:pt x="3" y="8"/>
                                    </a:lnTo>
                                    <a:lnTo>
                                      <a:pt x="4" y="8"/>
                                    </a:lnTo>
                                    <a:lnTo>
                                      <a:pt x="6" y="8"/>
                                    </a:lnTo>
                                    <a:lnTo>
                                      <a:pt x="7" y="7"/>
                                    </a:lnTo>
                                    <a:lnTo>
                                      <a:pt x="9" y="6"/>
                                    </a:lnTo>
                                    <a:lnTo>
                                      <a:pt x="9" y="4"/>
                                    </a:lnTo>
                                    <a:lnTo>
                                      <a:pt x="7" y="3"/>
                                    </a:lnTo>
                                    <a:lnTo>
                                      <a:pt x="6"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39" name="Freeform 125"/>
                              <p:cNvSpPr>
                                <a:spLocks/>
                              </p:cNvSpPr>
                              <p:nvPr/>
                            </p:nvSpPr>
                            <p:spPr bwMode="auto">
                              <a:xfrm>
                                <a:off x="3692" y="2380"/>
                                <a:ext cx="9" cy="9"/>
                              </a:xfrm>
                              <a:custGeom>
                                <a:avLst/>
                                <a:gdLst>
                                  <a:gd name="T0" fmla="*/ 6 w 9"/>
                                  <a:gd name="T1" fmla="*/ 0 h 9"/>
                                  <a:gd name="T2" fmla="*/ 5 w 9"/>
                                  <a:gd name="T3" fmla="*/ 0 h 9"/>
                                  <a:gd name="T4" fmla="*/ 3 w 9"/>
                                  <a:gd name="T5" fmla="*/ 0 h 9"/>
                                  <a:gd name="T6" fmla="*/ 2 w 9"/>
                                  <a:gd name="T7" fmla="*/ 0 h 9"/>
                                  <a:gd name="T8" fmla="*/ 0 w 9"/>
                                  <a:gd name="T9" fmla="*/ 2 h 9"/>
                                  <a:gd name="T10" fmla="*/ 0 w 9"/>
                                  <a:gd name="T11" fmla="*/ 3 h 9"/>
                                  <a:gd name="T12" fmla="*/ 0 w 9"/>
                                  <a:gd name="T13" fmla="*/ 5 h 9"/>
                                  <a:gd name="T14" fmla="*/ 0 w 9"/>
                                  <a:gd name="T15" fmla="*/ 6 h 9"/>
                                  <a:gd name="T16" fmla="*/ 2 w 9"/>
                                  <a:gd name="T17" fmla="*/ 8 h 9"/>
                                  <a:gd name="T18" fmla="*/ 2 w 9"/>
                                  <a:gd name="T19" fmla="*/ 8 h 9"/>
                                  <a:gd name="T20" fmla="*/ 3 w 9"/>
                                  <a:gd name="T21" fmla="*/ 9 h 9"/>
                                  <a:gd name="T22" fmla="*/ 5 w 9"/>
                                  <a:gd name="T23" fmla="*/ 9 h 9"/>
                                  <a:gd name="T24" fmla="*/ 6 w 9"/>
                                  <a:gd name="T25" fmla="*/ 8 h 9"/>
                                  <a:gd name="T26" fmla="*/ 8 w 9"/>
                                  <a:gd name="T27" fmla="*/ 6 h 9"/>
                                  <a:gd name="T28" fmla="*/ 9 w 9"/>
                                  <a:gd name="T29" fmla="*/ 5 h 9"/>
                                  <a:gd name="T30" fmla="*/ 9 w 9"/>
                                  <a:gd name="T31" fmla="*/ 3 h 9"/>
                                  <a:gd name="T32" fmla="*/ 8 w 9"/>
                                  <a:gd name="T33" fmla="*/ 2 h 9"/>
                                  <a:gd name="T34" fmla="*/ 6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6" y="0"/>
                                    </a:moveTo>
                                    <a:lnTo>
                                      <a:pt x="5" y="0"/>
                                    </a:lnTo>
                                    <a:lnTo>
                                      <a:pt x="3" y="0"/>
                                    </a:lnTo>
                                    <a:lnTo>
                                      <a:pt x="2" y="0"/>
                                    </a:lnTo>
                                    <a:lnTo>
                                      <a:pt x="0" y="2"/>
                                    </a:lnTo>
                                    <a:lnTo>
                                      <a:pt x="0" y="3"/>
                                    </a:lnTo>
                                    <a:lnTo>
                                      <a:pt x="0" y="5"/>
                                    </a:lnTo>
                                    <a:lnTo>
                                      <a:pt x="0" y="6"/>
                                    </a:lnTo>
                                    <a:lnTo>
                                      <a:pt x="2" y="8"/>
                                    </a:lnTo>
                                    <a:lnTo>
                                      <a:pt x="3" y="9"/>
                                    </a:lnTo>
                                    <a:lnTo>
                                      <a:pt x="5" y="9"/>
                                    </a:lnTo>
                                    <a:lnTo>
                                      <a:pt x="6" y="8"/>
                                    </a:lnTo>
                                    <a:lnTo>
                                      <a:pt x="8" y="6"/>
                                    </a:lnTo>
                                    <a:lnTo>
                                      <a:pt x="9" y="5"/>
                                    </a:lnTo>
                                    <a:lnTo>
                                      <a:pt x="9" y="3"/>
                                    </a:lnTo>
                                    <a:lnTo>
                                      <a:pt x="8" y="2"/>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40" name="Freeform 126"/>
                              <p:cNvSpPr>
                                <a:spLocks/>
                              </p:cNvSpPr>
                              <p:nvPr/>
                            </p:nvSpPr>
                            <p:spPr bwMode="auto">
                              <a:xfrm>
                                <a:off x="3707" y="2389"/>
                                <a:ext cx="9" cy="9"/>
                              </a:xfrm>
                              <a:custGeom>
                                <a:avLst/>
                                <a:gdLst>
                                  <a:gd name="T0" fmla="*/ 6 w 9"/>
                                  <a:gd name="T1" fmla="*/ 2 h 9"/>
                                  <a:gd name="T2" fmla="*/ 4 w 9"/>
                                  <a:gd name="T3" fmla="*/ 0 h 9"/>
                                  <a:gd name="T4" fmla="*/ 3 w 9"/>
                                  <a:gd name="T5" fmla="*/ 0 h 9"/>
                                  <a:gd name="T6" fmla="*/ 1 w 9"/>
                                  <a:gd name="T7" fmla="*/ 2 h 9"/>
                                  <a:gd name="T8" fmla="*/ 0 w 9"/>
                                  <a:gd name="T9" fmla="*/ 3 h 9"/>
                                  <a:gd name="T10" fmla="*/ 0 w 9"/>
                                  <a:gd name="T11" fmla="*/ 4 h 9"/>
                                  <a:gd name="T12" fmla="*/ 0 w 9"/>
                                  <a:gd name="T13" fmla="*/ 6 h 9"/>
                                  <a:gd name="T14" fmla="*/ 0 w 9"/>
                                  <a:gd name="T15" fmla="*/ 7 h 9"/>
                                  <a:gd name="T16" fmla="*/ 1 w 9"/>
                                  <a:gd name="T17" fmla="*/ 9 h 9"/>
                                  <a:gd name="T18" fmla="*/ 1 w 9"/>
                                  <a:gd name="T19" fmla="*/ 9 h 9"/>
                                  <a:gd name="T20" fmla="*/ 3 w 9"/>
                                  <a:gd name="T21" fmla="*/ 9 h 9"/>
                                  <a:gd name="T22" fmla="*/ 4 w 9"/>
                                  <a:gd name="T23" fmla="*/ 9 h 9"/>
                                  <a:gd name="T24" fmla="*/ 6 w 9"/>
                                  <a:gd name="T25" fmla="*/ 9 h 9"/>
                                  <a:gd name="T26" fmla="*/ 7 w 9"/>
                                  <a:gd name="T27" fmla="*/ 7 h 9"/>
                                  <a:gd name="T28" fmla="*/ 9 w 9"/>
                                  <a:gd name="T29" fmla="*/ 6 h 9"/>
                                  <a:gd name="T30" fmla="*/ 9 w 9"/>
                                  <a:gd name="T31" fmla="*/ 4 h 9"/>
                                  <a:gd name="T32" fmla="*/ 7 w 9"/>
                                  <a:gd name="T33" fmla="*/ 3 h 9"/>
                                  <a:gd name="T34" fmla="*/ 6 w 9"/>
                                  <a:gd name="T35" fmla="*/ 2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6" y="2"/>
                                    </a:moveTo>
                                    <a:lnTo>
                                      <a:pt x="4" y="0"/>
                                    </a:lnTo>
                                    <a:lnTo>
                                      <a:pt x="3" y="0"/>
                                    </a:lnTo>
                                    <a:lnTo>
                                      <a:pt x="1" y="2"/>
                                    </a:lnTo>
                                    <a:lnTo>
                                      <a:pt x="0" y="3"/>
                                    </a:lnTo>
                                    <a:lnTo>
                                      <a:pt x="0" y="4"/>
                                    </a:lnTo>
                                    <a:lnTo>
                                      <a:pt x="0" y="6"/>
                                    </a:lnTo>
                                    <a:lnTo>
                                      <a:pt x="0" y="7"/>
                                    </a:lnTo>
                                    <a:lnTo>
                                      <a:pt x="1" y="9"/>
                                    </a:lnTo>
                                    <a:lnTo>
                                      <a:pt x="3" y="9"/>
                                    </a:lnTo>
                                    <a:lnTo>
                                      <a:pt x="4" y="9"/>
                                    </a:lnTo>
                                    <a:lnTo>
                                      <a:pt x="6" y="9"/>
                                    </a:lnTo>
                                    <a:lnTo>
                                      <a:pt x="7" y="7"/>
                                    </a:lnTo>
                                    <a:lnTo>
                                      <a:pt x="9" y="6"/>
                                    </a:lnTo>
                                    <a:lnTo>
                                      <a:pt x="9" y="4"/>
                                    </a:lnTo>
                                    <a:lnTo>
                                      <a:pt x="7" y="3"/>
                                    </a:lnTo>
                                    <a:lnTo>
                                      <a:pt x="6"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41" name="Freeform 127"/>
                              <p:cNvSpPr>
                                <a:spLocks/>
                              </p:cNvSpPr>
                              <p:nvPr/>
                            </p:nvSpPr>
                            <p:spPr bwMode="auto">
                              <a:xfrm>
                                <a:off x="3721" y="2398"/>
                                <a:ext cx="9" cy="9"/>
                              </a:xfrm>
                              <a:custGeom>
                                <a:avLst/>
                                <a:gdLst>
                                  <a:gd name="T0" fmla="*/ 5 w 9"/>
                                  <a:gd name="T1" fmla="*/ 0 h 9"/>
                                  <a:gd name="T2" fmla="*/ 3 w 9"/>
                                  <a:gd name="T3" fmla="*/ 0 h 9"/>
                                  <a:gd name="T4" fmla="*/ 2 w 9"/>
                                  <a:gd name="T5" fmla="*/ 1 h 9"/>
                                  <a:gd name="T6" fmla="*/ 0 w 9"/>
                                  <a:gd name="T7" fmla="*/ 3 h 9"/>
                                  <a:gd name="T8" fmla="*/ 0 w 9"/>
                                  <a:gd name="T9" fmla="*/ 4 h 9"/>
                                  <a:gd name="T10" fmla="*/ 0 w 9"/>
                                  <a:gd name="T11" fmla="*/ 6 h 9"/>
                                  <a:gd name="T12" fmla="*/ 0 w 9"/>
                                  <a:gd name="T13" fmla="*/ 7 h 9"/>
                                  <a:gd name="T14" fmla="*/ 2 w 9"/>
                                  <a:gd name="T15" fmla="*/ 9 h 9"/>
                                  <a:gd name="T16" fmla="*/ 3 w 9"/>
                                  <a:gd name="T17" fmla="*/ 9 h 9"/>
                                  <a:gd name="T18" fmla="*/ 3 w 9"/>
                                  <a:gd name="T19" fmla="*/ 9 h 9"/>
                                  <a:gd name="T20" fmla="*/ 5 w 9"/>
                                  <a:gd name="T21" fmla="*/ 9 h 9"/>
                                  <a:gd name="T22" fmla="*/ 6 w 9"/>
                                  <a:gd name="T23" fmla="*/ 9 h 9"/>
                                  <a:gd name="T24" fmla="*/ 8 w 9"/>
                                  <a:gd name="T25" fmla="*/ 7 h 9"/>
                                  <a:gd name="T26" fmla="*/ 9 w 9"/>
                                  <a:gd name="T27" fmla="*/ 6 h 9"/>
                                  <a:gd name="T28" fmla="*/ 9 w 9"/>
                                  <a:gd name="T29" fmla="*/ 4 h 9"/>
                                  <a:gd name="T30" fmla="*/ 8 w 9"/>
                                  <a:gd name="T31" fmla="*/ 3 h 9"/>
                                  <a:gd name="T32" fmla="*/ 6 w 9"/>
                                  <a:gd name="T33" fmla="*/ 1 h 9"/>
                                  <a:gd name="T34" fmla="*/ 5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5" y="0"/>
                                    </a:moveTo>
                                    <a:lnTo>
                                      <a:pt x="3" y="0"/>
                                    </a:lnTo>
                                    <a:lnTo>
                                      <a:pt x="2" y="1"/>
                                    </a:lnTo>
                                    <a:lnTo>
                                      <a:pt x="0" y="3"/>
                                    </a:lnTo>
                                    <a:lnTo>
                                      <a:pt x="0" y="4"/>
                                    </a:lnTo>
                                    <a:lnTo>
                                      <a:pt x="0" y="6"/>
                                    </a:lnTo>
                                    <a:lnTo>
                                      <a:pt x="0" y="7"/>
                                    </a:lnTo>
                                    <a:lnTo>
                                      <a:pt x="2" y="9"/>
                                    </a:lnTo>
                                    <a:lnTo>
                                      <a:pt x="3" y="9"/>
                                    </a:lnTo>
                                    <a:lnTo>
                                      <a:pt x="5" y="9"/>
                                    </a:lnTo>
                                    <a:lnTo>
                                      <a:pt x="6" y="9"/>
                                    </a:lnTo>
                                    <a:lnTo>
                                      <a:pt x="8" y="7"/>
                                    </a:lnTo>
                                    <a:lnTo>
                                      <a:pt x="9" y="6"/>
                                    </a:lnTo>
                                    <a:lnTo>
                                      <a:pt x="9" y="4"/>
                                    </a:lnTo>
                                    <a:lnTo>
                                      <a:pt x="8" y="3"/>
                                    </a:lnTo>
                                    <a:lnTo>
                                      <a:pt x="6"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42" name="Freeform 128"/>
                              <p:cNvSpPr>
                                <a:spLocks/>
                              </p:cNvSpPr>
                              <p:nvPr/>
                            </p:nvSpPr>
                            <p:spPr bwMode="auto">
                              <a:xfrm>
                                <a:off x="3737" y="2405"/>
                                <a:ext cx="9" cy="9"/>
                              </a:xfrm>
                              <a:custGeom>
                                <a:avLst/>
                                <a:gdLst>
                                  <a:gd name="T0" fmla="*/ 5 w 9"/>
                                  <a:gd name="T1" fmla="*/ 0 h 9"/>
                                  <a:gd name="T2" fmla="*/ 3 w 9"/>
                                  <a:gd name="T3" fmla="*/ 0 h 9"/>
                                  <a:gd name="T4" fmla="*/ 2 w 9"/>
                                  <a:gd name="T5" fmla="*/ 2 h 9"/>
                                  <a:gd name="T6" fmla="*/ 0 w 9"/>
                                  <a:gd name="T7" fmla="*/ 3 h 9"/>
                                  <a:gd name="T8" fmla="*/ 0 w 9"/>
                                  <a:gd name="T9" fmla="*/ 4 h 9"/>
                                  <a:gd name="T10" fmla="*/ 0 w 9"/>
                                  <a:gd name="T11" fmla="*/ 6 h 9"/>
                                  <a:gd name="T12" fmla="*/ 0 w 9"/>
                                  <a:gd name="T13" fmla="*/ 7 h 9"/>
                                  <a:gd name="T14" fmla="*/ 2 w 9"/>
                                  <a:gd name="T15" fmla="*/ 9 h 9"/>
                                  <a:gd name="T16" fmla="*/ 3 w 9"/>
                                  <a:gd name="T17" fmla="*/ 9 h 9"/>
                                  <a:gd name="T18" fmla="*/ 3 w 9"/>
                                  <a:gd name="T19" fmla="*/ 9 h 9"/>
                                  <a:gd name="T20" fmla="*/ 5 w 9"/>
                                  <a:gd name="T21" fmla="*/ 9 h 9"/>
                                  <a:gd name="T22" fmla="*/ 6 w 9"/>
                                  <a:gd name="T23" fmla="*/ 9 h 9"/>
                                  <a:gd name="T24" fmla="*/ 8 w 9"/>
                                  <a:gd name="T25" fmla="*/ 7 h 9"/>
                                  <a:gd name="T26" fmla="*/ 9 w 9"/>
                                  <a:gd name="T27" fmla="*/ 6 h 9"/>
                                  <a:gd name="T28" fmla="*/ 9 w 9"/>
                                  <a:gd name="T29" fmla="*/ 4 h 9"/>
                                  <a:gd name="T30" fmla="*/ 8 w 9"/>
                                  <a:gd name="T31" fmla="*/ 3 h 9"/>
                                  <a:gd name="T32" fmla="*/ 6 w 9"/>
                                  <a:gd name="T33" fmla="*/ 2 h 9"/>
                                  <a:gd name="T34" fmla="*/ 5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5" y="0"/>
                                    </a:moveTo>
                                    <a:lnTo>
                                      <a:pt x="3" y="0"/>
                                    </a:lnTo>
                                    <a:lnTo>
                                      <a:pt x="2" y="2"/>
                                    </a:lnTo>
                                    <a:lnTo>
                                      <a:pt x="0" y="3"/>
                                    </a:lnTo>
                                    <a:lnTo>
                                      <a:pt x="0" y="4"/>
                                    </a:lnTo>
                                    <a:lnTo>
                                      <a:pt x="0" y="6"/>
                                    </a:lnTo>
                                    <a:lnTo>
                                      <a:pt x="0" y="7"/>
                                    </a:lnTo>
                                    <a:lnTo>
                                      <a:pt x="2" y="9"/>
                                    </a:lnTo>
                                    <a:lnTo>
                                      <a:pt x="3" y="9"/>
                                    </a:lnTo>
                                    <a:lnTo>
                                      <a:pt x="5" y="9"/>
                                    </a:lnTo>
                                    <a:lnTo>
                                      <a:pt x="6" y="9"/>
                                    </a:lnTo>
                                    <a:lnTo>
                                      <a:pt x="8" y="7"/>
                                    </a:lnTo>
                                    <a:lnTo>
                                      <a:pt x="9" y="6"/>
                                    </a:lnTo>
                                    <a:lnTo>
                                      <a:pt x="9" y="4"/>
                                    </a:lnTo>
                                    <a:lnTo>
                                      <a:pt x="8" y="3"/>
                                    </a:lnTo>
                                    <a:lnTo>
                                      <a:pt x="6" y="2"/>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43" name="Freeform 129"/>
                              <p:cNvSpPr>
                                <a:spLocks/>
                              </p:cNvSpPr>
                              <p:nvPr/>
                            </p:nvSpPr>
                            <p:spPr bwMode="auto">
                              <a:xfrm>
                                <a:off x="3753" y="2409"/>
                                <a:ext cx="9" cy="9"/>
                              </a:xfrm>
                              <a:custGeom>
                                <a:avLst/>
                                <a:gdLst>
                                  <a:gd name="T0" fmla="*/ 6 w 9"/>
                                  <a:gd name="T1" fmla="*/ 0 h 9"/>
                                  <a:gd name="T2" fmla="*/ 5 w 9"/>
                                  <a:gd name="T3" fmla="*/ 0 h 9"/>
                                  <a:gd name="T4" fmla="*/ 3 w 9"/>
                                  <a:gd name="T5" fmla="*/ 2 h 9"/>
                                  <a:gd name="T6" fmla="*/ 2 w 9"/>
                                  <a:gd name="T7" fmla="*/ 3 h 9"/>
                                  <a:gd name="T8" fmla="*/ 0 w 9"/>
                                  <a:gd name="T9" fmla="*/ 5 h 9"/>
                                  <a:gd name="T10" fmla="*/ 0 w 9"/>
                                  <a:gd name="T11" fmla="*/ 6 h 9"/>
                                  <a:gd name="T12" fmla="*/ 2 w 9"/>
                                  <a:gd name="T13" fmla="*/ 8 h 9"/>
                                  <a:gd name="T14" fmla="*/ 3 w 9"/>
                                  <a:gd name="T15" fmla="*/ 9 h 9"/>
                                  <a:gd name="T16" fmla="*/ 5 w 9"/>
                                  <a:gd name="T17" fmla="*/ 9 h 9"/>
                                  <a:gd name="T18" fmla="*/ 5 w 9"/>
                                  <a:gd name="T19" fmla="*/ 9 h 9"/>
                                  <a:gd name="T20" fmla="*/ 6 w 9"/>
                                  <a:gd name="T21" fmla="*/ 9 h 9"/>
                                  <a:gd name="T22" fmla="*/ 8 w 9"/>
                                  <a:gd name="T23" fmla="*/ 9 h 9"/>
                                  <a:gd name="T24" fmla="*/ 9 w 9"/>
                                  <a:gd name="T25" fmla="*/ 8 h 9"/>
                                  <a:gd name="T26" fmla="*/ 9 w 9"/>
                                  <a:gd name="T27" fmla="*/ 6 h 9"/>
                                  <a:gd name="T28" fmla="*/ 9 w 9"/>
                                  <a:gd name="T29" fmla="*/ 5 h 9"/>
                                  <a:gd name="T30" fmla="*/ 9 w 9"/>
                                  <a:gd name="T31" fmla="*/ 3 h 9"/>
                                  <a:gd name="T32" fmla="*/ 8 w 9"/>
                                  <a:gd name="T33" fmla="*/ 2 h 9"/>
                                  <a:gd name="T34" fmla="*/ 6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6" y="0"/>
                                    </a:moveTo>
                                    <a:lnTo>
                                      <a:pt x="5" y="0"/>
                                    </a:lnTo>
                                    <a:lnTo>
                                      <a:pt x="3" y="2"/>
                                    </a:lnTo>
                                    <a:lnTo>
                                      <a:pt x="2" y="3"/>
                                    </a:lnTo>
                                    <a:lnTo>
                                      <a:pt x="0" y="5"/>
                                    </a:lnTo>
                                    <a:lnTo>
                                      <a:pt x="0" y="6"/>
                                    </a:lnTo>
                                    <a:lnTo>
                                      <a:pt x="2" y="8"/>
                                    </a:lnTo>
                                    <a:lnTo>
                                      <a:pt x="3" y="9"/>
                                    </a:lnTo>
                                    <a:lnTo>
                                      <a:pt x="5" y="9"/>
                                    </a:lnTo>
                                    <a:lnTo>
                                      <a:pt x="6" y="9"/>
                                    </a:lnTo>
                                    <a:lnTo>
                                      <a:pt x="8" y="9"/>
                                    </a:lnTo>
                                    <a:lnTo>
                                      <a:pt x="9" y="8"/>
                                    </a:lnTo>
                                    <a:lnTo>
                                      <a:pt x="9" y="6"/>
                                    </a:lnTo>
                                    <a:lnTo>
                                      <a:pt x="9" y="5"/>
                                    </a:lnTo>
                                    <a:lnTo>
                                      <a:pt x="9" y="3"/>
                                    </a:lnTo>
                                    <a:lnTo>
                                      <a:pt x="8" y="2"/>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44" name="Freeform 130"/>
                              <p:cNvSpPr>
                                <a:spLocks/>
                              </p:cNvSpPr>
                              <p:nvPr/>
                            </p:nvSpPr>
                            <p:spPr bwMode="auto">
                              <a:xfrm>
                                <a:off x="3771" y="2411"/>
                                <a:ext cx="8" cy="9"/>
                              </a:xfrm>
                              <a:custGeom>
                                <a:avLst/>
                                <a:gdLst>
                                  <a:gd name="T0" fmla="*/ 6 w 8"/>
                                  <a:gd name="T1" fmla="*/ 0 h 9"/>
                                  <a:gd name="T2" fmla="*/ 4 w 8"/>
                                  <a:gd name="T3" fmla="*/ 0 h 9"/>
                                  <a:gd name="T4" fmla="*/ 3 w 8"/>
                                  <a:gd name="T5" fmla="*/ 0 h 9"/>
                                  <a:gd name="T6" fmla="*/ 1 w 8"/>
                                  <a:gd name="T7" fmla="*/ 1 h 9"/>
                                  <a:gd name="T8" fmla="*/ 0 w 8"/>
                                  <a:gd name="T9" fmla="*/ 3 h 9"/>
                                  <a:gd name="T10" fmla="*/ 0 w 8"/>
                                  <a:gd name="T11" fmla="*/ 4 h 9"/>
                                  <a:gd name="T12" fmla="*/ 1 w 8"/>
                                  <a:gd name="T13" fmla="*/ 6 h 9"/>
                                  <a:gd name="T14" fmla="*/ 3 w 8"/>
                                  <a:gd name="T15" fmla="*/ 7 h 9"/>
                                  <a:gd name="T16" fmla="*/ 4 w 8"/>
                                  <a:gd name="T17" fmla="*/ 9 h 9"/>
                                  <a:gd name="T18" fmla="*/ 4 w 8"/>
                                  <a:gd name="T19" fmla="*/ 9 h 9"/>
                                  <a:gd name="T20" fmla="*/ 6 w 8"/>
                                  <a:gd name="T21" fmla="*/ 9 h 9"/>
                                  <a:gd name="T22" fmla="*/ 7 w 8"/>
                                  <a:gd name="T23" fmla="*/ 7 h 9"/>
                                  <a:gd name="T24" fmla="*/ 8 w 8"/>
                                  <a:gd name="T25" fmla="*/ 6 h 9"/>
                                  <a:gd name="T26" fmla="*/ 8 w 8"/>
                                  <a:gd name="T27" fmla="*/ 4 h 9"/>
                                  <a:gd name="T28" fmla="*/ 8 w 8"/>
                                  <a:gd name="T29" fmla="*/ 3 h 9"/>
                                  <a:gd name="T30" fmla="*/ 8 w 8"/>
                                  <a:gd name="T31" fmla="*/ 1 h 9"/>
                                  <a:gd name="T32" fmla="*/ 7 w 8"/>
                                  <a:gd name="T33" fmla="*/ 0 h 9"/>
                                  <a:gd name="T34" fmla="*/ 6 w 8"/>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6" y="0"/>
                                    </a:moveTo>
                                    <a:lnTo>
                                      <a:pt x="4" y="0"/>
                                    </a:lnTo>
                                    <a:lnTo>
                                      <a:pt x="3" y="0"/>
                                    </a:lnTo>
                                    <a:lnTo>
                                      <a:pt x="1" y="1"/>
                                    </a:lnTo>
                                    <a:lnTo>
                                      <a:pt x="0" y="3"/>
                                    </a:lnTo>
                                    <a:lnTo>
                                      <a:pt x="0" y="4"/>
                                    </a:lnTo>
                                    <a:lnTo>
                                      <a:pt x="1" y="6"/>
                                    </a:lnTo>
                                    <a:lnTo>
                                      <a:pt x="3" y="7"/>
                                    </a:lnTo>
                                    <a:lnTo>
                                      <a:pt x="4" y="9"/>
                                    </a:lnTo>
                                    <a:lnTo>
                                      <a:pt x="6" y="9"/>
                                    </a:lnTo>
                                    <a:lnTo>
                                      <a:pt x="7" y="7"/>
                                    </a:lnTo>
                                    <a:lnTo>
                                      <a:pt x="8" y="6"/>
                                    </a:lnTo>
                                    <a:lnTo>
                                      <a:pt x="8" y="4"/>
                                    </a:lnTo>
                                    <a:lnTo>
                                      <a:pt x="8" y="3"/>
                                    </a:lnTo>
                                    <a:lnTo>
                                      <a:pt x="8" y="1"/>
                                    </a:lnTo>
                                    <a:lnTo>
                                      <a:pt x="7" y="0"/>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45" name="Freeform 131"/>
                              <p:cNvSpPr>
                                <a:spLocks/>
                              </p:cNvSpPr>
                              <p:nvPr/>
                            </p:nvSpPr>
                            <p:spPr bwMode="auto">
                              <a:xfrm>
                                <a:off x="3788" y="2407"/>
                                <a:ext cx="9" cy="8"/>
                              </a:xfrm>
                              <a:custGeom>
                                <a:avLst/>
                                <a:gdLst>
                                  <a:gd name="T0" fmla="*/ 3 w 9"/>
                                  <a:gd name="T1" fmla="*/ 0 h 8"/>
                                  <a:gd name="T2" fmla="*/ 2 w 9"/>
                                  <a:gd name="T3" fmla="*/ 0 h 8"/>
                                  <a:gd name="T4" fmla="*/ 0 w 9"/>
                                  <a:gd name="T5" fmla="*/ 1 h 8"/>
                                  <a:gd name="T6" fmla="*/ 0 w 9"/>
                                  <a:gd name="T7" fmla="*/ 2 h 8"/>
                                  <a:gd name="T8" fmla="*/ 0 w 9"/>
                                  <a:gd name="T9" fmla="*/ 4 h 8"/>
                                  <a:gd name="T10" fmla="*/ 0 w 9"/>
                                  <a:gd name="T11" fmla="*/ 5 h 8"/>
                                  <a:gd name="T12" fmla="*/ 2 w 9"/>
                                  <a:gd name="T13" fmla="*/ 7 h 8"/>
                                  <a:gd name="T14" fmla="*/ 3 w 9"/>
                                  <a:gd name="T15" fmla="*/ 8 h 8"/>
                                  <a:gd name="T16" fmla="*/ 5 w 9"/>
                                  <a:gd name="T17" fmla="*/ 8 h 8"/>
                                  <a:gd name="T18" fmla="*/ 5 w 9"/>
                                  <a:gd name="T19" fmla="*/ 8 h 8"/>
                                  <a:gd name="T20" fmla="*/ 6 w 9"/>
                                  <a:gd name="T21" fmla="*/ 7 h 8"/>
                                  <a:gd name="T22" fmla="*/ 7 w 9"/>
                                  <a:gd name="T23" fmla="*/ 5 h 8"/>
                                  <a:gd name="T24" fmla="*/ 9 w 9"/>
                                  <a:gd name="T25" fmla="*/ 4 h 8"/>
                                  <a:gd name="T26" fmla="*/ 9 w 9"/>
                                  <a:gd name="T27" fmla="*/ 2 h 8"/>
                                  <a:gd name="T28" fmla="*/ 7 w 9"/>
                                  <a:gd name="T29" fmla="*/ 1 h 8"/>
                                  <a:gd name="T30" fmla="*/ 6 w 9"/>
                                  <a:gd name="T31" fmla="*/ 0 h 8"/>
                                  <a:gd name="T32" fmla="*/ 5 w 9"/>
                                  <a:gd name="T33" fmla="*/ 0 h 8"/>
                                  <a:gd name="T34" fmla="*/ 3 w 9"/>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3" y="0"/>
                                    </a:moveTo>
                                    <a:lnTo>
                                      <a:pt x="2" y="0"/>
                                    </a:lnTo>
                                    <a:lnTo>
                                      <a:pt x="0" y="1"/>
                                    </a:lnTo>
                                    <a:lnTo>
                                      <a:pt x="0" y="2"/>
                                    </a:lnTo>
                                    <a:lnTo>
                                      <a:pt x="0" y="4"/>
                                    </a:lnTo>
                                    <a:lnTo>
                                      <a:pt x="0" y="5"/>
                                    </a:lnTo>
                                    <a:lnTo>
                                      <a:pt x="2" y="7"/>
                                    </a:lnTo>
                                    <a:lnTo>
                                      <a:pt x="3" y="8"/>
                                    </a:lnTo>
                                    <a:lnTo>
                                      <a:pt x="5" y="8"/>
                                    </a:lnTo>
                                    <a:lnTo>
                                      <a:pt x="6" y="7"/>
                                    </a:lnTo>
                                    <a:lnTo>
                                      <a:pt x="7" y="5"/>
                                    </a:lnTo>
                                    <a:lnTo>
                                      <a:pt x="9" y="4"/>
                                    </a:lnTo>
                                    <a:lnTo>
                                      <a:pt x="9" y="2"/>
                                    </a:lnTo>
                                    <a:lnTo>
                                      <a:pt x="7" y="1"/>
                                    </a:lnTo>
                                    <a:lnTo>
                                      <a:pt x="6" y="0"/>
                                    </a:lnTo>
                                    <a:lnTo>
                                      <a:pt x="5"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46" name="Freeform 132"/>
                              <p:cNvSpPr>
                                <a:spLocks/>
                              </p:cNvSpPr>
                              <p:nvPr/>
                            </p:nvSpPr>
                            <p:spPr bwMode="auto">
                              <a:xfrm>
                                <a:off x="3804" y="2399"/>
                                <a:ext cx="9" cy="9"/>
                              </a:xfrm>
                              <a:custGeom>
                                <a:avLst/>
                                <a:gdLst>
                                  <a:gd name="T0" fmla="*/ 4 w 9"/>
                                  <a:gd name="T1" fmla="*/ 0 h 9"/>
                                  <a:gd name="T2" fmla="*/ 3 w 9"/>
                                  <a:gd name="T3" fmla="*/ 2 h 9"/>
                                  <a:gd name="T4" fmla="*/ 2 w 9"/>
                                  <a:gd name="T5" fmla="*/ 3 h 9"/>
                                  <a:gd name="T6" fmla="*/ 0 w 9"/>
                                  <a:gd name="T7" fmla="*/ 5 h 9"/>
                                  <a:gd name="T8" fmla="*/ 0 w 9"/>
                                  <a:gd name="T9" fmla="*/ 6 h 9"/>
                                  <a:gd name="T10" fmla="*/ 2 w 9"/>
                                  <a:gd name="T11" fmla="*/ 8 h 9"/>
                                  <a:gd name="T12" fmla="*/ 3 w 9"/>
                                  <a:gd name="T13" fmla="*/ 9 h 9"/>
                                  <a:gd name="T14" fmla="*/ 4 w 9"/>
                                  <a:gd name="T15" fmla="*/ 9 h 9"/>
                                  <a:gd name="T16" fmla="*/ 6 w 9"/>
                                  <a:gd name="T17" fmla="*/ 9 h 9"/>
                                  <a:gd name="T18" fmla="*/ 6 w 9"/>
                                  <a:gd name="T19" fmla="*/ 9 h 9"/>
                                  <a:gd name="T20" fmla="*/ 7 w 9"/>
                                  <a:gd name="T21" fmla="*/ 9 h 9"/>
                                  <a:gd name="T22" fmla="*/ 9 w 9"/>
                                  <a:gd name="T23" fmla="*/ 8 h 9"/>
                                  <a:gd name="T24" fmla="*/ 9 w 9"/>
                                  <a:gd name="T25" fmla="*/ 6 h 9"/>
                                  <a:gd name="T26" fmla="*/ 9 w 9"/>
                                  <a:gd name="T27" fmla="*/ 5 h 9"/>
                                  <a:gd name="T28" fmla="*/ 9 w 9"/>
                                  <a:gd name="T29" fmla="*/ 3 h 9"/>
                                  <a:gd name="T30" fmla="*/ 7 w 9"/>
                                  <a:gd name="T31" fmla="*/ 2 h 9"/>
                                  <a:gd name="T32" fmla="*/ 6 w 9"/>
                                  <a:gd name="T33" fmla="*/ 0 h 9"/>
                                  <a:gd name="T34" fmla="*/ 4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4" y="0"/>
                                    </a:moveTo>
                                    <a:lnTo>
                                      <a:pt x="3" y="2"/>
                                    </a:lnTo>
                                    <a:lnTo>
                                      <a:pt x="2" y="3"/>
                                    </a:lnTo>
                                    <a:lnTo>
                                      <a:pt x="0" y="5"/>
                                    </a:lnTo>
                                    <a:lnTo>
                                      <a:pt x="0" y="6"/>
                                    </a:lnTo>
                                    <a:lnTo>
                                      <a:pt x="2" y="8"/>
                                    </a:lnTo>
                                    <a:lnTo>
                                      <a:pt x="3" y="9"/>
                                    </a:lnTo>
                                    <a:lnTo>
                                      <a:pt x="4" y="9"/>
                                    </a:lnTo>
                                    <a:lnTo>
                                      <a:pt x="6" y="9"/>
                                    </a:lnTo>
                                    <a:lnTo>
                                      <a:pt x="7" y="9"/>
                                    </a:lnTo>
                                    <a:lnTo>
                                      <a:pt x="9" y="8"/>
                                    </a:lnTo>
                                    <a:lnTo>
                                      <a:pt x="9" y="6"/>
                                    </a:lnTo>
                                    <a:lnTo>
                                      <a:pt x="9" y="5"/>
                                    </a:lnTo>
                                    <a:lnTo>
                                      <a:pt x="9" y="3"/>
                                    </a:lnTo>
                                    <a:lnTo>
                                      <a:pt x="7" y="2"/>
                                    </a:lnTo>
                                    <a:lnTo>
                                      <a:pt x="6"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47" name="Freeform 133"/>
                              <p:cNvSpPr>
                                <a:spLocks/>
                              </p:cNvSpPr>
                              <p:nvPr/>
                            </p:nvSpPr>
                            <p:spPr bwMode="auto">
                              <a:xfrm>
                                <a:off x="3820" y="2391"/>
                                <a:ext cx="9" cy="8"/>
                              </a:xfrm>
                              <a:custGeom>
                                <a:avLst/>
                                <a:gdLst>
                                  <a:gd name="T0" fmla="*/ 2 w 9"/>
                                  <a:gd name="T1" fmla="*/ 1 h 8"/>
                                  <a:gd name="T2" fmla="*/ 0 w 9"/>
                                  <a:gd name="T3" fmla="*/ 2 h 8"/>
                                  <a:gd name="T4" fmla="*/ 0 w 9"/>
                                  <a:gd name="T5" fmla="*/ 4 h 8"/>
                                  <a:gd name="T6" fmla="*/ 0 w 9"/>
                                  <a:gd name="T7" fmla="*/ 5 h 8"/>
                                  <a:gd name="T8" fmla="*/ 0 w 9"/>
                                  <a:gd name="T9" fmla="*/ 7 h 8"/>
                                  <a:gd name="T10" fmla="*/ 2 w 9"/>
                                  <a:gd name="T11" fmla="*/ 8 h 8"/>
                                  <a:gd name="T12" fmla="*/ 3 w 9"/>
                                  <a:gd name="T13" fmla="*/ 8 h 8"/>
                                  <a:gd name="T14" fmla="*/ 4 w 9"/>
                                  <a:gd name="T15" fmla="*/ 8 h 8"/>
                                  <a:gd name="T16" fmla="*/ 6 w 9"/>
                                  <a:gd name="T17" fmla="*/ 8 h 8"/>
                                  <a:gd name="T18" fmla="*/ 6 w 9"/>
                                  <a:gd name="T19" fmla="*/ 8 h 8"/>
                                  <a:gd name="T20" fmla="*/ 7 w 9"/>
                                  <a:gd name="T21" fmla="*/ 7 h 8"/>
                                  <a:gd name="T22" fmla="*/ 9 w 9"/>
                                  <a:gd name="T23" fmla="*/ 5 h 8"/>
                                  <a:gd name="T24" fmla="*/ 9 w 9"/>
                                  <a:gd name="T25" fmla="*/ 4 h 8"/>
                                  <a:gd name="T26" fmla="*/ 7 w 9"/>
                                  <a:gd name="T27" fmla="*/ 2 h 8"/>
                                  <a:gd name="T28" fmla="*/ 6 w 9"/>
                                  <a:gd name="T29" fmla="*/ 1 h 8"/>
                                  <a:gd name="T30" fmla="*/ 4 w 9"/>
                                  <a:gd name="T31" fmla="*/ 0 h 8"/>
                                  <a:gd name="T32" fmla="*/ 3 w 9"/>
                                  <a:gd name="T33" fmla="*/ 0 h 8"/>
                                  <a:gd name="T34" fmla="*/ 2 w 9"/>
                                  <a:gd name="T35" fmla="*/ 1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2" y="1"/>
                                    </a:moveTo>
                                    <a:lnTo>
                                      <a:pt x="0" y="2"/>
                                    </a:lnTo>
                                    <a:lnTo>
                                      <a:pt x="0" y="4"/>
                                    </a:lnTo>
                                    <a:lnTo>
                                      <a:pt x="0" y="5"/>
                                    </a:lnTo>
                                    <a:lnTo>
                                      <a:pt x="0" y="7"/>
                                    </a:lnTo>
                                    <a:lnTo>
                                      <a:pt x="2" y="8"/>
                                    </a:lnTo>
                                    <a:lnTo>
                                      <a:pt x="3" y="8"/>
                                    </a:lnTo>
                                    <a:lnTo>
                                      <a:pt x="4" y="8"/>
                                    </a:lnTo>
                                    <a:lnTo>
                                      <a:pt x="6" y="8"/>
                                    </a:lnTo>
                                    <a:lnTo>
                                      <a:pt x="7" y="7"/>
                                    </a:lnTo>
                                    <a:lnTo>
                                      <a:pt x="9" y="5"/>
                                    </a:lnTo>
                                    <a:lnTo>
                                      <a:pt x="9" y="4"/>
                                    </a:lnTo>
                                    <a:lnTo>
                                      <a:pt x="7" y="2"/>
                                    </a:lnTo>
                                    <a:lnTo>
                                      <a:pt x="6" y="1"/>
                                    </a:lnTo>
                                    <a:lnTo>
                                      <a:pt x="4" y="0"/>
                                    </a:lnTo>
                                    <a:lnTo>
                                      <a:pt x="3" y="0"/>
                                    </a:lnTo>
                                    <a:lnTo>
                                      <a:pt x="2"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48" name="Freeform 134"/>
                              <p:cNvSpPr>
                                <a:spLocks/>
                              </p:cNvSpPr>
                              <p:nvPr/>
                            </p:nvSpPr>
                            <p:spPr bwMode="auto">
                              <a:xfrm>
                                <a:off x="3835" y="2382"/>
                                <a:ext cx="8" cy="9"/>
                              </a:xfrm>
                              <a:custGeom>
                                <a:avLst/>
                                <a:gdLst>
                                  <a:gd name="T0" fmla="*/ 1 w 8"/>
                                  <a:gd name="T1" fmla="*/ 1 h 9"/>
                                  <a:gd name="T2" fmla="*/ 0 w 8"/>
                                  <a:gd name="T3" fmla="*/ 3 h 9"/>
                                  <a:gd name="T4" fmla="*/ 0 w 8"/>
                                  <a:gd name="T5" fmla="*/ 4 h 9"/>
                                  <a:gd name="T6" fmla="*/ 0 w 8"/>
                                  <a:gd name="T7" fmla="*/ 6 h 9"/>
                                  <a:gd name="T8" fmla="*/ 0 w 8"/>
                                  <a:gd name="T9" fmla="*/ 7 h 9"/>
                                  <a:gd name="T10" fmla="*/ 1 w 8"/>
                                  <a:gd name="T11" fmla="*/ 9 h 9"/>
                                  <a:gd name="T12" fmla="*/ 3 w 8"/>
                                  <a:gd name="T13" fmla="*/ 9 h 9"/>
                                  <a:gd name="T14" fmla="*/ 4 w 8"/>
                                  <a:gd name="T15" fmla="*/ 9 h 9"/>
                                  <a:gd name="T16" fmla="*/ 5 w 8"/>
                                  <a:gd name="T17" fmla="*/ 9 h 9"/>
                                  <a:gd name="T18" fmla="*/ 5 w 8"/>
                                  <a:gd name="T19" fmla="*/ 9 h 9"/>
                                  <a:gd name="T20" fmla="*/ 7 w 8"/>
                                  <a:gd name="T21" fmla="*/ 7 h 9"/>
                                  <a:gd name="T22" fmla="*/ 8 w 8"/>
                                  <a:gd name="T23" fmla="*/ 6 h 9"/>
                                  <a:gd name="T24" fmla="*/ 8 w 8"/>
                                  <a:gd name="T25" fmla="*/ 4 h 9"/>
                                  <a:gd name="T26" fmla="*/ 7 w 8"/>
                                  <a:gd name="T27" fmla="*/ 3 h 9"/>
                                  <a:gd name="T28" fmla="*/ 5 w 8"/>
                                  <a:gd name="T29" fmla="*/ 1 h 9"/>
                                  <a:gd name="T30" fmla="*/ 4 w 8"/>
                                  <a:gd name="T31" fmla="*/ 0 h 9"/>
                                  <a:gd name="T32" fmla="*/ 3 w 8"/>
                                  <a:gd name="T33" fmla="*/ 0 h 9"/>
                                  <a:gd name="T34" fmla="*/ 1 w 8"/>
                                  <a:gd name="T35" fmla="*/ 1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1" y="1"/>
                                    </a:moveTo>
                                    <a:lnTo>
                                      <a:pt x="0" y="3"/>
                                    </a:lnTo>
                                    <a:lnTo>
                                      <a:pt x="0" y="4"/>
                                    </a:lnTo>
                                    <a:lnTo>
                                      <a:pt x="0" y="6"/>
                                    </a:lnTo>
                                    <a:lnTo>
                                      <a:pt x="0" y="7"/>
                                    </a:lnTo>
                                    <a:lnTo>
                                      <a:pt x="1" y="9"/>
                                    </a:lnTo>
                                    <a:lnTo>
                                      <a:pt x="3" y="9"/>
                                    </a:lnTo>
                                    <a:lnTo>
                                      <a:pt x="4" y="9"/>
                                    </a:lnTo>
                                    <a:lnTo>
                                      <a:pt x="5" y="9"/>
                                    </a:lnTo>
                                    <a:lnTo>
                                      <a:pt x="7" y="7"/>
                                    </a:lnTo>
                                    <a:lnTo>
                                      <a:pt x="8" y="6"/>
                                    </a:lnTo>
                                    <a:lnTo>
                                      <a:pt x="8" y="4"/>
                                    </a:lnTo>
                                    <a:lnTo>
                                      <a:pt x="7" y="3"/>
                                    </a:lnTo>
                                    <a:lnTo>
                                      <a:pt x="5" y="1"/>
                                    </a:lnTo>
                                    <a:lnTo>
                                      <a:pt x="4" y="0"/>
                                    </a:lnTo>
                                    <a:lnTo>
                                      <a:pt x="3" y="0"/>
                                    </a:lnTo>
                                    <a:lnTo>
                                      <a:pt x="1"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49" name="Freeform 135"/>
                              <p:cNvSpPr>
                                <a:spLocks/>
                              </p:cNvSpPr>
                              <p:nvPr/>
                            </p:nvSpPr>
                            <p:spPr bwMode="auto">
                              <a:xfrm>
                                <a:off x="3848" y="2372"/>
                                <a:ext cx="8" cy="8"/>
                              </a:xfrm>
                              <a:custGeom>
                                <a:avLst/>
                                <a:gdLst>
                                  <a:gd name="T0" fmla="*/ 3 w 8"/>
                                  <a:gd name="T1" fmla="*/ 1 h 8"/>
                                  <a:gd name="T2" fmla="*/ 1 w 8"/>
                                  <a:gd name="T3" fmla="*/ 3 h 8"/>
                                  <a:gd name="T4" fmla="*/ 0 w 8"/>
                                  <a:gd name="T5" fmla="*/ 4 h 8"/>
                                  <a:gd name="T6" fmla="*/ 0 w 8"/>
                                  <a:gd name="T7" fmla="*/ 5 h 8"/>
                                  <a:gd name="T8" fmla="*/ 1 w 8"/>
                                  <a:gd name="T9" fmla="*/ 7 h 8"/>
                                  <a:gd name="T10" fmla="*/ 3 w 8"/>
                                  <a:gd name="T11" fmla="*/ 8 h 8"/>
                                  <a:gd name="T12" fmla="*/ 4 w 8"/>
                                  <a:gd name="T13" fmla="*/ 8 h 8"/>
                                  <a:gd name="T14" fmla="*/ 6 w 8"/>
                                  <a:gd name="T15" fmla="*/ 8 h 8"/>
                                  <a:gd name="T16" fmla="*/ 7 w 8"/>
                                  <a:gd name="T17" fmla="*/ 8 h 8"/>
                                  <a:gd name="T18" fmla="*/ 7 w 8"/>
                                  <a:gd name="T19" fmla="*/ 8 h 8"/>
                                  <a:gd name="T20" fmla="*/ 8 w 8"/>
                                  <a:gd name="T21" fmla="*/ 7 h 8"/>
                                  <a:gd name="T22" fmla="*/ 8 w 8"/>
                                  <a:gd name="T23" fmla="*/ 5 h 8"/>
                                  <a:gd name="T24" fmla="*/ 8 w 8"/>
                                  <a:gd name="T25" fmla="*/ 4 h 8"/>
                                  <a:gd name="T26" fmla="*/ 8 w 8"/>
                                  <a:gd name="T27" fmla="*/ 3 h 8"/>
                                  <a:gd name="T28" fmla="*/ 7 w 8"/>
                                  <a:gd name="T29" fmla="*/ 1 h 8"/>
                                  <a:gd name="T30" fmla="*/ 6 w 8"/>
                                  <a:gd name="T31" fmla="*/ 0 h 8"/>
                                  <a:gd name="T32" fmla="*/ 4 w 8"/>
                                  <a:gd name="T33" fmla="*/ 0 h 8"/>
                                  <a:gd name="T34" fmla="*/ 3 w 8"/>
                                  <a:gd name="T35" fmla="*/ 1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8"/>
                                  <a:gd name="T56" fmla="*/ 8 w 8"/>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8">
                                    <a:moveTo>
                                      <a:pt x="3" y="1"/>
                                    </a:moveTo>
                                    <a:lnTo>
                                      <a:pt x="1" y="3"/>
                                    </a:lnTo>
                                    <a:lnTo>
                                      <a:pt x="0" y="4"/>
                                    </a:lnTo>
                                    <a:lnTo>
                                      <a:pt x="0" y="5"/>
                                    </a:lnTo>
                                    <a:lnTo>
                                      <a:pt x="1" y="7"/>
                                    </a:lnTo>
                                    <a:lnTo>
                                      <a:pt x="3" y="8"/>
                                    </a:lnTo>
                                    <a:lnTo>
                                      <a:pt x="4" y="8"/>
                                    </a:lnTo>
                                    <a:lnTo>
                                      <a:pt x="6" y="8"/>
                                    </a:lnTo>
                                    <a:lnTo>
                                      <a:pt x="7" y="8"/>
                                    </a:lnTo>
                                    <a:lnTo>
                                      <a:pt x="8" y="7"/>
                                    </a:lnTo>
                                    <a:lnTo>
                                      <a:pt x="8" y="5"/>
                                    </a:lnTo>
                                    <a:lnTo>
                                      <a:pt x="8" y="4"/>
                                    </a:lnTo>
                                    <a:lnTo>
                                      <a:pt x="8" y="3"/>
                                    </a:lnTo>
                                    <a:lnTo>
                                      <a:pt x="7" y="1"/>
                                    </a:lnTo>
                                    <a:lnTo>
                                      <a:pt x="6" y="0"/>
                                    </a:lnTo>
                                    <a:lnTo>
                                      <a:pt x="4" y="0"/>
                                    </a:lnTo>
                                    <a:lnTo>
                                      <a:pt x="3"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50" name="Freeform 136"/>
                              <p:cNvSpPr>
                                <a:spLocks/>
                              </p:cNvSpPr>
                              <p:nvPr/>
                            </p:nvSpPr>
                            <p:spPr bwMode="auto">
                              <a:xfrm>
                                <a:off x="3862" y="2361"/>
                                <a:ext cx="9" cy="9"/>
                              </a:xfrm>
                              <a:custGeom>
                                <a:avLst/>
                                <a:gdLst>
                                  <a:gd name="T0" fmla="*/ 3 w 9"/>
                                  <a:gd name="T1" fmla="*/ 0 h 9"/>
                                  <a:gd name="T2" fmla="*/ 2 w 9"/>
                                  <a:gd name="T3" fmla="*/ 2 h 9"/>
                                  <a:gd name="T4" fmla="*/ 0 w 9"/>
                                  <a:gd name="T5" fmla="*/ 3 h 9"/>
                                  <a:gd name="T6" fmla="*/ 0 w 9"/>
                                  <a:gd name="T7" fmla="*/ 5 h 9"/>
                                  <a:gd name="T8" fmla="*/ 2 w 9"/>
                                  <a:gd name="T9" fmla="*/ 6 h 9"/>
                                  <a:gd name="T10" fmla="*/ 3 w 9"/>
                                  <a:gd name="T11" fmla="*/ 8 h 9"/>
                                  <a:gd name="T12" fmla="*/ 5 w 9"/>
                                  <a:gd name="T13" fmla="*/ 9 h 9"/>
                                  <a:gd name="T14" fmla="*/ 6 w 9"/>
                                  <a:gd name="T15" fmla="*/ 9 h 9"/>
                                  <a:gd name="T16" fmla="*/ 7 w 9"/>
                                  <a:gd name="T17" fmla="*/ 8 h 9"/>
                                  <a:gd name="T18" fmla="*/ 7 w 9"/>
                                  <a:gd name="T19" fmla="*/ 8 h 9"/>
                                  <a:gd name="T20" fmla="*/ 9 w 9"/>
                                  <a:gd name="T21" fmla="*/ 6 h 9"/>
                                  <a:gd name="T22" fmla="*/ 9 w 9"/>
                                  <a:gd name="T23" fmla="*/ 5 h 9"/>
                                  <a:gd name="T24" fmla="*/ 9 w 9"/>
                                  <a:gd name="T25" fmla="*/ 3 h 9"/>
                                  <a:gd name="T26" fmla="*/ 9 w 9"/>
                                  <a:gd name="T27" fmla="*/ 2 h 9"/>
                                  <a:gd name="T28" fmla="*/ 7 w 9"/>
                                  <a:gd name="T29" fmla="*/ 0 h 9"/>
                                  <a:gd name="T30" fmla="*/ 6 w 9"/>
                                  <a:gd name="T31" fmla="*/ 0 h 9"/>
                                  <a:gd name="T32" fmla="*/ 5 w 9"/>
                                  <a:gd name="T33" fmla="*/ 0 h 9"/>
                                  <a:gd name="T34" fmla="*/ 3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3" y="0"/>
                                    </a:moveTo>
                                    <a:lnTo>
                                      <a:pt x="2" y="2"/>
                                    </a:lnTo>
                                    <a:lnTo>
                                      <a:pt x="0" y="3"/>
                                    </a:lnTo>
                                    <a:lnTo>
                                      <a:pt x="0" y="5"/>
                                    </a:lnTo>
                                    <a:lnTo>
                                      <a:pt x="2" y="6"/>
                                    </a:lnTo>
                                    <a:lnTo>
                                      <a:pt x="3" y="8"/>
                                    </a:lnTo>
                                    <a:lnTo>
                                      <a:pt x="5" y="9"/>
                                    </a:lnTo>
                                    <a:lnTo>
                                      <a:pt x="6" y="9"/>
                                    </a:lnTo>
                                    <a:lnTo>
                                      <a:pt x="7" y="8"/>
                                    </a:lnTo>
                                    <a:lnTo>
                                      <a:pt x="9" y="6"/>
                                    </a:lnTo>
                                    <a:lnTo>
                                      <a:pt x="9" y="5"/>
                                    </a:lnTo>
                                    <a:lnTo>
                                      <a:pt x="9" y="3"/>
                                    </a:lnTo>
                                    <a:lnTo>
                                      <a:pt x="9" y="2"/>
                                    </a:lnTo>
                                    <a:lnTo>
                                      <a:pt x="7" y="0"/>
                                    </a:lnTo>
                                    <a:lnTo>
                                      <a:pt x="6" y="0"/>
                                    </a:lnTo>
                                    <a:lnTo>
                                      <a:pt x="5"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51" name="Freeform 137"/>
                              <p:cNvSpPr>
                                <a:spLocks/>
                              </p:cNvSpPr>
                              <p:nvPr/>
                            </p:nvSpPr>
                            <p:spPr bwMode="auto">
                              <a:xfrm>
                                <a:off x="3875" y="2350"/>
                                <a:ext cx="9" cy="9"/>
                              </a:xfrm>
                              <a:custGeom>
                                <a:avLst/>
                                <a:gdLst>
                                  <a:gd name="T0" fmla="*/ 3 w 9"/>
                                  <a:gd name="T1" fmla="*/ 1 h 9"/>
                                  <a:gd name="T2" fmla="*/ 2 w 9"/>
                                  <a:gd name="T3" fmla="*/ 3 h 9"/>
                                  <a:gd name="T4" fmla="*/ 0 w 9"/>
                                  <a:gd name="T5" fmla="*/ 4 h 9"/>
                                  <a:gd name="T6" fmla="*/ 0 w 9"/>
                                  <a:gd name="T7" fmla="*/ 6 h 9"/>
                                  <a:gd name="T8" fmla="*/ 2 w 9"/>
                                  <a:gd name="T9" fmla="*/ 7 h 9"/>
                                  <a:gd name="T10" fmla="*/ 3 w 9"/>
                                  <a:gd name="T11" fmla="*/ 9 h 9"/>
                                  <a:gd name="T12" fmla="*/ 5 w 9"/>
                                  <a:gd name="T13" fmla="*/ 9 h 9"/>
                                  <a:gd name="T14" fmla="*/ 6 w 9"/>
                                  <a:gd name="T15" fmla="*/ 9 h 9"/>
                                  <a:gd name="T16" fmla="*/ 8 w 9"/>
                                  <a:gd name="T17" fmla="*/ 9 h 9"/>
                                  <a:gd name="T18" fmla="*/ 8 w 9"/>
                                  <a:gd name="T19" fmla="*/ 9 h 9"/>
                                  <a:gd name="T20" fmla="*/ 9 w 9"/>
                                  <a:gd name="T21" fmla="*/ 7 h 9"/>
                                  <a:gd name="T22" fmla="*/ 9 w 9"/>
                                  <a:gd name="T23" fmla="*/ 6 h 9"/>
                                  <a:gd name="T24" fmla="*/ 9 w 9"/>
                                  <a:gd name="T25" fmla="*/ 4 h 9"/>
                                  <a:gd name="T26" fmla="*/ 9 w 9"/>
                                  <a:gd name="T27" fmla="*/ 3 h 9"/>
                                  <a:gd name="T28" fmla="*/ 8 w 9"/>
                                  <a:gd name="T29" fmla="*/ 1 h 9"/>
                                  <a:gd name="T30" fmla="*/ 6 w 9"/>
                                  <a:gd name="T31" fmla="*/ 0 h 9"/>
                                  <a:gd name="T32" fmla="*/ 5 w 9"/>
                                  <a:gd name="T33" fmla="*/ 0 h 9"/>
                                  <a:gd name="T34" fmla="*/ 3 w 9"/>
                                  <a:gd name="T35" fmla="*/ 1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3" y="1"/>
                                    </a:moveTo>
                                    <a:lnTo>
                                      <a:pt x="2" y="3"/>
                                    </a:lnTo>
                                    <a:lnTo>
                                      <a:pt x="0" y="4"/>
                                    </a:lnTo>
                                    <a:lnTo>
                                      <a:pt x="0" y="6"/>
                                    </a:lnTo>
                                    <a:lnTo>
                                      <a:pt x="2" y="7"/>
                                    </a:lnTo>
                                    <a:lnTo>
                                      <a:pt x="3" y="9"/>
                                    </a:lnTo>
                                    <a:lnTo>
                                      <a:pt x="5" y="9"/>
                                    </a:lnTo>
                                    <a:lnTo>
                                      <a:pt x="6" y="9"/>
                                    </a:lnTo>
                                    <a:lnTo>
                                      <a:pt x="8" y="9"/>
                                    </a:lnTo>
                                    <a:lnTo>
                                      <a:pt x="9" y="7"/>
                                    </a:lnTo>
                                    <a:lnTo>
                                      <a:pt x="9" y="6"/>
                                    </a:lnTo>
                                    <a:lnTo>
                                      <a:pt x="9" y="4"/>
                                    </a:lnTo>
                                    <a:lnTo>
                                      <a:pt x="9" y="3"/>
                                    </a:lnTo>
                                    <a:lnTo>
                                      <a:pt x="8" y="1"/>
                                    </a:lnTo>
                                    <a:lnTo>
                                      <a:pt x="6" y="0"/>
                                    </a:lnTo>
                                    <a:lnTo>
                                      <a:pt x="5" y="0"/>
                                    </a:lnTo>
                                    <a:lnTo>
                                      <a:pt x="3"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52" name="Freeform 138"/>
                              <p:cNvSpPr>
                                <a:spLocks/>
                              </p:cNvSpPr>
                              <p:nvPr/>
                            </p:nvSpPr>
                            <p:spPr bwMode="auto">
                              <a:xfrm>
                                <a:off x="3890" y="2340"/>
                                <a:ext cx="9" cy="8"/>
                              </a:xfrm>
                              <a:custGeom>
                                <a:avLst/>
                                <a:gdLst>
                                  <a:gd name="T0" fmla="*/ 1 w 9"/>
                                  <a:gd name="T1" fmla="*/ 0 h 8"/>
                                  <a:gd name="T2" fmla="*/ 0 w 9"/>
                                  <a:gd name="T3" fmla="*/ 1 h 8"/>
                                  <a:gd name="T4" fmla="*/ 0 w 9"/>
                                  <a:gd name="T5" fmla="*/ 3 h 8"/>
                                  <a:gd name="T6" fmla="*/ 0 w 9"/>
                                  <a:gd name="T7" fmla="*/ 4 h 8"/>
                                  <a:gd name="T8" fmla="*/ 0 w 9"/>
                                  <a:gd name="T9" fmla="*/ 5 h 8"/>
                                  <a:gd name="T10" fmla="*/ 1 w 9"/>
                                  <a:gd name="T11" fmla="*/ 7 h 8"/>
                                  <a:gd name="T12" fmla="*/ 3 w 9"/>
                                  <a:gd name="T13" fmla="*/ 8 h 8"/>
                                  <a:gd name="T14" fmla="*/ 4 w 9"/>
                                  <a:gd name="T15" fmla="*/ 8 h 8"/>
                                  <a:gd name="T16" fmla="*/ 6 w 9"/>
                                  <a:gd name="T17" fmla="*/ 7 h 8"/>
                                  <a:gd name="T18" fmla="*/ 6 w 9"/>
                                  <a:gd name="T19" fmla="*/ 7 h 8"/>
                                  <a:gd name="T20" fmla="*/ 7 w 9"/>
                                  <a:gd name="T21" fmla="*/ 5 h 8"/>
                                  <a:gd name="T22" fmla="*/ 9 w 9"/>
                                  <a:gd name="T23" fmla="*/ 4 h 8"/>
                                  <a:gd name="T24" fmla="*/ 9 w 9"/>
                                  <a:gd name="T25" fmla="*/ 3 h 8"/>
                                  <a:gd name="T26" fmla="*/ 7 w 9"/>
                                  <a:gd name="T27" fmla="*/ 1 h 8"/>
                                  <a:gd name="T28" fmla="*/ 6 w 9"/>
                                  <a:gd name="T29" fmla="*/ 0 h 8"/>
                                  <a:gd name="T30" fmla="*/ 4 w 9"/>
                                  <a:gd name="T31" fmla="*/ 0 h 8"/>
                                  <a:gd name="T32" fmla="*/ 3 w 9"/>
                                  <a:gd name="T33" fmla="*/ 0 h 8"/>
                                  <a:gd name="T34" fmla="*/ 1 w 9"/>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1" y="0"/>
                                    </a:moveTo>
                                    <a:lnTo>
                                      <a:pt x="0" y="1"/>
                                    </a:lnTo>
                                    <a:lnTo>
                                      <a:pt x="0" y="3"/>
                                    </a:lnTo>
                                    <a:lnTo>
                                      <a:pt x="0" y="4"/>
                                    </a:lnTo>
                                    <a:lnTo>
                                      <a:pt x="0" y="5"/>
                                    </a:lnTo>
                                    <a:lnTo>
                                      <a:pt x="1" y="7"/>
                                    </a:lnTo>
                                    <a:lnTo>
                                      <a:pt x="3" y="8"/>
                                    </a:lnTo>
                                    <a:lnTo>
                                      <a:pt x="4" y="8"/>
                                    </a:lnTo>
                                    <a:lnTo>
                                      <a:pt x="6" y="7"/>
                                    </a:lnTo>
                                    <a:lnTo>
                                      <a:pt x="7" y="5"/>
                                    </a:lnTo>
                                    <a:lnTo>
                                      <a:pt x="9" y="4"/>
                                    </a:lnTo>
                                    <a:lnTo>
                                      <a:pt x="9" y="3"/>
                                    </a:lnTo>
                                    <a:lnTo>
                                      <a:pt x="7" y="1"/>
                                    </a:lnTo>
                                    <a:lnTo>
                                      <a:pt x="6" y="0"/>
                                    </a:lnTo>
                                    <a:lnTo>
                                      <a:pt x="4" y="0"/>
                                    </a:lnTo>
                                    <a:lnTo>
                                      <a:pt x="3" y="0"/>
                                    </a:lnTo>
                                    <a:lnTo>
                                      <a:pt x="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53" name="Freeform 139"/>
                              <p:cNvSpPr>
                                <a:spLocks/>
                              </p:cNvSpPr>
                              <p:nvPr/>
                            </p:nvSpPr>
                            <p:spPr bwMode="auto">
                              <a:xfrm>
                                <a:off x="3903" y="2328"/>
                                <a:ext cx="9" cy="9"/>
                              </a:xfrm>
                              <a:custGeom>
                                <a:avLst/>
                                <a:gdLst>
                                  <a:gd name="T0" fmla="*/ 3 w 9"/>
                                  <a:gd name="T1" fmla="*/ 2 h 9"/>
                                  <a:gd name="T2" fmla="*/ 1 w 9"/>
                                  <a:gd name="T3" fmla="*/ 3 h 9"/>
                                  <a:gd name="T4" fmla="*/ 0 w 9"/>
                                  <a:gd name="T5" fmla="*/ 4 h 9"/>
                                  <a:gd name="T6" fmla="*/ 0 w 9"/>
                                  <a:gd name="T7" fmla="*/ 6 h 9"/>
                                  <a:gd name="T8" fmla="*/ 1 w 9"/>
                                  <a:gd name="T9" fmla="*/ 7 h 9"/>
                                  <a:gd name="T10" fmla="*/ 3 w 9"/>
                                  <a:gd name="T11" fmla="*/ 9 h 9"/>
                                  <a:gd name="T12" fmla="*/ 4 w 9"/>
                                  <a:gd name="T13" fmla="*/ 9 h 9"/>
                                  <a:gd name="T14" fmla="*/ 6 w 9"/>
                                  <a:gd name="T15" fmla="*/ 9 h 9"/>
                                  <a:gd name="T16" fmla="*/ 7 w 9"/>
                                  <a:gd name="T17" fmla="*/ 9 h 9"/>
                                  <a:gd name="T18" fmla="*/ 7 w 9"/>
                                  <a:gd name="T19" fmla="*/ 9 h 9"/>
                                  <a:gd name="T20" fmla="*/ 9 w 9"/>
                                  <a:gd name="T21" fmla="*/ 7 h 9"/>
                                  <a:gd name="T22" fmla="*/ 9 w 9"/>
                                  <a:gd name="T23" fmla="*/ 6 h 9"/>
                                  <a:gd name="T24" fmla="*/ 9 w 9"/>
                                  <a:gd name="T25" fmla="*/ 4 h 9"/>
                                  <a:gd name="T26" fmla="*/ 9 w 9"/>
                                  <a:gd name="T27" fmla="*/ 3 h 9"/>
                                  <a:gd name="T28" fmla="*/ 7 w 9"/>
                                  <a:gd name="T29" fmla="*/ 2 h 9"/>
                                  <a:gd name="T30" fmla="*/ 6 w 9"/>
                                  <a:gd name="T31" fmla="*/ 0 h 9"/>
                                  <a:gd name="T32" fmla="*/ 4 w 9"/>
                                  <a:gd name="T33" fmla="*/ 0 h 9"/>
                                  <a:gd name="T34" fmla="*/ 3 w 9"/>
                                  <a:gd name="T35" fmla="*/ 2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3" y="2"/>
                                    </a:moveTo>
                                    <a:lnTo>
                                      <a:pt x="1" y="3"/>
                                    </a:lnTo>
                                    <a:lnTo>
                                      <a:pt x="0" y="4"/>
                                    </a:lnTo>
                                    <a:lnTo>
                                      <a:pt x="0" y="6"/>
                                    </a:lnTo>
                                    <a:lnTo>
                                      <a:pt x="1" y="7"/>
                                    </a:lnTo>
                                    <a:lnTo>
                                      <a:pt x="3" y="9"/>
                                    </a:lnTo>
                                    <a:lnTo>
                                      <a:pt x="4" y="9"/>
                                    </a:lnTo>
                                    <a:lnTo>
                                      <a:pt x="6" y="9"/>
                                    </a:lnTo>
                                    <a:lnTo>
                                      <a:pt x="7" y="9"/>
                                    </a:lnTo>
                                    <a:lnTo>
                                      <a:pt x="9" y="7"/>
                                    </a:lnTo>
                                    <a:lnTo>
                                      <a:pt x="9" y="6"/>
                                    </a:lnTo>
                                    <a:lnTo>
                                      <a:pt x="9" y="4"/>
                                    </a:lnTo>
                                    <a:lnTo>
                                      <a:pt x="9" y="3"/>
                                    </a:lnTo>
                                    <a:lnTo>
                                      <a:pt x="7" y="2"/>
                                    </a:lnTo>
                                    <a:lnTo>
                                      <a:pt x="6" y="0"/>
                                    </a:lnTo>
                                    <a:lnTo>
                                      <a:pt x="4" y="0"/>
                                    </a:lnTo>
                                    <a:lnTo>
                                      <a:pt x="3"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54" name="Freeform 140"/>
                              <p:cNvSpPr>
                                <a:spLocks/>
                              </p:cNvSpPr>
                              <p:nvPr/>
                            </p:nvSpPr>
                            <p:spPr bwMode="auto">
                              <a:xfrm>
                                <a:off x="3916" y="2318"/>
                                <a:ext cx="9" cy="9"/>
                              </a:xfrm>
                              <a:custGeom>
                                <a:avLst/>
                                <a:gdLst>
                                  <a:gd name="T0" fmla="*/ 3 w 9"/>
                                  <a:gd name="T1" fmla="*/ 0 h 9"/>
                                  <a:gd name="T2" fmla="*/ 1 w 9"/>
                                  <a:gd name="T3" fmla="*/ 1 h 9"/>
                                  <a:gd name="T4" fmla="*/ 0 w 9"/>
                                  <a:gd name="T5" fmla="*/ 3 h 9"/>
                                  <a:gd name="T6" fmla="*/ 0 w 9"/>
                                  <a:gd name="T7" fmla="*/ 4 h 9"/>
                                  <a:gd name="T8" fmla="*/ 1 w 9"/>
                                  <a:gd name="T9" fmla="*/ 6 h 9"/>
                                  <a:gd name="T10" fmla="*/ 3 w 9"/>
                                  <a:gd name="T11" fmla="*/ 7 h 9"/>
                                  <a:gd name="T12" fmla="*/ 4 w 9"/>
                                  <a:gd name="T13" fmla="*/ 9 h 9"/>
                                  <a:gd name="T14" fmla="*/ 6 w 9"/>
                                  <a:gd name="T15" fmla="*/ 9 h 9"/>
                                  <a:gd name="T16" fmla="*/ 7 w 9"/>
                                  <a:gd name="T17" fmla="*/ 7 h 9"/>
                                  <a:gd name="T18" fmla="*/ 7 w 9"/>
                                  <a:gd name="T19" fmla="*/ 7 h 9"/>
                                  <a:gd name="T20" fmla="*/ 9 w 9"/>
                                  <a:gd name="T21" fmla="*/ 6 h 9"/>
                                  <a:gd name="T22" fmla="*/ 9 w 9"/>
                                  <a:gd name="T23" fmla="*/ 4 h 9"/>
                                  <a:gd name="T24" fmla="*/ 9 w 9"/>
                                  <a:gd name="T25" fmla="*/ 3 h 9"/>
                                  <a:gd name="T26" fmla="*/ 9 w 9"/>
                                  <a:gd name="T27" fmla="*/ 1 h 9"/>
                                  <a:gd name="T28" fmla="*/ 7 w 9"/>
                                  <a:gd name="T29" fmla="*/ 0 h 9"/>
                                  <a:gd name="T30" fmla="*/ 6 w 9"/>
                                  <a:gd name="T31" fmla="*/ 0 h 9"/>
                                  <a:gd name="T32" fmla="*/ 4 w 9"/>
                                  <a:gd name="T33" fmla="*/ 0 h 9"/>
                                  <a:gd name="T34" fmla="*/ 3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3" y="0"/>
                                    </a:moveTo>
                                    <a:lnTo>
                                      <a:pt x="1" y="1"/>
                                    </a:lnTo>
                                    <a:lnTo>
                                      <a:pt x="0" y="3"/>
                                    </a:lnTo>
                                    <a:lnTo>
                                      <a:pt x="0" y="4"/>
                                    </a:lnTo>
                                    <a:lnTo>
                                      <a:pt x="1" y="6"/>
                                    </a:lnTo>
                                    <a:lnTo>
                                      <a:pt x="3" y="7"/>
                                    </a:lnTo>
                                    <a:lnTo>
                                      <a:pt x="4" y="9"/>
                                    </a:lnTo>
                                    <a:lnTo>
                                      <a:pt x="6" y="9"/>
                                    </a:lnTo>
                                    <a:lnTo>
                                      <a:pt x="7" y="7"/>
                                    </a:lnTo>
                                    <a:lnTo>
                                      <a:pt x="9" y="6"/>
                                    </a:lnTo>
                                    <a:lnTo>
                                      <a:pt x="9" y="4"/>
                                    </a:lnTo>
                                    <a:lnTo>
                                      <a:pt x="9" y="3"/>
                                    </a:lnTo>
                                    <a:lnTo>
                                      <a:pt x="9" y="1"/>
                                    </a:lnTo>
                                    <a:lnTo>
                                      <a:pt x="7" y="0"/>
                                    </a:lnTo>
                                    <a:lnTo>
                                      <a:pt x="6" y="0"/>
                                    </a:lnTo>
                                    <a:lnTo>
                                      <a:pt x="4"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55" name="Freeform 141"/>
                              <p:cNvSpPr>
                                <a:spLocks/>
                              </p:cNvSpPr>
                              <p:nvPr/>
                            </p:nvSpPr>
                            <p:spPr bwMode="auto">
                              <a:xfrm>
                                <a:off x="3930" y="2306"/>
                                <a:ext cx="9" cy="9"/>
                              </a:xfrm>
                              <a:custGeom>
                                <a:avLst/>
                                <a:gdLst>
                                  <a:gd name="T0" fmla="*/ 2 w 9"/>
                                  <a:gd name="T1" fmla="*/ 2 h 9"/>
                                  <a:gd name="T2" fmla="*/ 0 w 9"/>
                                  <a:gd name="T3" fmla="*/ 3 h 9"/>
                                  <a:gd name="T4" fmla="*/ 0 w 9"/>
                                  <a:gd name="T5" fmla="*/ 5 h 9"/>
                                  <a:gd name="T6" fmla="*/ 0 w 9"/>
                                  <a:gd name="T7" fmla="*/ 6 h 9"/>
                                  <a:gd name="T8" fmla="*/ 0 w 9"/>
                                  <a:gd name="T9" fmla="*/ 8 h 9"/>
                                  <a:gd name="T10" fmla="*/ 2 w 9"/>
                                  <a:gd name="T11" fmla="*/ 9 h 9"/>
                                  <a:gd name="T12" fmla="*/ 3 w 9"/>
                                  <a:gd name="T13" fmla="*/ 9 h 9"/>
                                  <a:gd name="T14" fmla="*/ 5 w 9"/>
                                  <a:gd name="T15" fmla="*/ 9 h 9"/>
                                  <a:gd name="T16" fmla="*/ 6 w 9"/>
                                  <a:gd name="T17" fmla="*/ 9 h 9"/>
                                  <a:gd name="T18" fmla="*/ 6 w 9"/>
                                  <a:gd name="T19" fmla="*/ 9 h 9"/>
                                  <a:gd name="T20" fmla="*/ 8 w 9"/>
                                  <a:gd name="T21" fmla="*/ 8 h 9"/>
                                  <a:gd name="T22" fmla="*/ 9 w 9"/>
                                  <a:gd name="T23" fmla="*/ 6 h 9"/>
                                  <a:gd name="T24" fmla="*/ 9 w 9"/>
                                  <a:gd name="T25" fmla="*/ 5 h 9"/>
                                  <a:gd name="T26" fmla="*/ 8 w 9"/>
                                  <a:gd name="T27" fmla="*/ 3 h 9"/>
                                  <a:gd name="T28" fmla="*/ 6 w 9"/>
                                  <a:gd name="T29" fmla="*/ 2 h 9"/>
                                  <a:gd name="T30" fmla="*/ 5 w 9"/>
                                  <a:gd name="T31" fmla="*/ 0 h 9"/>
                                  <a:gd name="T32" fmla="*/ 3 w 9"/>
                                  <a:gd name="T33" fmla="*/ 0 h 9"/>
                                  <a:gd name="T34" fmla="*/ 2 w 9"/>
                                  <a:gd name="T35" fmla="*/ 2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2" y="2"/>
                                    </a:moveTo>
                                    <a:lnTo>
                                      <a:pt x="0" y="3"/>
                                    </a:lnTo>
                                    <a:lnTo>
                                      <a:pt x="0" y="5"/>
                                    </a:lnTo>
                                    <a:lnTo>
                                      <a:pt x="0" y="6"/>
                                    </a:lnTo>
                                    <a:lnTo>
                                      <a:pt x="0" y="8"/>
                                    </a:lnTo>
                                    <a:lnTo>
                                      <a:pt x="2" y="9"/>
                                    </a:lnTo>
                                    <a:lnTo>
                                      <a:pt x="3" y="9"/>
                                    </a:lnTo>
                                    <a:lnTo>
                                      <a:pt x="5" y="9"/>
                                    </a:lnTo>
                                    <a:lnTo>
                                      <a:pt x="6" y="9"/>
                                    </a:lnTo>
                                    <a:lnTo>
                                      <a:pt x="8" y="8"/>
                                    </a:lnTo>
                                    <a:lnTo>
                                      <a:pt x="9" y="6"/>
                                    </a:lnTo>
                                    <a:lnTo>
                                      <a:pt x="9" y="5"/>
                                    </a:lnTo>
                                    <a:lnTo>
                                      <a:pt x="8" y="3"/>
                                    </a:lnTo>
                                    <a:lnTo>
                                      <a:pt x="6" y="2"/>
                                    </a:lnTo>
                                    <a:lnTo>
                                      <a:pt x="5" y="0"/>
                                    </a:lnTo>
                                    <a:lnTo>
                                      <a:pt x="3" y="0"/>
                                    </a:lnTo>
                                    <a:lnTo>
                                      <a:pt x="2"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grpSp>
                        <p:grpSp>
                          <p:nvGrpSpPr>
                            <p:cNvPr id="69" name="Group 68"/>
                            <p:cNvGrpSpPr/>
                            <p:nvPr/>
                          </p:nvGrpSpPr>
                          <p:grpSpPr>
                            <a:xfrm>
                              <a:off x="2165350" y="2533650"/>
                              <a:ext cx="5284788" cy="1771650"/>
                              <a:chOff x="2165350" y="2533650"/>
                              <a:chExt cx="5284788" cy="1771650"/>
                            </a:xfrm>
                          </p:grpSpPr>
                          <p:sp>
                            <p:nvSpPr>
                              <p:cNvPr id="70" name="Freeform 68"/>
                              <p:cNvSpPr>
                                <a:spLocks/>
                              </p:cNvSpPr>
                              <p:nvPr/>
                            </p:nvSpPr>
                            <p:spPr bwMode="auto">
                              <a:xfrm>
                                <a:off x="2303463" y="3281363"/>
                                <a:ext cx="5146675" cy="239712"/>
                              </a:xfrm>
                              <a:custGeom>
                                <a:avLst/>
                                <a:gdLst>
                                  <a:gd name="T0" fmla="*/ 2147483646 w 3242"/>
                                  <a:gd name="T1" fmla="*/ 2147483646 h 151"/>
                                  <a:gd name="T2" fmla="*/ 2147483646 w 3242"/>
                                  <a:gd name="T3" fmla="*/ 2147483646 h 151"/>
                                  <a:gd name="T4" fmla="*/ 2147483646 w 3242"/>
                                  <a:gd name="T5" fmla="*/ 2147483646 h 151"/>
                                  <a:gd name="T6" fmla="*/ 2147483646 w 3242"/>
                                  <a:gd name="T7" fmla="*/ 2147483646 h 151"/>
                                  <a:gd name="T8" fmla="*/ 2147483646 w 3242"/>
                                  <a:gd name="T9" fmla="*/ 2147483646 h 151"/>
                                  <a:gd name="T10" fmla="*/ 2147483646 w 3242"/>
                                  <a:gd name="T11" fmla="*/ 2147483646 h 151"/>
                                  <a:gd name="T12" fmla="*/ 2147483646 w 3242"/>
                                  <a:gd name="T13" fmla="*/ 2147483646 h 151"/>
                                  <a:gd name="T14" fmla="*/ 2147483646 w 3242"/>
                                  <a:gd name="T15" fmla="*/ 2147483646 h 151"/>
                                  <a:gd name="T16" fmla="*/ 2147483646 w 3242"/>
                                  <a:gd name="T17" fmla="*/ 2147483646 h 151"/>
                                  <a:gd name="T18" fmla="*/ 2147483646 w 3242"/>
                                  <a:gd name="T19" fmla="*/ 2147483646 h 151"/>
                                  <a:gd name="T20" fmla="*/ 2147483646 w 3242"/>
                                  <a:gd name="T21" fmla="*/ 2147483646 h 151"/>
                                  <a:gd name="T22" fmla="*/ 2147483646 w 3242"/>
                                  <a:gd name="T23" fmla="*/ 2147483646 h 151"/>
                                  <a:gd name="T24" fmla="*/ 2147483646 w 3242"/>
                                  <a:gd name="T25" fmla="*/ 2147483646 h 151"/>
                                  <a:gd name="T26" fmla="*/ 2147483646 w 3242"/>
                                  <a:gd name="T27" fmla="*/ 2147483646 h 151"/>
                                  <a:gd name="T28" fmla="*/ 2147483646 w 3242"/>
                                  <a:gd name="T29" fmla="*/ 2147483646 h 151"/>
                                  <a:gd name="T30" fmla="*/ 2147483646 w 3242"/>
                                  <a:gd name="T31" fmla="*/ 2147483646 h 151"/>
                                  <a:gd name="T32" fmla="*/ 2147483646 w 3242"/>
                                  <a:gd name="T33" fmla="*/ 2147483646 h 151"/>
                                  <a:gd name="T34" fmla="*/ 2147483646 w 3242"/>
                                  <a:gd name="T35" fmla="*/ 2147483646 h 151"/>
                                  <a:gd name="T36" fmla="*/ 2147483646 w 3242"/>
                                  <a:gd name="T37" fmla="*/ 2147483646 h 151"/>
                                  <a:gd name="T38" fmla="*/ 2147483646 w 3242"/>
                                  <a:gd name="T39" fmla="*/ 2147483646 h 151"/>
                                  <a:gd name="T40" fmla="*/ 2147483646 w 3242"/>
                                  <a:gd name="T41" fmla="*/ 2147483646 h 151"/>
                                  <a:gd name="T42" fmla="*/ 2147483646 w 3242"/>
                                  <a:gd name="T43" fmla="*/ 2147483646 h 151"/>
                                  <a:gd name="T44" fmla="*/ 2147483646 w 3242"/>
                                  <a:gd name="T45" fmla="*/ 2147483646 h 151"/>
                                  <a:gd name="T46" fmla="*/ 2147483646 w 3242"/>
                                  <a:gd name="T47" fmla="*/ 2147483646 h 151"/>
                                  <a:gd name="T48" fmla="*/ 2147483646 w 3242"/>
                                  <a:gd name="T49" fmla="*/ 2147483646 h 151"/>
                                  <a:gd name="T50" fmla="*/ 2147483646 w 3242"/>
                                  <a:gd name="T51" fmla="*/ 2147483646 h 151"/>
                                  <a:gd name="T52" fmla="*/ 2147483646 w 3242"/>
                                  <a:gd name="T53" fmla="*/ 2147483646 h 151"/>
                                  <a:gd name="T54" fmla="*/ 2147483646 w 3242"/>
                                  <a:gd name="T55" fmla="*/ 2147483646 h 151"/>
                                  <a:gd name="T56" fmla="*/ 2147483646 w 3242"/>
                                  <a:gd name="T57" fmla="*/ 2147483646 h 151"/>
                                  <a:gd name="T58" fmla="*/ 2147483646 w 3242"/>
                                  <a:gd name="T59" fmla="*/ 2147483646 h 151"/>
                                  <a:gd name="T60" fmla="*/ 2147483646 w 3242"/>
                                  <a:gd name="T61" fmla="*/ 0 h 151"/>
                                  <a:gd name="T62" fmla="*/ 2147483646 w 3242"/>
                                  <a:gd name="T63" fmla="*/ 0 h 151"/>
                                  <a:gd name="T64" fmla="*/ 2147483646 w 3242"/>
                                  <a:gd name="T65" fmla="*/ 0 h 151"/>
                                  <a:gd name="T66" fmla="*/ 2147483646 w 3242"/>
                                  <a:gd name="T67" fmla="*/ 2147483646 h 151"/>
                                  <a:gd name="T68" fmla="*/ 2147483646 w 3242"/>
                                  <a:gd name="T69" fmla="*/ 2147483646 h 151"/>
                                  <a:gd name="T70" fmla="*/ 2147483646 w 3242"/>
                                  <a:gd name="T71" fmla="*/ 2147483646 h 151"/>
                                  <a:gd name="T72" fmla="*/ 2147483646 w 3242"/>
                                  <a:gd name="T73" fmla="*/ 2147483646 h 151"/>
                                  <a:gd name="T74" fmla="*/ 2147483646 w 3242"/>
                                  <a:gd name="T75" fmla="*/ 2147483646 h 151"/>
                                  <a:gd name="T76" fmla="*/ 2147483646 w 3242"/>
                                  <a:gd name="T77" fmla="*/ 2147483646 h 151"/>
                                  <a:gd name="T78" fmla="*/ 2147483646 w 3242"/>
                                  <a:gd name="T79" fmla="*/ 2147483646 h 151"/>
                                  <a:gd name="T80" fmla="*/ 2147483646 w 3242"/>
                                  <a:gd name="T81" fmla="*/ 2147483646 h 151"/>
                                  <a:gd name="T82" fmla="*/ 2147483646 w 3242"/>
                                  <a:gd name="T83" fmla="*/ 2147483646 h 151"/>
                                  <a:gd name="T84" fmla="*/ 2147483646 w 3242"/>
                                  <a:gd name="T85" fmla="*/ 2147483646 h 151"/>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3242"/>
                                  <a:gd name="T130" fmla="*/ 0 h 151"/>
                                  <a:gd name="T131" fmla="*/ 3242 w 3242"/>
                                  <a:gd name="T132" fmla="*/ 151 h 151"/>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3242" h="151">
                                    <a:moveTo>
                                      <a:pt x="0" y="81"/>
                                    </a:moveTo>
                                    <a:lnTo>
                                      <a:pt x="71" y="106"/>
                                    </a:lnTo>
                                    <a:lnTo>
                                      <a:pt x="142" y="127"/>
                                    </a:lnTo>
                                    <a:lnTo>
                                      <a:pt x="176" y="136"/>
                                    </a:lnTo>
                                    <a:lnTo>
                                      <a:pt x="208" y="143"/>
                                    </a:lnTo>
                                    <a:lnTo>
                                      <a:pt x="238" y="148"/>
                                    </a:lnTo>
                                    <a:lnTo>
                                      <a:pt x="266" y="151"/>
                                    </a:lnTo>
                                    <a:lnTo>
                                      <a:pt x="292" y="149"/>
                                    </a:lnTo>
                                    <a:lnTo>
                                      <a:pt x="317" y="145"/>
                                    </a:lnTo>
                                    <a:lnTo>
                                      <a:pt x="338" y="138"/>
                                    </a:lnTo>
                                    <a:lnTo>
                                      <a:pt x="360" y="129"/>
                                    </a:lnTo>
                                    <a:lnTo>
                                      <a:pt x="398" y="110"/>
                                    </a:lnTo>
                                    <a:lnTo>
                                      <a:pt x="417" y="101"/>
                                    </a:lnTo>
                                    <a:lnTo>
                                      <a:pt x="436" y="94"/>
                                    </a:lnTo>
                                    <a:lnTo>
                                      <a:pt x="472" y="82"/>
                                    </a:lnTo>
                                    <a:lnTo>
                                      <a:pt x="505" y="72"/>
                                    </a:lnTo>
                                    <a:lnTo>
                                      <a:pt x="536" y="62"/>
                                    </a:lnTo>
                                    <a:lnTo>
                                      <a:pt x="566" y="55"/>
                                    </a:lnTo>
                                    <a:lnTo>
                                      <a:pt x="579" y="52"/>
                                    </a:lnTo>
                                    <a:lnTo>
                                      <a:pt x="593" y="49"/>
                                    </a:lnTo>
                                    <a:lnTo>
                                      <a:pt x="614" y="45"/>
                                    </a:lnTo>
                                    <a:lnTo>
                                      <a:pt x="626" y="43"/>
                                    </a:lnTo>
                                    <a:lnTo>
                                      <a:pt x="638" y="42"/>
                                    </a:lnTo>
                                    <a:lnTo>
                                      <a:pt x="654" y="39"/>
                                    </a:lnTo>
                                    <a:lnTo>
                                      <a:pt x="671" y="37"/>
                                    </a:lnTo>
                                    <a:lnTo>
                                      <a:pt x="678" y="36"/>
                                    </a:lnTo>
                                    <a:lnTo>
                                      <a:pt x="683" y="36"/>
                                    </a:lnTo>
                                    <a:lnTo>
                                      <a:pt x="686" y="34"/>
                                    </a:lnTo>
                                    <a:lnTo>
                                      <a:pt x="686" y="33"/>
                                    </a:lnTo>
                                    <a:lnTo>
                                      <a:pt x="684" y="32"/>
                                    </a:lnTo>
                                    <a:lnTo>
                                      <a:pt x="686" y="30"/>
                                    </a:lnTo>
                                    <a:lnTo>
                                      <a:pt x="688" y="29"/>
                                    </a:lnTo>
                                    <a:lnTo>
                                      <a:pt x="693" y="27"/>
                                    </a:lnTo>
                                    <a:lnTo>
                                      <a:pt x="703" y="27"/>
                                    </a:lnTo>
                                    <a:lnTo>
                                      <a:pt x="716" y="26"/>
                                    </a:lnTo>
                                    <a:lnTo>
                                      <a:pt x="725" y="24"/>
                                    </a:lnTo>
                                    <a:lnTo>
                                      <a:pt x="735" y="24"/>
                                    </a:lnTo>
                                    <a:lnTo>
                                      <a:pt x="748" y="24"/>
                                    </a:lnTo>
                                    <a:lnTo>
                                      <a:pt x="761" y="23"/>
                                    </a:lnTo>
                                    <a:lnTo>
                                      <a:pt x="777" y="23"/>
                                    </a:lnTo>
                                    <a:lnTo>
                                      <a:pt x="793" y="23"/>
                                    </a:lnTo>
                                    <a:lnTo>
                                      <a:pt x="813" y="21"/>
                                    </a:lnTo>
                                    <a:lnTo>
                                      <a:pt x="835" y="21"/>
                                    </a:lnTo>
                                    <a:lnTo>
                                      <a:pt x="858" y="20"/>
                                    </a:lnTo>
                                    <a:lnTo>
                                      <a:pt x="884" y="20"/>
                                    </a:lnTo>
                                    <a:lnTo>
                                      <a:pt x="914" y="20"/>
                                    </a:lnTo>
                                    <a:lnTo>
                                      <a:pt x="945" y="18"/>
                                    </a:lnTo>
                                    <a:lnTo>
                                      <a:pt x="980" y="18"/>
                                    </a:lnTo>
                                    <a:lnTo>
                                      <a:pt x="1018" y="17"/>
                                    </a:lnTo>
                                    <a:lnTo>
                                      <a:pt x="1059" y="16"/>
                                    </a:lnTo>
                                    <a:lnTo>
                                      <a:pt x="1101" y="16"/>
                                    </a:lnTo>
                                    <a:lnTo>
                                      <a:pt x="1146" y="14"/>
                                    </a:lnTo>
                                    <a:lnTo>
                                      <a:pt x="1192" y="13"/>
                                    </a:lnTo>
                                    <a:lnTo>
                                      <a:pt x="1242" y="13"/>
                                    </a:lnTo>
                                    <a:lnTo>
                                      <a:pt x="1291" y="11"/>
                                    </a:lnTo>
                                    <a:lnTo>
                                      <a:pt x="1396" y="10"/>
                                    </a:lnTo>
                                    <a:lnTo>
                                      <a:pt x="1505" y="7"/>
                                    </a:lnTo>
                                    <a:lnTo>
                                      <a:pt x="1616" y="5"/>
                                    </a:lnTo>
                                    <a:lnTo>
                                      <a:pt x="1728" y="4"/>
                                    </a:lnTo>
                                    <a:lnTo>
                                      <a:pt x="1840" y="2"/>
                                    </a:lnTo>
                                    <a:lnTo>
                                      <a:pt x="1950" y="1"/>
                                    </a:lnTo>
                                    <a:lnTo>
                                      <a:pt x="2058" y="0"/>
                                    </a:lnTo>
                                    <a:lnTo>
                                      <a:pt x="2110" y="0"/>
                                    </a:lnTo>
                                    <a:lnTo>
                                      <a:pt x="2160" y="0"/>
                                    </a:lnTo>
                                    <a:lnTo>
                                      <a:pt x="2209" y="0"/>
                                    </a:lnTo>
                                    <a:lnTo>
                                      <a:pt x="2255" y="0"/>
                                    </a:lnTo>
                                    <a:lnTo>
                                      <a:pt x="2300" y="1"/>
                                    </a:lnTo>
                                    <a:lnTo>
                                      <a:pt x="2344" y="1"/>
                                    </a:lnTo>
                                    <a:lnTo>
                                      <a:pt x="2385" y="1"/>
                                    </a:lnTo>
                                    <a:lnTo>
                                      <a:pt x="2422" y="2"/>
                                    </a:lnTo>
                                    <a:lnTo>
                                      <a:pt x="2495" y="5"/>
                                    </a:lnTo>
                                    <a:lnTo>
                                      <a:pt x="2563" y="8"/>
                                    </a:lnTo>
                                    <a:lnTo>
                                      <a:pt x="2629" y="13"/>
                                    </a:lnTo>
                                    <a:lnTo>
                                      <a:pt x="2693" y="17"/>
                                    </a:lnTo>
                                    <a:lnTo>
                                      <a:pt x="2752" y="23"/>
                                    </a:lnTo>
                                    <a:lnTo>
                                      <a:pt x="2809" y="29"/>
                                    </a:lnTo>
                                    <a:lnTo>
                                      <a:pt x="2864" y="34"/>
                                    </a:lnTo>
                                    <a:lnTo>
                                      <a:pt x="2915" y="42"/>
                                    </a:lnTo>
                                    <a:lnTo>
                                      <a:pt x="2964" y="48"/>
                                    </a:lnTo>
                                    <a:lnTo>
                                      <a:pt x="3011" y="55"/>
                                    </a:lnTo>
                                    <a:lnTo>
                                      <a:pt x="3056" y="61"/>
                                    </a:lnTo>
                                    <a:lnTo>
                                      <a:pt x="3098" y="66"/>
                                    </a:lnTo>
                                    <a:lnTo>
                                      <a:pt x="3137" y="72"/>
                                    </a:lnTo>
                                    <a:lnTo>
                                      <a:pt x="3173" y="77"/>
                                    </a:lnTo>
                                    <a:lnTo>
                                      <a:pt x="3208" y="81"/>
                                    </a:lnTo>
                                    <a:lnTo>
                                      <a:pt x="3242" y="85"/>
                                    </a:lnTo>
                                  </a:path>
                                </a:pathLst>
                              </a:custGeom>
                              <a:noFill/>
                              <a:ln w="142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grpSp>
                            <p:nvGrpSpPr>
                              <p:cNvPr id="71" name="Group 70"/>
                              <p:cNvGrpSpPr/>
                              <p:nvPr/>
                            </p:nvGrpSpPr>
                            <p:grpSpPr>
                              <a:xfrm>
                                <a:off x="2165350" y="2533650"/>
                                <a:ext cx="5249863" cy="1771650"/>
                                <a:chOff x="2165350" y="2533650"/>
                                <a:chExt cx="5249863" cy="1771650"/>
                              </a:xfrm>
                            </p:grpSpPr>
                            <p:sp>
                              <p:nvSpPr>
                                <p:cNvPr id="72" name="Freeform 4"/>
                                <p:cNvSpPr>
                                  <a:spLocks/>
                                </p:cNvSpPr>
                                <p:nvPr/>
                              </p:nvSpPr>
                              <p:spPr bwMode="auto">
                                <a:xfrm>
                                  <a:off x="2276475" y="2533650"/>
                                  <a:ext cx="109538" cy="774700"/>
                                </a:xfrm>
                                <a:custGeom>
                                  <a:avLst/>
                                  <a:gdLst>
                                    <a:gd name="T0" fmla="*/ 2147483646 w 69"/>
                                    <a:gd name="T1" fmla="*/ 0 h 488"/>
                                    <a:gd name="T2" fmla="*/ 2147483646 w 69"/>
                                    <a:gd name="T3" fmla="*/ 2147483646 h 488"/>
                                    <a:gd name="T4" fmla="*/ 0 w 69"/>
                                    <a:gd name="T5" fmla="*/ 2147483646 h 488"/>
                                    <a:gd name="T6" fmla="*/ 0 60000 65536"/>
                                    <a:gd name="T7" fmla="*/ 0 60000 65536"/>
                                    <a:gd name="T8" fmla="*/ 0 60000 65536"/>
                                    <a:gd name="T9" fmla="*/ 0 w 69"/>
                                    <a:gd name="T10" fmla="*/ 0 h 488"/>
                                    <a:gd name="T11" fmla="*/ 69 w 69"/>
                                    <a:gd name="T12" fmla="*/ 488 h 488"/>
                                  </a:gdLst>
                                  <a:ahLst/>
                                  <a:cxnLst>
                                    <a:cxn ang="T6">
                                      <a:pos x="T0" y="T1"/>
                                    </a:cxn>
                                    <a:cxn ang="T7">
                                      <a:pos x="T2" y="T3"/>
                                    </a:cxn>
                                    <a:cxn ang="T8">
                                      <a:pos x="T4" y="T5"/>
                                    </a:cxn>
                                  </a:cxnLst>
                                  <a:rect l="T9" t="T10" r="T11" b="T12"/>
                                  <a:pathLst>
                                    <a:path w="69" h="488">
                                      <a:moveTo>
                                        <a:pt x="69" y="0"/>
                                      </a:moveTo>
                                      <a:lnTo>
                                        <a:pt x="69" y="349"/>
                                      </a:lnTo>
                                      <a:lnTo>
                                        <a:pt x="0" y="488"/>
                                      </a:lnTo>
                                    </a:path>
                                  </a:pathLst>
                                </a:custGeom>
                                <a:noFill/>
                                <a:ln w="142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73" name="Freeform 5"/>
                                <p:cNvSpPr>
                                  <a:spLocks/>
                                </p:cNvSpPr>
                                <p:nvPr/>
                              </p:nvSpPr>
                              <p:spPr bwMode="auto">
                                <a:xfrm>
                                  <a:off x="2276475" y="3529013"/>
                                  <a:ext cx="109538" cy="776287"/>
                                </a:xfrm>
                                <a:custGeom>
                                  <a:avLst/>
                                  <a:gdLst>
                                    <a:gd name="T0" fmla="*/ 2147483646 w 69"/>
                                    <a:gd name="T1" fmla="*/ 2147483646 h 489"/>
                                    <a:gd name="T2" fmla="*/ 2147483646 w 69"/>
                                    <a:gd name="T3" fmla="*/ 2147483646 h 489"/>
                                    <a:gd name="T4" fmla="*/ 0 w 69"/>
                                    <a:gd name="T5" fmla="*/ 0 h 489"/>
                                    <a:gd name="T6" fmla="*/ 0 60000 65536"/>
                                    <a:gd name="T7" fmla="*/ 0 60000 65536"/>
                                    <a:gd name="T8" fmla="*/ 0 60000 65536"/>
                                    <a:gd name="T9" fmla="*/ 0 w 69"/>
                                    <a:gd name="T10" fmla="*/ 0 h 489"/>
                                    <a:gd name="T11" fmla="*/ 69 w 69"/>
                                    <a:gd name="T12" fmla="*/ 489 h 489"/>
                                  </a:gdLst>
                                  <a:ahLst/>
                                  <a:cxnLst>
                                    <a:cxn ang="T6">
                                      <a:pos x="T0" y="T1"/>
                                    </a:cxn>
                                    <a:cxn ang="T7">
                                      <a:pos x="T2" y="T3"/>
                                    </a:cxn>
                                    <a:cxn ang="T8">
                                      <a:pos x="T4" y="T5"/>
                                    </a:cxn>
                                  </a:cxnLst>
                                  <a:rect l="T9" t="T10" r="T11" b="T12"/>
                                  <a:pathLst>
                                    <a:path w="69" h="489">
                                      <a:moveTo>
                                        <a:pt x="69" y="489"/>
                                      </a:moveTo>
                                      <a:lnTo>
                                        <a:pt x="69" y="140"/>
                                      </a:lnTo>
                                      <a:lnTo>
                                        <a:pt x="0" y="0"/>
                                      </a:lnTo>
                                    </a:path>
                                  </a:pathLst>
                                </a:custGeom>
                                <a:noFill/>
                                <a:ln w="142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74" name="Freeform 6"/>
                                <p:cNvSpPr>
                                  <a:spLocks/>
                                </p:cNvSpPr>
                                <p:nvPr/>
                              </p:nvSpPr>
                              <p:spPr bwMode="auto">
                                <a:xfrm>
                                  <a:off x="2165350" y="3308350"/>
                                  <a:ext cx="111125" cy="220663"/>
                                </a:xfrm>
                                <a:custGeom>
                                  <a:avLst/>
                                  <a:gdLst>
                                    <a:gd name="T0" fmla="*/ 0 w 70"/>
                                    <a:gd name="T1" fmla="*/ 0 h 139"/>
                                    <a:gd name="T2" fmla="*/ 2147483646 w 70"/>
                                    <a:gd name="T3" fmla="*/ 2147483646 h 139"/>
                                    <a:gd name="T4" fmla="*/ 2147483646 w 70"/>
                                    <a:gd name="T5" fmla="*/ 2147483646 h 139"/>
                                    <a:gd name="T6" fmla="*/ 2147483646 w 70"/>
                                    <a:gd name="T7" fmla="*/ 2147483646 h 139"/>
                                    <a:gd name="T8" fmla="*/ 2147483646 w 70"/>
                                    <a:gd name="T9" fmla="*/ 2147483646 h 139"/>
                                    <a:gd name="T10" fmla="*/ 2147483646 w 70"/>
                                    <a:gd name="T11" fmla="*/ 2147483646 h 139"/>
                                    <a:gd name="T12" fmla="*/ 2147483646 w 70"/>
                                    <a:gd name="T13" fmla="*/ 2147483646 h 139"/>
                                    <a:gd name="T14" fmla="*/ 2147483646 w 70"/>
                                    <a:gd name="T15" fmla="*/ 2147483646 h 139"/>
                                    <a:gd name="T16" fmla="*/ 2147483646 w 70"/>
                                    <a:gd name="T17" fmla="*/ 2147483646 h 139"/>
                                    <a:gd name="T18" fmla="*/ 2147483646 w 70"/>
                                    <a:gd name="T19" fmla="*/ 2147483646 h 139"/>
                                    <a:gd name="T20" fmla="*/ 2147483646 w 70"/>
                                    <a:gd name="T21" fmla="*/ 2147483646 h 139"/>
                                    <a:gd name="T22" fmla="*/ 2147483646 w 70"/>
                                    <a:gd name="T23" fmla="*/ 2147483646 h 139"/>
                                    <a:gd name="T24" fmla="*/ 2147483646 w 70"/>
                                    <a:gd name="T25" fmla="*/ 2147483646 h 139"/>
                                    <a:gd name="T26" fmla="*/ 2147483646 w 70"/>
                                    <a:gd name="T27" fmla="*/ 2147483646 h 139"/>
                                    <a:gd name="T28" fmla="*/ 0 w 70"/>
                                    <a:gd name="T29" fmla="*/ 2147483646 h 13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70"/>
                                    <a:gd name="T46" fmla="*/ 0 h 139"/>
                                    <a:gd name="T47" fmla="*/ 70 w 70"/>
                                    <a:gd name="T48" fmla="*/ 139 h 13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70" h="139">
                                      <a:moveTo>
                                        <a:pt x="0" y="0"/>
                                      </a:moveTo>
                                      <a:lnTo>
                                        <a:pt x="26" y="17"/>
                                      </a:lnTo>
                                      <a:lnTo>
                                        <a:pt x="38" y="26"/>
                                      </a:lnTo>
                                      <a:lnTo>
                                        <a:pt x="48" y="35"/>
                                      </a:lnTo>
                                      <a:lnTo>
                                        <a:pt x="57" y="44"/>
                                      </a:lnTo>
                                      <a:lnTo>
                                        <a:pt x="64" y="52"/>
                                      </a:lnTo>
                                      <a:lnTo>
                                        <a:pt x="68" y="61"/>
                                      </a:lnTo>
                                      <a:lnTo>
                                        <a:pt x="70" y="70"/>
                                      </a:lnTo>
                                      <a:lnTo>
                                        <a:pt x="68" y="78"/>
                                      </a:lnTo>
                                      <a:lnTo>
                                        <a:pt x="64" y="87"/>
                                      </a:lnTo>
                                      <a:lnTo>
                                        <a:pt x="57" y="96"/>
                                      </a:lnTo>
                                      <a:lnTo>
                                        <a:pt x="48" y="105"/>
                                      </a:lnTo>
                                      <a:lnTo>
                                        <a:pt x="38" y="113"/>
                                      </a:lnTo>
                                      <a:lnTo>
                                        <a:pt x="26" y="122"/>
                                      </a:lnTo>
                                      <a:lnTo>
                                        <a:pt x="0" y="139"/>
                                      </a:lnTo>
                                    </a:path>
                                  </a:pathLst>
                                </a:custGeom>
                                <a:noFill/>
                                <a:ln w="142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75" name="Freeform 7"/>
                                <p:cNvSpPr>
                                  <a:spLocks/>
                                </p:cNvSpPr>
                                <p:nvPr/>
                              </p:nvSpPr>
                              <p:spPr bwMode="auto">
                                <a:xfrm>
                                  <a:off x="3160713" y="2574925"/>
                                  <a:ext cx="442912" cy="554038"/>
                                </a:xfrm>
                                <a:custGeom>
                                  <a:avLst/>
                                  <a:gdLst>
                                    <a:gd name="T0" fmla="*/ 2147483646 w 279"/>
                                    <a:gd name="T1" fmla="*/ 0 h 349"/>
                                    <a:gd name="T2" fmla="*/ 0 w 279"/>
                                    <a:gd name="T3" fmla="*/ 0 h 349"/>
                                    <a:gd name="T4" fmla="*/ 0 w 279"/>
                                    <a:gd name="T5" fmla="*/ 2147483646 h 349"/>
                                    <a:gd name="T6" fmla="*/ 2147483646 w 279"/>
                                    <a:gd name="T7" fmla="*/ 2147483646 h 349"/>
                                    <a:gd name="T8" fmla="*/ 0 60000 65536"/>
                                    <a:gd name="T9" fmla="*/ 0 60000 65536"/>
                                    <a:gd name="T10" fmla="*/ 0 60000 65536"/>
                                    <a:gd name="T11" fmla="*/ 0 60000 65536"/>
                                    <a:gd name="T12" fmla="*/ 0 w 279"/>
                                    <a:gd name="T13" fmla="*/ 0 h 349"/>
                                    <a:gd name="T14" fmla="*/ 279 w 279"/>
                                    <a:gd name="T15" fmla="*/ 349 h 349"/>
                                  </a:gdLst>
                                  <a:ahLst/>
                                  <a:cxnLst>
                                    <a:cxn ang="T8">
                                      <a:pos x="T0" y="T1"/>
                                    </a:cxn>
                                    <a:cxn ang="T9">
                                      <a:pos x="T2" y="T3"/>
                                    </a:cxn>
                                    <a:cxn ang="T10">
                                      <a:pos x="T4" y="T5"/>
                                    </a:cxn>
                                    <a:cxn ang="T11">
                                      <a:pos x="T6" y="T7"/>
                                    </a:cxn>
                                  </a:cxnLst>
                                  <a:rect l="T12" t="T13" r="T14" b="T15"/>
                                  <a:pathLst>
                                    <a:path w="279" h="349">
                                      <a:moveTo>
                                        <a:pt x="209" y="0"/>
                                      </a:moveTo>
                                      <a:lnTo>
                                        <a:pt x="0" y="0"/>
                                      </a:lnTo>
                                      <a:lnTo>
                                        <a:pt x="0" y="349"/>
                                      </a:lnTo>
                                      <a:lnTo>
                                        <a:pt x="279" y="349"/>
                                      </a:lnTo>
                                    </a:path>
                                  </a:pathLst>
                                </a:custGeom>
                                <a:noFill/>
                                <a:ln w="142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76" name="Freeform 8"/>
                                <p:cNvSpPr>
                                  <a:spLocks/>
                                </p:cNvSpPr>
                                <p:nvPr/>
                              </p:nvSpPr>
                              <p:spPr bwMode="auto">
                                <a:xfrm>
                                  <a:off x="3160713" y="3681413"/>
                                  <a:ext cx="442912" cy="554037"/>
                                </a:xfrm>
                                <a:custGeom>
                                  <a:avLst/>
                                  <a:gdLst>
                                    <a:gd name="T0" fmla="*/ 2147483646 w 279"/>
                                    <a:gd name="T1" fmla="*/ 2147483646 h 349"/>
                                    <a:gd name="T2" fmla="*/ 0 w 279"/>
                                    <a:gd name="T3" fmla="*/ 2147483646 h 349"/>
                                    <a:gd name="T4" fmla="*/ 0 w 279"/>
                                    <a:gd name="T5" fmla="*/ 0 h 349"/>
                                    <a:gd name="T6" fmla="*/ 2147483646 w 279"/>
                                    <a:gd name="T7" fmla="*/ 0 h 349"/>
                                    <a:gd name="T8" fmla="*/ 0 60000 65536"/>
                                    <a:gd name="T9" fmla="*/ 0 60000 65536"/>
                                    <a:gd name="T10" fmla="*/ 0 60000 65536"/>
                                    <a:gd name="T11" fmla="*/ 0 60000 65536"/>
                                    <a:gd name="T12" fmla="*/ 0 w 279"/>
                                    <a:gd name="T13" fmla="*/ 0 h 349"/>
                                    <a:gd name="T14" fmla="*/ 279 w 279"/>
                                    <a:gd name="T15" fmla="*/ 349 h 349"/>
                                  </a:gdLst>
                                  <a:ahLst/>
                                  <a:cxnLst>
                                    <a:cxn ang="T8">
                                      <a:pos x="T0" y="T1"/>
                                    </a:cxn>
                                    <a:cxn ang="T9">
                                      <a:pos x="T2" y="T3"/>
                                    </a:cxn>
                                    <a:cxn ang="T10">
                                      <a:pos x="T4" y="T5"/>
                                    </a:cxn>
                                    <a:cxn ang="T11">
                                      <a:pos x="T6" y="T7"/>
                                    </a:cxn>
                                  </a:cxnLst>
                                  <a:rect l="T12" t="T13" r="T14" b="T15"/>
                                  <a:pathLst>
                                    <a:path w="279" h="349">
                                      <a:moveTo>
                                        <a:pt x="209" y="349"/>
                                      </a:moveTo>
                                      <a:lnTo>
                                        <a:pt x="0" y="349"/>
                                      </a:lnTo>
                                      <a:lnTo>
                                        <a:pt x="0" y="0"/>
                                      </a:lnTo>
                                      <a:lnTo>
                                        <a:pt x="279" y="0"/>
                                      </a:lnTo>
                                    </a:path>
                                  </a:pathLst>
                                </a:custGeom>
                                <a:noFill/>
                                <a:ln w="142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grpSp>
                              <p:nvGrpSpPr>
                                <p:cNvPr id="77" name="Group 59"/>
                                <p:cNvGrpSpPr>
                                  <a:grpSpLocks/>
                                </p:cNvGrpSpPr>
                                <p:nvPr/>
                              </p:nvGrpSpPr>
                              <p:grpSpPr bwMode="auto">
                                <a:xfrm>
                                  <a:off x="4600575" y="3668713"/>
                                  <a:ext cx="1770063" cy="552450"/>
                                  <a:chOff x="2910" y="2263"/>
                                  <a:chExt cx="1115" cy="348"/>
                                </a:xfrm>
                              </p:grpSpPr>
                              <p:sp>
                                <p:nvSpPr>
                                  <p:cNvPr id="129" name="Freeform 60"/>
                                  <p:cNvSpPr>
                                    <a:spLocks/>
                                  </p:cNvSpPr>
                                  <p:nvPr/>
                                </p:nvSpPr>
                                <p:spPr bwMode="auto">
                                  <a:xfrm>
                                    <a:off x="2910" y="2263"/>
                                    <a:ext cx="1115" cy="348"/>
                                  </a:xfrm>
                                  <a:custGeom>
                                    <a:avLst/>
                                    <a:gdLst>
                                      <a:gd name="T0" fmla="*/ 697 w 1115"/>
                                      <a:gd name="T1" fmla="*/ 0 h 348"/>
                                      <a:gd name="T2" fmla="*/ 0 w 1115"/>
                                      <a:gd name="T3" fmla="*/ 0 h 348"/>
                                      <a:gd name="T4" fmla="*/ 0 w 1115"/>
                                      <a:gd name="T5" fmla="*/ 348 h 348"/>
                                      <a:gd name="T6" fmla="*/ 1115 w 1115"/>
                                      <a:gd name="T7" fmla="*/ 348 h 348"/>
                                      <a:gd name="T8" fmla="*/ 1115 w 1115"/>
                                      <a:gd name="T9" fmla="*/ 0 h 348"/>
                                      <a:gd name="T10" fmla="*/ 1045 w 1115"/>
                                      <a:gd name="T11" fmla="*/ 0 h 348"/>
                                      <a:gd name="T12" fmla="*/ 1045 w 1115"/>
                                      <a:gd name="T13" fmla="*/ 279 h 348"/>
                                      <a:gd name="T14" fmla="*/ 139 w 1115"/>
                                      <a:gd name="T15" fmla="*/ 279 h 348"/>
                                      <a:gd name="T16" fmla="*/ 139 w 1115"/>
                                      <a:gd name="T17" fmla="*/ 69 h 348"/>
                                      <a:gd name="T18" fmla="*/ 697 w 1115"/>
                                      <a:gd name="T19" fmla="*/ 69 h 348"/>
                                      <a:gd name="T20" fmla="*/ 697 w 1115"/>
                                      <a:gd name="T21" fmla="*/ 0 h 34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115"/>
                                      <a:gd name="T34" fmla="*/ 0 h 348"/>
                                      <a:gd name="T35" fmla="*/ 1115 w 1115"/>
                                      <a:gd name="T36" fmla="*/ 348 h 34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115" h="348">
                                        <a:moveTo>
                                          <a:pt x="697" y="0"/>
                                        </a:moveTo>
                                        <a:lnTo>
                                          <a:pt x="0" y="0"/>
                                        </a:lnTo>
                                        <a:lnTo>
                                          <a:pt x="0" y="348"/>
                                        </a:lnTo>
                                        <a:lnTo>
                                          <a:pt x="1115" y="348"/>
                                        </a:lnTo>
                                        <a:lnTo>
                                          <a:pt x="1115" y="0"/>
                                        </a:lnTo>
                                        <a:lnTo>
                                          <a:pt x="1045" y="0"/>
                                        </a:lnTo>
                                        <a:lnTo>
                                          <a:pt x="1045" y="279"/>
                                        </a:lnTo>
                                        <a:lnTo>
                                          <a:pt x="139" y="279"/>
                                        </a:lnTo>
                                        <a:lnTo>
                                          <a:pt x="139" y="69"/>
                                        </a:lnTo>
                                        <a:lnTo>
                                          <a:pt x="697" y="69"/>
                                        </a:lnTo>
                                        <a:lnTo>
                                          <a:pt x="697" y="0"/>
                                        </a:lnTo>
                                        <a:close/>
                                      </a:path>
                                    </a:pathLst>
                                  </a:custGeom>
                                  <a:solidFill>
                                    <a:srgbClr val="B2B2B2"/>
                                  </a:solidFill>
                                  <a:ln w="14288">
                                    <a:solidFill>
                                      <a:srgbClr val="000000"/>
                                    </a:solidFill>
                                    <a:prstDash val="solid"/>
                                    <a:round/>
                                    <a:headEnd/>
                                    <a:tailEnd/>
                                  </a:ln>
                                </p:spPr>
                                <p:txBody>
                                  <a:bodyPr/>
                                  <a:lstStyle/>
                                  <a:p>
                                    <a:endParaRPr lang="en-GB"/>
                                  </a:p>
                                </p:txBody>
                              </p:sp>
                              <p:sp>
                                <p:nvSpPr>
                                  <p:cNvPr id="130" name="Line 61"/>
                                  <p:cNvSpPr>
                                    <a:spLocks noChangeShapeType="1"/>
                                  </p:cNvSpPr>
                                  <p:nvPr/>
                                </p:nvSpPr>
                                <p:spPr bwMode="auto">
                                  <a:xfrm flipV="1">
                                    <a:off x="3049" y="2332"/>
                                    <a:ext cx="558" cy="210"/>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131" name="Line 62"/>
                                  <p:cNvSpPr>
                                    <a:spLocks noChangeShapeType="1"/>
                                  </p:cNvSpPr>
                                  <p:nvPr/>
                                </p:nvSpPr>
                                <p:spPr bwMode="auto">
                                  <a:xfrm>
                                    <a:off x="3049" y="2332"/>
                                    <a:ext cx="558" cy="210"/>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GB"/>
                                  </a:p>
                                </p:txBody>
                              </p:sp>
                            </p:grpSp>
                            <p:grpSp>
                              <p:nvGrpSpPr>
                                <p:cNvPr id="78" name="Group 63"/>
                                <p:cNvGrpSpPr>
                                  <a:grpSpLocks/>
                                </p:cNvGrpSpPr>
                                <p:nvPr/>
                              </p:nvGrpSpPr>
                              <p:grpSpPr bwMode="auto">
                                <a:xfrm>
                                  <a:off x="4600575" y="2560638"/>
                                  <a:ext cx="1770063" cy="554037"/>
                                  <a:chOff x="2910" y="1565"/>
                                  <a:chExt cx="1115" cy="349"/>
                                </a:xfrm>
                              </p:grpSpPr>
                              <p:sp>
                                <p:nvSpPr>
                                  <p:cNvPr id="126" name="Freeform 64"/>
                                  <p:cNvSpPr>
                                    <a:spLocks/>
                                  </p:cNvSpPr>
                                  <p:nvPr/>
                                </p:nvSpPr>
                                <p:spPr bwMode="auto">
                                  <a:xfrm>
                                    <a:off x="2910" y="1565"/>
                                    <a:ext cx="1115" cy="349"/>
                                  </a:xfrm>
                                  <a:custGeom>
                                    <a:avLst/>
                                    <a:gdLst>
                                      <a:gd name="T0" fmla="*/ 697 w 1115"/>
                                      <a:gd name="T1" fmla="*/ 349 h 349"/>
                                      <a:gd name="T2" fmla="*/ 0 w 1115"/>
                                      <a:gd name="T3" fmla="*/ 349 h 349"/>
                                      <a:gd name="T4" fmla="*/ 0 w 1115"/>
                                      <a:gd name="T5" fmla="*/ 0 h 349"/>
                                      <a:gd name="T6" fmla="*/ 1115 w 1115"/>
                                      <a:gd name="T7" fmla="*/ 0 h 349"/>
                                      <a:gd name="T8" fmla="*/ 1115 w 1115"/>
                                      <a:gd name="T9" fmla="*/ 349 h 349"/>
                                      <a:gd name="T10" fmla="*/ 1045 w 1115"/>
                                      <a:gd name="T11" fmla="*/ 349 h 349"/>
                                      <a:gd name="T12" fmla="*/ 1045 w 1115"/>
                                      <a:gd name="T13" fmla="*/ 70 h 349"/>
                                      <a:gd name="T14" fmla="*/ 139 w 1115"/>
                                      <a:gd name="T15" fmla="*/ 70 h 349"/>
                                      <a:gd name="T16" fmla="*/ 139 w 1115"/>
                                      <a:gd name="T17" fmla="*/ 279 h 349"/>
                                      <a:gd name="T18" fmla="*/ 697 w 1115"/>
                                      <a:gd name="T19" fmla="*/ 279 h 349"/>
                                      <a:gd name="T20" fmla="*/ 697 w 1115"/>
                                      <a:gd name="T21" fmla="*/ 349 h 34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115"/>
                                      <a:gd name="T34" fmla="*/ 0 h 349"/>
                                      <a:gd name="T35" fmla="*/ 1115 w 1115"/>
                                      <a:gd name="T36" fmla="*/ 349 h 34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115" h="349">
                                        <a:moveTo>
                                          <a:pt x="697" y="349"/>
                                        </a:moveTo>
                                        <a:lnTo>
                                          <a:pt x="0" y="349"/>
                                        </a:lnTo>
                                        <a:lnTo>
                                          <a:pt x="0" y="0"/>
                                        </a:lnTo>
                                        <a:lnTo>
                                          <a:pt x="1115" y="0"/>
                                        </a:lnTo>
                                        <a:lnTo>
                                          <a:pt x="1115" y="349"/>
                                        </a:lnTo>
                                        <a:lnTo>
                                          <a:pt x="1045" y="349"/>
                                        </a:lnTo>
                                        <a:lnTo>
                                          <a:pt x="1045" y="70"/>
                                        </a:lnTo>
                                        <a:lnTo>
                                          <a:pt x="139" y="70"/>
                                        </a:lnTo>
                                        <a:lnTo>
                                          <a:pt x="139" y="279"/>
                                        </a:lnTo>
                                        <a:lnTo>
                                          <a:pt x="697" y="279"/>
                                        </a:lnTo>
                                        <a:lnTo>
                                          <a:pt x="697" y="349"/>
                                        </a:lnTo>
                                        <a:close/>
                                      </a:path>
                                    </a:pathLst>
                                  </a:custGeom>
                                  <a:solidFill>
                                    <a:srgbClr val="B2B2B2"/>
                                  </a:solidFill>
                                  <a:ln w="14288">
                                    <a:solidFill>
                                      <a:srgbClr val="000000"/>
                                    </a:solidFill>
                                    <a:prstDash val="solid"/>
                                    <a:round/>
                                    <a:headEnd/>
                                    <a:tailEnd/>
                                  </a:ln>
                                </p:spPr>
                                <p:txBody>
                                  <a:bodyPr/>
                                  <a:lstStyle/>
                                  <a:p>
                                    <a:endParaRPr lang="en-GB"/>
                                  </a:p>
                                </p:txBody>
                              </p:sp>
                              <p:sp>
                                <p:nvSpPr>
                                  <p:cNvPr id="127" name="Line 65"/>
                                  <p:cNvSpPr>
                                    <a:spLocks noChangeShapeType="1"/>
                                  </p:cNvSpPr>
                                  <p:nvPr/>
                                </p:nvSpPr>
                                <p:spPr bwMode="auto">
                                  <a:xfrm flipV="1">
                                    <a:off x="3049" y="1635"/>
                                    <a:ext cx="558" cy="209"/>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128" name="Line 66"/>
                                  <p:cNvSpPr>
                                    <a:spLocks noChangeShapeType="1"/>
                                  </p:cNvSpPr>
                                  <p:nvPr/>
                                </p:nvSpPr>
                                <p:spPr bwMode="auto">
                                  <a:xfrm>
                                    <a:off x="3049" y="1635"/>
                                    <a:ext cx="558" cy="209"/>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GB"/>
                                  </a:p>
                                </p:txBody>
                              </p:sp>
                            </p:grpSp>
                            <p:sp>
                              <p:nvSpPr>
                                <p:cNvPr id="79" name="Freeform 67"/>
                                <p:cNvSpPr>
                                  <a:spLocks/>
                                </p:cNvSpPr>
                                <p:nvPr/>
                              </p:nvSpPr>
                              <p:spPr bwMode="auto">
                                <a:xfrm>
                                  <a:off x="2268538" y="3308350"/>
                                  <a:ext cx="5146675" cy="239713"/>
                                </a:xfrm>
                                <a:custGeom>
                                  <a:avLst/>
                                  <a:gdLst>
                                    <a:gd name="T0" fmla="*/ 2147483646 w 3242"/>
                                    <a:gd name="T1" fmla="*/ 2147483646 h 151"/>
                                    <a:gd name="T2" fmla="*/ 2147483646 w 3242"/>
                                    <a:gd name="T3" fmla="*/ 2147483646 h 151"/>
                                    <a:gd name="T4" fmla="*/ 2147483646 w 3242"/>
                                    <a:gd name="T5" fmla="*/ 2147483646 h 151"/>
                                    <a:gd name="T6" fmla="*/ 2147483646 w 3242"/>
                                    <a:gd name="T7" fmla="*/ 2147483646 h 151"/>
                                    <a:gd name="T8" fmla="*/ 2147483646 w 3242"/>
                                    <a:gd name="T9" fmla="*/ 2147483646 h 151"/>
                                    <a:gd name="T10" fmla="*/ 2147483646 w 3242"/>
                                    <a:gd name="T11" fmla="*/ 2147483646 h 151"/>
                                    <a:gd name="T12" fmla="*/ 2147483646 w 3242"/>
                                    <a:gd name="T13" fmla="*/ 2147483646 h 151"/>
                                    <a:gd name="T14" fmla="*/ 2147483646 w 3242"/>
                                    <a:gd name="T15" fmla="*/ 2147483646 h 151"/>
                                    <a:gd name="T16" fmla="*/ 2147483646 w 3242"/>
                                    <a:gd name="T17" fmla="*/ 2147483646 h 151"/>
                                    <a:gd name="T18" fmla="*/ 2147483646 w 3242"/>
                                    <a:gd name="T19" fmla="*/ 2147483646 h 151"/>
                                    <a:gd name="T20" fmla="*/ 2147483646 w 3242"/>
                                    <a:gd name="T21" fmla="*/ 2147483646 h 151"/>
                                    <a:gd name="T22" fmla="*/ 2147483646 w 3242"/>
                                    <a:gd name="T23" fmla="*/ 2147483646 h 151"/>
                                    <a:gd name="T24" fmla="*/ 2147483646 w 3242"/>
                                    <a:gd name="T25" fmla="*/ 2147483646 h 151"/>
                                    <a:gd name="T26" fmla="*/ 2147483646 w 3242"/>
                                    <a:gd name="T27" fmla="*/ 2147483646 h 151"/>
                                    <a:gd name="T28" fmla="*/ 2147483646 w 3242"/>
                                    <a:gd name="T29" fmla="*/ 2147483646 h 151"/>
                                    <a:gd name="T30" fmla="*/ 2147483646 w 3242"/>
                                    <a:gd name="T31" fmla="*/ 2147483646 h 151"/>
                                    <a:gd name="T32" fmla="*/ 2147483646 w 3242"/>
                                    <a:gd name="T33" fmla="*/ 2147483646 h 151"/>
                                    <a:gd name="T34" fmla="*/ 2147483646 w 3242"/>
                                    <a:gd name="T35" fmla="*/ 2147483646 h 151"/>
                                    <a:gd name="T36" fmla="*/ 2147483646 w 3242"/>
                                    <a:gd name="T37" fmla="*/ 2147483646 h 151"/>
                                    <a:gd name="T38" fmla="*/ 2147483646 w 3242"/>
                                    <a:gd name="T39" fmla="*/ 2147483646 h 151"/>
                                    <a:gd name="T40" fmla="*/ 2147483646 w 3242"/>
                                    <a:gd name="T41" fmla="*/ 2147483646 h 151"/>
                                    <a:gd name="T42" fmla="*/ 2147483646 w 3242"/>
                                    <a:gd name="T43" fmla="*/ 2147483646 h 151"/>
                                    <a:gd name="T44" fmla="*/ 2147483646 w 3242"/>
                                    <a:gd name="T45" fmla="*/ 2147483646 h 151"/>
                                    <a:gd name="T46" fmla="*/ 2147483646 w 3242"/>
                                    <a:gd name="T47" fmla="*/ 2147483646 h 151"/>
                                    <a:gd name="T48" fmla="*/ 2147483646 w 3242"/>
                                    <a:gd name="T49" fmla="*/ 2147483646 h 151"/>
                                    <a:gd name="T50" fmla="*/ 2147483646 w 3242"/>
                                    <a:gd name="T51" fmla="*/ 2147483646 h 151"/>
                                    <a:gd name="T52" fmla="*/ 2147483646 w 3242"/>
                                    <a:gd name="T53" fmla="*/ 2147483646 h 151"/>
                                    <a:gd name="T54" fmla="*/ 2147483646 w 3242"/>
                                    <a:gd name="T55" fmla="*/ 2147483646 h 151"/>
                                    <a:gd name="T56" fmla="*/ 2147483646 w 3242"/>
                                    <a:gd name="T57" fmla="*/ 2147483646 h 151"/>
                                    <a:gd name="T58" fmla="*/ 2147483646 w 3242"/>
                                    <a:gd name="T59" fmla="*/ 2147483646 h 151"/>
                                    <a:gd name="T60" fmla="*/ 2147483646 w 3242"/>
                                    <a:gd name="T61" fmla="*/ 2147483646 h 151"/>
                                    <a:gd name="T62" fmla="*/ 2147483646 w 3242"/>
                                    <a:gd name="T63" fmla="*/ 2147483646 h 151"/>
                                    <a:gd name="T64" fmla="*/ 2147483646 w 3242"/>
                                    <a:gd name="T65" fmla="*/ 2147483646 h 151"/>
                                    <a:gd name="T66" fmla="*/ 2147483646 w 3242"/>
                                    <a:gd name="T67" fmla="*/ 2147483646 h 151"/>
                                    <a:gd name="T68" fmla="*/ 2147483646 w 3242"/>
                                    <a:gd name="T69" fmla="*/ 2147483646 h 151"/>
                                    <a:gd name="T70" fmla="*/ 2147483646 w 3242"/>
                                    <a:gd name="T71" fmla="*/ 2147483646 h 151"/>
                                    <a:gd name="T72" fmla="*/ 2147483646 w 3242"/>
                                    <a:gd name="T73" fmla="*/ 2147483646 h 151"/>
                                    <a:gd name="T74" fmla="*/ 2147483646 w 3242"/>
                                    <a:gd name="T75" fmla="*/ 2147483646 h 151"/>
                                    <a:gd name="T76" fmla="*/ 2147483646 w 3242"/>
                                    <a:gd name="T77" fmla="*/ 2147483646 h 151"/>
                                    <a:gd name="T78" fmla="*/ 2147483646 w 3242"/>
                                    <a:gd name="T79" fmla="*/ 2147483646 h 151"/>
                                    <a:gd name="T80" fmla="*/ 2147483646 w 3242"/>
                                    <a:gd name="T81" fmla="*/ 2147483646 h 151"/>
                                    <a:gd name="T82" fmla="*/ 2147483646 w 3242"/>
                                    <a:gd name="T83" fmla="*/ 2147483646 h 151"/>
                                    <a:gd name="T84" fmla="*/ 2147483646 w 3242"/>
                                    <a:gd name="T85" fmla="*/ 2147483646 h 151"/>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3242"/>
                                    <a:gd name="T130" fmla="*/ 0 h 151"/>
                                    <a:gd name="T131" fmla="*/ 3242 w 3242"/>
                                    <a:gd name="T132" fmla="*/ 151 h 151"/>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3242" h="151">
                                      <a:moveTo>
                                        <a:pt x="0" y="70"/>
                                      </a:moveTo>
                                      <a:lnTo>
                                        <a:pt x="71" y="45"/>
                                      </a:lnTo>
                                      <a:lnTo>
                                        <a:pt x="143" y="23"/>
                                      </a:lnTo>
                                      <a:lnTo>
                                        <a:pt x="176" y="15"/>
                                      </a:lnTo>
                                      <a:lnTo>
                                        <a:pt x="208" y="7"/>
                                      </a:lnTo>
                                      <a:lnTo>
                                        <a:pt x="238" y="3"/>
                                      </a:lnTo>
                                      <a:lnTo>
                                        <a:pt x="266" y="0"/>
                                      </a:lnTo>
                                      <a:lnTo>
                                        <a:pt x="292" y="1"/>
                                      </a:lnTo>
                                      <a:lnTo>
                                        <a:pt x="317" y="6"/>
                                      </a:lnTo>
                                      <a:lnTo>
                                        <a:pt x="339" y="13"/>
                                      </a:lnTo>
                                      <a:lnTo>
                                        <a:pt x="360" y="22"/>
                                      </a:lnTo>
                                      <a:lnTo>
                                        <a:pt x="398" y="41"/>
                                      </a:lnTo>
                                      <a:lnTo>
                                        <a:pt x="417" y="49"/>
                                      </a:lnTo>
                                      <a:lnTo>
                                        <a:pt x="436" y="57"/>
                                      </a:lnTo>
                                      <a:lnTo>
                                        <a:pt x="472" y="68"/>
                                      </a:lnTo>
                                      <a:lnTo>
                                        <a:pt x="506" y="78"/>
                                      </a:lnTo>
                                      <a:lnTo>
                                        <a:pt x="536" y="89"/>
                                      </a:lnTo>
                                      <a:lnTo>
                                        <a:pt x="567" y="96"/>
                                      </a:lnTo>
                                      <a:lnTo>
                                        <a:pt x="580" y="99"/>
                                      </a:lnTo>
                                      <a:lnTo>
                                        <a:pt x="593" y="102"/>
                                      </a:lnTo>
                                      <a:lnTo>
                                        <a:pt x="615" y="106"/>
                                      </a:lnTo>
                                      <a:lnTo>
                                        <a:pt x="626" y="108"/>
                                      </a:lnTo>
                                      <a:lnTo>
                                        <a:pt x="638" y="109"/>
                                      </a:lnTo>
                                      <a:lnTo>
                                        <a:pt x="654" y="112"/>
                                      </a:lnTo>
                                      <a:lnTo>
                                        <a:pt x="671" y="113"/>
                                      </a:lnTo>
                                      <a:lnTo>
                                        <a:pt x="678" y="115"/>
                                      </a:lnTo>
                                      <a:lnTo>
                                        <a:pt x="683" y="116"/>
                                      </a:lnTo>
                                      <a:lnTo>
                                        <a:pt x="686" y="116"/>
                                      </a:lnTo>
                                      <a:lnTo>
                                        <a:pt x="686" y="118"/>
                                      </a:lnTo>
                                      <a:lnTo>
                                        <a:pt x="684" y="121"/>
                                      </a:lnTo>
                                      <a:lnTo>
                                        <a:pt x="686" y="121"/>
                                      </a:lnTo>
                                      <a:lnTo>
                                        <a:pt x="689" y="122"/>
                                      </a:lnTo>
                                      <a:lnTo>
                                        <a:pt x="693" y="124"/>
                                      </a:lnTo>
                                      <a:lnTo>
                                        <a:pt x="703" y="125"/>
                                      </a:lnTo>
                                      <a:lnTo>
                                        <a:pt x="716" y="125"/>
                                      </a:lnTo>
                                      <a:lnTo>
                                        <a:pt x="725" y="126"/>
                                      </a:lnTo>
                                      <a:lnTo>
                                        <a:pt x="735" y="126"/>
                                      </a:lnTo>
                                      <a:lnTo>
                                        <a:pt x="748" y="126"/>
                                      </a:lnTo>
                                      <a:lnTo>
                                        <a:pt x="761" y="128"/>
                                      </a:lnTo>
                                      <a:lnTo>
                                        <a:pt x="777" y="128"/>
                                      </a:lnTo>
                                      <a:lnTo>
                                        <a:pt x="793" y="129"/>
                                      </a:lnTo>
                                      <a:lnTo>
                                        <a:pt x="814" y="129"/>
                                      </a:lnTo>
                                      <a:lnTo>
                                        <a:pt x="835" y="129"/>
                                      </a:lnTo>
                                      <a:lnTo>
                                        <a:pt x="859" y="131"/>
                                      </a:lnTo>
                                      <a:lnTo>
                                        <a:pt x="885" y="131"/>
                                      </a:lnTo>
                                      <a:lnTo>
                                        <a:pt x="914" y="131"/>
                                      </a:lnTo>
                                      <a:lnTo>
                                        <a:pt x="946" y="132"/>
                                      </a:lnTo>
                                      <a:lnTo>
                                        <a:pt x="981" y="132"/>
                                      </a:lnTo>
                                      <a:lnTo>
                                        <a:pt x="1018" y="134"/>
                                      </a:lnTo>
                                      <a:lnTo>
                                        <a:pt x="1059" y="135"/>
                                      </a:lnTo>
                                      <a:lnTo>
                                        <a:pt x="1101" y="135"/>
                                      </a:lnTo>
                                      <a:lnTo>
                                        <a:pt x="1146" y="137"/>
                                      </a:lnTo>
                                      <a:lnTo>
                                        <a:pt x="1193" y="138"/>
                                      </a:lnTo>
                                      <a:lnTo>
                                        <a:pt x="1242" y="138"/>
                                      </a:lnTo>
                                      <a:lnTo>
                                        <a:pt x="1291" y="139"/>
                                      </a:lnTo>
                                      <a:lnTo>
                                        <a:pt x="1396" y="141"/>
                                      </a:lnTo>
                                      <a:lnTo>
                                        <a:pt x="1505" y="144"/>
                                      </a:lnTo>
                                      <a:lnTo>
                                        <a:pt x="1617" y="145"/>
                                      </a:lnTo>
                                      <a:lnTo>
                                        <a:pt x="1728" y="147"/>
                                      </a:lnTo>
                                      <a:lnTo>
                                        <a:pt x="1840" y="148"/>
                                      </a:lnTo>
                                      <a:lnTo>
                                        <a:pt x="1951" y="150"/>
                                      </a:lnTo>
                                      <a:lnTo>
                                        <a:pt x="2058" y="151"/>
                                      </a:lnTo>
                                      <a:lnTo>
                                        <a:pt x="2110" y="151"/>
                                      </a:lnTo>
                                      <a:lnTo>
                                        <a:pt x="2160" y="151"/>
                                      </a:lnTo>
                                      <a:lnTo>
                                        <a:pt x="2209" y="151"/>
                                      </a:lnTo>
                                      <a:lnTo>
                                        <a:pt x="2256" y="151"/>
                                      </a:lnTo>
                                      <a:lnTo>
                                        <a:pt x="2301" y="150"/>
                                      </a:lnTo>
                                      <a:lnTo>
                                        <a:pt x="2344" y="150"/>
                                      </a:lnTo>
                                      <a:lnTo>
                                        <a:pt x="2385" y="150"/>
                                      </a:lnTo>
                                      <a:lnTo>
                                        <a:pt x="2423" y="148"/>
                                      </a:lnTo>
                                      <a:lnTo>
                                        <a:pt x="2495" y="145"/>
                                      </a:lnTo>
                                      <a:lnTo>
                                        <a:pt x="2564" y="142"/>
                                      </a:lnTo>
                                      <a:lnTo>
                                        <a:pt x="2629" y="138"/>
                                      </a:lnTo>
                                      <a:lnTo>
                                        <a:pt x="2693" y="134"/>
                                      </a:lnTo>
                                      <a:lnTo>
                                        <a:pt x="2752" y="128"/>
                                      </a:lnTo>
                                      <a:lnTo>
                                        <a:pt x="2809" y="122"/>
                                      </a:lnTo>
                                      <a:lnTo>
                                        <a:pt x="2864" y="116"/>
                                      </a:lnTo>
                                      <a:lnTo>
                                        <a:pt x="2915" y="109"/>
                                      </a:lnTo>
                                      <a:lnTo>
                                        <a:pt x="2964" y="103"/>
                                      </a:lnTo>
                                      <a:lnTo>
                                        <a:pt x="3011" y="96"/>
                                      </a:lnTo>
                                      <a:lnTo>
                                        <a:pt x="3056" y="90"/>
                                      </a:lnTo>
                                      <a:lnTo>
                                        <a:pt x="3098" y="84"/>
                                      </a:lnTo>
                                      <a:lnTo>
                                        <a:pt x="3137" y="78"/>
                                      </a:lnTo>
                                      <a:lnTo>
                                        <a:pt x="3174" y="74"/>
                                      </a:lnTo>
                                      <a:lnTo>
                                        <a:pt x="3208" y="70"/>
                                      </a:lnTo>
                                      <a:lnTo>
                                        <a:pt x="3242" y="65"/>
                                      </a:lnTo>
                                    </a:path>
                                  </a:pathLst>
                                </a:custGeom>
                                <a:noFill/>
                                <a:ln w="142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grpSp>
                              <p:nvGrpSpPr>
                                <p:cNvPr id="80" name="Group 142"/>
                                <p:cNvGrpSpPr>
                                  <a:grpSpLocks/>
                                </p:cNvGrpSpPr>
                                <p:nvPr/>
                              </p:nvGrpSpPr>
                              <p:grpSpPr bwMode="auto">
                                <a:xfrm>
                                  <a:off x="5692775" y="3709988"/>
                                  <a:ext cx="546100" cy="122237"/>
                                  <a:chOff x="3598" y="2289"/>
                                  <a:chExt cx="344" cy="77"/>
                                </a:xfrm>
                              </p:grpSpPr>
                              <p:sp>
                                <p:nvSpPr>
                                  <p:cNvPr id="104" name="Freeform 143"/>
                                  <p:cNvSpPr>
                                    <a:spLocks/>
                                  </p:cNvSpPr>
                                  <p:nvPr/>
                                </p:nvSpPr>
                                <p:spPr bwMode="auto">
                                  <a:xfrm>
                                    <a:off x="3598" y="2289"/>
                                    <a:ext cx="9" cy="9"/>
                                  </a:xfrm>
                                  <a:custGeom>
                                    <a:avLst/>
                                    <a:gdLst>
                                      <a:gd name="T0" fmla="*/ 6 w 9"/>
                                      <a:gd name="T1" fmla="*/ 0 h 9"/>
                                      <a:gd name="T2" fmla="*/ 4 w 9"/>
                                      <a:gd name="T3" fmla="*/ 0 h 9"/>
                                      <a:gd name="T4" fmla="*/ 3 w 9"/>
                                      <a:gd name="T5" fmla="*/ 1 h 9"/>
                                      <a:gd name="T6" fmla="*/ 1 w 9"/>
                                      <a:gd name="T7" fmla="*/ 3 h 9"/>
                                      <a:gd name="T8" fmla="*/ 0 w 9"/>
                                      <a:gd name="T9" fmla="*/ 4 h 9"/>
                                      <a:gd name="T10" fmla="*/ 0 w 9"/>
                                      <a:gd name="T11" fmla="*/ 4 h 9"/>
                                      <a:gd name="T12" fmla="*/ 1 w 9"/>
                                      <a:gd name="T13" fmla="*/ 6 h 9"/>
                                      <a:gd name="T14" fmla="*/ 3 w 9"/>
                                      <a:gd name="T15" fmla="*/ 7 h 9"/>
                                      <a:gd name="T16" fmla="*/ 4 w 9"/>
                                      <a:gd name="T17" fmla="*/ 9 h 9"/>
                                      <a:gd name="T18" fmla="*/ 4 w 9"/>
                                      <a:gd name="T19" fmla="*/ 9 h 9"/>
                                      <a:gd name="T20" fmla="*/ 4 w 9"/>
                                      <a:gd name="T21" fmla="*/ 9 h 9"/>
                                      <a:gd name="T22" fmla="*/ 6 w 9"/>
                                      <a:gd name="T23" fmla="*/ 7 h 9"/>
                                      <a:gd name="T24" fmla="*/ 7 w 9"/>
                                      <a:gd name="T25" fmla="*/ 6 h 9"/>
                                      <a:gd name="T26" fmla="*/ 9 w 9"/>
                                      <a:gd name="T27" fmla="*/ 4 h 9"/>
                                      <a:gd name="T28" fmla="*/ 9 w 9"/>
                                      <a:gd name="T29" fmla="*/ 4 h 9"/>
                                      <a:gd name="T30" fmla="*/ 7 w 9"/>
                                      <a:gd name="T31" fmla="*/ 3 h 9"/>
                                      <a:gd name="T32" fmla="*/ 6 w 9"/>
                                      <a:gd name="T33" fmla="*/ 1 h 9"/>
                                      <a:gd name="T34" fmla="*/ 6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6" y="0"/>
                                        </a:moveTo>
                                        <a:lnTo>
                                          <a:pt x="4" y="0"/>
                                        </a:lnTo>
                                        <a:lnTo>
                                          <a:pt x="3" y="1"/>
                                        </a:lnTo>
                                        <a:lnTo>
                                          <a:pt x="1" y="3"/>
                                        </a:lnTo>
                                        <a:lnTo>
                                          <a:pt x="0" y="4"/>
                                        </a:lnTo>
                                        <a:lnTo>
                                          <a:pt x="1" y="6"/>
                                        </a:lnTo>
                                        <a:lnTo>
                                          <a:pt x="3" y="7"/>
                                        </a:lnTo>
                                        <a:lnTo>
                                          <a:pt x="4" y="9"/>
                                        </a:lnTo>
                                        <a:lnTo>
                                          <a:pt x="6" y="7"/>
                                        </a:lnTo>
                                        <a:lnTo>
                                          <a:pt x="7" y="6"/>
                                        </a:lnTo>
                                        <a:lnTo>
                                          <a:pt x="9" y="4"/>
                                        </a:lnTo>
                                        <a:lnTo>
                                          <a:pt x="7" y="3"/>
                                        </a:lnTo>
                                        <a:lnTo>
                                          <a:pt x="6" y="1"/>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05" name="Freeform 144"/>
                                  <p:cNvSpPr>
                                    <a:spLocks/>
                                  </p:cNvSpPr>
                                  <p:nvPr/>
                                </p:nvSpPr>
                                <p:spPr bwMode="auto">
                                  <a:xfrm>
                                    <a:off x="3614" y="2296"/>
                                    <a:ext cx="9" cy="9"/>
                                  </a:xfrm>
                                  <a:custGeom>
                                    <a:avLst/>
                                    <a:gdLst>
                                      <a:gd name="T0" fmla="*/ 6 w 9"/>
                                      <a:gd name="T1" fmla="*/ 2 h 9"/>
                                      <a:gd name="T2" fmla="*/ 4 w 9"/>
                                      <a:gd name="T3" fmla="*/ 0 h 9"/>
                                      <a:gd name="T4" fmla="*/ 3 w 9"/>
                                      <a:gd name="T5" fmla="*/ 0 h 9"/>
                                      <a:gd name="T6" fmla="*/ 1 w 9"/>
                                      <a:gd name="T7" fmla="*/ 2 h 9"/>
                                      <a:gd name="T8" fmla="*/ 0 w 9"/>
                                      <a:gd name="T9" fmla="*/ 3 h 9"/>
                                      <a:gd name="T10" fmla="*/ 0 w 9"/>
                                      <a:gd name="T11" fmla="*/ 4 h 9"/>
                                      <a:gd name="T12" fmla="*/ 0 w 9"/>
                                      <a:gd name="T13" fmla="*/ 6 h 9"/>
                                      <a:gd name="T14" fmla="*/ 0 w 9"/>
                                      <a:gd name="T15" fmla="*/ 7 h 9"/>
                                      <a:gd name="T16" fmla="*/ 1 w 9"/>
                                      <a:gd name="T17" fmla="*/ 9 h 9"/>
                                      <a:gd name="T18" fmla="*/ 1 w 9"/>
                                      <a:gd name="T19" fmla="*/ 9 h 9"/>
                                      <a:gd name="T20" fmla="*/ 3 w 9"/>
                                      <a:gd name="T21" fmla="*/ 9 h 9"/>
                                      <a:gd name="T22" fmla="*/ 4 w 9"/>
                                      <a:gd name="T23" fmla="*/ 9 h 9"/>
                                      <a:gd name="T24" fmla="*/ 6 w 9"/>
                                      <a:gd name="T25" fmla="*/ 9 h 9"/>
                                      <a:gd name="T26" fmla="*/ 7 w 9"/>
                                      <a:gd name="T27" fmla="*/ 7 h 9"/>
                                      <a:gd name="T28" fmla="*/ 9 w 9"/>
                                      <a:gd name="T29" fmla="*/ 6 h 9"/>
                                      <a:gd name="T30" fmla="*/ 9 w 9"/>
                                      <a:gd name="T31" fmla="*/ 4 h 9"/>
                                      <a:gd name="T32" fmla="*/ 7 w 9"/>
                                      <a:gd name="T33" fmla="*/ 3 h 9"/>
                                      <a:gd name="T34" fmla="*/ 6 w 9"/>
                                      <a:gd name="T35" fmla="*/ 2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6" y="2"/>
                                        </a:moveTo>
                                        <a:lnTo>
                                          <a:pt x="4" y="0"/>
                                        </a:lnTo>
                                        <a:lnTo>
                                          <a:pt x="3" y="0"/>
                                        </a:lnTo>
                                        <a:lnTo>
                                          <a:pt x="1" y="2"/>
                                        </a:lnTo>
                                        <a:lnTo>
                                          <a:pt x="0" y="3"/>
                                        </a:lnTo>
                                        <a:lnTo>
                                          <a:pt x="0" y="4"/>
                                        </a:lnTo>
                                        <a:lnTo>
                                          <a:pt x="0" y="6"/>
                                        </a:lnTo>
                                        <a:lnTo>
                                          <a:pt x="0" y="7"/>
                                        </a:lnTo>
                                        <a:lnTo>
                                          <a:pt x="1" y="9"/>
                                        </a:lnTo>
                                        <a:lnTo>
                                          <a:pt x="3" y="9"/>
                                        </a:lnTo>
                                        <a:lnTo>
                                          <a:pt x="4" y="9"/>
                                        </a:lnTo>
                                        <a:lnTo>
                                          <a:pt x="6" y="9"/>
                                        </a:lnTo>
                                        <a:lnTo>
                                          <a:pt x="7" y="7"/>
                                        </a:lnTo>
                                        <a:lnTo>
                                          <a:pt x="9" y="6"/>
                                        </a:lnTo>
                                        <a:lnTo>
                                          <a:pt x="9" y="4"/>
                                        </a:lnTo>
                                        <a:lnTo>
                                          <a:pt x="7" y="3"/>
                                        </a:lnTo>
                                        <a:lnTo>
                                          <a:pt x="6"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06" name="Freeform 145"/>
                                  <p:cNvSpPr>
                                    <a:spLocks/>
                                  </p:cNvSpPr>
                                  <p:nvPr/>
                                </p:nvSpPr>
                                <p:spPr bwMode="auto">
                                  <a:xfrm>
                                    <a:off x="3628" y="2305"/>
                                    <a:ext cx="9" cy="9"/>
                                  </a:xfrm>
                                  <a:custGeom>
                                    <a:avLst/>
                                    <a:gdLst>
                                      <a:gd name="T0" fmla="*/ 8 w 9"/>
                                      <a:gd name="T1" fmla="*/ 1 h 9"/>
                                      <a:gd name="T2" fmla="*/ 6 w 9"/>
                                      <a:gd name="T3" fmla="*/ 0 h 9"/>
                                      <a:gd name="T4" fmla="*/ 5 w 9"/>
                                      <a:gd name="T5" fmla="*/ 0 h 9"/>
                                      <a:gd name="T6" fmla="*/ 3 w 9"/>
                                      <a:gd name="T7" fmla="*/ 1 h 9"/>
                                      <a:gd name="T8" fmla="*/ 2 w 9"/>
                                      <a:gd name="T9" fmla="*/ 3 h 9"/>
                                      <a:gd name="T10" fmla="*/ 0 w 9"/>
                                      <a:gd name="T11" fmla="*/ 4 h 9"/>
                                      <a:gd name="T12" fmla="*/ 0 w 9"/>
                                      <a:gd name="T13" fmla="*/ 6 h 9"/>
                                      <a:gd name="T14" fmla="*/ 2 w 9"/>
                                      <a:gd name="T15" fmla="*/ 7 h 9"/>
                                      <a:gd name="T16" fmla="*/ 3 w 9"/>
                                      <a:gd name="T17" fmla="*/ 9 h 9"/>
                                      <a:gd name="T18" fmla="*/ 3 w 9"/>
                                      <a:gd name="T19" fmla="*/ 9 h 9"/>
                                      <a:gd name="T20" fmla="*/ 5 w 9"/>
                                      <a:gd name="T21" fmla="*/ 9 h 9"/>
                                      <a:gd name="T22" fmla="*/ 6 w 9"/>
                                      <a:gd name="T23" fmla="*/ 9 h 9"/>
                                      <a:gd name="T24" fmla="*/ 8 w 9"/>
                                      <a:gd name="T25" fmla="*/ 9 h 9"/>
                                      <a:gd name="T26" fmla="*/ 9 w 9"/>
                                      <a:gd name="T27" fmla="*/ 7 h 9"/>
                                      <a:gd name="T28" fmla="*/ 9 w 9"/>
                                      <a:gd name="T29" fmla="*/ 6 h 9"/>
                                      <a:gd name="T30" fmla="*/ 9 w 9"/>
                                      <a:gd name="T31" fmla="*/ 4 h 9"/>
                                      <a:gd name="T32" fmla="*/ 9 w 9"/>
                                      <a:gd name="T33" fmla="*/ 3 h 9"/>
                                      <a:gd name="T34" fmla="*/ 8 w 9"/>
                                      <a:gd name="T35" fmla="*/ 1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8" y="1"/>
                                        </a:moveTo>
                                        <a:lnTo>
                                          <a:pt x="6" y="0"/>
                                        </a:lnTo>
                                        <a:lnTo>
                                          <a:pt x="5" y="0"/>
                                        </a:lnTo>
                                        <a:lnTo>
                                          <a:pt x="3" y="1"/>
                                        </a:lnTo>
                                        <a:lnTo>
                                          <a:pt x="2" y="3"/>
                                        </a:lnTo>
                                        <a:lnTo>
                                          <a:pt x="0" y="4"/>
                                        </a:lnTo>
                                        <a:lnTo>
                                          <a:pt x="0" y="6"/>
                                        </a:lnTo>
                                        <a:lnTo>
                                          <a:pt x="2" y="7"/>
                                        </a:lnTo>
                                        <a:lnTo>
                                          <a:pt x="3" y="9"/>
                                        </a:lnTo>
                                        <a:lnTo>
                                          <a:pt x="5" y="9"/>
                                        </a:lnTo>
                                        <a:lnTo>
                                          <a:pt x="6" y="9"/>
                                        </a:lnTo>
                                        <a:lnTo>
                                          <a:pt x="8" y="9"/>
                                        </a:lnTo>
                                        <a:lnTo>
                                          <a:pt x="9" y="7"/>
                                        </a:lnTo>
                                        <a:lnTo>
                                          <a:pt x="9" y="6"/>
                                        </a:lnTo>
                                        <a:lnTo>
                                          <a:pt x="9" y="4"/>
                                        </a:lnTo>
                                        <a:lnTo>
                                          <a:pt x="9" y="3"/>
                                        </a:lnTo>
                                        <a:lnTo>
                                          <a:pt x="8"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07" name="Freeform 146"/>
                                  <p:cNvSpPr>
                                    <a:spLocks/>
                                  </p:cNvSpPr>
                                  <p:nvPr/>
                                </p:nvSpPr>
                                <p:spPr bwMode="auto">
                                  <a:xfrm>
                                    <a:off x="3644" y="2314"/>
                                    <a:ext cx="9" cy="8"/>
                                  </a:xfrm>
                                  <a:custGeom>
                                    <a:avLst/>
                                    <a:gdLst>
                                      <a:gd name="T0" fmla="*/ 6 w 9"/>
                                      <a:gd name="T1" fmla="*/ 1 h 8"/>
                                      <a:gd name="T2" fmla="*/ 5 w 9"/>
                                      <a:gd name="T3" fmla="*/ 0 h 8"/>
                                      <a:gd name="T4" fmla="*/ 3 w 9"/>
                                      <a:gd name="T5" fmla="*/ 0 h 8"/>
                                      <a:gd name="T6" fmla="*/ 2 w 9"/>
                                      <a:gd name="T7" fmla="*/ 1 h 8"/>
                                      <a:gd name="T8" fmla="*/ 0 w 9"/>
                                      <a:gd name="T9" fmla="*/ 2 h 8"/>
                                      <a:gd name="T10" fmla="*/ 0 w 9"/>
                                      <a:gd name="T11" fmla="*/ 4 h 8"/>
                                      <a:gd name="T12" fmla="*/ 0 w 9"/>
                                      <a:gd name="T13" fmla="*/ 5 h 8"/>
                                      <a:gd name="T14" fmla="*/ 0 w 9"/>
                                      <a:gd name="T15" fmla="*/ 7 h 8"/>
                                      <a:gd name="T16" fmla="*/ 2 w 9"/>
                                      <a:gd name="T17" fmla="*/ 8 h 8"/>
                                      <a:gd name="T18" fmla="*/ 2 w 9"/>
                                      <a:gd name="T19" fmla="*/ 8 h 8"/>
                                      <a:gd name="T20" fmla="*/ 3 w 9"/>
                                      <a:gd name="T21" fmla="*/ 8 h 8"/>
                                      <a:gd name="T22" fmla="*/ 5 w 9"/>
                                      <a:gd name="T23" fmla="*/ 8 h 8"/>
                                      <a:gd name="T24" fmla="*/ 6 w 9"/>
                                      <a:gd name="T25" fmla="*/ 8 h 8"/>
                                      <a:gd name="T26" fmla="*/ 8 w 9"/>
                                      <a:gd name="T27" fmla="*/ 7 h 8"/>
                                      <a:gd name="T28" fmla="*/ 9 w 9"/>
                                      <a:gd name="T29" fmla="*/ 5 h 8"/>
                                      <a:gd name="T30" fmla="*/ 9 w 9"/>
                                      <a:gd name="T31" fmla="*/ 4 h 8"/>
                                      <a:gd name="T32" fmla="*/ 8 w 9"/>
                                      <a:gd name="T33" fmla="*/ 2 h 8"/>
                                      <a:gd name="T34" fmla="*/ 6 w 9"/>
                                      <a:gd name="T35" fmla="*/ 1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6" y="1"/>
                                        </a:moveTo>
                                        <a:lnTo>
                                          <a:pt x="5" y="0"/>
                                        </a:lnTo>
                                        <a:lnTo>
                                          <a:pt x="3" y="0"/>
                                        </a:lnTo>
                                        <a:lnTo>
                                          <a:pt x="2" y="1"/>
                                        </a:lnTo>
                                        <a:lnTo>
                                          <a:pt x="0" y="2"/>
                                        </a:lnTo>
                                        <a:lnTo>
                                          <a:pt x="0" y="4"/>
                                        </a:lnTo>
                                        <a:lnTo>
                                          <a:pt x="0" y="5"/>
                                        </a:lnTo>
                                        <a:lnTo>
                                          <a:pt x="0" y="7"/>
                                        </a:lnTo>
                                        <a:lnTo>
                                          <a:pt x="2" y="8"/>
                                        </a:lnTo>
                                        <a:lnTo>
                                          <a:pt x="3" y="8"/>
                                        </a:lnTo>
                                        <a:lnTo>
                                          <a:pt x="5" y="8"/>
                                        </a:lnTo>
                                        <a:lnTo>
                                          <a:pt x="6" y="8"/>
                                        </a:lnTo>
                                        <a:lnTo>
                                          <a:pt x="8" y="7"/>
                                        </a:lnTo>
                                        <a:lnTo>
                                          <a:pt x="9" y="5"/>
                                        </a:lnTo>
                                        <a:lnTo>
                                          <a:pt x="9" y="4"/>
                                        </a:lnTo>
                                        <a:lnTo>
                                          <a:pt x="8" y="2"/>
                                        </a:lnTo>
                                        <a:lnTo>
                                          <a:pt x="6"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08" name="Freeform 147"/>
                                  <p:cNvSpPr>
                                    <a:spLocks/>
                                  </p:cNvSpPr>
                                  <p:nvPr/>
                                </p:nvSpPr>
                                <p:spPr bwMode="auto">
                                  <a:xfrm>
                                    <a:off x="3659" y="2322"/>
                                    <a:ext cx="9" cy="9"/>
                                  </a:xfrm>
                                  <a:custGeom>
                                    <a:avLst/>
                                    <a:gdLst>
                                      <a:gd name="T0" fmla="*/ 7 w 9"/>
                                      <a:gd name="T1" fmla="*/ 2 h 9"/>
                                      <a:gd name="T2" fmla="*/ 6 w 9"/>
                                      <a:gd name="T3" fmla="*/ 0 h 9"/>
                                      <a:gd name="T4" fmla="*/ 4 w 9"/>
                                      <a:gd name="T5" fmla="*/ 0 h 9"/>
                                      <a:gd name="T6" fmla="*/ 3 w 9"/>
                                      <a:gd name="T7" fmla="*/ 2 h 9"/>
                                      <a:gd name="T8" fmla="*/ 1 w 9"/>
                                      <a:gd name="T9" fmla="*/ 3 h 9"/>
                                      <a:gd name="T10" fmla="*/ 0 w 9"/>
                                      <a:gd name="T11" fmla="*/ 5 h 9"/>
                                      <a:gd name="T12" fmla="*/ 0 w 9"/>
                                      <a:gd name="T13" fmla="*/ 6 h 9"/>
                                      <a:gd name="T14" fmla="*/ 1 w 9"/>
                                      <a:gd name="T15" fmla="*/ 8 h 9"/>
                                      <a:gd name="T16" fmla="*/ 3 w 9"/>
                                      <a:gd name="T17" fmla="*/ 9 h 9"/>
                                      <a:gd name="T18" fmla="*/ 3 w 9"/>
                                      <a:gd name="T19" fmla="*/ 9 h 9"/>
                                      <a:gd name="T20" fmla="*/ 4 w 9"/>
                                      <a:gd name="T21" fmla="*/ 9 h 9"/>
                                      <a:gd name="T22" fmla="*/ 6 w 9"/>
                                      <a:gd name="T23" fmla="*/ 9 h 9"/>
                                      <a:gd name="T24" fmla="*/ 7 w 9"/>
                                      <a:gd name="T25" fmla="*/ 9 h 9"/>
                                      <a:gd name="T26" fmla="*/ 9 w 9"/>
                                      <a:gd name="T27" fmla="*/ 8 h 9"/>
                                      <a:gd name="T28" fmla="*/ 9 w 9"/>
                                      <a:gd name="T29" fmla="*/ 6 h 9"/>
                                      <a:gd name="T30" fmla="*/ 9 w 9"/>
                                      <a:gd name="T31" fmla="*/ 5 h 9"/>
                                      <a:gd name="T32" fmla="*/ 9 w 9"/>
                                      <a:gd name="T33" fmla="*/ 3 h 9"/>
                                      <a:gd name="T34" fmla="*/ 7 w 9"/>
                                      <a:gd name="T35" fmla="*/ 2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7" y="2"/>
                                        </a:moveTo>
                                        <a:lnTo>
                                          <a:pt x="6" y="0"/>
                                        </a:lnTo>
                                        <a:lnTo>
                                          <a:pt x="4" y="0"/>
                                        </a:lnTo>
                                        <a:lnTo>
                                          <a:pt x="3" y="2"/>
                                        </a:lnTo>
                                        <a:lnTo>
                                          <a:pt x="1" y="3"/>
                                        </a:lnTo>
                                        <a:lnTo>
                                          <a:pt x="0" y="5"/>
                                        </a:lnTo>
                                        <a:lnTo>
                                          <a:pt x="0" y="6"/>
                                        </a:lnTo>
                                        <a:lnTo>
                                          <a:pt x="1" y="8"/>
                                        </a:lnTo>
                                        <a:lnTo>
                                          <a:pt x="3" y="9"/>
                                        </a:lnTo>
                                        <a:lnTo>
                                          <a:pt x="4" y="9"/>
                                        </a:lnTo>
                                        <a:lnTo>
                                          <a:pt x="6" y="9"/>
                                        </a:lnTo>
                                        <a:lnTo>
                                          <a:pt x="7" y="9"/>
                                        </a:lnTo>
                                        <a:lnTo>
                                          <a:pt x="9" y="8"/>
                                        </a:lnTo>
                                        <a:lnTo>
                                          <a:pt x="9" y="6"/>
                                        </a:lnTo>
                                        <a:lnTo>
                                          <a:pt x="9" y="5"/>
                                        </a:lnTo>
                                        <a:lnTo>
                                          <a:pt x="9" y="3"/>
                                        </a:lnTo>
                                        <a:lnTo>
                                          <a:pt x="7"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09" name="Freeform 148"/>
                                  <p:cNvSpPr>
                                    <a:spLocks/>
                                  </p:cNvSpPr>
                                  <p:nvPr/>
                                </p:nvSpPr>
                                <p:spPr bwMode="auto">
                                  <a:xfrm>
                                    <a:off x="3675" y="2331"/>
                                    <a:ext cx="9" cy="9"/>
                                  </a:xfrm>
                                  <a:custGeom>
                                    <a:avLst/>
                                    <a:gdLst>
                                      <a:gd name="T0" fmla="*/ 4 w 9"/>
                                      <a:gd name="T1" fmla="*/ 0 h 9"/>
                                      <a:gd name="T2" fmla="*/ 3 w 9"/>
                                      <a:gd name="T3" fmla="*/ 0 h 9"/>
                                      <a:gd name="T4" fmla="*/ 1 w 9"/>
                                      <a:gd name="T5" fmla="*/ 0 h 9"/>
                                      <a:gd name="T6" fmla="*/ 0 w 9"/>
                                      <a:gd name="T7" fmla="*/ 1 h 9"/>
                                      <a:gd name="T8" fmla="*/ 0 w 9"/>
                                      <a:gd name="T9" fmla="*/ 3 h 9"/>
                                      <a:gd name="T10" fmla="*/ 0 w 9"/>
                                      <a:gd name="T11" fmla="*/ 4 h 9"/>
                                      <a:gd name="T12" fmla="*/ 0 w 9"/>
                                      <a:gd name="T13" fmla="*/ 6 h 9"/>
                                      <a:gd name="T14" fmla="*/ 1 w 9"/>
                                      <a:gd name="T15" fmla="*/ 7 h 9"/>
                                      <a:gd name="T16" fmla="*/ 3 w 9"/>
                                      <a:gd name="T17" fmla="*/ 9 h 9"/>
                                      <a:gd name="T18" fmla="*/ 3 w 9"/>
                                      <a:gd name="T19" fmla="*/ 9 h 9"/>
                                      <a:gd name="T20" fmla="*/ 4 w 9"/>
                                      <a:gd name="T21" fmla="*/ 9 h 9"/>
                                      <a:gd name="T22" fmla="*/ 6 w 9"/>
                                      <a:gd name="T23" fmla="*/ 7 h 9"/>
                                      <a:gd name="T24" fmla="*/ 7 w 9"/>
                                      <a:gd name="T25" fmla="*/ 6 h 9"/>
                                      <a:gd name="T26" fmla="*/ 9 w 9"/>
                                      <a:gd name="T27" fmla="*/ 4 h 9"/>
                                      <a:gd name="T28" fmla="*/ 9 w 9"/>
                                      <a:gd name="T29" fmla="*/ 3 h 9"/>
                                      <a:gd name="T30" fmla="*/ 7 w 9"/>
                                      <a:gd name="T31" fmla="*/ 1 h 9"/>
                                      <a:gd name="T32" fmla="*/ 6 w 9"/>
                                      <a:gd name="T33" fmla="*/ 0 h 9"/>
                                      <a:gd name="T34" fmla="*/ 4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4" y="0"/>
                                        </a:moveTo>
                                        <a:lnTo>
                                          <a:pt x="3" y="0"/>
                                        </a:lnTo>
                                        <a:lnTo>
                                          <a:pt x="1" y="0"/>
                                        </a:lnTo>
                                        <a:lnTo>
                                          <a:pt x="0" y="1"/>
                                        </a:lnTo>
                                        <a:lnTo>
                                          <a:pt x="0" y="3"/>
                                        </a:lnTo>
                                        <a:lnTo>
                                          <a:pt x="0" y="4"/>
                                        </a:lnTo>
                                        <a:lnTo>
                                          <a:pt x="0" y="6"/>
                                        </a:lnTo>
                                        <a:lnTo>
                                          <a:pt x="1" y="7"/>
                                        </a:lnTo>
                                        <a:lnTo>
                                          <a:pt x="3" y="9"/>
                                        </a:lnTo>
                                        <a:lnTo>
                                          <a:pt x="4" y="9"/>
                                        </a:lnTo>
                                        <a:lnTo>
                                          <a:pt x="6" y="7"/>
                                        </a:lnTo>
                                        <a:lnTo>
                                          <a:pt x="7" y="6"/>
                                        </a:lnTo>
                                        <a:lnTo>
                                          <a:pt x="9" y="4"/>
                                        </a:lnTo>
                                        <a:lnTo>
                                          <a:pt x="9" y="3"/>
                                        </a:lnTo>
                                        <a:lnTo>
                                          <a:pt x="7" y="1"/>
                                        </a:lnTo>
                                        <a:lnTo>
                                          <a:pt x="6"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10" name="Freeform 149"/>
                                  <p:cNvSpPr>
                                    <a:spLocks/>
                                  </p:cNvSpPr>
                                  <p:nvPr/>
                                </p:nvSpPr>
                                <p:spPr bwMode="auto">
                                  <a:xfrm>
                                    <a:off x="3691" y="2338"/>
                                    <a:ext cx="9" cy="9"/>
                                  </a:xfrm>
                                  <a:custGeom>
                                    <a:avLst/>
                                    <a:gdLst>
                                      <a:gd name="T0" fmla="*/ 4 w 9"/>
                                      <a:gd name="T1" fmla="*/ 0 h 9"/>
                                      <a:gd name="T2" fmla="*/ 3 w 9"/>
                                      <a:gd name="T3" fmla="*/ 0 h 9"/>
                                      <a:gd name="T4" fmla="*/ 1 w 9"/>
                                      <a:gd name="T5" fmla="*/ 0 h 9"/>
                                      <a:gd name="T6" fmla="*/ 0 w 9"/>
                                      <a:gd name="T7" fmla="*/ 2 h 9"/>
                                      <a:gd name="T8" fmla="*/ 0 w 9"/>
                                      <a:gd name="T9" fmla="*/ 3 h 9"/>
                                      <a:gd name="T10" fmla="*/ 0 w 9"/>
                                      <a:gd name="T11" fmla="*/ 5 h 9"/>
                                      <a:gd name="T12" fmla="*/ 0 w 9"/>
                                      <a:gd name="T13" fmla="*/ 6 h 9"/>
                                      <a:gd name="T14" fmla="*/ 1 w 9"/>
                                      <a:gd name="T15" fmla="*/ 7 h 9"/>
                                      <a:gd name="T16" fmla="*/ 3 w 9"/>
                                      <a:gd name="T17" fmla="*/ 9 h 9"/>
                                      <a:gd name="T18" fmla="*/ 3 w 9"/>
                                      <a:gd name="T19" fmla="*/ 9 h 9"/>
                                      <a:gd name="T20" fmla="*/ 4 w 9"/>
                                      <a:gd name="T21" fmla="*/ 9 h 9"/>
                                      <a:gd name="T22" fmla="*/ 6 w 9"/>
                                      <a:gd name="T23" fmla="*/ 7 h 9"/>
                                      <a:gd name="T24" fmla="*/ 7 w 9"/>
                                      <a:gd name="T25" fmla="*/ 6 h 9"/>
                                      <a:gd name="T26" fmla="*/ 9 w 9"/>
                                      <a:gd name="T27" fmla="*/ 5 h 9"/>
                                      <a:gd name="T28" fmla="*/ 9 w 9"/>
                                      <a:gd name="T29" fmla="*/ 3 h 9"/>
                                      <a:gd name="T30" fmla="*/ 7 w 9"/>
                                      <a:gd name="T31" fmla="*/ 2 h 9"/>
                                      <a:gd name="T32" fmla="*/ 6 w 9"/>
                                      <a:gd name="T33" fmla="*/ 0 h 9"/>
                                      <a:gd name="T34" fmla="*/ 4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4" y="0"/>
                                        </a:moveTo>
                                        <a:lnTo>
                                          <a:pt x="3" y="0"/>
                                        </a:lnTo>
                                        <a:lnTo>
                                          <a:pt x="1" y="0"/>
                                        </a:lnTo>
                                        <a:lnTo>
                                          <a:pt x="0" y="2"/>
                                        </a:lnTo>
                                        <a:lnTo>
                                          <a:pt x="0" y="3"/>
                                        </a:lnTo>
                                        <a:lnTo>
                                          <a:pt x="0" y="5"/>
                                        </a:lnTo>
                                        <a:lnTo>
                                          <a:pt x="0" y="6"/>
                                        </a:lnTo>
                                        <a:lnTo>
                                          <a:pt x="1" y="7"/>
                                        </a:lnTo>
                                        <a:lnTo>
                                          <a:pt x="3" y="9"/>
                                        </a:lnTo>
                                        <a:lnTo>
                                          <a:pt x="4" y="9"/>
                                        </a:lnTo>
                                        <a:lnTo>
                                          <a:pt x="6" y="7"/>
                                        </a:lnTo>
                                        <a:lnTo>
                                          <a:pt x="7" y="6"/>
                                        </a:lnTo>
                                        <a:lnTo>
                                          <a:pt x="9" y="5"/>
                                        </a:lnTo>
                                        <a:lnTo>
                                          <a:pt x="9" y="3"/>
                                        </a:lnTo>
                                        <a:lnTo>
                                          <a:pt x="7" y="2"/>
                                        </a:lnTo>
                                        <a:lnTo>
                                          <a:pt x="6"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11" name="Freeform 150"/>
                                  <p:cNvSpPr>
                                    <a:spLocks/>
                                  </p:cNvSpPr>
                                  <p:nvPr/>
                                </p:nvSpPr>
                                <p:spPr bwMode="auto">
                                  <a:xfrm>
                                    <a:off x="3707" y="2344"/>
                                    <a:ext cx="9" cy="9"/>
                                  </a:xfrm>
                                  <a:custGeom>
                                    <a:avLst/>
                                    <a:gdLst>
                                      <a:gd name="T0" fmla="*/ 4 w 9"/>
                                      <a:gd name="T1" fmla="*/ 0 h 9"/>
                                      <a:gd name="T2" fmla="*/ 3 w 9"/>
                                      <a:gd name="T3" fmla="*/ 0 h 9"/>
                                      <a:gd name="T4" fmla="*/ 1 w 9"/>
                                      <a:gd name="T5" fmla="*/ 1 h 9"/>
                                      <a:gd name="T6" fmla="*/ 0 w 9"/>
                                      <a:gd name="T7" fmla="*/ 3 h 9"/>
                                      <a:gd name="T8" fmla="*/ 0 w 9"/>
                                      <a:gd name="T9" fmla="*/ 4 h 9"/>
                                      <a:gd name="T10" fmla="*/ 0 w 9"/>
                                      <a:gd name="T11" fmla="*/ 6 h 9"/>
                                      <a:gd name="T12" fmla="*/ 0 w 9"/>
                                      <a:gd name="T13" fmla="*/ 7 h 9"/>
                                      <a:gd name="T14" fmla="*/ 1 w 9"/>
                                      <a:gd name="T15" fmla="*/ 9 h 9"/>
                                      <a:gd name="T16" fmla="*/ 3 w 9"/>
                                      <a:gd name="T17" fmla="*/ 9 h 9"/>
                                      <a:gd name="T18" fmla="*/ 3 w 9"/>
                                      <a:gd name="T19" fmla="*/ 9 h 9"/>
                                      <a:gd name="T20" fmla="*/ 4 w 9"/>
                                      <a:gd name="T21" fmla="*/ 9 h 9"/>
                                      <a:gd name="T22" fmla="*/ 6 w 9"/>
                                      <a:gd name="T23" fmla="*/ 9 h 9"/>
                                      <a:gd name="T24" fmla="*/ 7 w 9"/>
                                      <a:gd name="T25" fmla="*/ 7 h 9"/>
                                      <a:gd name="T26" fmla="*/ 9 w 9"/>
                                      <a:gd name="T27" fmla="*/ 6 h 9"/>
                                      <a:gd name="T28" fmla="*/ 9 w 9"/>
                                      <a:gd name="T29" fmla="*/ 4 h 9"/>
                                      <a:gd name="T30" fmla="*/ 7 w 9"/>
                                      <a:gd name="T31" fmla="*/ 3 h 9"/>
                                      <a:gd name="T32" fmla="*/ 6 w 9"/>
                                      <a:gd name="T33" fmla="*/ 1 h 9"/>
                                      <a:gd name="T34" fmla="*/ 4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4" y="0"/>
                                        </a:moveTo>
                                        <a:lnTo>
                                          <a:pt x="3" y="0"/>
                                        </a:lnTo>
                                        <a:lnTo>
                                          <a:pt x="1" y="1"/>
                                        </a:lnTo>
                                        <a:lnTo>
                                          <a:pt x="0" y="3"/>
                                        </a:lnTo>
                                        <a:lnTo>
                                          <a:pt x="0" y="4"/>
                                        </a:lnTo>
                                        <a:lnTo>
                                          <a:pt x="0" y="6"/>
                                        </a:lnTo>
                                        <a:lnTo>
                                          <a:pt x="0" y="7"/>
                                        </a:lnTo>
                                        <a:lnTo>
                                          <a:pt x="1" y="9"/>
                                        </a:lnTo>
                                        <a:lnTo>
                                          <a:pt x="3" y="9"/>
                                        </a:lnTo>
                                        <a:lnTo>
                                          <a:pt x="4" y="9"/>
                                        </a:lnTo>
                                        <a:lnTo>
                                          <a:pt x="6" y="9"/>
                                        </a:lnTo>
                                        <a:lnTo>
                                          <a:pt x="7" y="7"/>
                                        </a:lnTo>
                                        <a:lnTo>
                                          <a:pt x="9" y="6"/>
                                        </a:lnTo>
                                        <a:lnTo>
                                          <a:pt x="9" y="4"/>
                                        </a:lnTo>
                                        <a:lnTo>
                                          <a:pt x="7" y="3"/>
                                        </a:lnTo>
                                        <a:lnTo>
                                          <a:pt x="6" y="1"/>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12" name="Freeform 151"/>
                                  <p:cNvSpPr>
                                    <a:spLocks/>
                                  </p:cNvSpPr>
                                  <p:nvPr/>
                                </p:nvSpPr>
                                <p:spPr bwMode="auto">
                                  <a:xfrm>
                                    <a:off x="3723" y="2351"/>
                                    <a:ext cx="9" cy="9"/>
                                  </a:xfrm>
                                  <a:custGeom>
                                    <a:avLst/>
                                    <a:gdLst>
                                      <a:gd name="T0" fmla="*/ 4 w 9"/>
                                      <a:gd name="T1" fmla="*/ 0 h 9"/>
                                      <a:gd name="T2" fmla="*/ 3 w 9"/>
                                      <a:gd name="T3" fmla="*/ 0 h 9"/>
                                      <a:gd name="T4" fmla="*/ 1 w 9"/>
                                      <a:gd name="T5" fmla="*/ 0 h 9"/>
                                      <a:gd name="T6" fmla="*/ 0 w 9"/>
                                      <a:gd name="T7" fmla="*/ 2 h 9"/>
                                      <a:gd name="T8" fmla="*/ 0 w 9"/>
                                      <a:gd name="T9" fmla="*/ 3 h 9"/>
                                      <a:gd name="T10" fmla="*/ 0 w 9"/>
                                      <a:gd name="T11" fmla="*/ 5 h 9"/>
                                      <a:gd name="T12" fmla="*/ 0 w 9"/>
                                      <a:gd name="T13" fmla="*/ 6 h 9"/>
                                      <a:gd name="T14" fmla="*/ 1 w 9"/>
                                      <a:gd name="T15" fmla="*/ 8 h 9"/>
                                      <a:gd name="T16" fmla="*/ 3 w 9"/>
                                      <a:gd name="T17" fmla="*/ 9 h 9"/>
                                      <a:gd name="T18" fmla="*/ 3 w 9"/>
                                      <a:gd name="T19" fmla="*/ 9 h 9"/>
                                      <a:gd name="T20" fmla="*/ 4 w 9"/>
                                      <a:gd name="T21" fmla="*/ 9 h 9"/>
                                      <a:gd name="T22" fmla="*/ 6 w 9"/>
                                      <a:gd name="T23" fmla="*/ 8 h 9"/>
                                      <a:gd name="T24" fmla="*/ 7 w 9"/>
                                      <a:gd name="T25" fmla="*/ 6 h 9"/>
                                      <a:gd name="T26" fmla="*/ 9 w 9"/>
                                      <a:gd name="T27" fmla="*/ 5 h 9"/>
                                      <a:gd name="T28" fmla="*/ 9 w 9"/>
                                      <a:gd name="T29" fmla="*/ 3 h 9"/>
                                      <a:gd name="T30" fmla="*/ 7 w 9"/>
                                      <a:gd name="T31" fmla="*/ 2 h 9"/>
                                      <a:gd name="T32" fmla="*/ 6 w 9"/>
                                      <a:gd name="T33" fmla="*/ 0 h 9"/>
                                      <a:gd name="T34" fmla="*/ 4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4" y="0"/>
                                        </a:moveTo>
                                        <a:lnTo>
                                          <a:pt x="3" y="0"/>
                                        </a:lnTo>
                                        <a:lnTo>
                                          <a:pt x="1" y="0"/>
                                        </a:lnTo>
                                        <a:lnTo>
                                          <a:pt x="0" y="2"/>
                                        </a:lnTo>
                                        <a:lnTo>
                                          <a:pt x="0" y="3"/>
                                        </a:lnTo>
                                        <a:lnTo>
                                          <a:pt x="0" y="5"/>
                                        </a:lnTo>
                                        <a:lnTo>
                                          <a:pt x="0" y="6"/>
                                        </a:lnTo>
                                        <a:lnTo>
                                          <a:pt x="1" y="8"/>
                                        </a:lnTo>
                                        <a:lnTo>
                                          <a:pt x="3" y="9"/>
                                        </a:lnTo>
                                        <a:lnTo>
                                          <a:pt x="4" y="9"/>
                                        </a:lnTo>
                                        <a:lnTo>
                                          <a:pt x="6" y="8"/>
                                        </a:lnTo>
                                        <a:lnTo>
                                          <a:pt x="7" y="6"/>
                                        </a:lnTo>
                                        <a:lnTo>
                                          <a:pt x="9" y="5"/>
                                        </a:lnTo>
                                        <a:lnTo>
                                          <a:pt x="9" y="3"/>
                                        </a:lnTo>
                                        <a:lnTo>
                                          <a:pt x="7" y="2"/>
                                        </a:lnTo>
                                        <a:lnTo>
                                          <a:pt x="6"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13" name="Freeform 152"/>
                                  <p:cNvSpPr>
                                    <a:spLocks/>
                                  </p:cNvSpPr>
                                  <p:nvPr/>
                                </p:nvSpPr>
                                <p:spPr bwMode="auto">
                                  <a:xfrm>
                                    <a:off x="3739" y="2356"/>
                                    <a:ext cx="8" cy="8"/>
                                  </a:xfrm>
                                  <a:custGeom>
                                    <a:avLst/>
                                    <a:gdLst>
                                      <a:gd name="T0" fmla="*/ 6 w 8"/>
                                      <a:gd name="T1" fmla="*/ 0 h 8"/>
                                      <a:gd name="T2" fmla="*/ 4 w 8"/>
                                      <a:gd name="T3" fmla="*/ 0 h 8"/>
                                      <a:gd name="T4" fmla="*/ 3 w 8"/>
                                      <a:gd name="T5" fmla="*/ 0 h 8"/>
                                      <a:gd name="T6" fmla="*/ 1 w 8"/>
                                      <a:gd name="T7" fmla="*/ 1 h 8"/>
                                      <a:gd name="T8" fmla="*/ 0 w 8"/>
                                      <a:gd name="T9" fmla="*/ 3 h 8"/>
                                      <a:gd name="T10" fmla="*/ 0 w 8"/>
                                      <a:gd name="T11" fmla="*/ 4 h 8"/>
                                      <a:gd name="T12" fmla="*/ 1 w 8"/>
                                      <a:gd name="T13" fmla="*/ 5 h 8"/>
                                      <a:gd name="T14" fmla="*/ 3 w 8"/>
                                      <a:gd name="T15" fmla="*/ 7 h 8"/>
                                      <a:gd name="T16" fmla="*/ 4 w 8"/>
                                      <a:gd name="T17" fmla="*/ 8 h 8"/>
                                      <a:gd name="T18" fmla="*/ 4 w 8"/>
                                      <a:gd name="T19" fmla="*/ 8 h 8"/>
                                      <a:gd name="T20" fmla="*/ 6 w 8"/>
                                      <a:gd name="T21" fmla="*/ 8 h 8"/>
                                      <a:gd name="T22" fmla="*/ 7 w 8"/>
                                      <a:gd name="T23" fmla="*/ 7 h 8"/>
                                      <a:gd name="T24" fmla="*/ 8 w 8"/>
                                      <a:gd name="T25" fmla="*/ 5 h 8"/>
                                      <a:gd name="T26" fmla="*/ 8 w 8"/>
                                      <a:gd name="T27" fmla="*/ 4 h 8"/>
                                      <a:gd name="T28" fmla="*/ 8 w 8"/>
                                      <a:gd name="T29" fmla="*/ 3 h 8"/>
                                      <a:gd name="T30" fmla="*/ 8 w 8"/>
                                      <a:gd name="T31" fmla="*/ 1 h 8"/>
                                      <a:gd name="T32" fmla="*/ 7 w 8"/>
                                      <a:gd name="T33" fmla="*/ 0 h 8"/>
                                      <a:gd name="T34" fmla="*/ 6 w 8"/>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8"/>
                                      <a:gd name="T56" fmla="*/ 8 w 8"/>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8">
                                        <a:moveTo>
                                          <a:pt x="6" y="0"/>
                                        </a:moveTo>
                                        <a:lnTo>
                                          <a:pt x="4" y="0"/>
                                        </a:lnTo>
                                        <a:lnTo>
                                          <a:pt x="3" y="0"/>
                                        </a:lnTo>
                                        <a:lnTo>
                                          <a:pt x="1" y="1"/>
                                        </a:lnTo>
                                        <a:lnTo>
                                          <a:pt x="0" y="3"/>
                                        </a:lnTo>
                                        <a:lnTo>
                                          <a:pt x="0" y="4"/>
                                        </a:lnTo>
                                        <a:lnTo>
                                          <a:pt x="1" y="5"/>
                                        </a:lnTo>
                                        <a:lnTo>
                                          <a:pt x="3" y="7"/>
                                        </a:lnTo>
                                        <a:lnTo>
                                          <a:pt x="4" y="8"/>
                                        </a:lnTo>
                                        <a:lnTo>
                                          <a:pt x="6" y="8"/>
                                        </a:lnTo>
                                        <a:lnTo>
                                          <a:pt x="7" y="7"/>
                                        </a:lnTo>
                                        <a:lnTo>
                                          <a:pt x="8" y="5"/>
                                        </a:lnTo>
                                        <a:lnTo>
                                          <a:pt x="8" y="4"/>
                                        </a:lnTo>
                                        <a:lnTo>
                                          <a:pt x="8" y="3"/>
                                        </a:lnTo>
                                        <a:lnTo>
                                          <a:pt x="8" y="1"/>
                                        </a:lnTo>
                                        <a:lnTo>
                                          <a:pt x="7" y="0"/>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14" name="Freeform 153"/>
                                  <p:cNvSpPr>
                                    <a:spLocks/>
                                  </p:cNvSpPr>
                                  <p:nvPr/>
                                </p:nvSpPr>
                                <p:spPr bwMode="auto">
                                  <a:xfrm>
                                    <a:off x="3756" y="2357"/>
                                    <a:ext cx="9" cy="9"/>
                                  </a:xfrm>
                                  <a:custGeom>
                                    <a:avLst/>
                                    <a:gdLst>
                                      <a:gd name="T0" fmla="*/ 6 w 9"/>
                                      <a:gd name="T1" fmla="*/ 0 h 9"/>
                                      <a:gd name="T2" fmla="*/ 5 w 9"/>
                                      <a:gd name="T3" fmla="*/ 0 h 9"/>
                                      <a:gd name="T4" fmla="*/ 3 w 9"/>
                                      <a:gd name="T5" fmla="*/ 2 h 9"/>
                                      <a:gd name="T6" fmla="*/ 2 w 9"/>
                                      <a:gd name="T7" fmla="*/ 3 h 9"/>
                                      <a:gd name="T8" fmla="*/ 0 w 9"/>
                                      <a:gd name="T9" fmla="*/ 4 h 9"/>
                                      <a:gd name="T10" fmla="*/ 0 w 9"/>
                                      <a:gd name="T11" fmla="*/ 6 h 9"/>
                                      <a:gd name="T12" fmla="*/ 2 w 9"/>
                                      <a:gd name="T13" fmla="*/ 7 h 9"/>
                                      <a:gd name="T14" fmla="*/ 3 w 9"/>
                                      <a:gd name="T15" fmla="*/ 9 h 9"/>
                                      <a:gd name="T16" fmla="*/ 5 w 9"/>
                                      <a:gd name="T17" fmla="*/ 9 h 9"/>
                                      <a:gd name="T18" fmla="*/ 5 w 9"/>
                                      <a:gd name="T19" fmla="*/ 9 h 9"/>
                                      <a:gd name="T20" fmla="*/ 6 w 9"/>
                                      <a:gd name="T21" fmla="*/ 9 h 9"/>
                                      <a:gd name="T22" fmla="*/ 7 w 9"/>
                                      <a:gd name="T23" fmla="*/ 9 h 9"/>
                                      <a:gd name="T24" fmla="*/ 9 w 9"/>
                                      <a:gd name="T25" fmla="*/ 7 h 9"/>
                                      <a:gd name="T26" fmla="*/ 9 w 9"/>
                                      <a:gd name="T27" fmla="*/ 6 h 9"/>
                                      <a:gd name="T28" fmla="*/ 9 w 9"/>
                                      <a:gd name="T29" fmla="*/ 4 h 9"/>
                                      <a:gd name="T30" fmla="*/ 9 w 9"/>
                                      <a:gd name="T31" fmla="*/ 3 h 9"/>
                                      <a:gd name="T32" fmla="*/ 7 w 9"/>
                                      <a:gd name="T33" fmla="*/ 2 h 9"/>
                                      <a:gd name="T34" fmla="*/ 6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6" y="0"/>
                                        </a:moveTo>
                                        <a:lnTo>
                                          <a:pt x="5" y="0"/>
                                        </a:lnTo>
                                        <a:lnTo>
                                          <a:pt x="3" y="2"/>
                                        </a:lnTo>
                                        <a:lnTo>
                                          <a:pt x="2" y="3"/>
                                        </a:lnTo>
                                        <a:lnTo>
                                          <a:pt x="0" y="4"/>
                                        </a:lnTo>
                                        <a:lnTo>
                                          <a:pt x="0" y="6"/>
                                        </a:lnTo>
                                        <a:lnTo>
                                          <a:pt x="2" y="7"/>
                                        </a:lnTo>
                                        <a:lnTo>
                                          <a:pt x="3" y="9"/>
                                        </a:lnTo>
                                        <a:lnTo>
                                          <a:pt x="5" y="9"/>
                                        </a:lnTo>
                                        <a:lnTo>
                                          <a:pt x="6" y="9"/>
                                        </a:lnTo>
                                        <a:lnTo>
                                          <a:pt x="7" y="9"/>
                                        </a:lnTo>
                                        <a:lnTo>
                                          <a:pt x="9" y="7"/>
                                        </a:lnTo>
                                        <a:lnTo>
                                          <a:pt x="9" y="6"/>
                                        </a:lnTo>
                                        <a:lnTo>
                                          <a:pt x="9" y="4"/>
                                        </a:lnTo>
                                        <a:lnTo>
                                          <a:pt x="9" y="3"/>
                                        </a:lnTo>
                                        <a:lnTo>
                                          <a:pt x="7" y="2"/>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15" name="Freeform 154"/>
                                  <p:cNvSpPr>
                                    <a:spLocks/>
                                  </p:cNvSpPr>
                                  <p:nvPr/>
                                </p:nvSpPr>
                                <p:spPr bwMode="auto">
                                  <a:xfrm>
                                    <a:off x="3774" y="2357"/>
                                    <a:ext cx="8" cy="9"/>
                                  </a:xfrm>
                                  <a:custGeom>
                                    <a:avLst/>
                                    <a:gdLst>
                                      <a:gd name="T0" fmla="*/ 5 w 8"/>
                                      <a:gd name="T1" fmla="*/ 0 h 9"/>
                                      <a:gd name="T2" fmla="*/ 4 w 8"/>
                                      <a:gd name="T3" fmla="*/ 0 h 9"/>
                                      <a:gd name="T4" fmla="*/ 3 w 8"/>
                                      <a:gd name="T5" fmla="*/ 2 h 9"/>
                                      <a:gd name="T6" fmla="*/ 1 w 8"/>
                                      <a:gd name="T7" fmla="*/ 3 h 9"/>
                                      <a:gd name="T8" fmla="*/ 0 w 8"/>
                                      <a:gd name="T9" fmla="*/ 4 h 9"/>
                                      <a:gd name="T10" fmla="*/ 0 w 8"/>
                                      <a:gd name="T11" fmla="*/ 6 h 9"/>
                                      <a:gd name="T12" fmla="*/ 1 w 8"/>
                                      <a:gd name="T13" fmla="*/ 7 h 9"/>
                                      <a:gd name="T14" fmla="*/ 3 w 8"/>
                                      <a:gd name="T15" fmla="*/ 9 h 9"/>
                                      <a:gd name="T16" fmla="*/ 4 w 8"/>
                                      <a:gd name="T17" fmla="*/ 9 h 9"/>
                                      <a:gd name="T18" fmla="*/ 4 w 8"/>
                                      <a:gd name="T19" fmla="*/ 9 h 9"/>
                                      <a:gd name="T20" fmla="*/ 5 w 8"/>
                                      <a:gd name="T21" fmla="*/ 9 h 9"/>
                                      <a:gd name="T22" fmla="*/ 7 w 8"/>
                                      <a:gd name="T23" fmla="*/ 9 h 9"/>
                                      <a:gd name="T24" fmla="*/ 8 w 8"/>
                                      <a:gd name="T25" fmla="*/ 7 h 9"/>
                                      <a:gd name="T26" fmla="*/ 8 w 8"/>
                                      <a:gd name="T27" fmla="*/ 6 h 9"/>
                                      <a:gd name="T28" fmla="*/ 8 w 8"/>
                                      <a:gd name="T29" fmla="*/ 4 h 9"/>
                                      <a:gd name="T30" fmla="*/ 8 w 8"/>
                                      <a:gd name="T31" fmla="*/ 3 h 9"/>
                                      <a:gd name="T32" fmla="*/ 7 w 8"/>
                                      <a:gd name="T33" fmla="*/ 2 h 9"/>
                                      <a:gd name="T34" fmla="*/ 5 w 8"/>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5" y="0"/>
                                        </a:moveTo>
                                        <a:lnTo>
                                          <a:pt x="4" y="0"/>
                                        </a:lnTo>
                                        <a:lnTo>
                                          <a:pt x="3" y="2"/>
                                        </a:lnTo>
                                        <a:lnTo>
                                          <a:pt x="1" y="3"/>
                                        </a:lnTo>
                                        <a:lnTo>
                                          <a:pt x="0" y="4"/>
                                        </a:lnTo>
                                        <a:lnTo>
                                          <a:pt x="0" y="6"/>
                                        </a:lnTo>
                                        <a:lnTo>
                                          <a:pt x="1" y="7"/>
                                        </a:lnTo>
                                        <a:lnTo>
                                          <a:pt x="3" y="9"/>
                                        </a:lnTo>
                                        <a:lnTo>
                                          <a:pt x="4" y="9"/>
                                        </a:lnTo>
                                        <a:lnTo>
                                          <a:pt x="5" y="9"/>
                                        </a:lnTo>
                                        <a:lnTo>
                                          <a:pt x="7" y="9"/>
                                        </a:lnTo>
                                        <a:lnTo>
                                          <a:pt x="8" y="7"/>
                                        </a:lnTo>
                                        <a:lnTo>
                                          <a:pt x="8" y="6"/>
                                        </a:lnTo>
                                        <a:lnTo>
                                          <a:pt x="8" y="4"/>
                                        </a:lnTo>
                                        <a:lnTo>
                                          <a:pt x="8" y="3"/>
                                        </a:lnTo>
                                        <a:lnTo>
                                          <a:pt x="7" y="2"/>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16" name="Freeform 155"/>
                                  <p:cNvSpPr>
                                    <a:spLocks/>
                                  </p:cNvSpPr>
                                  <p:nvPr/>
                                </p:nvSpPr>
                                <p:spPr bwMode="auto">
                                  <a:xfrm>
                                    <a:off x="3791" y="2354"/>
                                    <a:ext cx="9" cy="9"/>
                                  </a:xfrm>
                                  <a:custGeom>
                                    <a:avLst/>
                                    <a:gdLst>
                                      <a:gd name="T0" fmla="*/ 4 w 9"/>
                                      <a:gd name="T1" fmla="*/ 0 h 9"/>
                                      <a:gd name="T2" fmla="*/ 3 w 9"/>
                                      <a:gd name="T3" fmla="*/ 2 h 9"/>
                                      <a:gd name="T4" fmla="*/ 2 w 9"/>
                                      <a:gd name="T5" fmla="*/ 3 h 9"/>
                                      <a:gd name="T6" fmla="*/ 0 w 9"/>
                                      <a:gd name="T7" fmla="*/ 5 h 9"/>
                                      <a:gd name="T8" fmla="*/ 0 w 9"/>
                                      <a:gd name="T9" fmla="*/ 6 h 9"/>
                                      <a:gd name="T10" fmla="*/ 2 w 9"/>
                                      <a:gd name="T11" fmla="*/ 7 h 9"/>
                                      <a:gd name="T12" fmla="*/ 3 w 9"/>
                                      <a:gd name="T13" fmla="*/ 9 h 9"/>
                                      <a:gd name="T14" fmla="*/ 4 w 9"/>
                                      <a:gd name="T15" fmla="*/ 9 h 9"/>
                                      <a:gd name="T16" fmla="*/ 6 w 9"/>
                                      <a:gd name="T17" fmla="*/ 9 h 9"/>
                                      <a:gd name="T18" fmla="*/ 6 w 9"/>
                                      <a:gd name="T19" fmla="*/ 9 h 9"/>
                                      <a:gd name="T20" fmla="*/ 7 w 9"/>
                                      <a:gd name="T21" fmla="*/ 9 h 9"/>
                                      <a:gd name="T22" fmla="*/ 9 w 9"/>
                                      <a:gd name="T23" fmla="*/ 7 h 9"/>
                                      <a:gd name="T24" fmla="*/ 9 w 9"/>
                                      <a:gd name="T25" fmla="*/ 6 h 9"/>
                                      <a:gd name="T26" fmla="*/ 9 w 9"/>
                                      <a:gd name="T27" fmla="*/ 5 h 9"/>
                                      <a:gd name="T28" fmla="*/ 9 w 9"/>
                                      <a:gd name="T29" fmla="*/ 3 h 9"/>
                                      <a:gd name="T30" fmla="*/ 7 w 9"/>
                                      <a:gd name="T31" fmla="*/ 2 h 9"/>
                                      <a:gd name="T32" fmla="*/ 6 w 9"/>
                                      <a:gd name="T33" fmla="*/ 0 h 9"/>
                                      <a:gd name="T34" fmla="*/ 4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4" y="0"/>
                                        </a:moveTo>
                                        <a:lnTo>
                                          <a:pt x="3" y="2"/>
                                        </a:lnTo>
                                        <a:lnTo>
                                          <a:pt x="2" y="3"/>
                                        </a:lnTo>
                                        <a:lnTo>
                                          <a:pt x="0" y="5"/>
                                        </a:lnTo>
                                        <a:lnTo>
                                          <a:pt x="0" y="6"/>
                                        </a:lnTo>
                                        <a:lnTo>
                                          <a:pt x="2" y="7"/>
                                        </a:lnTo>
                                        <a:lnTo>
                                          <a:pt x="3" y="9"/>
                                        </a:lnTo>
                                        <a:lnTo>
                                          <a:pt x="4" y="9"/>
                                        </a:lnTo>
                                        <a:lnTo>
                                          <a:pt x="6" y="9"/>
                                        </a:lnTo>
                                        <a:lnTo>
                                          <a:pt x="7" y="9"/>
                                        </a:lnTo>
                                        <a:lnTo>
                                          <a:pt x="9" y="7"/>
                                        </a:lnTo>
                                        <a:lnTo>
                                          <a:pt x="9" y="6"/>
                                        </a:lnTo>
                                        <a:lnTo>
                                          <a:pt x="9" y="5"/>
                                        </a:lnTo>
                                        <a:lnTo>
                                          <a:pt x="9" y="3"/>
                                        </a:lnTo>
                                        <a:lnTo>
                                          <a:pt x="7" y="2"/>
                                        </a:lnTo>
                                        <a:lnTo>
                                          <a:pt x="6"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17" name="Freeform 156"/>
                                  <p:cNvSpPr>
                                    <a:spLocks/>
                                  </p:cNvSpPr>
                                  <p:nvPr/>
                                </p:nvSpPr>
                                <p:spPr bwMode="auto">
                                  <a:xfrm>
                                    <a:off x="3808" y="2350"/>
                                    <a:ext cx="9" cy="9"/>
                                  </a:xfrm>
                                  <a:custGeom>
                                    <a:avLst/>
                                    <a:gdLst>
                                      <a:gd name="T0" fmla="*/ 3 w 9"/>
                                      <a:gd name="T1" fmla="*/ 0 h 9"/>
                                      <a:gd name="T2" fmla="*/ 2 w 9"/>
                                      <a:gd name="T3" fmla="*/ 1 h 9"/>
                                      <a:gd name="T4" fmla="*/ 0 w 9"/>
                                      <a:gd name="T5" fmla="*/ 3 h 9"/>
                                      <a:gd name="T6" fmla="*/ 0 w 9"/>
                                      <a:gd name="T7" fmla="*/ 4 h 9"/>
                                      <a:gd name="T8" fmla="*/ 0 w 9"/>
                                      <a:gd name="T9" fmla="*/ 6 h 9"/>
                                      <a:gd name="T10" fmla="*/ 0 w 9"/>
                                      <a:gd name="T11" fmla="*/ 7 h 9"/>
                                      <a:gd name="T12" fmla="*/ 2 w 9"/>
                                      <a:gd name="T13" fmla="*/ 9 h 9"/>
                                      <a:gd name="T14" fmla="*/ 3 w 9"/>
                                      <a:gd name="T15" fmla="*/ 9 h 9"/>
                                      <a:gd name="T16" fmla="*/ 5 w 9"/>
                                      <a:gd name="T17" fmla="*/ 9 h 9"/>
                                      <a:gd name="T18" fmla="*/ 5 w 9"/>
                                      <a:gd name="T19" fmla="*/ 9 h 9"/>
                                      <a:gd name="T20" fmla="*/ 6 w 9"/>
                                      <a:gd name="T21" fmla="*/ 9 h 9"/>
                                      <a:gd name="T22" fmla="*/ 8 w 9"/>
                                      <a:gd name="T23" fmla="*/ 7 h 9"/>
                                      <a:gd name="T24" fmla="*/ 9 w 9"/>
                                      <a:gd name="T25" fmla="*/ 6 h 9"/>
                                      <a:gd name="T26" fmla="*/ 9 w 9"/>
                                      <a:gd name="T27" fmla="*/ 4 h 9"/>
                                      <a:gd name="T28" fmla="*/ 8 w 9"/>
                                      <a:gd name="T29" fmla="*/ 3 h 9"/>
                                      <a:gd name="T30" fmla="*/ 6 w 9"/>
                                      <a:gd name="T31" fmla="*/ 1 h 9"/>
                                      <a:gd name="T32" fmla="*/ 5 w 9"/>
                                      <a:gd name="T33" fmla="*/ 0 h 9"/>
                                      <a:gd name="T34" fmla="*/ 3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3" y="0"/>
                                        </a:moveTo>
                                        <a:lnTo>
                                          <a:pt x="2" y="1"/>
                                        </a:lnTo>
                                        <a:lnTo>
                                          <a:pt x="0" y="3"/>
                                        </a:lnTo>
                                        <a:lnTo>
                                          <a:pt x="0" y="4"/>
                                        </a:lnTo>
                                        <a:lnTo>
                                          <a:pt x="0" y="6"/>
                                        </a:lnTo>
                                        <a:lnTo>
                                          <a:pt x="0" y="7"/>
                                        </a:lnTo>
                                        <a:lnTo>
                                          <a:pt x="2" y="9"/>
                                        </a:lnTo>
                                        <a:lnTo>
                                          <a:pt x="3" y="9"/>
                                        </a:lnTo>
                                        <a:lnTo>
                                          <a:pt x="5" y="9"/>
                                        </a:lnTo>
                                        <a:lnTo>
                                          <a:pt x="6" y="9"/>
                                        </a:lnTo>
                                        <a:lnTo>
                                          <a:pt x="8" y="7"/>
                                        </a:lnTo>
                                        <a:lnTo>
                                          <a:pt x="9" y="6"/>
                                        </a:lnTo>
                                        <a:lnTo>
                                          <a:pt x="9" y="4"/>
                                        </a:lnTo>
                                        <a:lnTo>
                                          <a:pt x="8" y="3"/>
                                        </a:lnTo>
                                        <a:lnTo>
                                          <a:pt x="6" y="1"/>
                                        </a:lnTo>
                                        <a:lnTo>
                                          <a:pt x="5"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18" name="Freeform 157"/>
                                  <p:cNvSpPr>
                                    <a:spLocks/>
                                  </p:cNvSpPr>
                                  <p:nvPr/>
                                </p:nvSpPr>
                                <p:spPr bwMode="auto">
                                  <a:xfrm>
                                    <a:off x="3824" y="2344"/>
                                    <a:ext cx="9" cy="9"/>
                                  </a:xfrm>
                                  <a:custGeom>
                                    <a:avLst/>
                                    <a:gdLst>
                                      <a:gd name="T0" fmla="*/ 3 w 9"/>
                                      <a:gd name="T1" fmla="*/ 0 h 9"/>
                                      <a:gd name="T2" fmla="*/ 2 w 9"/>
                                      <a:gd name="T3" fmla="*/ 1 h 9"/>
                                      <a:gd name="T4" fmla="*/ 0 w 9"/>
                                      <a:gd name="T5" fmla="*/ 3 h 9"/>
                                      <a:gd name="T6" fmla="*/ 0 w 9"/>
                                      <a:gd name="T7" fmla="*/ 4 h 9"/>
                                      <a:gd name="T8" fmla="*/ 0 w 9"/>
                                      <a:gd name="T9" fmla="*/ 6 h 9"/>
                                      <a:gd name="T10" fmla="*/ 0 w 9"/>
                                      <a:gd name="T11" fmla="*/ 7 h 9"/>
                                      <a:gd name="T12" fmla="*/ 2 w 9"/>
                                      <a:gd name="T13" fmla="*/ 9 h 9"/>
                                      <a:gd name="T14" fmla="*/ 3 w 9"/>
                                      <a:gd name="T15" fmla="*/ 9 h 9"/>
                                      <a:gd name="T16" fmla="*/ 5 w 9"/>
                                      <a:gd name="T17" fmla="*/ 9 h 9"/>
                                      <a:gd name="T18" fmla="*/ 5 w 9"/>
                                      <a:gd name="T19" fmla="*/ 9 h 9"/>
                                      <a:gd name="T20" fmla="*/ 6 w 9"/>
                                      <a:gd name="T21" fmla="*/ 9 h 9"/>
                                      <a:gd name="T22" fmla="*/ 8 w 9"/>
                                      <a:gd name="T23" fmla="*/ 7 h 9"/>
                                      <a:gd name="T24" fmla="*/ 9 w 9"/>
                                      <a:gd name="T25" fmla="*/ 6 h 9"/>
                                      <a:gd name="T26" fmla="*/ 9 w 9"/>
                                      <a:gd name="T27" fmla="*/ 4 h 9"/>
                                      <a:gd name="T28" fmla="*/ 8 w 9"/>
                                      <a:gd name="T29" fmla="*/ 3 h 9"/>
                                      <a:gd name="T30" fmla="*/ 6 w 9"/>
                                      <a:gd name="T31" fmla="*/ 1 h 9"/>
                                      <a:gd name="T32" fmla="*/ 5 w 9"/>
                                      <a:gd name="T33" fmla="*/ 0 h 9"/>
                                      <a:gd name="T34" fmla="*/ 3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3" y="0"/>
                                        </a:moveTo>
                                        <a:lnTo>
                                          <a:pt x="2" y="1"/>
                                        </a:lnTo>
                                        <a:lnTo>
                                          <a:pt x="0" y="3"/>
                                        </a:lnTo>
                                        <a:lnTo>
                                          <a:pt x="0" y="4"/>
                                        </a:lnTo>
                                        <a:lnTo>
                                          <a:pt x="0" y="6"/>
                                        </a:lnTo>
                                        <a:lnTo>
                                          <a:pt x="0" y="7"/>
                                        </a:lnTo>
                                        <a:lnTo>
                                          <a:pt x="2" y="9"/>
                                        </a:lnTo>
                                        <a:lnTo>
                                          <a:pt x="3" y="9"/>
                                        </a:lnTo>
                                        <a:lnTo>
                                          <a:pt x="5" y="9"/>
                                        </a:lnTo>
                                        <a:lnTo>
                                          <a:pt x="6" y="9"/>
                                        </a:lnTo>
                                        <a:lnTo>
                                          <a:pt x="8" y="7"/>
                                        </a:lnTo>
                                        <a:lnTo>
                                          <a:pt x="9" y="6"/>
                                        </a:lnTo>
                                        <a:lnTo>
                                          <a:pt x="9" y="4"/>
                                        </a:lnTo>
                                        <a:lnTo>
                                          <a:pt x="8" y="3"/>
                                        </a:lnTo>
                                        <a:lnTo>
                                          <a:pt x="6" y="1"/>
                                        </a:lnTo>
                                        <a:lnTo>
                                          <a:pt x="5"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19" name="Freeform 158"/>
                                  <p:cNvSpPr>
                                    <a:spLocks/>
                                  </p:cNvSpPr>
                                  <p:nvPr/>
                                </p:nvSpPr>
                                <p:spPr bwMode="auto">
                                  <a:xfrm>
                                    <a:off x="3840" y="2337"/>
                                    <a:ext cx="9" cy="8"/>
                                  </a:xfrm>
                                  <a:custGeom>
                                    <a:avLst/>
                                    <a:gdLst>
                                      <a:gd name="T0" fmla="*/ 3 w 9"/>
                                      <a:gd name="T1" fmla="*/ 0 h 8"/>
                                      <a:gd name="T2" fmla="*/ 2 w 9"/>
                                      <a:gd name="T3" fmla="*/ 1 h 8"/>
                                      <a:gd name="T4" fmla="*/ 0 w 9"/>
                                      <a:gd name="T5" fmla="*/ 3 h 8"/>
                                      <a:gd name="T6" fmla="*/ 0 w 9"/>
                                      <a:gd name="T7" fmla="*/ 4 h 8"/>
                                      <a:gd name="T8" fmla="*/ 0 w 9"/>
                                      <a:gd name="T9" fmla="*/ 6 h 8"/>
                                      <a:gd name="T10" fmla="*/ 0 w 9"/>
                                      <a:gd name="T11" fmla="*/ 7 h 8"/>
                                      <a:gd name="T12" fmla="*/ 2 w 9"/>
                                      <a:gd name="T13" fmla="*/ 8 h 8"/>
                                      <a:gd name="T14" fmla="*/ 3 w 9"/>
                                      <a:gd name="T15" fmla="*/ 8 h 8"/>
                                      <a:gd name="T16" fmla="*/ 5 w 9"/>
                                      <a:gd name="T17" fmla="*/ 8 h 8"/>
                                      <a:gd name="T18" fmla="*/ 5 w 9"/>
                                      <a:gd name="T19" fmla="*/ 8 h 8"/>
                                      <a:gd name="T20" fmla="*/ 6 w 9"/>
                                      <a:gd name="T21" fmla="*/ 8 h 8"/>
                                      <a:gd name="T22" fmla="*/ 8 w 9"/>
                                      <a:gd name="T23" fmla="*/ 7 h 8"/>
                                      <a:gd name="T24" fmla="*/ 9 w 9"/>
                                      <a:gd name="T25" fmla="*/ 6 h 8"/>
                                      <a:gd name="T26" fmla="*/ 9 w 9"/>
                                      <a:gd name="T27" fmla="*/ 4 h 8"/>
                                      <a:gd name="T28" fmla="*/ 8 w 9"/>
                                      <a:gd name="T29" fmla="*/ 3 h 8"/>
                                      <a:gd name="T30" fmla="*/ 6 w 9"/>
                                      <a:gd name="T31" fmla="*/ 1 h 8"/>
                                      <a:gd name="T32" fmla="*/ 5 w 9"/>
                                      <a:gd name="T33" fmla="*/ 0 h 8"/>
                                      <a:gd name="T34" fmla="*/ 3 w 9"/>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3" y="0"/>
                                        </a:moveTo>
                                        <a:lnTo>
                                          <a:pt x="2" y="1"/>
                                        </a:lnTo>
                                        <a:lnTo>
                                          <a:pt x="0" y="3"/>
                                        </a:lnTo>
                                        <a:lnTo>
                                          <a:pt x="0" y="4"/>
                                        </a:lnTo>
                                        <a:lnTo>
                                          <a:pt x="0" y="6"/>
                                        </a:lnTo>
                                        <a:lnTo>
                                          <a:pt x="0" y="7"/>
                                        </a:lnTo>
                                        <a:lnTo>
                                          <a:pt x="2" y="8"/>
                                        </a:lnTo>
                                        <a:lnTo>
                                          <a:pt x="3" y="8"/>
                                        </a:lnTo>
                                        <a:lnTo>
                                          <a:pt x="5" y="8"/>
                                        </a:lnTo>
                                        <a:lnTo>
                                          <a:pt x="6" y="8"/>
                                        </a:lnTo>
                                        <a:lnTo>
                                          <a:pt x="8" y="7"/>
                                        </a:lnTo>
                                        <a:lnTo>
                                          <a:pt x="9" y="6"/>
                                        </a:lnTo>
                                        <a:lnTo>
                                          <a:pt x="9" y="4"/>
                                        </a:lnTo>
                                        <a:lnTo>
                                          <a:pt x="8" y="3"/>
                                        </a:lnTo>
                                        <a:lnTo>
                                          <a:pt x="6" y="1"/>
                                        </a:lnTo>
                                        <a:lnTo>
                                          <a:pt x="5"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20" name="Freeform 159"/>
                                  <p:cNvSpPr>
                                    <a:spLocks/>
                                  </p:cNvSpPr>
                                  <p:nvPr/>
                                </p:nvSpPr>
                                <p:spPr bwMode="auto">
                                  <a:xfrm>
                                    <a:off x="3856" y="2330"/>
                                    <a:ext cx="9" cy="8"/>
                                  </a:xfrm>
                                  <a:custGeom>
                                    <a:avLst/>
                                    <a:gdLst>
                                      <a:gd name="T0" fmla="*/ 3 w 9"/>
                                      <a:gd name="T1" fmla="*/ 0 h 8"/>
                                      <a:gd name="T2" fmla="*/ 2 w 9"/>
                                      <a:gd name="T3" fmla="*/ 1 h 8"/>
                                      <a:gd name="T4" fmla="*/ 0 w 9"/>
                                      <a:gd name="T5" fmla="*/ 2 h 8"/>
                                      <a:gd name="T6" fmla="*/ 0 w 9"/>
                                      <a:gd name="T7" fmla="*/ 4 h 8"/>
                                      <a:gd name="T8" fmla="*/ 0 w 9"/>
                                      <a:gd name="T9" fmla="*/ 5 h 8"/>
                                      <a:gd name="T10" fmla="*/ 0 w 9"/>
                                      <a:gd name="T11" fmla="*/ 7 h 8"/>
                                      <a:gd name="T12" fmla="*/ 2 w 9"/>
                                      <a:gd name="T13" fmla="*/ 8 h 8"/>
                                      <a:gd name="T14" fmla="*/ 3 w 9"/>
                                      <a:gd name="T15" fmla="*/ 8 h 8"/>
                                      <a:gd name="T16" fmla="*/ 5 w 9"/>
                                      <a:gd name="T17" fmla="*/ 8 h 8"/>
                                      <a:gd name="T18" fmla="*/ 5 w 9"/>
                                      <a:gd name="T19" fmla="*/ 8 h 8"/>
                                      <a:gd name="T20" fmla="*/ 6 w 9"/>
                                      <a:gd name="T21" fmla="*/ 8 h 8"/>
                                      <a:gd name="T22" fmla="*/ 8 w 9"/>
                                      <a:gd name="T23" fmla="*/ 7 h 8"/>
                                      <a:gd name="T24" fmla="*/ 9 w 9"/>
                                      <a:gd name="T25" fmla="*/ 5 h 8"/>
                                      <a:gd name="T26" fmla="*/ 9 w 9"/>
                                      <a:gd name="T27" fmla="*/ 4 h 8"/>
                                      <a:gd name="T28" fmla="*/ 8 w 9"/>
                                      <a:gd name="T29" fmla="*/ 2 h 8"/>
                                      <a:gd name="T30" fmla="*/ 6 w 9"/>
                                      <a:gd name="T31" fmla="*/ 1 h 8"/>
                                      <a:gd name="T32" fmla="*/ 5 w 9"/>
                                      <a:gd name="T33" fmla="*/ 0 h 8"/>
                                      <a:gd name="T34" fmla="*/ 3 w 9"/>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3" y="0"/>
                                        </a:moveTo>
                                        <a:lnTo>
                                          <a:pt x="2" y="1"/>
                                        </a:lnTo>
                                        <a:lnTo>
                                          <a:pt x="0" y="2"/>
                                        </a:lnTo>
                                        <a:lnTo>
                                          <a:pt x="0" y="4"/>
                                        </a:lnTo>
                                        <a:lnTo>
                                          <a:pt x="0" y="5"/>
                                        </a:lnTo>
                                        <a:lnTo>
                                          <a:pt x="0" y="7"/>
                                        </a:lnTo>
                                        <a:lnTo>
                                          <a:pt x="2" y="8"/>
                                        </a:lnTo>
                                        <a:lnTo>
                                          <a:pt x="3" y="8"/>
                                        </a:lnTo>
                                        <a:lnTo>
                                          <a:pt x="5" y="8"/>
                                        </a:lnTo>
                                        <a:lnTo>
                                          <a:pt x="6" y="8"/>
                                        </a:lnTo>
                                        <a:lnTo>
                                          <a:pt x="8" y="7"/>
                                        </a:lnTo>
                                        <a:lnTo>
                                          <a:pt x="9" y="5"/>
                                        </a:lnTo>
                                        <a:lnTo>
                                          <a:pt x="9" y="4"/>
                                        </a:lnTo>
                                        <a:lnTo>
                                          <a:pt x="8" y="2"/>
                                        </a:lnTo>
                                        <a:lnTo>
                                          <a:pt x="6" y="1"/>
                                        </a:lnTo>
                                        <a:lnTo>
                                          <a:pt x="5"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21" name="Freeform 160"/>
                                  <p:cNvSpPr>
                                    <a:spLocks/>
                                  </p:cNvSpPr>
                                  <p:nvPr/>
                                </p:nvSpPr>
                                <p:spPr bwMode="auto">
                                  <a:xfrm>
                                    <a:off x="3872" y="2322"/>
                                    <a:ext cx="9" cy="9"/>
                                  </a:xfrm>
                                  <a:custGeom>
                                    <a:avLst/>
                                    <a:gdLst>
                                      <a:gd name="T0" fmla="*/ 2 w 9"/>
                                      <a:gd name="T1" fmla="*/ 2 h 9"/>
                                      <a:gd name="T2" fmla="*/ 0 w 9"/>
                                      <a:gd name="T3" fmla="*/ 3 h 9"/>
                                      <a:gd name="T4" fmla="*/ 0 w 9"/>
                                      <a:gd name="T5" fmla="*/ 5 h 9"/>
                                      <a:gd name="T6" fmla="*/ 0 w 9"/>
                                      <a:gd name="T7" fmla="*/ 6 h 9"/>
                                      <a:gd name="T8" fmla="*/ 0 w 9"/>
                                      <a:gd name="T9" fmla="*/ 8 h 9"/>
                                      <a:gd name="T10" fmla="*/ 2 w 9"/>
                                      <a:gd name="T11" fmla="*/ 9 h 9"/>
                                      <a:gd name="T12" fmla="*/ 3 w 9"/>
                                      <a:gd name="T13" fmla="*/ 9 h 9"/>
                                      <a:gd name="T14" fmla="*/ 5 w 9"/>
                                      <a:gd name="T15" fmla="*/ 9 h 9"/>
                                      <a:gd name="T16" fmla="*/ 6 w 9"/>
                                      <a:gd name="T17" fmla="*/ 9 h 9"/>
                                      <a:gd name="T18" fmla="*/ 6 w 9"/>
                                      <a:gd name="T19" fmla="*/ 9 h 9"/>
                                      <a:gd name="T20" fmla="*/ 8 w 9"/>
                                      <a:gd name="T21" fmla="*/ 8 h 9"/>
                                      <a:gd name="T22" fmla="*/ 9 w 9"/>
                                      <a:gd name="T23" fmla="*/ 6 h 9"/>
                                      <a:gd name="T24" fmla="*/ 9 w 9"/>
                                      <a:gd name="T25" fmla="*/ 5 h 9"/>
                                      <a:gd name="T26" fmla="*/ 8 w 9"/>
                                      <a:gd name="T27" fmla="*/ 3 h 9"/>
                                      <a:gd name="T28" fmla="*/ 6 w 9"/>
                                      <a:gd name="T29" fmla="*/ 2 h 9"/>
                                      <a:gd name="T30" fmla="*/ 5 w 9"/>
                                      <a:gd name="T31" fmla="*/ 0 h 9"/>
                                      <a:gd name="T32" fmla="*/ 3 w 9"/>
                                      <a:gd name="T33" fmla="*/ 0 h 9"/>
                                      <a:gd name="T34" fmla="*/ 2 w 9"/>
                                      <a:gd name="T35" fmla="*/ 2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2" y="2"/>
                                        </a:moveTo>
                                        <a:lnTo>
                                          <a:pt x="0" y="3"/>
                                        </a:lnTo>
                                        <a:lnTo>
                                          <a:pt x="0" y="5"/>
                                        </a:lnTo>
                                        <a:lnTo>
                                          <a:pt x="0" y="6"/>
                                        </a:lnTo>
                                        <a:lnTo>
                                          <a:pt x="0" y="8"/>
                                        </a:lnTo>
                                        <a:lnTo>
                                          <a:pt x="2" y="9"/>
                                        </a:lnTo>
                                        <a:lnTo>
                                          <a:pt x="3" y="9"/>
                                        </a:lnTo>
                                        <a:lnTo>
                                          <a:pt x="5" y="9"/>
                                        </a:lnTo>
                                        <a:lnTo>
                                          <a:pt x="6" y="9"/>
                                        </a:lnTo>
                                        <a:lnTo>
                                          <a:pt x="8" y="8"/>
                                        </a:lnTo>
                                        <a:lnTo>
                                          <a:pt x="9" y="6"/>
                                        </a:lnTo>
                                        <a:lnTo>
                                          <a:pt x="9" y="5"/>
                                        </a:lnTo>
                                        <a:lnTo>
                                          <a:pt x="8" y="3"/>
                                        </a:lnTo>
                                        <a:lnTo>
                                          <a:pt x="6" y="2"/>
                                        </a:lnTo>
                                        <a:lnTo>
                                          <a:pt x="5" y="0"/>
                                        </a:lnTo>
                                        <a:lnTo>
                                          <a:pt x="3" y="0"/>
                                        </a:lnTo>
                                        <a:lnTo>
                                          <a:pt x="2"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22" name="Freeform 161"/>
                                  <p:cNvSpPr>
                                    <a:spLocks/>
                                  </p:cNvSpPr>
                                  <p:nvPr/>
                                </p:nvSpPr>
                                <p:spPr bwMode="auto">
                                  <a:xfrm>
                                    <a:off x="3887" y="2315"/>
                                    <a:ext cx="9" cy="9"/>
                                  </a:xfrm>
                                  <a:custGeom>
                                    <a:avLst/>
                                    <a:gdLst>
                                      <a:gd name="T0" fmla="*/ 3 w 9"/>
                                      <a:gd name="T1" fmla="*/ 0 h 9"/>
                                      <a:gd name="T2" fmla="*/ 1 w 9"/>
                                      <a:gd name="T3" fmla="*/ 1 h 9"/>
                                      <a:gd name="T4" fmla="*/ 0 w 9"/>
                                      <a:gd name="T5" fmla="*/ 3 h 9"/>
                                      <a:gd name="T6" fmla="*/ 0 w 9"/>
                                      <a:gd name="T7" fmla="*/ 4 h 9"/>
                                      <a:gd name="T8" fmla="*/ 1 w 9"/>
                                      <a:gd name="T9" fmla="*/ 6 h 9"/>
                                      <a:gd name="T10" fmla="*/ 3 w 9"/>
                                      <a:gd name="T11" fmla="*/ 7 h 9"/>
                                      <a:gd name="T12" fmla="*/ 4 w 9"/>
                                      <a:gd name="T13" fmla="*/ 9 h 9"/>
                                      <a:gd name="T14" fmla="*/ 6 w 9"/>
                                      <a:gd name="T15" fmla="*/ 9 h 9"/>
                                      <a:gd name="T16" fmla="*/ 7 w 9"/>
                                      <a:gd name="T17" fmla="*/ 7 h 9"/>
                                      <a:gd name="T18" fmla="*/ 7 w 9"/>
                                      <a:gd name="T19" fmla="*/ 7 h 9"/>
                                      <a:gd name="T20" fmla="*/ 9 w 9"/>
                                      <a:gd name="T21" fmla="*/ 6 h 9"/>
                                      <a:gd name="T22" fmla="*/ 9 w 9"/>
                                      <a:gd name="T23" fmla="*/ 4 h 9"/>
                                      <a:gd name="T24" fmla="*/ 9 w 9"/>
                                      <a:gd name="T25" fmla="*/ 3 h 9"/>
                                      <a:gd name="T26" fmla="*/ 9 w 9"/>
                                      <a:gd name="T27" fmla="*/ 1 h 9"/>
                                      <a:gd name="T28" fmla="*/ 7 w 9"/>
                                      <a:gd name="T29" fmla="*/ 0 h 9"/>
                                      <a:gd name="T30" fmla="*/ 6 w 9"/>
                                      <a:gd name="T31" fmla="*/ 0 h 9"/>
                                      <a:gd name="T32" fmla="*/ 4 w 9"/>
                                      <a:gd name="T33" fmla="*/ 0 h 9"/>
                                      <a:gd name="T34" fmla="*/ 3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3" y="0"/>
                                        </a:moveTo>
                                        <a:lnTo>
                                          <a:pt x="1" y="1"/>
                                        </a:lnTo>
                                        <a:lnTo>
                                          <a:pt x="0" y="3"/>
                                        </a:lnTo>
                                        <a:lnTo>
                                          <a:pt x="0" y="4"/>
                                        </a:lnTo>
                                        <a:lnTo>
                                          <a:pt x="1" y="6"/>
                                        </a:lnTo>
                                        <a:lnTo>
                                          <a:pt x="3" y="7"/>
                                        </a:lnTo>
                                        <a:lnTo>
                                          <a:pt x="4" y="9"/>
                                        </a:lnTo>
                                        <a:lnTo>
                                          <a:pt x="6" y="9"/>
                                        </a:lnTo>
                                        <a:lnTo>
                                          <a:pt x="7" y="7"/>
                                        </a:lnTo>
                                        <a:lnTo>
                                          <a:pt x="9" y="6"/>
                                        </a:lnTo>
                                        <a:lnTo>
                                          <a:pt x="9" y="4"/>
                                        </a:lnTo>
                                        <a:lnTo>
                                          <a:pt x="9" y="3"/>
                                        </a:lnTo>
                                        <a:lnTo>
                                          <a:pt x="9" y="1"/>
                                        </a:lnTo>
                                        <a:lnTo>
                                          <a:pt x="7" y="0"/>
                                        </a:lnTo>
                                        <a:lnTo>
                                          <a:pt x="6" y="0"/>
                                        </a:lnTo>
                                        <a:lnTo>
                                          <a:pt x="4"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23" name="Freeform 162"/>
                                  <p:cNvSpPr>
                                    <a:spLocks/>
                                  </p:cNvSpPr>
                                  <p:nvPr/>
                                </p:nvSpPr>
                                <p:spPr bwMode="auto">
                                  <a:xfrm>
                                    <a:off x="3903" y="2306"/>
                                    <a:ext cx="9" cy="9"/>
                                  </a:xfrm>
                                  <a:custGeom>
                                    <a:avLst/>
                                    <a:gdLst>
                                      <a:gd name="T0" fmla="*/ 1 w 9"/>
                                      <a:gd name="T1" fmla="*/ 0 h 9"/>
                                      <a:gd name="T2" fmla="*/ 0 w 9"/>
                                      <a:gd name="T3" fmla="*/ 2 h 9"/>
                                      <a:gd name="T4" fmla="*/ 0 w 9"/>
                                      <a:gd name="T5" fmla="*/ 3 h 9"/>
                                      <a:gd name="T6" fmla="*/ 0 w 9"/>
                                      <a:gd name="T7" fmla="*/ 5 h 9"/>
                                      <a:gd name="T8" fmla="*/ 0 w 9"/>
                                      <a:gd name="T9" fmla="*/ 6 h 9"/>
                                      <a:gd name="T10" fmla="*/ 1 w 9"/>
                                      <a:gd name="T11" fmla="*/ 8 h 9"/>
                                      <a:gd name="T12" fmla="*/ 3 w 9"/>
                                      <a:gd name="T13" fmla="*/ 9 h 9"/>
                                      <a:gd name="T14" fmla="*/ 4 w 9"/>
                                      <a:gd name="T15" fmla="*/ 9 h 9"/>
                                      <a:gd name="T16" fmla="*/ 6 w 9"/>
                                      <a:gd name="T17" fmla="*/ 8 h 9"/>
                                      <a:gd name="T18" fmla="*/ 6 w 9"/>
                                      <a:gd name="T19" fmla="*/ 8 h 9"/>
                                      <a:gd name="T20" fmla="*/ 7 w 9"/>
                                      <a:gd name="T21" fmla="*/ 6 h 9"/>
                                      <a:gd name="T22" fmla="*/ 9 w 9"/>
                                      <a:gd name="T23" fmla="*/ 5 h 9"/>
                                      <a:gd name="T24" fmla="*/ 9 w 9"/>
                                      <a:gd name="T25" fmla="*/ 3 h 9"/>
                                      <a:gd name="T26" fmla="*/ 7 w 9"/>
                                      <a:gd name="T27" fmla="*/ 2 h 9"/>
                                      <a:gd name="T28" fmla="*/ 6 w 9"/>
                                      <a:gd name="T29" fmla="*/ 0 h 9"/>
                                      <a:gd name="T30" fmla="*/ 4 w 9"/>
                                      <a:gd name="T31" fmla="*/ 0 h 9"/>
                                      <a:gd name="T32" fmla="*/ 3 w 9"/>
                                      <a:gd name="T33" fmla="*/ 0 h 9"/>
                                      <a:gd name="T34" fmla="*/ 1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1" y="0"/>
                                        </a:moveTo>
                                        <a:lnTo>
                                          <a:pt x="0" y="2"/>
                                        </a:lnTo>
                                        <a:lnTo>
                                          <a:pt x="0" y="3"/>
                                        </a:lnTo>
                                        <a:lnTo>
                                          <a:pt x="0" y="5"/>
                                        </a:lnTo>
                                        <a:lnTo>
                                          <a:pt x="0" y="6"/>
                                        </a:lnTo>
                                        <a:lnTo>
                                          <a:pt x="1" y="8"/>
                                        </a:lnTo>
                                        <a:lnTo>
                                          <a:pt x="3" y="9"/>
                                        </a:lnTo>
                                        <a:lnTo>
                                          <a:pt x="4" y="9"/>
                                        </a:lnTo>
                                        <a:lnTo>
                                          <a:pt x="6" y="8"/>
                                        </a:lnTo>
                                        <a:lnTo>
                                          <a:pt x="7" y="6"/>
                                        </a:lnTo>
                                        <a:lnTo>
                                          <a:pt x="9" y="5"/>
                                        </a:lnTo>
                                        <a:lnTo>
                                          <a:pt x="9" y="3"/>
                                        </a:lnTo>
                                        <a:lnTo>
                                          <a:pt x="7" y="2"/>
                                        </a:lnTo>
                                        <a:lnTo>
                                          <a:pt x="6" y="0"/>
                                        </a:lnTo>
                                        <a:lnTo>
                                          <a:pt x="4" y="0"/>
                                        </a:lnTo>
                                        <a:lnTo>
                                          <a:pt x="3" y="0"/>
                                        </a:lnTo>
                                        <a:lnTo>
                                          <a:pt x="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24" name="Freeform 163"/>
                                  <p:cNvSpPr>
                                    <a:spLocks/>
                                  </p:cNvSpPr>
                                  <p:nvPr/>
                                </p:nvSpPr>
                                <p:spPr bwMode="auto">
                                  <a:xfrm>
                                    <a:off x="3917" y="2298"/>
                                    <a:ext cx="9" cy="8"/>
                                  </a:xfrm>
                                  <a:custGeom>
                                    <a:avLst/>
                                    <a:gdLst>
                                      <a:gd name="T0" fmla="*/ 3 w 9"/>
                                      <a:gd name="T1" fmla="*/ 1 h 8"/>
                                      <a:gd name="T2" fmla="*/ 2 w 9"/>
                                      <a:gd name="T3" fmla="*/ 2 h 8"/>
                                      <a:gd name="T4" fmla="*/ 0 w 9"/>
                                      <a:gd name="T5" fmla="*/ 4 h 8"/>
                                      <a:gd name="T6" fmla="*/ 0 w 9"/>
                                      <a:gd name="T7" fmla="*/ 5 h 8"/>
                                      <a:gd name="T8" fmla="*/ 2 w 9"/>
                                      <a:gd name="T9" fmla="*/ 7 h 8"/>
                                      <a:gd name="T10" fmla="*/ 3 w 9"/>
                                      <a:gd name="T11" fmla="*/ 8 h 8"/>
                                      <a:gd name="T12" fmla="*/ 5 w 9"/>
                                      <a:gd name="T13" fmla="*/ 8 h 8"/>
                                      <a:gd name="T14" fmla="*/ 6 w 9"/>
                                      <a:gd name="T15" fmla="*/ 8 h 8"/>
                                      <a:gd name="T16" fmla="*/ 8 w 9"/>
                                      <a:gd name="T17" fmla="*/ 8 h 8"/>
                                      <a:gd name="T18" fmla="*/ 8 w 9"/>
                                      <a:gd name="T19" fmla="*/ 8 h 8"/>
                                      <a:gd name="T20" fmla="*/ 9 w 9"/>
                                      <a:gd name="T21" fmla="*/ 7 h 8"/>
                                      <a:gd name="T22" fmla="*/ 9 w 9"/>
                                      <a:gd name="T23" fmla="*/ 5 h 8"/>
                                      <a:gd name="T24" fmla="*/ 9 w 9"/>
                                      <a:gd name="T25" fmla="*/ 4 h 8"/>
                                      <a:gd name="T26" fmla="*/ 9 w 9"/>
                                      <a:gd name="T27" fmla="*/ 2 h 8"/>
                                      <a:gd name="T28" fmla="*/ 8 w 9"/>
                                      <a:gd name="T29" fmla="*/ 1 h 8"/>
                                      <a:gd name="T30" fmla="*/ 6 w 9"/>
                                      <a:gd name="T31" fmla="*/ 0 h 8"/>
                                      <a:gd name="T32" fmla="*/ 5 w 9"/>
                                      <a:gd name="T33" fmla="*/ 0 h 8"/>
                                      <a:gd name="T34" fmla="*/ 3 w 9"/>
                                      <a:gd name="T35" fmla="*/ 1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3" y="1"/>
                                        </a:moveTo>
                                        <a:lnTo>
                                          <a:pt x="2" y="2"/>
                                        </a:lnTo>
                                        <a:lnTo>
                                          <a:pt x="0" y="4"/>
                                        </a:lnTo>
                                        <a:lnTo>
                                          <a:pt x="0" y="5"/>
                                        </a:lnTo>
                                        <a:lnTo>
                                          <a:pt x="2" y="7"/>
                                        </a:lnTo>
                                        <a:lnTo>
                                          <a:pt x="3" y="8"/>
                                        </a:lnTo>
                                        <a:lnTo>
                                          <a:pt x="5" y="8"/>
                                        </a:lnTo>
                                        <a:lnTo>
                                          <a:pt x="6" y="8"/>
                                        </a:lnTo>
                                        <a:lnTo>
                                          <a:pt x="8" y="8"/>
                                        </a:lnTo>
                                        <a:lnTo>
                                          <a:pt x="9" y="7"/>
                                        </a:lnTo>
                                        <a:lnTo>
                                          <a:pt x="9" y="5"/>
                                        </a:lnTo>
                                        <a:lnTo>
                                          <a:pt x="9" y="4"/>
                                        </a:lnTo>
                                        <a:lnTo>
                                          <a:pt x="9" y="2"/>
                                        </a:lnTo>
                                        <a:lnTo>
                                          <a:pt x="8" y="1"/>
                                        </a:lnTo>
                                        <a:lnTo>
                                          <a:pt x="6" y="0"/>
                                        </a:lnTo>
                                        <a:lnTo>
                                          <a:pt x="5" y="0"/>
                                        </a:lnTo>
                                        <a:lnTo>
                                          <a:pt x="3"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25" name="Freeform 164"/>
                                  <p:cNvSpPr>
                                    <a:spLocks/>
                                  </p:cNvSpPr>
                                  <p:nvPr/>
                                </p:nvSpPr>
                                <p:spPr bwMode="auto">
                                  <a:xfrm>
                                    <a:off x="3933" y="2290"/>
                                    <a:ext cx="9" cy="9"/>
                                  </a:xfrm>
                                  <a:custGeom>
                                    <a:avLst/>
                                    <a:gdLst>
                                      <a:gd name="T0" fmla="*/ 5 w 9"/>
                                      <a:gd name="T1" fmla="*/ 0 h 9"/>
                                      <a:gd name="T2" fmla="*/ 3 w 9"/>
                                      <a:gd name="T3" fmla="*/ 2 h 9"/>
                                      <a:gd name="T4" fmla="*/ 2 w 9"/>
                                      <a:gd name="T5" fmla="*/ 3 h 9"/>
                                      <a:gd name="T6" fmla="*/ 0 w 9"/>
                                      <a:gd name="T7" fmla="*/ 5 h 9"/>
                                      <a:gd name="T8" fmla="*/ 0 w 9"/>
                                      <a:gd name="T9" fmla="*/ 6 h 9"/>
                                      <a:gd name="T10" fmla="*/ 2 w 9"/>
                                      <a:gd name="T11" fmla="*/ 8 h 9"/>
                                      <a:gd name="T12" fmla="*/ 3 w 9"/>
                                      <a:gd name="T13" fmla="*/ 9 h 9"/>
                                      <a:gd name="T14" fmla="*/ 5 w 9"/>
                                      <a:gd name="T15" fmla="*/ 9 h 9"/>
                                      <a:gd name="T16" fmla="*/ 6 w 9"/>
                                      <a:gd name="T17" fmla="*/ 9 h 9"/>
                                      <a:gd name="T18" fmla="*/ 6 w 9"/>
                                      <a:gd name="T19" fmla="*/ 9 h 9"/>
                                      <a:gd name="T20" fmla="*/ 8 w 9"/>
                                      <a:gd name="T21" fmla="*/ 9 h 9"/>
                                      <a:gd name="T22" fmla="*/ 9 w 9"/>
                                      <a:gd name="T23" fmla="*/ 8 h 9"/>
                                      <a:gd name="T24" fmla="*/ 9 w 9"/>
                                      <a:gd name="T25" fmla="*/ 6 h 9"/>
                                      <a:gd name="T26" fmla="*/ 9 w 9"/>
                                      <a:gd name="T27" fmla="*/ 5 h 9"/>
                                      <a:gd name="T28" fmla="*/ 9 w 9"/>
                                      <a:gd name="T29" fmla="*/ 3 h 9"/>
                                      <a:gd name="T30" fmla="*/ 8 w 9"/>
                                      <a:gd name="T31" fmla="*/ 2 h 9"/>
                                      <a:gd name="T32" fmla="*/ 6 w 9"/>
                                      <a:gd name="T33" fmla="*/ 0 h 9"/>
                                      <a:gd name="T34" fmla="*/ 5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5" y="0"/>
                                        </a:moveTo>
                                        <a:lnTo>
                                          <a:pt x="3" y="2"/>
                                        </a:lnTo>
                                        <a:lnTo>
                                          <a:pt x="2" y="3"/>
                                        </a:lnTo>
                                        <a:lnTo>
                                          <a:pt x="0" y="5"/>
                                        </a:lnTo>
                                        <a:lnTo>
                                          <a:pt x="0" y="6"/>
                                        </a:lnTo>
                                        <a:lnTo>
                                          <a:pt x="2" y="8"/>
                                        </a:lnTo>
                                        <a:lnTo>
                                          <a:pt x="3" y="9"/>
                                        </a:lnTo>
                                        <a:lnTo>
                                          <a:pt x="5" y="9"/>
                                        </a:lnTo>
                                        <a:lnTo>
                                          <a:pt x="6" y="9"/>
                                        </a:lnTo>
                                        <a:lnTo>
                                          <a:pt x="8" y="9"/>
                                        </a:lnTo>
                                        <a:lnTo>
                                          <a:pt x="9" y="8"/>
                                        </a:lnTo>
                                        <a:lnTo>
                                          <a:pt x="9" y="6"/>
                                        </a:lnTo>
                                        <a:lnTo>
                                          <a:pt x="9" y="5"/>
                                        </a:lnTo>
                                        <a:lnTo>
                                          <a:pt x="9" y="3"/>
                                        </a:lnTo>
                                        <a:lnTo>
                                          <a:pt x="8" y="2"/>
                                        </a:lnTo>
                                        <a:lnTo>
                                          <a:pt x="6" y="0"/>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grpSp>
                            <p:grpSp>
                              <p:nvGrpSpPr>
                                <p:cNvPr id="81" name="Group 190"/>
                                <p:cNvGrpSpPr>
                                  <a:grpSpLocks/>
                                </p:cNvGrpSpPr>
                                <p:nvPr/>
                              </p:nvGrpSpPr>
                              <p:grpSpPr bwMode="auto">
                                <a:xfrm>
                                  <a:off x="5707063" y="2965450"/>
                                  <a:ext cx="546100" cy="122238"/>
                                  <a:chOff x="3607" y="1820"/>
                                  <a:chExt cx="344" cy="77"/>
                                </a:xfrm>
                              </p:grpSpPr>
                              <p:sp>
                                <p:nvSpPr>
                                  <p:cNvPr id="82" name="Freeform 191"/>
                                  <p:cNvSpPr>
                                    <a:spLocks/>
                                  </p:cNvSpPr>
                                  <p:nvPr/>
                                </p:nvSpPr>
                                <p:spPr bwMode="auto">
                                  <a:xfrm>
                                    <a:off x="3607" y="1888"/>
                                    <a:ext cx="8" cy="9"/>
                                  </a:xfrm>
                                  <a:custGeom>
                                    <a:avLst/>
                                    <a:gdLst>
                                      <a:gd name="T0" fmla="*/ 4 w 8"/>
                                      <a:gd name="T1" fmla="*/ 0 h 9"/>
                                      <a:gd name="T2" fmla="*/ 3 w 8"/>
                                      <a:gd name="T3" fmla="*/ 1 h 9"/>
                                      <a:gd name="T4" fmla="*/ 1 w 8"/>
                                      <a:gd name="T5" fmla="*/ 3 h 9"/>
                                      <a:gd name="T6" fmla="*/ 0 w 8"/>
                                      <a:gd name="T7" fmla="*/ 4 h 9"/>
                                      <a:gd name="T8" fmla="*/ 0 w 8"/>
                                      <a:gd name="T9" fmla="*/ 4 h 9"/>
                                      <a:gd name="T10" fmla="*/ 1 w 8"/>
                                      <a:gd name="T11" fmla="*/ 6 h 9"/>
                                      <a:gd name="T12" fmla="*/ 3 w 8"/>
                                      <a:gd name="T13" fmla="*/ 7 h 9"/>
                                      <a:gd name="T14" fmla="*/ 4 w 8"/>
                                      <a:gd name="T15" fmla="*/ 9 h 9"/>
                                      <a:gd name="T16" fmla="*/ 5 w 8"/>
                                      <a:gd name="T17" fmla="*/ 9 h 9"/>
                                      <a:gd name="T18" fmla="*/ 5 w 8"/>
                                      <a:gd name="T19" fmla="*/ 9 h 9"/>
                                      <a:gd name="T20" fmla="*/ 7 w 8"/>
                                      <a:gd name="T21" fmla="*/ 7 h 9"/>
                                      <a:gd name="T22" fmla="*/ 8 w 8"/>
                                      <a:gd name="T23" fmla="*/ 6 h 9"/>
                                      <a:gd name="T24" fmla="*/ 8 w 8"/>
                                      <a:gd name="T25" fmla="*/ 4 h 9"/>
                                      <a:gd name="T26" fmla="*/ 8 w 8"/>
                                      <a:gd name="T27" fmla="*/ 3 h 9"/>
                                      <a:gd name="T28" fmla="*/ 8 w 8"/>
                                      <a:gd name="T29" fmla="*/ 1 h 9"/>
                                      <a:gd name="T30" fmla="*/ 7 w 8"/>
                                      <a:gd name="T31" fmla="*/ 0 h 9"/>
                                      <a:gd name="T32" fmla="*/ 5 w 8"/>
                                      <a:gd name="T33" fmla="*/ 0 h 9"/>
                                      <a:gd name="T34" fmla="*/ 4 w 8"/>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4" y="0"/>
                                        </a:moveTo>
                                        <a:lnTo>
                                          <a:pt x="3" y="1"/>
                                        </a:lnTo>
                                        <a:lnTo>
                                          <a:pt x="1" y="3"/>
                                        </a:lnTo>
                                        <a:lnTo>
                                          <a:pt x="0" y="4"/>
                                        </a:lnTo>
                                        <a:lnTo>
                                          <a:pt x="1" y="6"/>
                                        </a:lnTo>
                                        <a:lnTo>
                                          <a:pt x="3" y="7"/>
                                        </a:lnTo>
                                        <a:lnTo>
                                          <a:pt x="4" y="9"/>
                                        </a:lnTo>
                                        <a:lnTo>
                                          <a:pt x="5" y="9"/>
                                        </a:lnTo>
                                        <a:lnTo>
                                          <a:pt x="7" y="7"/>
                                        </a:lnTo>
                                        <a:lnTo>
                                          <a:pt x="8" y="6"/>
                                        </a:lnTo>
                                        <a:lnTo>
                                          <a:pt x="8" y="4"/>
                                        </a:lnTo>
                                        <a:lnTo>
                                          <a:pt x="8" y="3"/>
                                        </a:lnTo>
                                        <a:lnTo>
                                          <a:pt x="8" y="1"/>
                                        </a:lnTo>
                                        <a:lnTo>
                                          <a:pt x="7" y="0"/>
                                        </a:lnTo>
                                        <a:lnTo>
                                          <a:pt x="5"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83" name="Freeform 192"/>
                                  <p:cNvSpPr>
                                    <a:spLocks/>
                                  </p:cNvSpPr>
                                  <p:nvPr/>
                                </p:nvSpPr>
                                <p:spPr bwMode="auto">
                                  <a:xfrm>
                                    <a:off x="3623" y="1881"/>
                                    <a:ext cx="8" cy="8"/>
                                  </a:xfrm>
                                  <a:custGeom>
                                    <a:avLst/>
                                    <a:gdLst>
                                      <a:gd name="T0" fmla="*/ 1 w 8"/>
                                      <a:gd name="T1" fmla="*/ 0 h 8"/>
                                      <a:gd name="T2" fmla="*/ 0 w 8"/>
                                      <a:gd name="T3" fmla="*/ 1 h 8"/>
                                      <a:gd name="T4" fmla="*/ 0 w 8"/>
                                      <a:gd name="T5" fmla="*/ 2 h 8"/>
                                      <a:gd name="T6" fmla="*/ 0 w 8"/>
                                      <a:gd name="T7" fmla="*/ 4 h 8"/>
                                      <a:gd name="T8" fmla="*/ 0 w 8"/>
                                      <a:gd name="T9" fmla="*/ 5 h 8"/>
                                      <a:gd name="T10" fmla="*/ 1 w 8"/>
                                      <a:gd name="T11" fmla="*/ 7 h 8"/>
                                      <a:gd name="T12" fmla="*/ 3 w 8"/>
                                      <a:gd name="T13" fmla="*/ 8 h 8"/>
                                      <a:gd name="T14" fmla="*/ 4 w 8"/>
                                      <a:gd name="T15" fmla="*/ 8 h 8"/>
                                      <a:gd name="T16" fmla="*/ 5 w 8"/>
                                      <a:gd name="T17" fmla="*/ 7 h 8"/>
                                      <a:gd name="T18" fmla="*/ 5 w 8"/>
                                      <a:gd name="T19" fmla="*/ 7 h 8"/>
                                      <a:gd name="T20" fmla="*/ 7 w 8"/>
                                      <a:gd name="T21" fmla="*/ 5 h 8"/>
                                      <a:gd name="T22" fmla="*/ 8 w 8"/>
                                      <a:gd name="T23" fmla="*/ 4 h 8"/>
                                      <a:gd name="T24" fmla="*/ 8 w 8"/>
                                      <a:gd name="T25" fmla="*/ 2 h 8"/>
                                      <a:gd name="T26" fmla="*/ 7 w 8"/>
                                      <a:gd name="T27" fmla="*/ 1 h 8"/>
                                      <a:gd name="T28" fmla="*/ 5 w 8"/>
                                      <a:gd name="T29" fmla="*/ 0 h 8"/>
                                      <a:gd name="T30" fmla="*/ 4 w 8"/>
                                      <a:gd name="T31" fmla="*/ 0 h 8"/>
                                      <a:gd name="T32" fmla="*/ 3 w 8"/>
                                      <a:gd name="T33" fmla="*/ 0 h 8"/>
                                      <a:gd name="T34" fmla="*/ 1 w 8"/>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8"/>
                                      <a:gd name="T56" fmla="*/ 8 w 8"/>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8">
                                        <a:moveTo>
                                          <a:pt x="1" y="0"/>
                                        </a:moveTo>
                                        <a:lnTo>
                                          <a:pt x="0" y="1"/>
                                        </a:lnTo>
                                        <a:lnTo>
                                          <a:pt x="0" y="2"/>
                                        </a:lnTo>
                                        <a:lnTo>
                                          <a:pt x="0" y="4"/>
                                        </a:lnTo>
                                        <a:lnTo>
                                          <a:pt x="0" y="5"/>
                                        </a:lnTo>
                                        <a:lnTo>
                                          <a:pt x="1" y="7"/>
                                        </a:lnTo>
                                        <a:lnTo>
                                          <a:pt x="3" y="8"/>
                                        </a:lnTo>
                                        <a:lnTo>
                                          <a:pt x="4" y="8"/>
                                        </a:lnTo>
                                        <a:lnTo>
                                          <a:pt x="5" y="7"/>
                                        </a:lnTo>
                                        <a:lnTo>
                                          <a:pt x="7" y="5"/>
                                        </a:lnTo>
                                        <a:lnTo>
                                          <a:pt x="8" y="4"/>
                                        </a:lnTo>
                                        <a:lnTo>
                                          <a:pt x="8" y="2"/>
                                        </a:lnTo>
                                        <a:lnTo>
                                          <a:pt x="7" y="1"/>
                                        </a:lnTo>
                                        <a:lnTo>
                                          <a:pt x="5" y="0"/>
                                        </a:lnTo>
                                        <a:lnTo>
                                          <a:pt x="4" y="0"/>
                                        </a:lnTo>
                                        <a:lnTo>
                                          <a:pt x="3" y="0"/>
                                        </a:lnTo>
                                        <a:lnTo>
                                          <a:pt x="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84" name="Freeform 193"/>
                                  <p:cNvSpPr>
                                    <a:spLocks/>
                                  </p:cNvSpPr>
                                  <p:nvPr/>
                                </p:nvSpPr>
                                <p:spPr bwMode="auto">
                                  <a:xfrm>
                                    <a:off x="3637" y="1872"/>
                                    <a:ext cx="9" cy="9"/>
                                  </a:xfrm>
                                  <a:custGeom>
                                    <a:avLst/>
                                    <a:gdLst>
                                      <a:gd name="T0" fmla="*/ 3 w 9"/>
                                      <a:gd name="T1" fmla="*/ 0 h 9"/>
                                      <a:gd name="T2" fmla="*/ 2 w 9"/>
                                      <a:gd name="T3" fmla="*/ 1 h 9"/>
                                      <a:gd name="T4" fmla="*/ 0 w 9"/>
                                      <a:gd name="T5" fmla="*/ 3 h 9"/>
                                      <a:gd name="T6" fmla="*/ 0 w 9"/>
                                      <a:gd name="T7" fmla="*/ 4 h 9"/>
                                      <a:gd name="T8" fmla="*/ 2 w 9"/>
                                      <a:gd name="T9" fmla="*/ 6 h 9"/>
                                      <a:gd name="T10" fmla="*/ 3 w 9"/>
                                      <a:gd name="T11" fmla="*/ 7 h 9"/>
                                      <a:gd name="T12" fmla="*/ 4 w 9"/>
                                      <a:gd name="T13" fmla="*/ 9 h 9"/>
                                      <a:gd name="T14" fmla="*/ 6 w 9"/>
                                      <a:gd name="T15" fmla="*/ 9 h 9"/>
                                      <a:gd name="T16" fmla="*/ 7 w 9"/>
                                      <a:gd name="T17" fmla="*/ 7 h 9"/>
                                      <a:gd name="T18" fmla="*/ 7 w 9"/>
                                      <a:gd name="T19" fmla="*/ 7 h 9"/>
                                      <a:gd name="T20" fmla="*/ 9 w 9"/>
                                      <a:gd name="T21" fmla="*/ 6 h 9"/>
                                      <a:gd name="T22" fmla="*/ 9 w 9"/>
                                      <a:gd name="T23" fmla="*/ 4 h 9"/>
                                      <a:gd name="T24" fmla="*/ 9 w 9"/>
                                      <a:gd name="T25" fmla="*/ 3 h 9"/>
                                      <a:gd name="T26" fmla="*/ 9 w 9"/>
                                      <a:gd name="T27" fmla="*/ 1 h 9"/>
                                      <a:gd name="T28" fmla="*/ 7 w 9"/>
                                      <a:gd name="T29" fmla="*/ 0 h 9"/>
                                      <a:gd name="T30" fmla="*/ 6 w 9"/>
                                      <a:gd name="T31" fmla="*/ 0 h 9"/>
                                      <a:gd name="T32" fmla="*/ 4 w 9"/>
                                      <a:gd name="T33" fmla="*/ 0 h 9"/>
                                      <a:gd name="T34" fmla="*/ 3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3" y="0"/>
                                        </a:moveTo>
                                        <a:lnTo>
                                          <a:pt x="2" y="1"/>
                                        </a:lnTo>
                                        <a:lnTo>
                                          <a:pt x="0" y="3"/>
                                        </a:lnTo>
                                        <a:lnTo>
                                          <a:pt x="0" y="4"/>
                                        </a:lnTo>
                                        <a:lnTo>
                                          <a:pt x="2" y="6"/>
                                        </a:lnTo>
                                        <a:lnTo>
                                          <a:pt x="3" y="7"/>
                                        </a:lnTo>
                                        <a:lnTo>
                                          <a:pt x="4" y="9"/>
                                        </a:lnTo>
                                        <a:lnTo>
                                          <a:pt x="6" y="9"/>
                                        </a:lnTo>
                                        <a:lnTo>
                                          <a:pt x="7" y="7"/>
                                        </a:lnTo>
                                        <a:lnTo>
                                          <a:pt x="9" y="6"/>
                                        </a:lnTo>
                                        <a:lnTo>
                                          <a:pt x="9" y="4"/>
                                        </a:lnTo>
                                        <a:lnTo>
                                          <a:pt x="9" y="3"/>
                                        </a:lnTo>
                                        <a:lnTo>
                                          <a:pt x="9" y="1"/>
                                        </a:lnTo>
                                        <a:lnTo>
                                          <a:pt x="7" y="0"/>
                                        </a:lnTo>
                                        <a:lnTo>
                                          <a:pt x="6" y="0"/>
                                        </a:lnTo>
                                        <a:lnTo>
                                          <a:pt x="4"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85" name="Freeform 194"/>
                                  <p:cNvSpPr>
                                    <a:spLocks/>
                                  </p:cNvSpPr>
                                  <p:nvPr/>
                                </p:nvSpPr>
                                <p:spPr bwMode="auto">
                                  <a:xfrm>
                                    <a:off x="3653" y="1863"/>
                                    <a:ext cx="9" cy="9"/>
                                  </a:xfrm>
                                  <a:custGeom>
                                    <a:avLst/>
                                    <a:gdLst>
                                      <a:gd name="T0" fmla="*/ 2 w 9"/>
                                      <a:gd name="T1" fmla="*/ 0 h 9"/>
                                      <a:gd name="T2" fmla="*/ 0 w 9"/>
                                      <a:gd name="T3" fmla="*/ 2 h 9"/>
                                      <a:gd name="T4" fmla="*/ 0 w 9"/>
                                      <a:gd name="T5" fmla="*/ 3 h 9"/>
                                      <a:gd name="T6" fmla="*/ 0 w 9"/>
                                      <a:gd name="T7" fmla="*/ 4 h 9"/>
                                      <a:gd name="T8" fmla="*/ 0 w 9"/>
                                      <a:gd name="T9" fmla="*/ 6 h 9"/>
                                      <a:gd name="T10" fmla="*/ 2 w 9"/>
                                      <a:gd name="T11" fmla="*/ 7 h 9"/>
                                      <a:gd name="T12" fmla="*/ 3 w 9"/>
                                      <a:gd name="T13" fmla="*/ 9 h 9"/>
                                      <a:gd name="T14" fmla="*/ 4 w 9"/>
                                      <a:gd name="T15" fmla="*/ 9 h 9"/>
                                      <a:gd name="T16" fmla="*/ 6 w 9"/>
                                      <a:gd name="T17" fmla="*/ 7 h 9"/>
                                      <a:gd name="T18" fmla="*/ 6 w 9"/>
                                      <a:gd name="T19" fmla="*/ 7 h 9"/>
                                      <a:gd name="T20" fmla="*/ 7 w 9"/>
                                      <a:gd name="T21" fmla="*/ 6 h 9"/>
                                      <a:gd name="T22" fmla="*/ 9 w 9"/>
                                      <a:gd name="T23" fmla="*/ 4 h 9"/>
                                      <a:gd name="T24" fmla="*/ 9 w 9"/>
                                      <a:gd name="T25" fmla="*/ 3 h 9"/>
                                      <a:gd name="T26" fmla="*/ 7 w 9"/>
                                      <a:gd name="T27" fmla="*/ 2 h 9"/>
                                      <a:gd name="T28" fmla="*/ 6 w 9"/>
                                      <a:gd name="T29" fmla="*/ 0 h 9"/>
                                      <a:gd name="T30" fmla="*/ 4 w 9"/>
                                      <a:gd name="T31" fmla="*/ 0 h 9"/>
                                      <a:gd name="T32" fmla="*/ 3 w 9"/>
                                      <a:gd name="T33" fmla="*/ 0 h 9"/>
                                      <a:gd name="T34" fmla="*/ 2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2" y="0"/>
                                        </a:moveTo>
                                        <a:lnTo>
                                          <a:pt x="0" y="2"/>
                                        </a:lnTo>
                                        <a:lnTo>
                                          <a:pt x="0" y="3"/>
                                        </a:lnTo>
                                        <a:lnTo>
                                          <a:pt x="0" y="4"/>
                                        </a:lnTo>
                                        <a:lnTo>
                                          <a:pt x="0" y="6"/>
                                        </a:lnTo>
                                        <a:lnTo>
                                          <a:pt x="2" y="7"/>
                                        </a:lnTo>
                                        <a:lnTo>
                                          <a:pt x="3" y="9"/>
                                        </a:lnTo>
                                        <a:lnTo>
                                          <a:pt x="4" y="9"/>
                                        </a:lnTo>
                                        <a:lnTo>
                                          <a:pt x="6" y="7"/>
                                        </a:lnTo>
                                        <a:lnTo>
                                          <a:pt x="7" y="6"/>
                                        </a:lnTo>
                                        <a:lnTo>
                                          <a:pt x="9" y="4"/>
                                        </a:lnTo>
                                        <a:lnTo>
                                          <a:pt x="9" y="3"/>
                                        </a:lnTo>
                                        <a:lnTo>
                                          <a:pt x="7" y="2"/>
                                        </a:lnTo>
                                        <a:lnTo>
                                          <a:pt x="6" y="0"/>
                                        </a:lnTo>
                                        <a:lnTo>
                                          <a:pt x="4" y="0"/>
                                        </a:lnTo>
                                        <a:lnTo>
                                          <a:pt x="3" y="0"/>
                                        </a:lnTo>
                                        <a:lnTo>
                                          <a:pt x="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86" name="Freeform 195"/>
                                  <p:cNvSpPr>
                                    <a:spLocks/>
                                  </p:cNvSpPr>
                                  <p:nvPr/>
                                </p:nvSpPr>
                                <p:spPr bwMode="auto">
                                  <a:xfrm>
                                    <a:off x="3668" y="1854"/>
                                    <a:ext cx="8" cy="9"/>
                                  </a:xfrm>
                                  <a:custGeom>
                                    <a:avLst/>
                                    <a:gdLst>
                                      <a:gd name="T0" fmla="*/ 3 w 8"/>
                                      <a:gd name="T1" fmla="*/ 0 h 9"/>
                                      <a:gd name="T2" fmla="*/ 1 w 8"/>
                                      <a:gd name="T3" fmla="*/ 2 h 9"/>
                                      <a:gd name="T4" fmla="*/ 0 w 8"/>
                                      <a:gd name="T5" fmla="*/ 3 h 9"/>
                                      <a:gd name="T6" fmla="*/ 0 w 8"/>
                                      <a:gd name="T7" fmla="*/ 5 h 9"/>
                                      <a:gd name="T8" fmla="*/ 1 w 8"/>
                                      <a:gd name="T9" fmla="*/ 6 h 9"/>
                                      <a:gd name="T10" fmla="*/ 3 w 8"/>
                                      <a:gd name="T11" fmla="*/ 8 h 9"/>
                                      <a:gd name="T12" fmla="*/ 4 w 8"/>
                                      <a:gd name="T13" fmla="*/ 9 h 9"/>
                                      <a:gd name="T14" fmla="*/ 5 w 8"/>
                                      <a:gd name="T15" fmla="*/ 9 h 9"/>
                                      <a:gd name="T16" fmla="*/ 7 w 8"/>
                                      <a:gd name="T17" fmla="*/ 8 h 9"/>
                                      <a:gd name="T18" fmla="*/ 7 w 8"/>
                                      <a:gd name="T19" fmla="*/ 8 h 9"/>
                                      <a:gd name="T20" fmla="*/ 8 w 8"/>
                                      <a:gd name="T21" fmla="*/ 6 h 9"/>
                                      <a:gd name="T22" fmla="*/ 8 w 8"/>
                                      <a:gd name="T23" fmla="*/ 5 h 9"/>
                                      <a:gd name="T24" fmla="*/ 8 w 8"/>
                                      <a:gd name="T25" fmla="*/ 3 h 9"/>
                                      <a:gd name="T26" fmla="*/ 8 w 8"/>
                                      <a:gd name="T27" fmla="*/ 2 h 9"/>
                                      <a:gd name="T28" fmla="*/ 7 w 8"/>
                                      <a:gd name="T29" fmla="*/ 0 h 9"/>
                                      <a:gd name="T30" fmla="*/ 5 w 8"/>
                                      <a:gd name="T31" fmla="*/ 0 h 9"/>
                                      <a:gd name="T32" fmla="*/ 4 w 8"/>
                                      <a:gd name="T33" fmla="*/ 0 h 9"/>
                                      <a:gd name="T34" fmla="*/ 3 w 8"/>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3" y="0"/>
                                        </a:moveTo>
                                        <a:lnTo>
                                          <a:pt x="1" y="2"/>
                                        </a:lnTo>
                                        <a:lnTo>
                                          <a:pt x="0" y="3"/>
                                        </a:lnTo>
                                        <a:lnTo>
                                          <a:pt x="0" y="5"/>
                                        </a:lnTo>
                                        <a:lnTo>
                                          <a:pt x="1" y="6"/>
                                        </a:lnTo>
                                        <a:lnTo>
                                          <a:pt x="3" y="8"/>
                                        </a:lnTo>
                                        <a:lnTo>
                                          <a:pt x="4" y="9"/>
                                        </a:lnTo>
                                        <a:lnTo>
                                          <a:pt x="5" y="9"/>
                                        </a:lnTo>
                                        <a:lnTo>
                                          <a:pt x="7" y="8"/>
                                        </a:lnTo>
                                        <a:lnTo>
                                          <a:pt x="8" y="6"/>
                                        </a:lnTo>
                                        <a:lnTo>
                                          <a:pt x="8" y="5"/>
                                        </a:lnTo>
                                        <a:lnTo>
                                          <a:pt x="8" y="3"/>
                                        </a:lnTo>
                                        <a:lnTo>
                                          <a:pt x="8" y="2"/>
                                        </a:lnTo>
                                        <a:lnTo>
                                          <a:pt x="7" y="0"/>
                                        </a:lnTo>
                                        <a:lnTo>
                                          <a:pt x="5" y="0"/>
                                        </a:lnTo>
                                        <a:lnTo>
                                          <a:pt x="4"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87" name="Freeform 196"/>
                                  <p:cNvSpPr>
                                    <a:spLocks/>
                                  </p:cNvSpPr>
                                  <p:nvPr/>
                                </p:nvSpPr>
                                <p:spPr bwMode="auto">
                                  <a:xfrm>
                                    <a:off x="3684" y="1846"/>
                                    <a:ext cx="8" cy="8"/>
                                  </a:xfrm>
                                  <a:custGeom>
                                    <a:avLst/>
                                    <a:gdLst>
                                      <a:gd name="T0" fmla="*/ 3 w 8"/>
                                      <a:gd name="T1" fmla="*/ 0 h 8"/>
                                      <a:gd name="T2" fmla="*/ 1 w 8"/>
                                      <a:gd name="T3" fmla="*/ 1 h 8"/>
                                      <a:gd name="T4" fmla="*/ 0 w 8"/>
                                      <a:gd name="T5" fmla="*/ 3 h 8"/>
                                      <a:gd name="T6" fmla="*/ 0 w 8"/>
                                      <a:gd name="T7" fmla="*/ 4 h 8"/>
                                      <a:gd name="T8" fmla="*/ 0 w 8"/>
                                      <a:gd name="T9" fmla="*/ 5 h 8"/>
                                      <a:gd name="T10" fmla="*/ 0 w 8"/>
                                      <a:gd name="T11" fmla="*/ 7 h 8"/>
                                      <a:gd name="T12" fmla="*/ 1 w 8"/>
                                      <a:gd name="T13" fmla="*/ 8 h 8"/>
                                      <a:gd name="T14" fmla="*/ 3 w 8"/>
                                      <a:gd name="T15" fmla="*/ 8 h 8"/>
                                      <a:gd name="T16" fmla="*/ 4 w 8"/>
                                      <a:gd name="T17" fmla="*/ 8 h 8"/>
                                      <a:gd name="T18" fmla="*/ 4 w 8"/>
                                      <a:gd name="T19" fmla="*/ 8 h 8"/>
                                      <a:gd name="T20" fmla="*/ 5 w 8"/>
                                      <a:gd name="T21" fmla="*/ 8 h 8"/>
                                      <a:gd name="T22" fmla="*/ 7 w 8"/>
                                      <a:gd name="T23" fmla="*/ 7 h 8"/>
                                      <a:gd name="T24" fmla="*/ 8 w 8"/>
                                      <a:gd name="T25" fmla="*/ 5 h 8"/>
                                      <a:gd name="T26" fmla="*/ 8 w 8"/>
                                      <a:gd name="T27" fmla="*/ 4 h 8"/>
                                      <a:gd name="T28" fmla="*/ 7 w 8"/>
                                      <a:gd name="T29" fmla="*/ 3 h 8"/>
                                      <a:gd name="T30" fmla="*/ 5 w 8"/>
                                      <a:gd name="T31" fmla="*/ 1 h 8"/>
                                      <a:gd name="T32" fmla="*/ 4 w 8"/>
                                      <a:gd name="T33" fmla="*/ 0 h 8"/>
                                      <a:gd name="T34" fmla="*/ 3 w 8"/>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8"/>
                                      <a:gd name="T56" fmla="*/ 8 w 8"/>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8">
                                        <a:moveTo>
                                          <a:pt x="3" y="0"/>
                                        </a:moveTo>
                                        <a:lnTo>
                                          <a:pt x="1" y="1"/>
                                        </a:lnTo>
                                        <a:lnTo>
                                          <a:pt x="0" y="3"/>
                                        </a:lnTo>
                                        <a:lnTo>
                                          <a:pt x="0" y="4"/>
                                        </a:lnTo>
                                        <a:lnTo>
                                          <a:pt x="0" y="5"/>
                                        </a:lnTo>
                                        <a:lnTo>
                                          <a:pt x="0" y="7"/>
                                        </a:lnTo>
                                        <a:lnTo>
                                          <a:pt x="1" y="8"/>
                                        </a:lnTo>
                                        <a:lnTo>
                                          <a:pt x="3" y="8"/>
                                        </a:lnTo>
                                        <a:lnTo>
                                          <a:pt x="4" y="8"/>
                                        </a:lnTo>
                                        <a:lnTo>
                                          <a:pt x="5" y="8"/>
                                        </a:lnTo>
                                        <a:lnTo>
                                          <a:pt x="7" y="7"/>
                                        </a:lnTo>
                                        <a:lnTo>
                                          <a:pt x="8" y="5"/>
                                        </a:lnTo>
                                        <a:lnTo>
                                          <a:pt x="8" y="4"/>
                                        </a:lnTo>
                                        <a:lnTo>
                                          <a:pt x="7" y="3"/>
                                        </a:lnTo>
                                        <a:lnTo>
                                          <a:pt x="5" y="1"/>
                                        </a:lnTo>
                                        <a:lnTo>
                                          <a:pt x="4"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88" name="Freeform 197"/>
                                  <p:cNvSpPr>
                                    <a:spLocks/>
                                  </p:cNvSpPr>
                                  <p:nvPr/>
                                </p:nvSpPr>
                                <p:spPr bwMode="auto">
                                  <a:xfrm>
                                    <a:off x="3700" y="1838"/>
                                    <a:ext cx="8" cy="9"/>
                                  </a:xfrm>
                                  <a:custGeom>
                                    <a:avLst/>
                                    <a:gdLst>
                                      <a:gd name="T0" fmla="*/ 2 w 8"/>
                                      <a:gd name="T1" fmla="*/ 0 h 9"/>
                                      <a:gd name="T2" fmla="*/ 1 w 8"/>
                                      <a:gd name="T3" fmla="*/ 2 h 9"/>
                                      <a:gd name="T4" fmla="*/ 0 w 8"/>
                                      <a:gd name="T5" fmla="*/ 3 h 9"/>
                                      <a:gd name="T6" fmla="*/ 0 w 8"/>
                                      <a:gd name="T7" fmla="*/ 5 h 9"/>
                                      <a:gd name="T8" fmla="*/ 0 w 8"/>
                                      <a:gd name="T9" fmla="*/ 6 h 9"/>
                                      <a:gd name="T10" fmla="*/ 0 w 8"/>
                                      <a:gd name="T11" fmla="*/ 8 h 9"/>
                                      <a:gd name="T12" fmla="*/ 1 w 8"/>
                                      <a:gd name="T13" fmla="*/ 9 h 9"/>
                                      <a:gd name="T14" fmla="*/ 2 w 8"/>
                                      <a:gd name="T15" fmla="*/ 9 h 9"/>
                                      <a:gd name="T16" fmla="*/ 4 w 8"/>
                                      <a:gd name="T17" fmla="*/ 9 h 9"/>
                                      <a:gd name="T18" fmla="*/ 4 w 8"/>
                                      <a:gd name="T19" fmla="*/ 9 h 9"/>
                                      <a:gd name="T20" fmla="*/ 5 w 8"/>
                                      <a:gd name="T21" fmla="*/ 9 h 9"/>
                                      <a:gd name="T22" fmla="*/ 7 w 8"/>
                                      <a:gd name="T23" fmla="*/ 8 h 9"/>
                                      <a:gd name="T24" fmla="*/ 8 w 8"/>
                                      <a:gd name="T25" fmla="*/ 6 h 9"/>
                                      <a:gd name="T26" fmla="*/ 8 w 8"/>
                                      <a:gd name="T27" fmla="*/ 5 h 9"/>
                                      <a:gd name="T28" fmla="*/ 7 w 8"/>
                                      <a:gd name="T29" fmla="*/ 3 h 9"/>
                                      <a:gd name="T30" fmla="*/ 5 w 8"/>
                                      <a:gd name="T31" fmla="*/ 2 h 9"/>
                                      <a:gd name="T32" fmla="*/ 4 w 8"/>
                                      <a:gd name="T33" fmla="*/ 0 h 9"/>
                                      <a:gd name="T34" fmla="*/ 2 w 8"/>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2" y="0"/>
                                        </a:moveTo>
                                        <a:lnTo>
                                          <a:pt x="1" y="2"/>
                                        </a:lnTo>
                                        <a:lnTo>
                                          <a:pt x="0" y="3"/>
                                        </a:lnTo>
                                        <a:lnTo>
                                          <a:pt x="0" y="5"/>
                                        </a:lnTo>
                                        <a:lnTo>
                                          <a:pt x="0" y="6"/>
                                        </a:lnTo>
                                        <a:lnTo>
                                          <a:pt x="0" y="8"/>
                                        </a:lnTo>
                                        <a:lnTo>
                                          <a:pt x="1" y="9"/>
                                        </a:lnTo>
                                        <a:lnTo>
                                          <a:pt x="2" y="9"/>
                                        </a:lnTo>
                                        <a:lnTo>
                                          <a:pt x="4" y="9"/>
                                        </a:lnTo>
                                        <a:lnTo>
                                          <a:pt x="5" y="9"/>
                                        </a:lnTo>
                                        <a:lnTo>
                                          <a:pt x="7" y="8"/>
                                        </a:lnTo>
                                        <a:lnTo>
                                          <a:pt x="8" y="6"/>
                                        </a:lnTo>
                                        <a:lnTo>
                                          <a:pt x="8" y="5"/>
                                        </a:lnTo>
                                        <a:lnTo>
                                          <a:pt x="7" y="3"/>
                                        </a:lnTo>
                                        <a:lnTo>
                                          <a:pt x="5" y="2"/>
                                        </a:lnTo>
                                        <a:lnTo>
                                          <a:pt x="4" y="0"/>
                                        </a:lnTo>
                                        <a:lnTo>
                                          <a:pt x="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89" name="Freeform 198"/>
                                  <p:cNvSpPr>
                                    <a:spLocks/>
                                  </p:cNvSpPr>
                                  <p:nvPr/>
                                </p:nvSpPr>
                                <p:spPr bwMode="auto">
                                  <a:xfrm>
                                    <a:off x="3716" y="1833"/>
                                    <a:ext cx="8" cy="8"/>
                                  </a:xfrm>
                                  <a:custGeom>
                                    <a:avLst/>
                                    <a:gdLst>
                                      <a:gd name="T0" fmla="*/ 2 w 8"/>
                                      <a:gd name="T1" fmla="*/ 0 h 8"/>
                                      <a:gd name="T2" fmla="*/ 1 w 8"/>
                                      <a:gd name="T3" fmla="*/ 0 h 8"/>
                                      <a:gd name="T4" fmla="*/ 0 w 8"/>
                                      <a:gd name="T5" fmla="*/ 1 h 8"/>
                                      <a:gd name="T6" fmla="*/ 0 w 8"/>
                                      <a:gd name="T7" fmla="*/ 3 h 8"/>
                                      <a:gd name="T8" fmla="*/ 0 w 8"/>
                                      <a:gd name="T9" fmla="*/ 4 h 8"/>
                                      <a:gd name="T10" fmla="*/ 0 w 8"/>
                                      <a:gd name="T11" fmla="*/ 5 h 8"/>
                                      <a:gd name="T12" fmla="*/ 1 w 8"/>
                                      <a:gd name="T13" fmla="*/ 7 h 8"/>
                                      <a:gd name="T14" fmla="*/ 2 w 8"/>
                                      <a:gd name="T15" fmla="*/ 8 h 8"/>
                                      <a:gd name="T16" fmla="*/ 4 w 8"/>
                                      <a:gd name="T17" fmla="*/ 8 h 8"/>
                                      <a:gd name="T18" fmla="*/ 4 w 8"/>
                                      <a:gd name="T19" fmla="*/ 8 h 8"/>
                                      <a:gd name="T20" fmla="*/ 5 w 8"/>
                                      <a:gd name="T21" fmla="*/ 7 h 8"/>
                                      <a:gd name="T22" fmla="*/ 7 w 8"/>
                                      <a:gd name="T23" fmla="*/ 5 h 8"/>
                                      <a:gd name="T24" fmla="*/ 8 w 8"/>
                                      <a:gd name="T25" fmla="*/ 4 h 8"/>
                                      <a:gd name="T26" fmla="*/ 8 w 8"/>
                                      <a:gd name="T27" fmla="*/ 3 h 8"/>
                                      <a:gd name="T28" fmla="*/ 7 w 8"/>
                                      <a:gd name="T29" fmla="*/ 1 h 8"/>
                                      <a:gd name="T30" fmla="*/ 5 w 8"/>
                                      <a:gd name="T31" fmla="*/ 0 h 8"/>
                                      <a:gd name="T32" fmla="*/ 4 w 8"/>
                                      <a:gd name="T33" fmla="*/ 0 h 8"/>
                                      <a:gd name="T34" fmla="*/ 2 w 8"/>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8"/>
                                      <a:gd name="T56" fmla="*/ 8 w 8"/>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8">
                                        <a:moveTo>
                                          <a:pt x="2" y="0"/>
                                        </a:moveTo>
                                        <a:lnTo>
                                          <a:pt x="1" y="0"/>
                                        </a:lnTo>
                                        <a:lnTo>
                                          <a:pt x="0" y="1"/>
                                        </a:lnTo>
                                        <a:lnTo>
                                          <a:pt x="0" y="3"/>
                                        </a:lnTo>
                                        <a:lnTo>
                                          <a:pt x="0" y="4"/>
                                        </a:lnTo>
                                        <a:lnTo>
                                          <a:pt x="0" y="5"/>
                                        </a:lnTo>
                                        <a:lnTo>
                                          <a:pt x="1" y="7"/>
                                        </a:lnTo>
                                        <a:lnTo>
                                          <a:pt x="2" y="8"/>
                                        </a:lnTo>
                                        <a:lnTo>
                                          <a:pt x="4" y="8"/>
                                        </a:lnTo>
                                        <a:lnTo>
                                          <a:pt x="5" y="7"/>
                                        </a:lnTo>
                                        <a:lnTo>
                                          <a:pt x="7" y="5"/>
                                        </a:lnTo>
                                        <a:lnTo>
                                          <a:pt x="8" y="4"/>
                                        </a:lnTo>
                                        <a:lnTo>
                                          <a:pt x="8" y="3"/>
                                        </a:lnTo>
                                        <a:lnTo>
                                          <a:pt x="7" y="1"/>
                                        </a:lnTo>
                                        <a:lnTo>
                                          <a:pt x="5" y="0"/>
                                        </a:lnTo>
                                        <a:lnTo>
                                          <a:pt x="4" y="0"/>
                                        </a:lnTo>
                                        <a:lnTo>
                                          <a:pt x="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90" name="Freeform 199"/>
                                  <p:cNvSpPr>
                                    <a:spLocks/>
                                  </p:cNvSpPr>
                                  <p:nvPr/>
                                </p:nvSpPr>
                                <p:spPr bwMode="auto">
                                  <a:xfrm>
                                    <a:off x="3732" y="1825"/>
                                    <a:ext cx="8" cy="9"/>
                                  </a:xfrm>
                                  <a:custGeom>
                                    <a:avLst/>
                                    <a:gdLst>
                                      <a:gd name="T0" fmla="*/ 2 w 8"/>
                                      <a:gd name="T1" fmla="*/ 0 h 9"/>
                                      <a:gd name="T2" fmla="*/ 1 w 8"/>
                                      <a:gd name="T3" fmla="*/ 2 h 9"/>
                                      <a:gd name="T4" fmla="*/ 0 w 8"/>
                                      <a:gd name="T5" fmla="*/ 3 h 9"/>
                                      <a:gd name="T6" fmla="*/ 0 w 8"/>
                                      <a:gd name="T7" fmla="*/ 5 h 9"/>
                                      <a:gd name="T8" fmla="*/ 0 w 8"/>
                                      <a:gd name="T9" fmla="*/ 6 h 9"/>
                                      <a:gd name="T10" fmla="*/ 0 w 8"/>
                                      <a:gd name="T11" fmla="*/ 8 h 9"/>
                                      <a:gd name="T12" fmla="*/ 1 w 8"/>
                                      <a:gd name="T13" fmla="*/ 9 h 9"/>
                                      <a:gd name="T14" fmla="*/ 2 w 8"/>
                                      <a:gd name="T15" fmla="*/ 9 h 9"/>
                                      <a:gd name="T16" fmla="*/ 4 w 8"/>
                                      <a:gd name="T17" fmla="*/ 9 h 9"/>
                                      <a:gd name="T18" fmla="*/ 4 w 8"/>
                                      <a:gd name="T19" fmla="*/ 9 h 9"/>
                                      <a:gd name="T20" fmla="*/ 5 w 8"/>
                                      <a:gd name="T21" fmla="*/ 9 h 9"/>
                                      <a:gd name="T22" fmla="*/ 7 w 8"/>
                                      <a:gd name="T23" fmla="*/ 8 h 9"/>
                                      <a:gd name="T24" fmla="*/ 8 w 8"/>
                                      <a:gd name="T25" fmla="*/ 6 h 9"/>
                                      <a:gd name="T26" fmla="*/ 8 w 8"/>
                                      <a:gd name="T27" fmla="*/ 5 h 9"/>
                                      <a:gd name="T28" fmla="*/ 7 w 8"/>
                                      <a:gd name="T29" fmla="*/ 3 h 9"/>
                                      <a:gd name="T30" fmla="*/ 5 w 8"/>
                                      <a:gd name="T31" fmla="*/ 2 h 9"/>
                                      <a:gd name="T32" fmla="*/ 4 w 8"/>
                                      <a:gd name="T33" fmla="*/ 0 h 9"/>
                                      <a:gd name="T34" fmla="*/ 2 w 8"/>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2" y="0"/>
                                        </a:moveTo>
                                        <a:lnTo>
                                          <a:pt x="1" y="2"/>
                                        </a:lnTo>
                                        <a:lnTo>
                                          <a:pt x="0" y="3"/>
                                        </a:lnTo>
                                        <a:lnTo>
                                          <a:pt x="0" y="5"/>
                                        </a:lnTo>
                                        <a:lnTo>
                                          <a:pt x="0" y="6"/>
                                        </a:lnTo>
                                        <a:lnTo>
                                          <a:pt x="0" y="8"/>
                                        </a:lnTo>
                                        <a:lnTo>
                                          <a:pt x="1" y="9"/>
                                        </a:lnTo>
                                        <a:lnTo>
                                          <a:pt x="2" y="9"/>
                                        </a:lnTo>
                                        <a:lnTo>
                                          <a:pt x="4" y="9"/>
                                        </a:lnTo>
                                        <a:lnTo>
                                          <a:pt x="5" y="9"/>
                                        </a:lnTo>
                                        <a:lnTo>
                                          <a:pt x="7" y="8"/>
                                        </a:lnTo>
                                        <a:lnTo>
                                          <a:pt x="8" y="6"/>
                                        </a:lnTo>
                                        <a:lnTo>
                                          <a:pt x="8" y="5"/>
                                        </a:lnTo>
                                        <a:lnTo>
                                          <a:pt x="7" y="3"/>
                                        </a:lnTo>
                                        <a:lnTo>
                                          <a:pt x="5" y="2"/>
                                        </a:lnTo>
                                        <a:lnTo>
                                          <a:pt x="4" y="0"/>
                                        </a:lnTo>
                                        <a:lnTo>
                                          <a:pt x="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91" name="Freeform 200"/>
                                  <p:cNvSpPr>
                                    <a:spLocks/>
                                  </p:cNvSpPr>
                                  <p:nvPr/>
                                </p:nvSpPr>
                                <p:spPr bwMode="auto">
                                  <a:xfrm>
                                    <a:off x="3747" y="1821"/>
                                    <a:ext cx="9" cy="9"/>
                                  </a:xfrm>
                                  <a:custGeom>
                                    <a:avLst/>
                                    <a:gdLst>
                                      <a:gd name="T0" fmla="*/ 5 w 9"/>
                                      <a:gd name="T1" fmla="*/ 0 h 9"/>
                                      <a:gd name="T2" fmla="*/ 3 w 9"/>
                                      <a:gd name="T3" fmla="*/ 1 h 9"/>
                                      <a:gd name="T4" fmla="*/ 2 w 9"/>
                                      <a:gd name="T5" fmla="*/ 3 h 9"/>
                                      <a:gd name="T6" fmla="*/ 0 w 9"/>
                                      <a:gd name="T7" fmla="*/ 4 h 9"/>
                                      <a:gd name="T8" fmla="*/ 0 w 9"/>
                                      <a:gd name="T9" fmla="*/ 6 h 9"/>
                                      <a:gd name="T10" fmla="*/ 2 w 9"/>
                                      <a:gd name="T11" fmla="*/ 7 h 9"/>
                                      <a:gd name="T12" fmla="*/ 3 w 9"/>
                                      <a:gd name="T13" fmla="*/ 9 h 9"/>
                                      <a:gd name="T14" fmla="*/ 5 w 9"/>
                                      <a:gd name="T15" fmla="*/ 9 h 9"/>
                                      <a:gd name="T16" fmla="*/ 6 w 9"/>
                                      <a:gd name="T17" fmla="*/ 9 h 9"/>
                                      <a:gd name="T18" fmla="*/ 6 w 9"/>
                                      <a:gd name="T19" fmla="*/ 9 h 9"/>
                                      <a:gd name="T20" fmla="*/ 8 w 9"/>
                                      <a:gd name="T21" fmla="*/ 9 h 9"/>
                                      <a:gd name="T22" fmla="*/ 9 w 9"/>
                                      <a:gd name="T23" fmla="*/ 7 h 9"/>
                                      <a:gd name="T24" fmla="*/ 9 w 9"/>
                                      <a:gd name="T25" fmla="*/ 6 h 9"/>
                                      <a:gd name="T26" fmla="*/ 9 w 9"/>
                                      <a:gd name="T27" fmla="*/ 4 h 9"/>
                                      <a:gd name="T28" fmla="*/ 9 w 9"/>
                                      <a:gd name="T29" fmla="*/ 3 h 9"/>
                                      <a:gd name="T30" fmla="*/ 8 w 9"/>
                                      <a:gd name="T31" fmla="*/ 1 h 9"/>
                                      <a:gd name="T32" fmla="*/ 6 w 9"/>
                                      <a:gd name="T33" fmla="*/ 0 h 9"/>
                                      <a:gd name="T34" fmla="*/ 5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5" y="0"/>
                                        </a:moveTo>
                                        <a:lnTo>
                                          <a:pt x="3" y="1"/>
                                        </a:lnTo>
                                        <a:lnTo>
                                          <a:pt x="2" y="3"/>
                                        </a:lnTo>
                                        <a:lnTo>
                                          <a:pt x="0" y="4"/>
                                        </a:lnTo>
                                        <a:lnTo>
                                          <a:pt x="0" y="6"/>
                                        </a:lnTo>
                                        <a:lnTo>
                                          <a:pt x="2" y="7"/>
                                        </a:lnTo>
                                        <a:lnTo>
                                          <a:pt x="3" y="9"/>
                                        </a:lnTo>
                                        <a:lnTo>
                                          <a:pt x="5" y="9"/>
                                        </a:lnTo>
                                        <a:lnTo>
                                          <a:pt x="6" y="9"/>
                                        </a:lnTo>
                                        <a:lnTo>
                                          <a:pt x="8" y="9"/>
                                        </a:lnTo>
                                        <a:lnTo>
                                          <a:pt x="9" y="7"/>
                                        </a:lnTo>
                                        <a:lnTo>
                                          <a:pt x="9" y="6"/>
                                        </a:lnTo>
                                        <a:lnTo>
                                          <a:pt x="9" y="4"/>
                                        </a:lnTo>
                                        <a:lnTo>
                                          <a:pt x="9" y="3"/>
                                        </a:lnTo>
                                        <a:lnTo>
                                          <a:pt x="8" y="1"/>
                                        </a:lnTo>
                                        <a:lnTo>
                                          <a:pt x="6" y="0"/>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92" name="Freeform 201"/>
                                  <p:cNvSpPr>
                                    <a:spLocks/>
                                  </p:cNvSpPr>
                                  <p:nvPr/>
                                </p:nvSpPr>
                                <p:spPr bwMode="auto">
                                  <a:xfrm>
                                    <a:off x="3765" y="1820"/>
                                    <a:ext cx="9" cy="8"/>
                                  </a:xfrm>
                                  <a:custGeom>
                                    <a:avLst/>
                                    <a:gdLst>
                                      <a:gd name="T0" fmla="*/ 6 w 9"/>
                                      <a:gd name="T1" fmla="*/ 0 h 8"/>
                                      <a:gd name="T2" fmla="*/ 4 w 9"/>
                                      <a:gd name="T3" fmla="*/ 0 h 8"/>
                                      <a:gd name="T4" fmla="*/ 3 w 9"/>
                                      <a:gd name="T5" fmla="*/ 0 h 8"/>
                                      <a:gd name="T6" fmla="*/ 1 w 9"/>
                                      <a:gd name="T7" fmla="*/ 1 h 8"/>
                                      <a:gd name="T8" fmla="*/ 0 w 9"/>
                                      <a:gd name="T9" fmla="*/ 2 h 8"/>
                                      <a:gd name="T10" fmla="*/ 0 w 9"/>
                                      <a:gd name="T11" fmla="*/ 4 h 8"/>
                                      <a:gd name="T12" fmla="*/ 1 w 9"/>
                                      <a:gd name="T13" fmla="*/ 5 h 8"/>
                                      <a:gd name="T14" fmla="*/ 3 w 9"/>
                                      <a:gd name="T15" fmla="*/ 7 h 8"/>
                                      <a:gd name="T16" fmla="*/ 4 w 9"/>
                                      <a:gd name="T17" fmla="*/ 8 h 8"/>
                                      <a:gd name="T18" fmla="*/ 4 w 9"/>
                                      <a:gd name="T19" fmla="*/ 8 h 8"/>
                                      <a:gd name="T20" fmla="*/ 6 w 9"/>
                                      <a:gd name="T21" fmla="*/ 8 h 8"/>
                                      <a:gd name="T22" fmla="*/ 7 w 9"/>
                                      <a:gd name="T23" fmla="*/ 7 h 8"/>
                                      <a:gd name="T24" fmla="*/ 9 w 9"/>
                                      <a:gd name="T25" fmla="*/ 5 h 8"/>
                                      <a:gd name="T26" fmla="*/ 9 w 9"/>
                                      <a:gd name="T27" fmla="*/ 4 h 8"/>
                                      <a:gd name="T28" fmla="*/ 9 w 9"/>
                                      <a:gd name="T29" fmla="*/ 2 h 8"/>
                                      <a:gd name="T30" fmla="*/ 9 w 9"/>
                                      <a:gd name="T31" fmla="*/ 1 h 8"/>
                                      <a:gd name="T32" fmla="*/ 7 w 9"/>
                                      <a:gd name="T33" fmla="*/ 0 h 8"/>
                                      <a:gd name="T34" fmla="*/ 6 w 9"/>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6" y="0"/>
                                        </a:moveTo>
                                        <a:lnTo>
                                          <a:pt x="4" y="0"/>
                                        </a:lnTo>
                                        <a:lnTo>
                                          <a:pt x="3" y="0"/>
                                        </a:lnTo>
                                        <a:lnTo>
                                          <a:pt x="1" y="1"/>
                                        </a:lnTo>
                                        <a:lnTo>
                                          <a:pt x="0" y="2"/>
                                        </a:lnTo>
                                        <a:lnTo>
                                          <a:pt x="0" y="4"/>
                                        </a:lnTo>
                                        <a:lnTo>
                                          <a:pt x="1" y="5"/>
                                        </a:lnTo>
                                        <a:lnTo>
                                          <a:pt x="3" y="7"/>
                                        </a:lnTo>
                                        <a:lnTo>
                                          <a:pt x="4" y="8"/>
                                        </a:lnTo>
                                        <a:lnTo>
                                          <a:pt x="6" y="8"/>
                                        </a:lnTo>
                                        <a:lnTo>
                                          <a:pt x="7" y="7"/>
                                        </a:lnTo>
                                        <a:lnTo>
                                          <a:pt x="9" y="5"/>
                                        </a:lnTo>
                                        <a:lnTo>
                                          <a:pt x="9" y="4"/>
                                        </a:lnTo>
                                        <a:lnTo>
                                          <a:pt x="9" y="2"/>
                                        </a:lnTo>
                                        <a:lnTo>
                                          <a:pt x="9" y="1"/>
                                        </a:lnTo>
                                        <a:lnTo>
                                          <a:pt x="7" y="0"/>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93" name="Freeform 202"/>
                                  <p:cNvSpPr>
                                    <a:spLocks/>
                                  </p:cNvSpPr>
                                  <p:nvPr/>
                                </p:nvSpPr>
                                <p:spPr bwMode="auto">
                                  <a:xfrm>
                                    <a:off x="3782" y="1820"/>
                                    <a:ext cx="9" cy="8"/>
                                  </a:xfrm>
                                  <a:custGeom>
                                    <a:avLst/>
                                    <a:gdLst>
                                      <a:gd name="T0" fmla="*/ 6 w 9"/>
                                      <a:gd name="T1" fmla="*/ 0 h 8"/>
                                      <a:gd name="T2" fmla="*/ 5 w 9"/>
                                      <a:gd name="T3" fmla="*/ 0 h 8"/>
                                      <a:gd name="T4" fmla="*/ 3 w 9"/>
                                      <a:gd name="T5" fmla="*/ 0 h 8"/>
                                      <a:gd name="T6" fmla="*/ 2 w 9"/>
                                      <a:gd name="T7" fmla="*/ 1 h 8"/>
                                      <a:gd name="T8" fmla="*/ 0 w 9"/>
                                      <a:gd name="T9" fmla="*/ 2 h 8"/>
                                      <a:gd name="T10" fmla="*/ 0 w 9"/>
                                      <a:gd name="T11" fmla="*/ 4 h 8"/>
                                      <a:gd name="T12" fmla="*/ 2 w 9"/>
                                      <a:gd name="T13" fmla="*/ 5 h 8"/>
                                      <a:gd name="T14" fmla="*/ 3 w 9"/>
                                      <a:gd name="T15" fmla="*/ 7 h 8"/>
                                      <a:gd name="T16" fmla="*/ 5 w 9"/>
                                      <a:gd name="T17" fmla="*/ 8 h 8"/>
                                      <a:gd name="T18" fmla="*/ 5 w 9"/>
                                      <a:gd name="T19" fmla="*/ 8 h 8"/>
                                      <a:gd name="T20" fmla="*/ 6 w 9"/>
                                      <a:gd name="T21" fmla="*/ 8 h 8"/>
                                      <a:gd name="T22" fmla="*/ 8 w 9"/>
                                      <a:gd name="T23" fmla="*/ 7 h 8"/>
                                      <a:gd name="T24" fmla="*/ 9 w 9"/>
                                      <a:gd name="T25" fmla="*/ 5 h 8"/>
                                      <a:gd name="T26" fmla="*/ 9 w 9"/>
                                      <a:gd name="T27" fmla="*/ 4 h 8"/>
                                      <a:gd name="T28" fmla="*/ 9 w 9"/>
                                      <a:gd name="T29" fmla="*/ 2 h 8"/>
                                      <a:gd name="T30" fmla="*/ 9 w 9"/>
                                      <a:gd name="T31" fmla="*/ 1 h 8"/>
                                      <a:gd name="T32" fmla="*/ 8 w 9"/>
                                      <a:gd name="T33" fmla="*/ 0 h 8"/>
                                      <a:gd name="T34" fmla="*/ 6 w 9"/>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6" y="0"/>
                                        </a:moveTo>
                                        <a:lnTo>
                                          <a:pt x="5" y="0"/>
                                        </a:lnTo>
                                        <a:lnTo>
                                          <a:pt x="3" y="0"/>
                                        </a:lnTo>
                                        <a:lnTo>
                                          <a:pt x="2" y="1"/>
                                        </a:lnTo>
                                        <a:lnTo>
                                          <a:pt x="0" y="2"/>
                                        </a:lnTo>
                                        <a:lnTo>
                                          <a:pt x="0" y="4"/>
                                        </a:lnTo>
                                        <a:lnTo>
                                          <a:pt x="2" y="5"/>
                                        </a:lnTo>
                                        <a:lnTo>
                                          <a:pt x="3" y="7"/>
                                        </a:lnTo>
                                        <a:lnTo>
                                          <a:pt x="5" y="8"/>
                                        </a:lnTo>
                                        <a:lnTo>
                                          <a:pt x="6" y="8"/>
                                        </a:lnTo>
                                        <a:lnTo>
                                          <a:pt x="8" y="7"/>
                                        </a:lnTo>
                                        <a:lnTo>
                                          <a:pt x="9" y="5"/>
                                        </a:lnTo>
                                        <a:lnTo>
                                          <a:pt x="9" y="4"/>
                                        </a:lnTo>
                                        <a:lnTo>
                                          <a:pt x="9" y="2"/>
                                        </a:lnTo>
                                        <a:lnTo>
                                          <a:pt x="9" y="1"/>
                                        </a:lnTo>
                                        <a:lnTo>
                                          <a:pt x="8" y="0"/>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94" name="Freeform 203"/>
                                  <p:cNvSpPr>
                                    <a:spLocks/>
                                  </p:cNvSpPr>
                                  <p:nvPr/>
                                </p:nvSpPr>
                                <p:spPr bwMode="auto">
                                  <a:xfrm>
                                    <a:off x="3800" y="1822"/>
                                    <a:ext cx="8" cy="9"/>
                                  </a:xfrm>
                                  <a:custGeom>
                                    <a:avLst/>
                                    <a:gdLst>
                                      <a:gd name="T0" fmla="*/ 6 w 8"/>
                                      <a:gd name="T1" fmla="*/ 0 h 9"/>
                                      <a:gd name="T2" fmla="*/ 4 w 8"/>
                                      <a:gd name="T3" fmla="*/ 0 h 9"/>
                                      <a:gd name="T4" fmla="*/ 3 w 8"/>
                                      <a:gd name="T5" fmla="*/ 0 h 9"/>
                                      <a:gd name="T6" fmla="*/ 1 w 8"/>
                                      <a:gd name="T7" fmla="*/ 2 h 9"/>
                                      <a:gd name="T8" fmla="*/ 0 w 8"/>
                                      <a:gd name="T9" fmla="*/ 3 h 9"/>
                                      <a:gd name="T10" fmla="*/ 0 w 8"/>
                                      <a:gd name="T11" fmla="*/ 5 h 9"/>
                                      <a:gd name="T12" fmla="*/ 1 w 8"/>
                                      <a:gd name="T13" fmla="*/ 6 h 9"/>
                                      <a:gd name="T14" fmla="*/ 3 w 8"/>
                                      <a:gd name="T15" fmla="*/ 8 h 9"/>
                                      <a:gd name="T16" fmla="*/ 4 w 8"/>
                                      <a:gd name="T17" fmla="*/ 9 h 9"/>
                                      <a:gd name="T18" fmla="*/ 4 w 8"/>
                                      <a:gd name="T19" fmla="*/ 9 h 9"/>
                                      <a:gd name="T20" fmla="*/ 6 w 8"/>
                                      <a:gd name="T21" fmla="*/ 9 h 9"/>
                                      <a:gd name="T22" fmla="*/ 7 w 8"/>
                                      <a:gd name="T23" fmla="*/ 8 h 9"/>
                                      <a:gd name="T24" fmla="*/ 8 w 8"/>
                                      <a:gd name="T25" fmla="*/ 6 h 9"/>
                                      <a:gd name="T26" fmla="*/ 8 w 8"/>
                                      <a:gd name="T27" fmla="*/ 5 h 9"/>
                                      <a:gd name="T28" fmla="*/ 8 w 8"/>
                                      <a:gd name="T29" fmla="*/ 3 h 9"/>
                                      <a:gd name="T30" fmla="*/ 8 w 8"/>
                                      <a:gd name="T31" fmla="*/ 2 h 9"/>
                                      <a:gd name="T32" fmla="*/ 7 w 8"/>
                                      <a:gd name="T33" fmla="*/ 0 h 9"/>
                                      <a:gd name="T34" fmla="*/ 6 w 8"/>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6" y="0"/>
                                        </a:moveTo>
                                        <a:lnTo>
                                          <a:pt x="4" y="0"/>
                                        </a:lnTo>
                                        <a:lnTo>
                                          <a:pt x="3" y="0"/>
                                        </a:lnTo>
                                        <a:lnTo>
                                          <a:pt x="1" y="2"/>
                                        </a:lnTo>
                                        <a:lnTo>
                                          <a:pt x="0" y="3"/>
                                        </a:lnTo>
                                        <a:lnTo>
                                          <a:pt x="0" y="5"/>
                                        </a:lnTo>
                                        <a:lnTo>
                                          <a:pt x="1" y="6"/>
                                        </a:lnTo>
                                        <a:lnTo>
                                          <a:pt x="3" y="8"/>
                                        </a:lnTo>
                                        <a:lnTo>
                                          <a:pt x="4" y="9"/>
                                        </a:lnTo>
                                        <a:lnTo>
                                          <a:pt x="6" y="9"/>
                                        </a:lnTo>
                                        <a:lnTo>
                                          <a:pt x="7" y="8"/>
                                        </a:lnTo>
                                        <a:lnTo>
                                          <a:pt x="8" y="6"/>
                                        </a:lnTo>
                                        <a:lnTo>
                                          <a:pt x="8" y="5"/>
                                        </a:lnTo>
                                        <a:lnTo>
                                          <a:pt x="8" y="3"/>
                                        </a:lnTo>
                                        <a:lnTo>
                                          <a:pt x="8" y="2"/>
                                        </a:lnTo>
                                        <a:lnTo>
                                          <a:pt x="7" y="0"/>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95" name="Freeform 204"/>
                                  <p:cNvSpPr>
                                    <a:spLocks/>
                                  </p:cNvSpPr>
                                  <p:nvPr/>
                                </p:nvSpPr>
                                <p:spPr bwMode="auto">
                                  <a:xfrm>
                                    <a:off x="3817" y="1827"/>
                                    <a:ext cx="9" cy="9"/>
                                  </a:xfrm>
                                  <a:custGeom>
                                    <a:avLst/>
                                    <a:gdLst>
                                      <a:gd name="T0" fmla="*/ 5 w 9"/>
                                      <a:gd name="T1" fmla="*/ 0 h 9"/>
                                      <a:gd name="T2" fmla="*/ 3 w 9"/>
                                      <a:gd name="T3" fmla="*/ 0 h 9"/>
                                      <a:gd name="T4" fmla="*/ 2 w 9"/>
                                      <a:gd name="T5" fmla="*/ 0 h 9"/>
                                      <a:gd name="T6" fmla="*/ 0 w 9"/>
                                      <a:gd name="T7" fmla="*/ 1 h 9"/>
                                      <a:gd name="T8" fmla="*/ 0 w 9"/>
                                      <a:gd name="T9" fmla="*/ 3 h 9"/>
                                      <a:gd name="T10" fmla="*/ 0 w 9"/>
                                      <a:gd name="T11" fmla="*/ 4 h 9"/>
                                      <a:gd name="T12" fmla="*/ 0 w 9"/>
                                      <a:gd name="T13" fmla="*/ 6 h 9"/>
                                      <a:gd name="T14" fmla="*/ 2 w 9"/>
                                      <a:gd name="T15" fmla="*/ 7 h 9"/>
                                      <a:gd name="T16" fmla="*/ 3 w 9"/>
                                      <a:gd name="T17" fmla="*/ 9 h 9"/>
                                      <a:gd name="T18" fmla="*/ 3 w 9"/>
                                      <a:gd name="T19" fmla="*/ 9 h 9"/>
                                      <a:gd name="T20" fmla="*/ 5 w 9"/>
                                      <a:gd name="T21" fmla="*/ 9 h 9"/>
                                      <a:gd name="T22" fmla="*/ 6 w 9"/>
                                      <a:gd name="T23" fmla="*/ 7 h 9"/>
                                      <a:gd name="T24" fmla="*/ 7 w 9"/>
                                      <a:gd name="T25" fmla="*/ 6 h 9"/>
                                      <a:gd name="T26" fmla="*/ 9 w 9"/>
                                      <a:gd name="T27" fmla="*/ 4 h 9"/>
                                      <a:gd name="T28" fmla="*/ 9 w 9"/>
                                      <a:gd name="T29" fmla="*/ 3 h 9"/>
                                      <a:gd name="T30" fmla="*/ 7 w 9"/>
                                      <a:gd name="T31" fmla="*/ 1 h 9"/>
                                      <a:gd name="T32" fmla="*/ 6 w 9"/>
                                      <a:gd name="T33" fmla="*/ 0 h 9"/>
                                      <a:gd name="T34" fmla="*/ 5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5" y="0"/>
                                        </a:moveTo>
                                        <a:lnTo>
                                          <a:pt x="3" y="0"/>
                                        </a:lnTo>
                                        <a:lnTo>
                                          <a:pt x="2" y="0"/>
                                        </a:lnTo>
                                        <a:lnTo>
                                          <a:pt x="0" y="1"/>
                                        </a:lnTo>
                                        <a:lnTo>
                                          <a:pt x="0" y="3"/>
                                        </a:lnTo>
                                        <a:lnTo>
                                          <a:pt x="0" y="4"/>
                                        </a:lnTo>
                                        <a:lnTo>
                                          <a:pt x="0" y="6"/>
                                        </a:lnTo>
                                        <a:lnTo>
                                          <a:pt x="2" y="7"/>
                                        </a:lnTo>
                                        <a:lnTo>
                                          <a:pt x="3" y="9"/>
                                        </a:lnTo>
                                        <a:lnTo>
                                          <a:pt x="5" y="9"/>
                                        </a:lnTo>
                                        <a:lnTo>
                                          <a:pt x="6" y="7"/>
                                        </a:lnTo>
                                        <a:lnTo>
                                          <a:pt x="7" y="6"/>
                                        </a:lnTo>
                                        <a:lnTo>
                                          <a:pt x="9" y="4"/>
                                        </a:lnTo>
                                        <a:lnTo>
                                          <a:pt x="9" y="3"/>
                                        </a:lnTo>
                                        <a:lnTo>
                                          <a:pt x="7" y="1"/>
                                        </a:lnTo>
                                        <a:lnTo>
                                          <a:pt x="6" y="0"/>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96" name="Freeform 205"/>
                                  <p:cNvSpPr>
                                    <a:spLocks/>
                                  </p:cNvSpPr>
                                  <p:nvPr/>
                                </p:nvSpPr>
                                <p:spPr bwMode="auto">
                                  <a:xfrm>
                                    <a:off x="3833" y="1833"/>
                                    <a:ext cx="9" cy="8"/>
                                  </a:xfrm>
                                  <a:custGeom>
                                    <a:avLst/>
                                    <a:gdLst>
                                      <a:gd name="T0" fmla="*/ 5 w 9"/>
                                      <a:gd name="T1" fmla="*/ 0 h 8"/>
                                      <a:gd name="T2" fmla="*/ 3 w 9"/>
                                      <a:gd name="T3" fmla="*/ 0 h 8"/>
                                      <a:gd name="T4" fmla="*/ 2 w 9"/>
                                      <a:gd name="T5" fmla="*/ 1 h 8"/>
                                      <a:gd name="T6" fmla="*/ 0 w 9"/>
                                      <a:gd name="T7" fmla="*/ 3 h 8"/>
                                      <a:gd name="T8" fmla="*/ 0 w 9"/>
                                      <a:gd name="T9" fmla="*/ 4 h 8"/>
                                      <a:gd name="T10" fmla="*/ 0 w 9"/>
                                      <a:gd name="T11" fmla="*/ 5 h 8"/>
                                      <a:gd name="T12" fmla="*/ 0 w 9"/>
                                      <a:gd name="T13" fmla="*/ 7 h 8"/>
                                      <a:gd name="T14" fmla="*/ 2 w 9"/>
                                      <a:gd name="T15" fmla="*/ 8 h 8"/>
                                      <a:gd name="T16" fmla="*/ 3 w 9"/>
                                      <a:gd name="T17" fmla="*/ 8 h 8"/>
                                      <a:gd name="T18" fmla="*/ 3 w 9"/>
                                      <a:gd name="T19" fmla="*/ 8 h 8"/>
                                      <a:gd name="T20" fmla="*/ 5 w 9"/>
                                      <a:gd name="T21" fmla="*/ 8 h 8"/>
                                      <a:gd name="T22" fmla="*/ 6 w 9"/>
                                      <a:gd name="T23" fmla="*/ 8 h 8"/>
                                      <a:gd name="T24" fmla="*/ 7 w 9"/>
                                      <a:gd name="T25" fmla="*/ 7 h 8"/>
                                      <a:gd name="T26" fmla="*/ 9 w 9"/>
                                      <a:gd name="T27" fmla="*/ 5 h 8"/>
                                      <a:gd name="T28" fmla="*/ 9 w 9"/>
                                      <a:gd name="T29" fmla="*/ 4 h 8"/>
                                      <a:gd name="T30" fmla="*/ 7 w 9"/>
                                      <a:gd name="T31" fmla="*/ 3 h 8"/>
                                      <a:gd name="T32" fmla="*/ 6 w 9"/>
                                      <a:gd name="T33" fmla="*/ 1 h 8"/>
                                      <a:gd name="T34" fmla="*/ 5 w 9"/>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5" y="0"/>
                                        </a:moveTo>
                                        <a:lnTo>
                                          <a:pt x="3" y="0"/>
                                        </a:lnTo>
                                        <a:lnTo>
                                          <a:pt x="2" y="1"/>
                                        </a:lnTo>
                                        <a:lnTo>
                                          <a:pt x="0" y="3"/>
                                        </a:lnTo>
                                        <a:lnTo>
                                          <a:pt x="0" y="4"/>
                                        </a:lnTo>
                                        <a:lnTo>
                                          <a:pt x="0" y="5"/>
                                        </a:lnTo>
                                        <a:lnTo>
                                          <a:pt x="0" y="7"/>
                                        </a:lnTo>
                                        <a:lnTo>
                                          <a:pt x="2" y="8"/>
                                        </a:lnTo>
                                        <a:lnTo>
                                          <a:pt x="3" y="8"/>
                                        </a:lnTo>
                                        <a:lnTo>
                                          <a:pt x="5" y="8"/>
                                        </a:lnTo>
                                        <a:lnTo>
                                          <a:pt x="6" y="8"/>
                                        </a:lnTo>
                                        <a:lnTo>
                                          <a:pt x="7" y="7"/>
                                        </a:lnTo>
                                        <a:lnTo>
                                          <a:pt x="9" y="5"/>
                                        </a:lnTo>
                                        <a:lnTo>
                                          <a:pt x="9" y="4"/>
                                        </a:lnTo>
                                        <a:lnTo>
                                          <a:pt x="7" y="3"/>
                                        </a:lnTo>
                                        <a:lnTo>
                                          <a:pt x="6"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97" name="Freeform 206"/>
                                  <p:cNvSpPr>
                                    <a:spLocks/>
                                  </p:cNvSpPr>
                                  <p:nvPr/>
                                </p:nvSpPr>
                                <p:spPr bwMode="auto">
                                  <a:xfrm>
                                    <a:off x="3849" y="1840"/>
                                    <a:ext cx="9" cy="9"/>
                                  </a:xfrm>
                                  <a:custGeom>
                                    <a:avLst/>
                                    <a:gdLst>
                                      <a:gd name="T0" fmla="*/ 5 w 9"/>
                                      <a:gd name="T1" fmla="*/ 0 h 9"/>
                                      <a:gd name="T2" fmla="*/ 3 w 9"/>
                                      <a:gd name="T3" fmla="*/ 0 h 9"/>
                                      <a:gd name="T4" fmla="*/ 2 w 9"/>
                                      <a:gd name="T5" fmla="*/ 0 h 9"/>
                                      <a:gd name="T6" fmla="*/ 0 w 9"/>
                                      <a:gd name="T7" fmla="*/ 1 h 9"/>
                                      <a:gd name="T8" fmla="*/ 0 w 9"/>
                                      <a:gd name="T9" fmla="*/ 3 h 9"/>
                                      <a:gd name="T10" fmla="*/ 0 w 9"/>
                                      <a:gd name="T11" fmla="*/ 4 h 9"/>
                                      <a:gd name="T12" fmla="*/ 0 w 9"/>
                                      <a:gd name="T13" fmla="*/ 6 h 9"/>
                                      <a:gd name="T14" fmla="*/ 2 w 9"/>
                                      <a:gd name="T15" fmla="*/ 7 h 9"/>
                                      <a:gd name="T16" fmla="*/ 3 w 9"/>
                                      <a:gd name="T17" fmla="*/ 9 h 9"/>
                                      <a:gd name="T18" fmla="*/ 3 w 9"/>
                                      <a:gd name="T19" fmla="*/ 9 h 9"/>
                                      <a:gd name="T20" fmla="*/ 5 w 9"/>
                                      <a:gd name="T21" fmla="*/ 9 h 9"/>
                                      <a:gd name="T22" fmla="*/ 6 w 9"/>
                                      <a:gd name="T23" fmla="*/ 7 h 9"/>
                                      <a:gd name="T24" fmla="*/ 7 w 9"/>
                                      <a:gd name="T25" fmla="*/ 6 h 9"/>
                                      <a:gd name="T26" fmla="*/ 9 w 9"/>
                                      <a:gd name="T27" fmla="*/ 4 h 9"/>
                                      <a:gd name="T28" fmla="*/ 9 w 9"/>
                                      <a:gd name="T29" fmla="*/ 3 h 9"/>
                                      <a:gd name="T30" fmla="*/ 7 w 9"/>
                                      <a:gd name="T31" fmla="*/ 1 h 9"/>
                                      <a:gd name="T32" fmla="*/ 6 w 9"/>
                                      <a:gd name="T33" fmla="*/ 0 h 9"/>
                                      <a:gd name="T34" fmla="*/ 5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5" y="0"/>
                                        </a:moveTo>
                                        <a:lnTo>
                                          <a:pt x="3" y="0"/>
                                        </a:lnTo>
                                        <a:lnTo>
                                          <a:pt x="2" y="0"/>
                                        </a:lnTo>
                                        <a:lnTo>
                                          <a:pt x="0" y="1"/>
                                        </a:lnTo>
                                        <a:lnTo>
                                          <a:pt x="0" y="3"/>
                                        </a:lnTo>
                                        <a:lnTo>
                                          <a:pt x="0" y="4"/>
                                        </a:lnTo>
                                        <a:lnTo>
                                          <a:pt x="0" y="6"/>
                                        </a:lnTo>
                                        <a:lnTo>
                                          <a:pt x="2" y="7"/>
                                        </a:lnTo>
                                        <a:lnTo>
                                          <a:pt x="3" y="9"/>
                                        </a:lnTo>
                                        <a:lnTo>
                                          <a:pt x="5" y="9"/>
                                        </a:lnTo>
                                        <a:lnTo>
                                          <a:pt x="6" y="7"/>
                                        </a:lnTo>
                                        <a:lnTo>
                                          <a:pt x="7" y="6"/>
                                        </a:lnTo>
                                        <a:lnTo>
                                          <a:pt x="9" y="4"/>
                                        </a:lnTo>
                                        <a:lnTo>
                                          <a:pt x="9" y="3"/>
                                        </a:lnTo>
                                        <a:lnTo>
                                          <a:pt x="7" y="1"/>
                                        </a:lnTo>
                                        <a:lnTo>
                                          <a:pt x="6" y="0"/>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98" name="Freeform 207"/>
                                  <p:cNvSpPr>
                                    <a:spLocks/>
                                  </p:cNvSpPr>
                                  <p:nvPr/>
                                </p:nvSpPr>
                                <p:spPr bwMode="auto">
                                  <a:xfrm>
                                    <a:off x="3865" y="1847"/>
                                    <a:ext cx="9" cy="9"/>
                                  </a:xfrm>
                                  <a:custGeom>
                                    <a:avLst/>
                                    <a:gdLst>
                                      <a:gd name="T0" fmla="*/ 4 w 9"/>
                                      <a:gd name="T1" fmla="*/ 0 h 9"/>
                                      <a:gd name="T2" fmla="*/ 3 w 9"/>
                                      <a:gd name="T3" fmla="*/ 0 h 9"/>
                                      <a:gd name="T4" fmla="*/ 2 w 9"/>
                                      <a:gd name="T5" fmla="*/ 0 h 9"/>
                                      <a:gd name="T6" fmla="*/ 0 w 9"/>
                                      <a:gd name="T7" fmla="*/ 2 h 9"/>
                                      <a:gd name="T8" fmla="*/ 0 w 9"/>
                                      <a:gd name="T9" fmla="*/ 3 h 9"/>
                                      <a:gd name="T10" fmla="*/ 0 w 9"/>
                                      <a:gd name="T11" fmla="*/ 4 h 9"/>
                                      <a:gd name="T12" fmla="*/ 0 w 9"/>
                                      <a:gd name="T13" fmla="*/ 6 h 9"/>
                                      <a:gd name="T14" fmla="*/ 2 w 9"/>
                                      <a:gd name="T15" fmla="*/ 7 h 9"/>
                                      <a:gd name="T16" fmla="*/ 3 w 9"/>
                                      <a:gd name="T17" fmla="*/ 9 h 9"/>
                                      <a:gd name="T18" fmla="*/ 3 w 9"/>
                                      <a:gd name="T19" fmla="*/ 9 h 9"/>
                                      <a:gd name="T20" fmla="*/ 4 w 9"/>
                                      <a:gd name="T21" fmla="*/ 9 h 9"/>
                                      <a:gd name="T22" fmla="*/ 6 w 9"/>
                                      <a:gd name="T23" fmla="*/ 7 h 9"/>
                                      <a:gd name="T24" fmla="*/ 7 w 9"/>
                                      <a:gd name="T25" fmla="*/ 6 h 9"/>
                                      <a:gd name="T26" fmla="*/ 9 w 9"/>
                                      <a:gd name="T27" fmla="*/ 4 h 9"/>
                                      <a:gd name="T28" fmla="*/ 9 w 9"/>
                                      <a:gd name="T29" fmla="*/ 3 h 9"/>
                                      <a:gd name="T30" fmla="*/ 7 w 9"/>
                                      <a:gd name="T31" fmla="*/ 2 h 9"/>
                                      <a:gd name="T32" fmla="*/ 6 w 9"/>
                                      <a:gd name="T33" fmla="*/ 0 h 9"/>
                                      <a:gd name="T34" fmla="*/ 4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4" y="0"/>
                                        </a:moveTo>
                                        <a:lnTo>
                                          <a:pt x="3" y="0"/>
                                        </a:lnTo>
                                        <a:lnTo>
                                          <a:pt x="2" y="0"/>
                                        </a:lnTo>
                                        <a:lnTo>
                                          <a:pt x="0" y="2"/>
                                        </a:lnTo>
                                        <a:lnTo>
                                          <a:pt x="0" y="3"/>
                                        </a:lnTo>
                                        <a:lnTo>
                                          <a:pt x="0" y="4"/>
                                        </a:lnTo>
                                        <a:lnTo>
                                          <a:pt x="0" y="6"/>
                                        </a:lnTo>
                                        <a:lnTo>
                                          <a:pt x="2" y="7"/>
                                        </a:lnTo>
                                        <a:lnTo>
                                          <a:pt x="3" y="9"/>
                                        </a:lnTo>
                                        <a:lnTo>
                                          <a:pt x="4" y="9"/>
                                        </a:lnTo>
                                        <a:lnTo>
                                          <a:pt x="6" y="7"/>
                                        </a:lnTo>
                                        <a:lnTo>
                                          <a:pt x="7" y="6"/>
                                        </a:lnTo>
                                        <a:lnTo>
                                          <a:pt x="9" y="4"/>
                                        </a:lnTo>
                                        <a:lnTo>
                                          <a:pt x="9" y="3"/>
                                        </a:lnTo>
                                        <a:lnTo>
                                          <a:pt x="7" y="2"/>
                                        </a:lnTo>
                                        <a:lnTo>
                                          <a:pt x="6"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99" name="Freeform 208"/>
                                  <p:cNvSpPr>
                                    <a:spLocks/>
                                  </p:cNvSpPr>
                                  <p:nvPr/>
                                </p:nvSpPr>
                                <p:spPr bwMode="auto">
                                  <a:xfrm>
                                    <a:off x="3881" y="1854"/>
                                    <a:ext cx="9" cy="9"/>
                                  </a:xfrm>
                                  <a:custGeom>
                                    <a:avLst/>
                                    <a:gdLst>
                                      <a:gd name="T0" fmla="*/ 6 w 9"/>
                                      <a:gd name="T1" fmla="*/ 0 h 9"/>
                                      <a:gd name="T2" fmla="*/ 4 w 9"/>
                                      <a:gd name="T3" fmla="*/ 0 h 9"/>
                                      <a:gd name="T4" fmla="*/ 3 w 9"/>
                                      <a:gd name="T5" fmla="*/ 0 h 9"/>
                                      <a:gd name="T6" fmla="*/ 2 w 9"/>
                                      <a:gd name="T7" fmla="*/ 0 h 9"/>
                                      <a:gd name="T8" fmla="*/ 0 w 9"/>
                                      <a:gd name="T9" fmla="*/ 2 h 9"/>
                                      <a:gd name="T10" fmla="*/ 0 w 9"/>
                                      <a:gd name="T11" fmla="*/ 3 h 9"/>
                                      <a:gd name="T12" fmla="*/ 0 w 9"/>
                                      <a:gd name="T13" fmla="*/ 5 h 9"/>
                                      <a:gd name="T14" fmla="*/ 0 w 9"/>
                                      <a:gd name="T15" fmla="*/ 6 h 9"/>
                                      <a:gd name="T16" fmla="*/ 2 w 9"/>
                                      <a:gd name="T17" fmla="*/ 8 h 9"/>
                                      <a:gd name="T18" fmla="*/ 2 w 9"/>
                                      <a:gd name="T19" fmla="*/ 8 h 9"/>
                                      <a:gd name="T20" fmla="*/ 3 w 9"/>
                                      <a:gd name="T21" fmla="*/ 9 h 9"/>
                                      <a:gd name="T22" fmla="*/ 4 w 9"/>
                                      <a:gd name="T23" fmla="*/ 9 h 9"/>
                                      <a:gd name="T24" fmla="*/ 6 w 9"/>
                                      <a:gd name="T25" fmla="*/ 8 h 9"/>
                                      <a:gd name="T26" fmla="*/ 7 w 9"/>
                                      <a:gd name="T27" fmla="*/ 6 h 9"/>
                                      <a:gd name="T28" fmla="*/ 9 w 9"/>
                                      <a:gd name="T29" fmla="*/ 5 h 9"/>
                                      <a:gd name="T30" fmla="*/ 9 w 9"/>
                                      <a:gd name="T31" fmla="*/ 3 h 9"/>
                                      <a:gd name="T32" fmla="*/ 7 w 9"/>
                                      <a:gd name="T33" fmla="*/ 2 h 9"/>
                                      <a:gd name="T34" fmla="*/ 6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6" y="0"/>
                                        </a:moveTo>
                                        <a:lnTo>
                                          <a:pt x="4" y="0"/>
                                        </a:lnTo>
                                        <a:lnTo>
                                          <a:pt x="3" y="0"/>
                                        </a:lnTo>
                                        <a:lnTo>
                                          <a:pt x="2" y="0"/>
                                        </a:lnTo>
                                        <a:lnTo>
                                          <a:pt x="0" y="2"/>
                                        </a:lnTo>
                                        <a:lnTo>
                                          <a:pt x="0" y="3"/>
                                        </a:lnTo>
                                        <a:lnTo>
                                          <a:pt x="0" y="5"/>
                                        </a:lnTo>
                                        <a:lnTo>
                                          <a:pt x="0" y="6"/>
                                        </a:lnTo>
                                        <a:lnTo>
                                          <a:pt x="2" y="8"/>
                                        </a:lnTo>
                                        <a:lnTo>
                                          <a:pt x="3" y="9"/>
                                        </a:lnTo>
                                        <a:lnTo>
                                          <a:pt x="4" y="9"/>
                                        </a:lnTo>
                                        <a:lnTo>
                                          <a:pt x="6" y="8"/>
                                        </a:lnTo>
                                        <a:lnTo>
                                          <a:pt x="7" y="6"/>
                                        </a:lnTo>
                                        <a:lnTo>
                                          <a:pt x="9" y="5"/>
                                        </a:lnTo>
                                        <a:lnTo>
                                          <a:pt x="9" y="3"/>
                                        </a:lnTo>
                                        <a:lnTo>
                                          <a:pt x="7" y="2"/>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00" name="Freeform 209"/>
                                  <p:cNvSpPr>
                                    <a:spLocks/>
                                  </p:cNvSpPr>
                                  <p:nvPr/>
                                </p:nvSpPr>
                                <p:spPr bwMode="auto">
                                  <a:xfrm>
                                    <a:off x="3896" y="1862"/>
                                    <a:ext cx="8" cy="8"/>
                                  </a:xfrm>
                                  <a:custGeom>
                                    <a:avLst/>
                                    <a:gdLst>
                                      <a:gd name="T0" fmla="*/ 7 w 8"/>
                                      <a:gd name="T1" fmla="*/ 1 h 8"/>
                                      <a:gd name="T2" fmla="*/ 5 w 8"/>
                                      <a:gd name="T3" fmla="*/ 0 h 8"/>
                                      <a:gd name="T4" fmla="*/ 4 w 8"/>
                                      <a:gd name="T5" fmla="*/ 0 h 8"/>
                                      <a:gd name="T6" fmla="*/ 3 w 8"/>
                                      <a:gd name="T7" fmla="*/ 1 h 8"/>
                                      <a:gd name="T8" fmla="*/ 1 w 8"/>
                                      <a:gd name="T9" fmla="*/ 3 h 8"/>
                                      <a:gd name="T10" fmla="*/ 0 w 8"/>
                                      <a:gd name="T11" fmla="*/ 4 h 8"/>
                                      <a:gd name="T12" fmla="*/ 0 w 8"/>
                                      <a:gd name="T13" fmla="*/ 5 h 8"/>
                                      <a:gd name="T14" fmla="*/ 1 w 8"/>
                                      <a:gd name="T15" fmla="*/ 7 h 8"/>
                                      <a:gd name="T16" fmla="*/ 3 w 8"/>
                                      <a:gd name="T17" fmla="*/ 8 h 8"/>
                                      <a:gd name="T18" fmla="*/ 3 w 8"/>
                                      <a:gd name="T19" fmla="*/ 8 h 8"/>
                                      <a:gd name="T20" fmla="*/ 4 w 8"/>
                                      <a:gd name="T21" fmla="*/ 8 h 8"/>
                                      <a:gd name="T22" fmla="*/ 5 w 8"/>
                                      <a:gd name="T23" fmla="*/ 8 h 8"/>
                                      <a:gd name="T24" fmla="*/ 7 w 8"/>
                                      <a:gd name="T25" fmla="*/ 8 h 8"/>
                                      <a:gd name="T26" fmla="*/ 8 w 8"/>
                                      <a:gd name="T27" fmla="*/ 7 h 8"/>
                                      <a:gd name="T28" fmla="*/ 8 w 8"/>
                                      <a:gd name="T29" fmla="*/ 5 h 8"/>
                                      <a:gd name="T30" fmla="*/ 8 w 8"/>
                                      <a:gd name="T31" fmla="*/ 4 h 8"/>
                                      <a:gd name="T32" fmla="*/ 8 w 8"/>
                                      <a:gd name="T33" fmla="*/ 3 h 8"/>
                                      <a:gd name="T34" fmla="*/ 7 w 8"/>
                                      <a:gd name="T35" fmla="*/ 1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8"/>
                                      <a:gd name="T56" fmla="*/ 8 w 8"/>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8">
                                        <a:moveTo>
                                          <a:pt x="7" y="1"/>
                                        </a:moveTo>
                                        <a:lnTo>
                                          <a:pt x="5" y="0"/>
                                        </a:lnTo>
                                        <a:lnTo>
                                          <a:pt x="4" y="0"/>
                                        </a:lnTo>
                                        <a:lnTo>
                                          <a:pt x="3" y="1"/>
                                        </a:lnTo>
                                        <a:lnTo>
                                          <a:pt x="1" y="3"/>
                                        </a:lnTo>
                                        <a:lnTo>
                                          <a:pt x="0" y="4"/>
                                        </a:lnTo>
                                        <a:lnTo>
                                          <a:pt x="0" y="5"/>
                                        </a:lnTo>
                                        <a:lnTo>
                                          <a:pt x="1" y="7"/>
                                        </a:lnTo>
                                        <a:lnTo>
                                          <a:pt x="3" y="8"/>
                                        </a:lnTo>
                                        <a:lnTo>
                                          <a:pt x="4" y="8"/>
                                        </a:lnTo>
                                        <a:lnTo>
                                          <a:pt x="5" y="8"/>
                                        </a:lnTo>
                                        <a:lnTo>
                                          <a:pt x="7" y="8"/>
                                        </a:lnTo>
                                        <a:lnTo>
                                          <a:pt x="8" y="7"/>
                                        </a:lnTo>
                                        <a:lnTo>
                                          <a:pt x="8" y="5"/>
                                        </a:lnTo>
                                        <a:lnTo>
                                          <a:pt x="8" y="4"/>
                                        </a:lnTo>
                                        <a:lnTo>
                                          <a:pt x="8" y="3"/>
                                        </a:lnTo>
                                        <a:lnTo>
                                          <a:pt x="7"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01" name="Freeform 210"/>
                                  <p:cNvSpPr>
                                    <a:spLocks/>
                                  </p:cNvSpPr>
                                  <p:nvPr/>
                                </p:nvSpPr>
                                <p:spPr bwMode="auto">
                                  <a:xfrm>
                                    <a:off x="3912" y="1870"/>
                                    <a:ext cx="8" cy="9"/>
                                  </a:xfrm>
                                  <a:custGeom>
                                    <a:avLst/>
                                    <a:gdLst>
                                      <a:gd name="T0" fmla="*/ 5 w 8"/>
                                      <a:gd name="T1" fmla="*/ 2 h 9"/>
                                      <a:gd name="T2" fmla="*/ 4 w 8"/>
                                      <a:gd name="T3" fmla="*/ 0 h 9"/>
                                      <a:gd name="T4" fmla="*/ 3 w 8"/>
                                      <a:gd name="T5" fmla="*/ 0 h 9"/>
                                      <a:gd name="T6" fmla="*/ 1 w 8"/>
                                      <a:gd name="T7" fmla="*/ 2 h 9"/>
                                      <a:gd name="T8" fmla="*/ 0 w 8"/>
                                      <a:gd name="T9" fmla="*/ 3 h 9"/>
                                      <a:gd name="T10" fmla="*/ 0 w 8"/>
                                      <a:gd name="T11" fmla="*/ 5 h 9"/>
                                      <a:gd name="T12" fmla="*/ 0 w 8"/>
                                      <a:gd name="T13" fmla="*/ 6 h 9"/>
                                      <a:gd name="T14" fmla="*/ 0 w 8"/>
                                      <a:gd name="T15" fmla="*/ 8 h 9"/>
                                      <a:gd name="T16" fmla="*/ 1 w 8"/>
                                      <a:gd name="T17" fmla="*/ 9 h 9"/>
                                      <a:gd name="T18" fmla="*/ 1 w 8"/>
                                      <a:gd name="T19" fmla="*/ 9 h 9"/>
                                      <a:gd name="T20" fmla="*/ 3 w 8"/>
                                      <a:gd name="T21" fmla="*/ 9 h 9"/>
                                      <a:gd name="T22" fmla="*/ 4 w 8"/>
                                      <a:gd name="T23" fmla="*/ 9 h 9"/>
                                      <a:gd name="T24" fmla="*/ 5 w 8"/>
                                      <a:gd name="T25" fmla="*/ 9 h 9"/>
                                      <a:gd name="T26" fmla="*/ 7 w 8"/>
                                      <a:gd name="T27" fmla="*/ 8 h 9"/>
                                      <a:gd name="T28" fmla="*/ 8 w 8"/>
                                      <a:gd name="T29" fmla="*/ 6 h 9"/>
                                      <a:gd name="T30" fmla="*/ 8 w 8"/>
                                      <a:gd name="T31" fmla="*/ 5 h 9"/>
                                      <a:gd name="T32" fmla="*/ 7 w 8"/>
                                      <a:gd name="T33" fmla="*/ 3 h 9"/>
                                      <a:gd name="T34" fmla="*/ 5 w 8"/>
                                      <a:gd name="T35" fmla="*/ 2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5" y="2"/>
                                        </a:moveTo>
                                        <a:lnTo>
                                          <a:pt x="4" y="0"/>
                                        </a:lnTo>
                                        <a:lnTo>
                                          <a:pt x="3" y="0"/>
                                        </a:lnTo>
                                        <a:lnTo>
                                          <a:pt x="1" y="2"/>
                                        </a:lnTo>
                                        <a:lnTo>
                                          <a:pt x="0" y="3"/>
                                        </a:lnTo>
                                        <a:lnTo>
                                          <a:pt x="0" y="5"/>
                                        </a:lnTo>
                                        <a:lnTo>
                                          <a:pt x="0" y="6"/>
                                        </a:lnTo>
                                        <a:lnTo>
                                          <a:pt x="0" y="8"/>
                                        </a:lnTo>
                                        <a:lnTo>
                                          <a:pt x="1" y="9"/>
                                        </a:lnTo>
                                        <a:lnTo>
                                          <a:pt x="3" y="9"/>
                                        </a:lnTo>
                                        <a:lnTo>
                                          <a:pt x="4" y="9"/>
                                        </a:lnTo>
                                        <a:lnTo>
                                          <a:pt x="5" y="9"/>
                                        </a:lnTo>
                                        <a:lnTo>
                                          <a:pt x="7" y="8"/>
                                        </a:lnTo>
                                        <a:lnTo>
                                          <a:pt x="8" y="6"/>
                                        </a:lnTo>
                                        <a:lnTo>
                                          <a:pt x="8" y="5"/>
                                        </a:lnTo>
                                        <a:lnTo>
                                          <a:pt x="7" y="3"/>
                                        </a:lnTo>
                                        <a:lnTo>
                                          <a:pt x="5"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02" name="Freeform 211"/>
                                  <p:cNvSpPr>
                                    <a:spLocks/>
                                  </p:cNvSpPr>
                                  <p:nvPr/>
                                </p:nvSpPr>
                                <p:spPr bwMode="auto">
                                  <a:xfrm>
                                    <a:off x="3926" y="1879"/>
                                    <a:ext cx="9" cy="9"/>
                                  </a:xfrm>
                                  <a:custGeom>
                                    <a:avLst/>
                                    <a:gdLst>
                                      <a:gd name="T0" fmla="*/ 7 w 9"/>
                                      <a:gd name="T1" fmla="*/ 0 h 9"/>
                                      <a:gd name="T2" fmla="*/ 6 w 9"/>
                                      <a:gd name="T3" fmla="*/ 0 h 9"/>
                                      <a:gd name="T4" fmla="*/ 4 w 9"/>
                                      <a:gd name="T5" fmla="*/ 0 h 9"/>
                                      <a:gd name="T6" fmla="*/ 3 w 9"/>
                                      <a:gd name="T7" fmla="*/ 0 h 9"/>
                                      <a:gd name="T8" fmla="*/ 2 w 9"/>
                                      <a:gd name="T9" fmla="*/ 2 h 9"/>
                                      <a:gd name="T10" fmla="*/ 0 w 9"/>
                                      <a:gd name="T11" fmla="*/ 3 h 9"/>
                                      <a:gd name="T12" fmla="*/ 0 w 9"/>
                                      <a:gd name="T13" fmla="*/ 4 h 9"/>
                                      <a:gd name="T14" fmla="*/ 2 w 9"/>
                                      <a:gd name="T15" fmla="*/ 6 h 9"/>
                                      <a:gd name="T16" fmla="*/ 3 w 9"/>
                                      <a:gd name="T17" fmla="*/ 7 h 9"/>
                                      <a:gd name="T18" fmla="*/ 3 w 9"/>
                                      <a:gd name="T19" fmla="*/ 7 h 9"/>
                                      <a:gd name="T20" fmla="*/ 4 w 9"/>
                                      <a:gd name="T21" fmla="*/ 9 h 9"/>
                                      <a:gd name="T22" fmla="*/ 6 w 9"/>
                                      <a:gd name="T23" fmla="*/ 9 h 9"/>
                                      <a:gd name="T24" fmla="*/ 7 w 9"/>
                                      <a:gd name="T25" fmla="*/ 7 h 9"/>
                                      <a:gd name="T26" fmla="*/ 9 w 9"/>
                                      <a:gd name="T27" fmla="*/ 6 h 9"/>
                                      <a:gd name="T28" fmla="*/ 9 w 9"/>
                                      <a:gd name="T29" fmla="*/ 4 h 9"/>
                                      <a:gd name="T30" fmla="*/ 9 w 9"/>
                                      <a:gd name="T31" fmla="*/ 3 h 9"/>
                                      <a:gd name="T32" fmla="*/ 9 w 9"/>
                                      <a:gd name="T33" fmla="*/ 2 h 9"/>
                                      <a:gd name="T34" fmla="*/ 7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7" y="0"/>
                                        </a:moveTo>
                                        <a:lnTo>
                                          <a:pt x="6" y="0"/>
                                        </a:lnTo>
                                        <a:lnTo>
                                          <a:pt x="4" y="0"/>
                                        </a:lnTo>
                                        <a:lnTo>
                                          <a:pt x="3" y="0"/>
                                        </a:lnTo>
                                        <a:lnTo>
                                          <a:pt x="2" y="2"/>
                                        </a:lnTo>
                                        <a:lnTo>
                                          <a:pt x="0" y="3"/>
                                        </a:lnTo>
                                        <a:lnTo>
                                          <a:pt x="0" y="4"/>
                                        </a:lnTo>
                                        <a:lnTo>
                                          <a:pt x="2" y="6"/>
                                        </a:lnTo>
                                        <a:lnTo>
                                          <a:pt x="3" y="7"/>
                                        </a:lnTo>
                                        <a:lnTo>
                                          <a:pt x="4" y="9"/>
                                        </a:lnTo>
                                        <a:lnTo>
                                          <a:pt x="6" y="9"/>
                                        </a:lnTo>
                                        <a:lnTo>
                                          <a:pt x="7" y="7"/>
                                        </a:lnTo>
                                        <a:lnTo>
                                          <a:pt x="9" y="6"/>
                                        </a:lnTo>
                                        <a:lnTo>
                                          <a:pt x="9" y="4"/>
                                        </a:lnTo>
                                        <a:lnTo>
                                          <a:pt x="9" y="3"/>
                                        </a:lnTo>
                                        <a:lnTo>
                                          <a:pt x="9" y="2"/>
                                        </a:lnTo>
                                        <a:lnTo>
                                          <a:pt x="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03" name="Freeform 212"/>
                                  <p:cNvSpPr>
                                    <a:spLocks/>
                                  </p:cNvSpPr>
                                  <p:nvPr/>
                                </p:nvSpPr>
                                <p:spPr bwMode="auto">
                                  <a:xfrm>
                                    <a:off x="3942" y="1886"/>
                                    <a:ext cx="9" cy="9"/>
                                  </a:xfrm>
                                  <a:custGeom>
                                    <a:avLst/>
                                    <a:gdLst>
                                      <a:gd name="T0" fmla="*/ 6 w 9"/>
                                      <a:gd name="T1" fmla="*/ 0 h 9"/>
                                      <a:gd name="T2" fmla="*/ 4 w 9"/>
                                      <a:gd name="T3" fmla="*/ 0 h 9"/>
                                      <a:gd name="T4" fmla="*/ 3 w 9"/>
                                      <a:gd name="T5" fmla="*/ 0 h 9"/>
                                      <a:gd name="T6" fmla="*/ 2 w 9"/>
                                      <a:gd name="T7" fmla="*/ 2 h 9"/>
                                      <a:gd name="T8" fmla="*/ 0 w 9"/>
                                      <a:gd name="T9" fmla="*/ 3 h 9"/>
                                      <a:gd name="T10" fmla="*/ 0 w 9"/>
                                      <a:gd name="T11" fmla="*/ 5 h 9"/>
                                      <a:gd name="T12" fmla="*/ 2 w 9"/>
                                      <a:gd name="T13" fmla="*/ 6 h 9"/>
                                      <a:gd name="T14" fmla="*/ 3 w 9"/>
                                      <a:gd name="T15" fmla="*/ 8 h 9"/>
                                      <a:gd name="T16" fmla="*/ 4 w 9"/>
                                      <a:gd name="T17" fmla="*/ 9 h 9"/>
                                      <a:gd name="T18" fmla="*/ 4 w 9"/>
                                      <a:gd name="T19" fmla="*/ 9 h 9"/>
                                      <a:gd name="T20" fmla="*/ 6 w 9"/>
                                      <a:gd name="T21" fmla="*/ 9 h 9"/>
                                      <a:gd name="T22" fmla="*/ 7 w 9"/>
                                      <a:gd name="T23" fmla="*/ 8 h 9"/>
                                      <a:gd name="T24" fmla="*/ 9 w 9"/>
                                      <a:gd name="T25" fmla="*/ 6 h 9"/>
                                      <a:gd name="T26" fmla="*/ 9 w 9"/>
                                      <a:gd name="T27" fmla="*/ 5 h 9"/>
                                      <a:gd name="T28" fmla="*/ 9 w 9"/>
                                      <a:gd name="T29" fmla="*/ 3 h 9"/>
                                      <a:gd name="T30" fmla="*/ 9 w 9"/>
                                      <a:gd name="T31" fmla="*/ 2 h 9"/>
                                      <a:gd name="T32" fmla="*/ 7 w 9"/>
                                      <a:gd name="T33" fmla="*/ 0 h 9"/>
                                      <a:gd name="T34" fmla="*/ 6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6" y="0"/>
                                        </a:moveTo>
                                        <a:lnTo>
                                          <a:pt x="4" y="0"/>
                                        </a:lnTo>
                                        <a:lnTo>
                                          <a:pt x="3" y="0"/>
                                        </a:lnTo>
                                        <a:lnTo>
                                          <a:pt x="2" y="2"/>
                                        </a:lnTo>
                                        <a:lnTo>
                                          <a:pt x="0" y="3"/>
                                        </a:lnTo>
                                        <a:lnTo>
                                          <a:pt x="0" y="5"/>
                                        </a:lnTo>
                                        <a:lnTo>
                                          <a:pt x="2" y="6"/>
                                        </a:lnTo>
                                        <a:lnTo>
                                          <a:pt x="3" y="8"/>
                                        </a:lnTo>
                                        <a:lnTo>
                                          <a:pt x="4" y="9"/>
                                        </a:lnTo>
                                        <a:lnTo>
                                          <a:pt x="6" y="9"/>
                                        </a:lnTo>
                                        <a:lnTo>
                                          <a:pt x="7" y="8"/>
                                        </a:lnTo>
                                        <a:lnTo>
                                          <a:pt x="9" y="6"/>
                                        </a:lnTo>
                                        <a:lnTo>
                                          <a:pt x="9" y="5"/>
                                        </a:lnTo>
                                        <a:lnTo>
                                          <a:pt x="9" y="3"/>
                                        </a:lnTo>
                                        <a:lnTo>
                                          <a:pt x="9" y="2"/>
                                        </a:lnTo>
                                        <a:lnTo>
                                          <a:pt x="7" y="0"/>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grpSp>
                          </p:grpSp>
                        </p:grpSp>
                      </p:grpSp>
                    </p:grpSp>
                    <p:grpSp>
                      <p:nvGrpSpPr>
                        <p:cNvPr id="35" name="Group 292"/>
                        <p:cNvGrpSpPr>
                          <a:grpSpLocks/>
                        </p:cNvGrpSpPr>
                        <p:nvPr/>
                      </p:nvGrpSpPr>
                      <p:grpSpPr bwMode="auto">
                        <a:xfrm>
                          <a:off x="5656263" y="3135313"/>
                          <a:ext cx="652462" cy="247650"/>
                          <a:chOff x="3575" y="1927"/>
                          <a:chExt cx="411" cy="156"/>
                        </a:xfrm>
                      </p:grpSpPr>
                      <p:sp>
                        <p:nvSpPr>
                          <p:cNvPr id="36" name="Freeform 293"/>
                          <p:cNvSpPr>
                            <a:spLocks/>
                          </p:cNvSpPr>
                          <p:nvPr/>
                        </p:nvSpPr>
                        <p:spPr bwMode="auto">
                          <a:xfrm>
                            <a:off x="3977" y="1927"/>
                            <a:ext cx="9" cy="9"/>
                          </a:xfrm>
                          <a:custGeom>
                            <a:avLst/>
                            <a:gdLst>
                              <a:gd name="T0" fmla="*/ 7 w 9"/>
                              <a:gd name="T1" fmla="*/ 9 h 9"/>
                              <a:gd name="T2" fmla="*/ 7 w 9"/>
                              <a:gd name="T3" fmla="*/ 6 h 9"/>
                              <a:gd name="T4" fmla="*/ 9 w 9"/>
                              <a:gd name="T5" fmla="*/ 4 h 9"/>
                              <a:gd name="T6" fmla="*/ 9 w 9"/>
                              <a:gd name="T7" fmla="*/ 4 h 9"/>
                              <a:gd name="T8" fmla="*/ 7 w 9"/>
                              <a:gd name="T9" fmla="*/ 3 h 9"/>
                              <a:gd name="T10" fmla="*/ 6 w 9"/>
                              <a:gd name="T11" fmla="*/ 2 h 9"/>
                              <a:gd name="T12" fmla="*/ 4 w 9"/>
                              <a:gd name="T13" fmla="*/ 0 h 9"/>
                              <a:gd name="T14" fmla="*/ 4 w 9"/>
                              <a:gd name="T15" fmla="*/ 0 h 9"/>
                              <a:gd name="T16" fmla="*/ 3 w 9"/>
                              <a:gd name="T17" fmla="*/ 2 h 9"/>
                              <a:gd name="T18" fmla="*/ 1 w 9"/>
                              <a:gd name="T19" fmla="*/ 2 h 9"/>
                              <a:gd name="T20" fmla="*/ 0 w 9"/>
                              <a:gd name="T21" fmla="*/ 3 h 9"/>
                              <a:gd name="T22" fmla="*/ 0 w 9"/>
                              <a:gd name="T23" fmla="*/ 4 h 9"/>
                              <a:gd name="T24" fmla="*/ 0 w 9"/>
                              <a:gd name="T25" fmla="*/ 6 h 9"/>
                              <a:gd name="T26" fmla="*/ 0 w 9"/>
                              <a:gd name="T27" fmla="*/ 7 h 9"/>
                              <a:gd name="T28" fmla="*/ 1 w 9"/>
                              <a:gd name="T29" fmla="*/ 9 h 9"/>
                              <a:gd name="T30" fmla="*/ 3 w 9"/>
                              <a:gd name="T31" fmla="*/ 9 h 9"/>
                              <a:gd name="T32" fmla="*/ 4 w 9"/>
                              <a:gd name="T33" fmla="*/ 9 h 9"/>
                              <a:gd name="T34" fmla="*/ 6 w 9"/>
                              <a:gd name="T35" fmla="*/ 9 h 9"/>
                              <a:gd name="T36" fmla="*/ 7 w 9"/>
                              <a:gd name="T37" fmla="*/ 9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9"/>
                              <a:gd name="T58" fmla="*/ 0 h 9"/>
                              <a:gd name="T59" fmla="*/ 9 w 9"/>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9" h="9">
                                <a:moveTo>
                                  <a:pt x="7" y="9"/>
                                </a:moveTo>
                                <a:lnTo>
                                  <a:pt x="7" y="6"/>
                                </a:lnTo>
                                <a:lnTo>
                                  <a:pt x="9" y="4"/>
                                </a:lnTo>
                                <a:lnTo>
                                  <a:pt x="7" y="3"/>
                                </a:lnTo>
                                <a:lnTo>
                                  <a:pt x="6" y="2"/>
                                </a:lnTo>
                                <a:lnTo>
                                  <a:pt x="4" y="0"/>
                                </a:lnTo>
                                <a:lnTo>
                                  <a:pt x="3" y="2"/>
                                </a:lnTo>
                                <a:lnTo>
                                  <a:pt x="1" y="2"/>
                                </a:lnTo>
                                <a:lnTo>
                                  <a:pt x="0" y="3"/>
                                </a:lnTo>
                                <a:lnTo>
                                  <a:pt x="0" y="4"/>
                                </a:lnTo>
                                <a:lnTo>
                                  <a:pt x="0" y="6"/>
                                </a:lnTo>
                                <a:lnTo>
                                  <a:pt x="0" y="7"/>
                                </a:lnTo>
                                <a:lnTo>
                                  <a:pt x="1" y="9"/>
                                </a:lnTo>
                                <a:lnTo>
                                  <a:pt x="3" y="9"/>
                                </a:lnTo>
                                <a:lnTo>
                                  <a:pt x="4" y="9"/>
                                </a:lnTo>
                                <a:lnTo>
                                  <a:pt x="6" y="9"/>
                                </a:lnTo>
                                <a:lnTo>
                                  <a:pt x="7"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7" name="Freeform 294"/>
                          <p:cNvSpPr>
                            <a:spLocks/>
                          </p:cNvSpPr>
                          <p:nvPr/>
                        </p:nvSpPr>
                        <p:spPr bwMode="auto">
                          <a:xfrm>
                            <a:off x="3964" y="1939"/>
                            <a:ext cx="9" cy="8"/>
                          </a:xfrm>
                          <a:custGeom>
                            <a:avLst/>
                            <a:gdLst>
                              <a:gd name="T0" fmla="*/ 7 w 9"/>
                              <a:gd name="T1" fmla="*/ 8 h 8"/>
                              <a:gd name="T2" fmla="*/ 9 w 9"/>
                              <a:gd name="T3" fmla="*/ 7 h 8"/>
                              <a:gd name="T4" fmla="*/ 9 w 9"/>
                              <a:gd name="T5" fmla="*/ 5 h 8"/>
                              <a:gd name="T6" fmla="*/ 9 w 9"/>
                              <a:gd name="T7" fmla="*/ 4 h 8"/>
                              <a:gd name="T8" fmla="*/ 9 w 9"/>
                              <a:gd name="T9" fmla="*/ 3 h 8"/>
                              <a:gd name="T10" fmla="*/ 7 w 9"/>
                              <a:gd name="T11" fmla="*/ 1 h 8"/>
                              <a:gd name="T12" fmla="*/ 6 w 9"/>
                              <a:gd name="T13" fmla="*/ 0 h 8"/>
                              <a:gd name="T14" fmla="*/ 4 w 9"/>
                              <a:gd name="T15" fmla="*/ 0 h 8"/>
                              <a:gd name="T16" fmla="*/ 3 w 9"/>
                              <a:gd name="T17" fmla="*/ 1 h 8"/>
                              <a:gd name="T18" fmla="*/ 3 w 9"/>
                              <a:gd name="T19" fmla="*/ 1 h 8"/>
                              <a:gd name="T20" fmla="*/ 1 w 9"/>
                              <a:gd name="T21" fmla="*/ 3 h 8"/>
                              <a:gd name="T22" fmla="*/ 0 w 9"/>
                              <a:gd name="T23" fmla="*/ 4 h 8"/>
                              <a:gd name="T24" fmla="*/ 0 w 9"/>
                              <a:gd name="T25" fmla="*/ 5 h 8"/>
                              <a:gd name="T26" fmla="*/ 1 w 9"/>
                              <a:gd name="T27" fmla="*/ 7 h 8"/>
                              <a:gd name="T28" fmla="*/ 3 w 9"/>
                              <a:gd name="T29" fmla="*/ 8 h 8"/>
                              <a:gd name="T30" fmla="*/ 4 w 9"/>
                              <a:gd name="T31" fmla="*/ 8 h 8"/>
                              <a:gd name="T32" fmla="*/ 6 w 9"/>
                              <a:gd name="T33" fmla="*/ 8 h 8"/>
                              <a:gd name="T34" fmla="*/ 7 w 9"/>
                              <a:gd name="T35" fmla="*/ 8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7" y="8"/>
                                </a:moveTo>
                                <a:lnTo>
                                  <a:pt x="9" y="7"/>
                                </a:lnTo>
                                <a:lnTo>
                                  <a:pt x="9" y="5"/>
                                </a:lnTo>
                                <a:lnTo>
                                  <a:pt x="9" y="4"/>
                                </a:lnTo>
                                <a:lnTo>
                                  <a:pt x="9" y="3"/>
                                </a:lnTo>
                                <a:lnTo>
                                  <a:pt x="7" y="1"/>
                                </a:lnTo>
                                <a:lnTo>
                                  <a:pt x="6" y="0"/>
                                </a:lnTo>
                                <a:lnTo>
                                  <a:pt x="4" y="0"/>
                                </a:lnTo>
                                <a:lnTo>
                                  <a:pt x="3" y="1"/>
                                </a:lnTo>
                                <a:lnTo>
                                  <a:pt x="1" y="3"/>
                                </a:lnTo>
                                <a:lnTo>
                                  <a:pt x="0" y="4"/>
                                </a:lnTo>
                                <a:lnTo>
                                  <a:pt x="0" y="5"/>
                                </a:lnTo>
                                <a:lnTo>
                                  <a:pt x="1" y="7"/>
                                </a:lnTo>
                                <a:lnTo>
                                  <a:pt x="3" y="8"/>
                                </a:lnTo>
                                <a:lnTo>
                                  <a:pt x="4" y="8"/>
                                </a:lnTo>
                                <a:lnTo>
                                  <a:pt x="6" y="8"/>
                                </a:lnTo>
                                <a:lnTo>
                                  <a:pt x="7"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8" name="Freeform 295"/>
                          <p:cNvSpPr>
                            <a:spLocks/>
                          </p:cNvSpPr>
                          <p:nvPr/>
                        </p:nvSpPr>
                        <p:spPr bwMode="auto">
                          <a:xfrm>
                            <a:off x="3952" y="1950"/>
                            <a:ext cx="9" cy="9"/>
                          </a:xfrm>
                          <a:custGeom>
                            <a:avLst/>
                            <a:gdLst>
                              <a:gd name="T0" fmla="*/ 8 w 9"/>
                              <a:gd name="T1" fmla="*/ 8 h 9"/>
                              <a:gd name="T2" fmla="*/ 9 w 9"/>
                              <a:gd name="T3" fmla="*/ 6 h 9"/>
                              <a:gd name="T4" fmla="*/ 9 w 9"/>
                              <a:gd name="T5" fmla="*/ 5 h 9"/>
                              <a:gd name="T6" fmla="*/ 8 w 9"/>
                              <a:gd name="T7" fmla="*/ 3 h 9"/>
                              <a:gd name="T8" fmla="*/ 6 w 9"/>
                              <a:gd name="T9" fmla="*/ 2 h 9"/>
                              <a:gd name="T10" fmla="*/ 5 w 9"/>
                              <a:gd name="T11" fmla="*/ 0 h 9"/>
                              <a:gd name="T12" fmla="*/ 3 w 9"/>
                              <a:gd name="T13" fmla="*/ 0 h 9"/>
                              <a:gd name="T14" fmla="*/ 2 w 9"/>
                              <a:gd name="T15" fmla="*/ 2 h 9"/>
                              <a:gd name="T16" fmla="*/ 0 w 9"/>
                              <a:gd name="T17" fmla="*/ 3 h 9"/>
                              <a:gd name="T18" fmla="*/ 0 w 9"/>
                              <a:gd name="T19" fmla="*/ 3 h 9"/>
                              <a:gd name="T20" fmla="*/ 0 w 9"/>
                              <a:gd name="T21" fmla="*/ 5 h 9"/>
                              <a:gd name="T22" fmla="*/ 0 w 9"/>
                              <a:gd name="T23" fmla="*/ 6 h 9"/>
                              <a:gd name="T24" fmla="*/ 0 w 9"/>
                              <a:gd name="T25" fmla="*/ 8 h 9"/>
                              <a:gd name="T26" fmla="*/ 2 w 9"/>
                              <a:gd name="T27" fmla="*/ 9 h 9"/>
                              <a:gd name="T28" fmla="*/ 3 w 9"/>
                              <a:gd name="T29" fmla="*/ 9 h 9"/>
                              <a:gd name="T30" fmla="*/ 5 w 9"/>
                              <a:gd name="T31" fmla="*/ 9 h 9"/>
                              <a:gd name="T32" fmla="*/ 6 w 9"/>
                              <a:gd name="T33" fmla="*/ 9 h 9"/>
                              <a:gd name="T34" fmla="*/ 8 w 9"/>
                              <a:gd name="T35" fmla="*/ 8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8" y="8"/>
                                </a:moveTo>
                                <a:lnTo>
                                  <a:pt x="9" y="6"/>
                                </a:lnTo>
                                <a:lnTo>
                                  <a:pt x="9" y="5"/>
                                </a:lnTo>
                                <a:lnTo>
                                  <a:pt x="8" y="3"/>
                                </a:lnTo>
                                <a:lnTo>
                                  <a:pt x="6" y="2"/>
                                </a:lnTo>
                                <a:lnTo>
                                  <a:pt x="5" y="0"/>
                                </a:lnTo>
                                <a:lnTo>
                                  <a:pt x="3" y="0"/>
                                </a:lnTo>
                                <a:lnTo>
                                  <a:pt x="2" y="2"/>
                                </a:lnTo>
                                <a:lnTo>
                                  <a:pt x="0" y="3"/>
                                </a:lnTo>
                                <a:lnTo>
                                  <a:pt x="0" y="5"/>
                                </a:lnTo>
                                <a:lnTo>
                                  <a:pt x="0" y="6"/>
                                </a:lnTo>
                                <a:lnTo>
                                  <a:pt x="0" y="8"/>
                                </a:lnTo>
                                <a:lnTo>
                                  <a:pt x="2" y="9"/>
                                </a:lnTo>
                                <a:lnTo>
                                  <a:pt x="3" y="9"/>
                                </a:lnTo>
                                <a:lnTo>
                                  <a:pt x="5" y="9"/>
                                </a:lnTo>
                                <a:lnTo>
                                  <a:pt x="6" y="9"/>
                                </a:lnTo>
                                <a:lnTo>
                                  <a:pt x="8"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9" name="Freeform 296"/>
                          <p:cNvSpPr>
                            <a:spLocks/>
                          </p:cNvSpPr>
                          <p:nvPr/>
                        </p:nvSpPr>
                        <p:spPr bwMode="auto">
                          <a:xfrm>
                            <a:off x="3939" y="1963"/>
                            <a:ext cx="9" cy="9"/>
                          </a:xfrm>
                          <a:custGeom>
                            <a:avLst/>
                            <a:gdLst>
                              <a:gd name="T0" fmla="*/ 9 w 9"/>
                              <a:gd name="T1" fmla="*/ 6 h 9"/>
                              <a:gd name="T2" fmla="*/ 9 w 9"/>
                              <a:gd name="T3" fmla="*/ 5 h 9"/>
                              <a:gd name="T4" fmla="*/ 9 w 9"/>
                              <a:gd name="T5" fmla="*/ 3 h 9"/>
                              <a:gd name="T6" fmla="*/ 9 w 9"/>
                              <a:gd name="T7" fmla="*/ 2 h 9"/>
                              <a:gd name="T8" fmla="*/ 7 w 9"/>
                              <a:gd name="T9" fmla="*/ 0 h 9"/>
                              <a:gd name="T10" fmla="*/ 6 w 9"/>
                              <a:gd name="T11" fmla="*/ 0 h 9"/>
                              <a:gd name="T12" fmla="*/ 5 w 9"/>
                              <a:gd name="T13" fmla="*/ 0 h 9"/>
                              <a:gd name="T14" fmla="*/ 3 w 9"/>
                              <a:gd name="T15" fmla="*/ 0 h 9"/>
                              <a:gd name="T16" fmla="*/ 2 w 9"/>
                              <a:gd name="T17" fmla="*/ 2 h 9"/>
                              <a:gd name="T18" fmla="*/ 2 w 9"/>
                              <a:gd name="T19" fmla="*/ 2 h 9"/>
                              <a:gd name="T20" fmla="*/ 0 w 9"/>
                              <a:gd name="T21" fmla="*/ 3 h 9"/>
                              <a:gd name="T22" fmla="*/ 0 w 9"/>
                              <a:gd name="T23" fmla="*/ 5 h 9"/>
                              <a:gd name="T24" fmla="*/ 2 w 9"/>
                              <a:gd name="T25" fmla="*/ 6 h 9"/>
                              <a:gd name="T26" fmla="*/ 3 w 9"/>
                              <a:gd name="T27" fmla="*/ 8 h 9"/>
                              <a:gd name="T28" fmla="*/ 5 w 9"/>
                              <a:gd name="T29" fmla="*/ 9 h 9"/>
                              <a:gd name="T30" fmla="*/ 6 w 9"/>
                              <a:gd name="T31" fmla="*/ 9 h 9"/>
                              <a:gd name="T32" fmla="*/ 7 w 9"/>
                              <a:gd name="T33" fmla="*/ 8 h 9"/>
                              <a:gd name="T34" fmla="*/ 9 w 9"/>
                              <a:gd name="T35" fmla="*/ 6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9" y="6"/>
                                </a:moveTo>
                                <a:lnTo>
                                  <a:pt x="9" y="5"/>
                                </a:lnTo>
                                <a:lnTo>
                                  <a:pt x="9" y="3"/>
                                </a:lnTo>
                                <a:lnTo>
                                  <a:pt x="9" y="2"/>
                                </a:lnTo>
                                <a:lnTo>
                                  <a:pt x="7" y="0"/>
                                </a:lnTo>
                                <a:lnTo>
                                  <a:pt x="6" y="0"/>
                                </a:lnTo>
                                <a:lnTo>
                                  <a:pt x="5" y="0"/>
                                </a:lnTo>
                                <a:lnTo>
                                  <a:pt x="3" y="0"/>
                                </a:lnTo>
                                <a:lnTo>
                                  <a:pt x="2" y="2"/>
                                </a:lnTo>
                                <a:lnTo>
                                  <a:pt x="0" y="3"/>
                                </a:lnTo>
                                <a:lnTo>
                                  <a:pt x="0" y="5"/>
                                </a:lnTo>
                                <a:lnTo>
                                  <a:pt x="2" y="6"/>
                                </a:lnTo>
                                <a:lnTo>
                                  <a:pt x="3" y="8"/>
                                </a:lnTo>
                                <a:lnTo>
                                  <a:pt x="5" y="9"/>
                                </a:lnTo>
                                <a:lnTo>
                                  <a:pt x="6" y="9"/>
                                </a:lnTo>
                                <a:lnTo>
                                  <a:pt x="7" y="8"/>
                                </a:lnTo>
                                <a:lnTo>
                                  <a:pt x="9"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40" name="Freeform 297"/>
                          <p:cNvSpPr>
                            <a:spLocks/>
                          </p:cNvSpPr>
                          <p:nvPr/>
                        </p:nvSpPr>
                        <p:spPr bwMode="auto">
                          <a:xfrm>
                            <a:off x="3928" y="1975"/>
                            <a:ext cx="8" cy="9"/>
                          </a:xfrm>
                          <a:custGeom>
                            <a:avLst/>
                            <a:gdLst>
                              <a:gd name="T0" fmla="*/ 7 w 8"/>
                              <a:gd name="T1" fmla="*/ 7 h 9"/>
                              <a:gd name="T2" fmla="*/ 8 w 8"/>
                              <a:gd name="T3" fmla="*/ 6 h 9"/>
                              <a:gd name="T4" fmla="*/ 8 w 8"/>
                              <a:gd name="T5" fmla="*/ 4 h 9"/>
                              <a:gd name="T6" fmla="*/ 7 w 8"/>
                              <a:gd name="T7" fmla="*/ 3 h 9"/>
                              <a:gd name="T8" fmla="*/ 5 w 8"/>
                              <a:gd name="T9" fmla="*/ 1 h 9"/>
                              <a:gd name="T10" fmla="*/ 4 w 8"/>
                              <a:gd name="T11" fmla="*/ 0 h 9"/>
                              <a:gd name="T12" fmla="*/ 2 w 8"/>
                              <a:gd name="T13" fmla="*/ 0 h 9"/>
                              <a:gd name="T14" fmla="*/ 1 w 8"/>
                              <a:gd name="T15" fmla="*/ 1 h 9"/>
                              <a:gd name="T16" fmla="*/ 0 w 8"/>
                              <a:gd name="T17" fmla="*/ 3 h 9"/>
                              <a:gd name="T18" fmla="*/ 0 w 8"/>
                              <a:gd name="T19" fmla="*/ 3 h 9"/>
                              <a:gd name="T20" fmla="*/ 0 w 8"/>
                              <a:gd name="T21" fmla="*/ 4 h 9"/>
                              <a:gd name="T22" fmla="*/ 0 w 8"/>
                              <a:gd name="T23" fmla="*/ 6 h 9"/>
                              <a:gd name="T24" fmla="*/ 0 w 8"/>
                              <a:gd name="T25" fmla="*/ 7 h 9"/>
                              <a:gd name="T26" fmla="*/ 1 w 8"/>
                              <a:gd name="T27" fmla="*/ 9 h 9"/>
                              <a:gd name="T28" fmla="*/ 2 w 8"/>
                              <a:gd name="T29" fmla="*/ 9 h 9"/>
                              <a:gd name="T30" fmla="*/ 4 w 8"/>
                              <a:gd name="T31" fmla="*/ 9 h 9"/>
                              <a:gd name="T32" fmla="*/ 5 w 8"/>
                              <a:gd name="T33" fmla="*/ 9 h 9"/>
                              <a:gd name="T34" fmla="*/ 7 w 8"/>
                              <a:gd name="T35" fmla="*/ 7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7" y="7"/>
                                </a:moveTo>
                                <a:lnTo>
                                  <a:pt x="8" y="6"/>
                                </a:lnTo>
                                <a:lnTo>
                                  <a:pt x="8" y="4"/>
                                </a:lnTo>
                                <a:lnTo>
                                  <a:pt x="7" y="3"/>
                                </a:lnTo>
                                <a:lnTo>
                                  <a:pt x="5" y="1"/>
                                </a:lnTo>
                                <a:lnTo>
                                  <a:pt x="4" y="0"/>
                                </a:lnTo>
                                <a:lnTo>
                                  <a:pt x="2" y="0"/>
                                </a:lnTo>
                                <a:lnTo>
                                  <a:pt x="1" y="1"/>
                                </a:lnTo>
                                <a:lnTo>
                                  <a:pt x="0" y="3"/>
                                </a:lnTo>
                                <a:lnTo>
                                  <a:pt x="0" y="4"/>
                                </a:lnTo>
                                <a:lnTo>
                                  <a:pt x="0" y="6"/>
                                </a:lnTo>
                                <a:lnTo>
                                  <a:pt x="0" y="7"/>
                                </a:lnTo>
                                <a:lnTo>
                                  <a:pt x="1" y="9"/>
                                </a:lnTo>
                                <a:lnTo>
                                  <a:pt x="2" y="9"/>
                                </a:lnTo>
                                <a:lnTo>
                                  <a:pt x="4" y="9"/>
                                </a:lnTo>
                                <a:lnTo>
                                  <a:pt x="5" y="9"/>
                                </a:lnTo>
                                <a:lnTo>
                                  <a:pt x="7"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41" name="Freeform 298"/>
                          <p:cNvSpPr>
                            <a:spLocks/>
                          </p:cNvSpPr>
                          <p:nvPr/>
                        </p:nvSpPr>
                        <p:spPr bwMode="auto">
                          <a:xfrm>
                            <a:off x="3915" y="1988"/>
                            <a:ext cx="8" cy="9"/>
                          </a:xfrm>
                          <a:custGeom>
                            <a:avLst/>
                            <a:gdLst>
                              <a:gd name="T0" fmla="*/ 7 w 8"/>
                              <a:gd name="T1" fmla="*/ 7 h 9"/>
                              <a:gd name="T2" fmla="*/ 8 w 8"/>
                              <a:gd name="T3" fmla="*/ 6 h 9"/>
                              <a:gd name="T4" fmla="*/ 8 w 8"/>
                              <a:gd name="T5" fmla="*/ 4 h 9"/>
                              <a:gd name="T6" fmla="*/ 8 w 8"/>
                              <a:gd name="T7" fmla="*/ 3 h 9"/>
                              <a:gd name="T8" fmla="*/ 8 w 8"/>
                              <a:gd name="T9" fmla="*/ 2 h 9"/>
                              <a:gd name="T10" fmla="*/ 7 w 8"/>
                              <a:gd name="T11" fmla="*/ 0 h 9"/>
                              <a:gd name="T12" fmla="*/ 5 w 8"/>
                              <a:gd name="T13" fmla="*/ 0 h 9"/>
                              <a:gd name="T14" fmla="*/ 4 w 8"/>
                              <a:gd name="T15" fmla="*/ 0 h 9"/>
                              <a:gd name="T16" fmla="*/ 2 w 8"/>
                              <a:gd name="T17" fmla="*/ 0 h 9"/>
                              <a:gd name="T18" fmla="*/ 2 w 8"/>
                              <a:gd name="T19" fmla="*/ 0 h 9"/>
                              <a:gd name="T20" fmla="*/ 1 w 8"/>
                              <a:gd name="T21" fmla="*/ 2 h 9"/>
                              <a:gd name="T22" fmla="*/ 0 w 8"/>
                              <a:gd name="T23" fmla="*/ 3 h 9"/>
                              <a:gd name="T24" fmla="*/ 0 w 8"/>
                              <a:gd name="T25" fmla="*/ 4 h 9"/>
                              <a:gd name="T26" fmla="*/ 1 w 8"/>
                              <a:gd name="T27" fmla="*/ 6 h 9"/>
                              <a:gd name="T28" fmla="*/ 2 w 8"/>
                              <a:gd name="T29" fmla="*/ 7 h 9"/>
                              <a:gd name="T30" fmla="*/ 4 w 8"/>
                              <a:gd name="T31" fmla="*/ 9 h 9"/>
                              <a:gd name="T32" fmla="*/ 5 w 8"/>
                              <a:gd name="T33" fmla="*/ 9 h 9"/>
                              <a:gd name="T34" fmla="*/ 7 w 8"/>
                              <a:gd name="T35" fmla="*/ 7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7" y="7"/>
                                </a:moveTo>
                                <a:lnTo>
                                  <a:pt x="8" y="6"/>
                                </a:lnTo>
                                <a:lnTo>
                                  <a:pt x="8" y="4"/>
                                </a:lnTo>
                                <a:lnTo>
                                  <a:pt x="8" y="3"/>
                                </a:lnTo>
                                <a:lnTo>
                                  <a:pt x="8" y="2"/>
                                </a:lnTo>
                                <a:lnTo>
                                  <a:pt x="7" y="0"/>
                                </a:lnTo>
                                <a:lnTo>
                                  <a:pt x="5" y="0"/>
                                </a:lnTo>
                                <a:lnTo>
                                  <a:pt x="4" y="0"/>
                                </a:lnTo>
                                <a:lnTo>
                                  <a:pt x="2" y="0"/>
                                </a:lnTo>
                                <a:lnTo>
                                  <a:pt x="1" y="2"/>
                                </a:lnTo>
                                <a:lnTo>
                                  <a:pt x="0" y="3"/>
                                </a:lnTo>
                                <a:lnTo>
                                  <a:pt x="0" y="4"/>
                                </a:lnTo>
                                <a:lnTo>
                                  <a:pt x="1" y="6"/>
                                </a:lnTo>
                                <a:lnTo>
                                  <a:pt x="2" y="7"/>
                                </a:lnTo>
                                <a:lnTo>
                                  <a:pt x="4" y="9"/>
                                </a:lnTo>
                                <a:lnTo>
                                  <a:pt x="5" y="9"/>
                                </a:lnTo>
                                <a:lnTo>
                                  <a:pt x="7"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42" name="Freeform 299"/>
                          <p:cNvSpPr>
                            <a:spLocks/>
                          </p:cNvSpPr>
                          <p:nvPr/>
                        </p:nvSpPr>
                        <p:spPr bwMode="auto">
                          <a:xfrm>
                            <a:off x="3901" y="2000"/>
                            <a:ext cx="9" cy="8"/>
                          </a:xfrm>
                          <a:custGeom>
                            <a:avLst/>
                            <a:gdLst>
                              <a:gd name="T0" fmla="*/ 8 w 9"/>
                              <a:gd name="T1" fmla="*/ 8 h 8"/>
                              <a:gd name="T2" fmla="*/ 9 w 9"/>
                              <a:gd name="T3" fmla="*/ 7 h 8"/>
                              <a:gd name="T4" fmla="*/ 9 w 9"/>
                              <a:gd name="T5" fmla="*/ 6 h 8"/>
                              <a:gd name="T6" fmla="*/ 9 w 9"/>
                              <a:gd name="T7" fmla="*/ 4 h 8"/>
                              <a:gd name="T8" fmla="*/ 9 w 9"/>
                              <a:gd name="T9" fmla="*/ 3 h 8"/>
                              <a:gd name="T10" fmla="*/ 8 w 9"/>
                              <a:gd name="T11" fmla="*/ 1 h 8"/>
                              <a:gd name="T12" fmla="*/ 6 w 9"/>
                              <a:gd name="T13" fmla="*/ 0 h 8"/>
                              <a:gd name="T14" fmla="*/ 5 w 9"/>
                              <a:gd name="T15" fmla="*/ 0 h 8"/>
                              <a:gd name="T16" fmla="*/ 3 w 9"/>
                              <a:gd name="T17" fmla="*/ 1 h 8"/>
                              <a:gd name="T18" fmla="*/ 3 w 9"/>
                              <a:gd name="T19" fmla="*/ 1 h 8"/>
                              <a:gd name="T20" fmla="*/ 2 w 9"/>
                              <a:gd name="T21" fmla="*/ 3 h 8"/>
                              <a:gd name="T22" fmla="*/ 0 w 9"/>
                              <a:gd name="T23" fmla="*/ 4 h 8"/>
                              <a:gd name="T24" fmla="*/ 0 w 9"/>
                              <a:gd name="T25" fmla="*/ 6 h 8"/>
                              <a:gd name="T26" fmla="*/ 2 w 9"/>
                              <a:gd name="T27" fmla="*/ 7 h 8"/>
                              <a:gd name="T28" fmla="*/ 3 w 9"/>
                              <a:gd name="T29" fmla="*/ 8 h 8"/>
                              <a:gd name="T30" fmla="*/ 5 w 9"/>
                              <a:gd name="T31" fmla="*/ 8 h 8"/>
                              <a:gd name="T32" fmla="*/ 6 w 9"/>
                              <a:gd name="T33" fmla="*/ 8 h 8"/>
                              <a:gd name="T34" fmla="*/ 8 w 9"/>
                              <a:gd name="T35" fmla="*/ 8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8" y="8"/>
                                </a:moveTo>
                                <a:lnTo>
                                  <a:pt x="9" y="7"/>
                                </a:lnTo>
                                <a:lnTo>
                                  <a:pt x="9" y="6"/>
                                </a:lnTo>
                                <a:lnTo>
                                  <a:pt x="9" y="4"/>
                                </a:lnTo>
                                <a:lnTo>
                                  <a:pt x="9" y="3"/>
                                </a:lnTo>
                                <a:lnTo>
                                  <a:pt x="8" y="1"/>
                                </a:lnTo>
                                <a:lnTo>
                                  <a:pt x="6" y="0"/>
                                </a:lnTo>
                                <a:lnTo>
                                  <a:pt x="5" y="0"/>
                                </a:lnTo>
                                <a:lnTo>
                                  <a:pt x="3" y="1"/>
                                </a:lnTo>
                                <a:lnTo>
                                  <a:pt x="2" y="3"/>
                                </a:lnTo>
                                <a:lnTo>
                                  <a:pt x="0" y="4"/>
                                </a:lnTo>
                                <a:lnTo>
                                  <a:pt x="0" y="6"/>
                                </a:lnTo>
                                <a:lnTo>
                                  <a:pt x="2" y="7"/>
                                </a:lnTo>
                                <a:lnTo>
                                  <a:pt x="3" y="8"/>
                                </a:lnTo>
                                <a:lnTo>
                                  <a:pt x="5" y="8"/>
                                </a:lnTo>
                                <a:lnTo>
                                  <a:pt x="6" y="8"/>
                                </a:lnTo>
                                <a:lnTo>
                                  <a:pt x="8"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43" name="Freeform 300"/>
                          <p:cNvSpPr>
                            <a:spLocks/>
                          </p:cNvSpPr>
                          <p:nvPr/>
                        </p:nvSpPr>
                        <p:spPr bwMode="auto">
                          <a:xfrm>
                            <a:off x="3890" y="2011"/>
                            <a:ext cx="9" cy="9"/>
                          </a:xfrm>
                          <a:custGeom>
                            <a:avLst/>
                            <a:gdLst>
                              <a:gd name="T0" fmla="*/ 6 w 9"/>
                              <a:gd name="T1" fmla="*/ 9 h 9"/>
                              <a:gd name="T2" fmla="*/ 7 w 9"/>
                              <a:gd name="T3" fmla="*/ 8 h 9"/>
                              <a:gd name="T4" fmla="*/ 9 w 9"/>
                              <a:gd name="T5" fmla="*/ 6 h 9"/>
                              <a:gd name="T6" fmla="*/ 9 w 9"/>
                              <a:gd name="T7" fmla="*/ 5 h 9"/>
                              <a:gd name="T8" fmla="*/ 7 w 9"/>
                              <a:gd name="T9" fmla="*/ 3 h 9"/>
                              <a:gd name="T10" fmla="*/ 6 w 9"/>
                              <a:gd name="T11" fmla="*/ 2 h 9"/>
                              <a:gd name="T12" fmla="*/ 4 w 9"/>
                              <a:gd name="T13" fmla="*/ 0 h 9"/>
                              <a:gd name="T14" fmla="*/ 3 w 9"/>
                              <a:gd name="T15" fmla="*/ 0 h 9"/>
                              <a:gd name="T16" fmla="*/ 1 w 9"/>
                              <a:gd name="T17" fmla="*/ 2 h 9"/>
                              <a:gd name="T18" fmla="*/ 1 w 9"/>
                              <a:gd name="T19" fmla="*/ 2 h 9"/>
                              <a:gd name="T20" fmla="*/ 0 w 9"/>
                              <a:gd name="T21" fmla="*/ 3 h 9"/>
                              <a:gd name="T22" fmla="*/ 0 w 9"/>
                              <a:gd name="T23" fmla="*/ 5 h 9"/>
                              <a:gd name="T24" fmla="*/ 0 w 9"/>
                              <a:gd name="T25" fmla="*/ 6 h 9"/>
                              <a:gd name="T26" fmla="*/ 0 w 9"/>
                              <a:gd name="T27" fmla="*/ 8 h 9"/>
                              <a:gd name="T28" fmla="*/ 1 w 9"/>
                              <a:gd name="T29" fmla="*/ 9 h 9"/>
                              <a:gd name="T30" fmla="*/ 3 w 9"/>
                              <a:gd name="T31" fmla="*/ 9 h 9"/>
                              <a:gd name="T32" fmla="*/ 4 w 9"/>
                              <a:gd name="T33" fmla="*/ 9 h 9"/>
                              <a:gd name="T34" fmla="*/ 6 w 9"/>
                              <a:gd name="T35" fmla="*/ 9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6" y="9"/>
                                </a:moveTo>
                                <a:lnTo>
                                  <a:pt x="7" y="8"/>
                                </a:lnTo>
                                <a:lnTo>
                                  <a:pt x="9" y="6"/>
                                </a:lnTo>
                                <a:lnTo>
                                  <a:pt x="9" y="5"/>
                                </a:lnTo>
                                <a:lnTo>
                                  <a:pt x="7" y="3"/>
                                </a:lnTo>
                                <a:lnTo>
                                  <a:pt x="6" y="2"/>
                                </a:lnTo>
                                <a:lnTo>
                                  <a:pt x="4" y="0"/>
                                </a:lnTo>
                                <a:lnTo>
                                  <a:pt x="3" y="0"/>
                                </a:lnTo>
                                <a:lnTo>
                                  <a:pt x="1" y="2"/>
                                </a:lnTo>
                                <a:lnTo>
                                  <a:pt x="0" y="3"/>
                                </a:lnTo>
                                <a:lnTo>
                                  <a:pt x="0" y="5"/>
                                </a:lnTo>
                                <a:lnTo>
                                  <a:pt x="0" y="6"/>
                                </a:lnTo>
                                <a:lnTo>
                                  <a:pt x="0" y="8"/>
                                </a:lnTo>
                                <a:lnTo>
                                  <a:pt x="1" y="9"/>
                                </a:lnTo>
                                <a:lnTo>
                                  <a:pt x="3" y="9"/>
                                </a:lnTo>
                                <a:lnTo>
                                  <a:pt x="4" y="9"/>
                                </a:lnTo>
                                <a:lnTo>
                                  <a:pt x="6"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44" name="Freeform 301"/>
                          <p:cNvSpPr>
                            <a:spLocks/>
                          </p:cNvSpPr>
                          <p:nvPr/>
                        </p:nvSpPr>
                        <p:spPr bwMode="auto">
                          <a:xfrm>
                            <a:off x="3877" y="2023"/>
                            <a:ext cx="8" cy="9"/>
                          </a:xfrm>
                          <a:custGeom>
                            <a:avLst/>
                            <a:gdLst>
                              <a:gd name="T0" fmla="*/ 6 w 8"/>
                              <a:gd name="T1" fmla="*/ 9 h 9"/>
                              <a:gd name="T2" fmla="*/ 7 w 8"/>
                              <a:gd name="T3" fmla="*/ 7 h 9"/>
                              <a:gd name="T4" fmla="*/ 8 w 8"/>
                              <a:gd name="T5" fmla="*/ 6 h 9"/>
                              <a:gd name="T6" fmla="*/ 8 w 8"/>
                              <a:gd name="T7" fmla="*/ 4 h 9"/>
                              <a:gd name="T8" fmla="*/ 7 w 8"/>
                              <a:gd name="T9" fmla="*/ 3 h 9"/>
                              <a:gd name="T10" fmla="*/ 6 w 8"/>
                              <a:gd name="T11" fmla="*/ 1 h 9"/>
                              <a:gd name="T12" fmla="*/ 4 w 8"/>
                              <a:gd name="T13" fmla="*/ 0 h 9"/>
                              <a:gd name="T14" fmla="*/ 3 w 8"/>
                              <a:gd name="T15" fmla="*/ 0 h 9"/>
                              <a:gd name="T16" fmla="*/ 1 w 8"/>
                              <a:gd name="T17" fmla="*/ 1 h 9"/>
                              <a:gd name="T18" fmla="*/ 1 w 8"/>
                              <a:gd name="T19" fmla="*/ 1 h 9"/>
                              <a:gd name="T20" fmla="*/ 0 w 8"/>
                              <a:gd name="T21" fmla="*/ 3 h 9"/>
                              <a:gd name="T22" fmla="*/ 0 w 8"/>
                              <a:gd name="T23" fmla="*/ 4 h 9"/>
                              <a:gd name="T24" fmla="*/ 0 w 8"/>
                              <a:gd name="T25" fmla="*/ 6 h 9"/>
                              <a:gd name="T26" fmla="*/ 0 w 8"/>
                              <a:gd name="T27" fmla="*/ 7 h 9"/>
                              <a:gd name="T28" fmla="*/ 1 w 8"/>
                              <a:gd name="T29" fmla="*/ 9 h 9"/>
                              <a:gd name="T30" fmla="*/ 3 w 8"/>
                              <a:gd name="T31" fmla="*/ 9 h 9"/>
                              <a:gd name="T32" fmla="*/ 4 w 8"/>
                              <a:gd name="T33" fmla="*/ 9 h 9"/>
                              <a:gd name="T34" fmla="*/ 6 w 8"/>
                              <a:gd name="T35" fmla="*/ 9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6" y="9"/>
                                </a:moveTo>
                                <a:lnTo>
                                  <a:pt x="7" y="7"/>
                                </a:lnTo>
                                <a:lnTo>
                                  <a:pt x="8" y="6"/>
                                </a:lnTo>
                                <a:lnTo>
                                  <a:pt x="8" y="4"/>
                                </a:lnTo>
                                <a:lnTo>
                                  <a:pt x="7" y="3"/>
                                </a:lnTo>
                                <a:lnTo>
                                  <a:pt x="6" y="1"/>
                                </a:lnTo>
                                <a:lnTo>
                                  <a:pt x="4" y="0"/>
                                </a:lnTo>
                                <a:lnTo>
                                  <a:pt x="3" y="0"/>
                                </a:lnTo>
                                <a:lnTo>
                                  <a:pt x="1" y="1"/>
                                </a:lnTo>
                                <a:lnTo>
                                  <a:pt x="0" y="3"/>
                                </a:lnTo>
                                <a:lnTo>
                                  <a:pt x="0" y="4"/>
                                </a:lnTo>
                                <a:lnTo>
                                  <a:pt x="0" y="6"/>
                                </a:lnTo>
                                <a:lnTo>
                                  <a:pt x="0" y="7"/>
                                </a:lnTo>
                                <a:lnTo>
                                  <a:pt x="1" y="9"/>
                                </a:lnTo>
                                <a:lnTo>
                                  <a:pt x="3" y="9"/>
                                </a:lnTo>
                                <a:lnTo>
                                  <a:pt x="4" y="9"/>
                                </a:lnTo>
                                <a:lnTo>
                                  <a:pt x="6"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45" name="Freeform 302"/>
                          <p:cNvSpPr>
                            <a:spLocks/>
                          </p:cNvSpPr>
                          <p:nvPr/>
                        </p:nvSpPr>
                        <p:spPr bwMode="auto">
                          <a:xfrm>
                            <a:off x="3862" y="2035"/>
                            <a:ext cx="9" cy="8"/>
                          </a:xfrm>
                          <a:custGeom>
                            <a:avLst/>
                            <a:gdLst>
                              <a:gd name="T0" fmla="*/ 7 w 9"/>
                              <a:gd name="T1" fmla="*/ 8 h 8"/>
                              <a:gd name="T2" fmla="*/ 9 w 9"/>
                              <a:gd name="T3" fmla="*/ 7 h 8"/>
                              <a:gd name="T4" fmla="*/ 9 w 9"/>
                              <a:gd name="T5" fmla="*/ 5 h 8"/>
                              <a:gd name="T6" fmla="*/ 9 w 9"/>
                              <a:gd name="T7" fmla="*/ 4 h 8"/>
                              <a:gd name="T8" fmla="*/ 9 w 9"/>
                              <a:gd name="T9" fmla="*/ 2 h 8"/>
                              <a:gd name="T10" fmla="*/ 7 w 9"/>
                              <a:gd name="T11" fmla="*/ 1 h 8"/>
                              <a:gd name="T12" fmla="*/ 6 w 9"/>
                              <a:gd name="T13" fmla="*/ 0 h 8"/>
                              <a:gd name="T14" fmla="*/ 5 w 9"/>
                              <a:gd name="T15" fmla="*/ 0 h 8"/>
                              <a:gd name="T16" fmla="*/ 3 w 9"/>
                              <a:gd name="T17" fmla="*/ 1 h 8"/>
                              <a:gd name="T18" fmla="*/ 3 w 9"/>
                              <a:gd name="T19" fmla="*/ 1 h 8"/>
                              <a:gd name="T20" fmla="*/ 2 w 9"/>
                              <a:gd name="T21" fmla="*/ 2 h 8"/>
                              <a:gd name="T22" fmla="*/ 0 w 9"/>
                              <a:gd name="T23" fmla="*/ 4 h 8"/>
                              <a:gd name="T24" fmla="*/ 0 w 9"/>
                              <a:gd name="T25" fmla="*/ 5 h 8"/>
                              <a:gd name="T26" fmla="*/ 2 w 9"/>
                              <a:gd name="T27" fmla="*/ 7 h 8"/>
                              <a:gd name="T28" fmla="*/ 3 w 9"/>
                              <a:gd name="T29" fmla="*/ 8 h 8"/>
                              <a:gd name="T30" fmla="*/ 5 w 9"/>
                              <a:gd name="T31" fmla="*/ 8 h 8"/>
                              <a:gd name="T32" fmla="*/ 6 w 9"/>
                              <a:gd name="T33" fmla="*/ 8 h 8"/>
                              <a:gd name="T34" fmla="*/ 7 w 9"/>
                              <a:gd name="T35" fmla="*/ 8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7" y="8"/>
                                </a:moveTo>
                                <a:lnTo>
                                  <a:pt x="9" y="7"/>
                                </a:lnTo>
                                <a:lnTo>
                                  <a:pt x="9" y="5"/>
                                </a:lnTo>
                                <a:lnTo>
                                  <a:pt x="9" y="4"/>
                                </a:lnTo>
                                <a:lnTo>
                                  <a:pt x="9" y="2"/>
                                </a:lnTo>
                                <a:lnTo>
                                  <a:pt x="7" y="1"/>
                                </a:lnTo>
                                <a:lnTo>
                                  <a:pt x="6" y="0"/>
                                </a:lnTo>
                                <a:lnTo>
                                  <a:pt x="5" y="0"/>
                                </a:lnTo>
                                <a:lnTo>
                                  <a:pt x="3" y="1"/>
                                </a:lnTo>
                                <a:lnTo>
                                  <a:pt x="2" y="2"/>
                                </a:lnTo>
                                <a:lnTo>
                                  <a:pt x="0" y="4"/>
                                </a:lnTo>
                                <a:lnTo>
                                  <a:pt x="0" y="5"/>
                                </a:lnTo>
                                <a:lnTo>
                                  <a:pt x="2" y="7"/>
                                </a:lnTo>
                                <a:lnTo>
                                  <a:pt x="3" y="8"/>
                                </a:lnTo>
                                <a:lnTo>
                                  <a:pt x="5" y="8"/>
                                </a:lnTo>
                                <a:lnTo>
                                  <a:pt x="6" y="8"/>
                                </a:lnTo>
                                <a:lnTo>
                                  <a:pt x="7"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46" name="Freeform 303"/>
                          <p:cNvSpPr>
                            <a:spLocks/>
                          </p:cNvSpPr>
                          <p:nvPr/>
                        </p:nvSpPr>
                        <p:spPr bwMode="auto">
                          <a:xfrm>
                            <a:off x="3849" y="2045"/>
                            <a:ext cx="9" cy="8"/>
                          </a:xfrm>
                          <a:custGeom>
                            <a:avLst/>
                            <a:gdLst>
                              <a:gd name="T0" fmla="*/ 6 w 9"/>
                              <a:gd name="T1" fmla="*/ 8 h 8"/>
                              <a:gd name="T2" fmla="*/ 7 w 9"/>
                              <a:gd name="T3" fmla="*/ 7 h 8"/>
                              <a:gd name="T4" fmla="*/ 9 w 9"/>
                              <a:gd name="T5" fmla="*/ 6 h 8"/>
                              <a:gd name="T6" fmla="*/ 9 w 9"/>
                              <a:gd name="T7" fmla="*/ 4 h 8"/>
                              <a:gd name="T8" fmla="*/ 7 w 9"/>
                              <a:gd name="T9" fmla="*/ 3 h 8"/>
                              <a:gd name="T10" fmla="*/ 6 w 9"/>
                              <a:gd name="T11" fmla="*/ 1 h 8"/>
                              <a:gd name="T12" fmla="*/ 5 w 9"/>
                              <a:gd name="T13" fmla="*/ 0 h 8"/>
                              <a:gd name="T14" fmla="*/ 3 w 9"/>
                              <a:gd name="T15" fmla="*/ 0 h 8"/>
                              <a:gd name="T16" fmla="*/ 2 w 9"/>
                              <a:gd name="T17" fmla="*/ 1 h 8"/>
                              <a:gd name="T18" fmla="*/ 2 w 9"/>
                              <a:gd name="T19" fmla="*/ 1 h 8"/>
                              <a:gd name="T20" fmla="*/ 0 w 9"/>
                              <a:gd name="T21" fmla="*/ 3 h 8"/>
                              <a:gd name="T22" fmla="*/ 0 w 9"/>
                              <a:gd name="T23" fmla="*/ 4 h 8"/>
                              <a:gd name="T24" fmla="*/ 0 w 9"/>
                              <a:gd name="T25" fmla="*/ 6 h 8"/>
                              <a:gd name="T26" fmla="*/ 0 w 9"/>
                              <a:gd name="T27" fmla="*/ 7 h 8"/>
                              <a:gd name="T28" fmla="*/ 2 w 9"/>
                              <a:gd name="T29" fmla="*/ 8 h 8"/>
                              <a:gd name="T30" fmla="*/ 3 w 9"/>
                              <a:gd name="T31" fmla="*/ 8 h 8"/>
                              <a:gd name="T32" fmla="*/ 5 w 9"/>
                              <a:gd name="T33" fmla="*/ 8 h 8"/>
                              <a:gd name="T34" fmla="*/ 6 w 9"/>
                              <a:gd name="T35" fmla="*/ 8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6" y="8"/>
                                </a:moveTo>
                                <a:lnTo>
                                  <a:pt x="7" y="7"/>
                                </a:lnTo>
                                <a:lnTo>
                                  <a:pt x="9" y="6"/>
                                </a:lnTo>
                                <a:lnTo>
                                  <a:pt x="9" y="4"/>
                                </a:lnTo>
                                <a:lnTo>
                                  <a:pt x="7" y="3"/>
                                </a:lnTo>
                                <a:lnTo>
                                  <a:pt x="6" y="1"/>
                                </a:lnTo>
                                <a:lnTo>
                                  <a:pt x="5" y="0"/>
                                </a:lnTo>
                                <a:lnTo>
                                  <a:pt x="3" y="0"/>
                                </a:lnTo>
                                <a:lnTo>
                                  <a:pt x="2" y="1"/>
                                </a:lnTo>
                                <a:lnTo>
                                  <a:pt x="0" y="3"/>
                                </a:lnTo>
                                <a:lnTo>
                                  <a:pt x="0" y="4"/>
                                </a:lnTo>
                                <a:lnTo>
                                  <a:pt x="0" y="6"/>
                                </a:lnTo>
                                <a:lnTo>
                                  <a:pt x="0" y="7"/>
                                </a:lnTo>
                                <a:lnTo>
                                  <a:pt x="2" y="8"/>
                                </a:lnTo>
                                <a:lnTo>
                                  <a:pt x="3" y="8"/>
                                </a:lnTo>
                                <a:lnTo>
                                  <a:pt x="5" y="8"/>
                                </a:lnTo>
                                <a:lnTo>
                                  <a:pt x="6"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47" name="Freeform 304"/>
                          <p:cNvSpPr>
                            <a:spLocks/>
                          </p:cNvSpPr>
                          <p:nvPr/>
                        </p:nvSpPr>
                        <p:spPr bwMode="auto">
                          <a:xfrm>
                            <a:off x="3835" y="2055"/>
                            <a:ext cx="8" cy="9"/>
                          </a:xfrm>
                          <a:custGeom>
                            <a:avLst/>
                            <a:gdLst>
                              <a:gd name="T0" fmla="*/ 5 w 8"/>
                              <a:gd name="T1" fmla="*/ 7 h 9"/>
                              <a:gd name="T2" fmla="*/ 7 w 8"/>
                              <a:gd name="T3" fmla="*/ 6 h 9"/>
                              <a:gd name="T4" fmla="*/ 8 w 8"/>
                              <a:gd name="T5" fmla="*/ 4 h 9"/>
                              <a:gd name="T6" fmla="*/ 8 w 8"/>
                              <a:gd name="T7" fmla="*/ 3 h 9"/>
                              <a:gd name="T8" fmla="*/ 7 w 8"/>
                              <a:gd name="T9" fmla="*/ 1 h 9"/>
                              <a:gd name="T10" fmla="*/ 5 w 8"/>
                              <a:gd name="T11" fmla="*/ 0 h 9"/>
                              <a:gd name="T12" fmla="*/ 4 w 8"/>
                              <a:gd name="T13" fmla="*/ 0 h 9"/>
                              <a:gd name="T14" fmla="*/ 3 w 8"/>
                              <a:gd name="T15" fmla="*/ 0 h 9"/>
                              <a:gd name="T16" fmla="*/ 1 w 8"/>
                              <a:gd name="T17" fmla="*/ 0 h 9"/>
                              <a:gd name="T18" fmla="*/ 1 w 8"/>
                              <a:gd name="T19" fmla="*/ 0 h 9"/>
                              <a:gd name="T20" fmla="*/ 0 w 8"/>
                              <a:gd name="T21" fmla="*/ 1 h 9"/>
                              <a:gd name="T22" fmla="*/ 0 w 8"/>
                              <a:gd name="T23" fmla="*/ 3 h 9"/>
                              <a:gd name="T24" fmla="*/ 0 w 8"/>
                              <a:gd name="T25" fmla="*/ 4 h 9"/>
                              <a:gd name="T26" fmla="*/ 0 w 8"/>
                              <a:gd name="T27" fmla="*/ 6 h 9"/>
                              <a:gd name="T28" fmla="*/ 1 w 8"/>
                              <a:gd name="T29" fmla="*/ 7 h 9"/>
                              <a:gd name="T30" fmla="*/ 3 w 8"/>
                              <a:gd name="T31" fmla="*/ 9 h 9"/>
                              <a:gd name="T32" fmla="*/ 4 w 8"/>
                              <a:gd name="T33" fmla="*/ 9 h 9"/>
                              <a:gd name="T34" fmla="*/ 5 w 8"/>
                              <a:gd name="T35" fmla="*/ 7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5" y="7"/>
                                </a:moveTo>
                                <a:lnTo>
                                  <a:pt x="7" y="6"/>
                                </a:lnTo>
                                <a:lnTo>
                                  <a:pt x="8" y="4"/>
                                </a:lnTo>
                                <a:lnTo>
                                  <a:pt x="8" y="3"/>
                                </a:lnTo>
                                <a:lnTo>
                                  <a:pt x="7" y="1"/>
                                </a:lnTo>
                                <a:lnTo>
                                  <a:pt x="5" y="0"/>
                                </a:lnTo>
                                <a:lnTo>
                                  <a:pt x="4" y="0"/>
                                </a:lnTo>
                                <a:lnTo>
                                  <a:pt x="3" y="0"/>
                                </a:lnTo>
                                <a:lnTo>
                                  <a:pt x="1" y="0"/>
                                </a:lnTo>
                                <a:lnTo>
                                  <a:pt x="0" y="1"/>
                                </a:lnTo>
                                <a:lnTo>
                                  <a:pt x="0" y="3"/>
                                </a:lnTo>
                                <a:lnTo>
                                  <a:pt x="0" y="4"/>
                                </a:lnTo>
                                <a:lnTo>
                                  <a:pt x="0" y="6"/>
                                </a:lnTo>
                                <a:lnTo>
                                  <a:pt x="1" y="7"/>
                                </a:lnTo>
                                <a:lnTo>
                                  <a:pt x="3" y="9"/>
                                </a:lnTo>
                                <a:lnTo>
                                  <a:pt x="4" y="9"/>
                                </a:lnTo>
                                <a:lnTo>
                                  <a:pt x="5"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48" name="Freeform 305"/>
                          <p:cNvSpPr>
                            <a:spLocks/>
                          </p:cNvSpPr>
                          <p:nvPr/>
                        </p:nvSpPr>
                        <p:spPr bwMode="auto">
                          <a:xfrm>
                            <a:off x="3820" y="2064"/>
                            <a:ext cx="9" cy="8"/>
                          </a:xfrm>
                          <a:custGeom>
                            <a:avLst/>
                            <a:gdLst>
                              <a:gd name="T0" fmla="*/ 6 w 9"/>
                              <a:gd name="T1" fmla="*/ 7 h 8"/>
                              <a:gd name="T2" fmla="*/ 7 w 9"/>
                              <a:gd name="T3" fmla="*/ 5 h 8"/>
                              <a:gd name="T4" fmla="*/ 9 w 9"/>
                              <a:gd name="T5" fmla="*/ 4 h 8"/>
                              <a:gd name="T6" fmla="*/ 9 w 9"/>
                              <a:gd name="T7" fmla="*/ 3 h 8"/>
                              <a:gd name="T8" fmla="*/ 7 w 9"/>
                              <a:gd name="T9" fmla="*/ 1 h 8"/>
                              <a:gd name="T10" fmla="*/ 6 w 9"/>
                              <a:gd name="T11" fmla="*/ 0 h 8"/>
                              <a:gd name="T12" fmla="*/ 4 w 9"/>
                              <a:gd name="T13" fmla="*/ 0 h 8"/>
                              <a:gd name="T14" fmla="*/ 3 w 9"/>
                              <a:gd name="T15" fmla="*/ 0 h 8"/>
                              <a:gd name="T16" fmla="*/ 2 w 9"/>
                              <a:gd name="T17" fmla="*/ 0 h 8"/>
                              <a:gd name="T18" fmla="*/ 2 w 9"/>
                              <a:gd name="T19" fmla="*/ 0 h 8"/>
                              <a:gd name="T20" fmla="*/ 0 w 9"/>
                              <a:gd name="T21" fmla="*/ 1 h 8"/>
                              <a:gd name="T22" fmla="*/ 0 w 9"/>
                              <a:gd name="T23" fmla="*/ 3 h 8"/>
                              <a:gd name="T24" fmla="*/ 0 w 9"/>
                              <a:gd name="T25" fmla="*/ 4 h 8"/>
                              <a:gd name="T26" fmla="*/ 0 w 9"/>
                              <a:gd name="T27" fmla="*/ 5 h 8"/>
                              <a:gd name="T28" fmla="*/ 2 w 9"/>
                              <a:gd name="T29" fmla="*/ 7 h 8"/>
                              <a:gd name="T30" fmla="*/ 3 w 9"/>
                              <a:gd name="T31" fmla="*/ 8 h 8"/>
                              <a:gd name="T32" fmla="*/ 4 w 9"/>
                              <a:gd name="T33" fmla="*/ 8 h 8"/>
                              <a:gd name="T34" fmla="*/ 6 w 9"/>
                              <a:gd name="T35" fmla="*/ 7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6" y="7"/>
                                </a:moveTo>
                                <a:lnTo>
                                  <a:pt x="7" y="5"/>
                                </a:lnTo>
                                <a:lnTo>
                                  <a:pt x="9" y="4"/>
                                </a:lnTo>
                                <a:lnTo>
                                  <a:pt x="9" y="3"/>
                                </a:lnTo>
                                <a:lnTo>
                                  <a:pt x="7" y="1"/>
                                </a:lnTo>
                                <a:lnTo>
                                  <a:pt x="6" y="0"/>
                                </a:lnTo>
                                <a:lnTo>
                                  <a:pt x="4" y="0"/>
                                </a:lnTo>
                                <a:lnTo>
                                  <a:pt x="3" y="0"/>
                                </a:lnTo>
                                <a:lnTo>
                                  <a:pt x="2" y="0"/>
                                </a:lnTo>
                                <a:lnTo>
                                  <a:pt x="0" y="1"/>
                                </a:lnTo>
                                <a:lnTo>
                                  <a:pt x="0" y="3"/>
                                </a:lnTo>
                                <a:lnTo>
                                  <a:pt x="0" y="4"/>
                                </a:lnTo>
                                <a:lnTo>
                                  <a:pt x="0" y="5"/>
                                </a:lnTo>
                                <a:lnTo>
                                  <a:pt x="2" y="7"/>
                                </a:lnTo>
                                <a:lnTo>
                                  <a:pt x="3" y="8"/>
                                </a:lnTo>
                                <a:lnTo>
                                  <a:pt x="4" y="8"/>
                                </a:lnTo>
                                <a:lnTo>
                                  <a:pt x="6"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49" name="Freeform 306"/>
                          <p:cNvSpPr>
                            <a:spLocks/>
                          </p:cNvSpPr>
                          <p:nvPr/>
                        </p:nvSpPr>
                        <p:spPr bwMode="auto">
                          <a:xfrm>
                            <a:off x="3803" y="2071"/>
                            <a:ext cx="8" cy="9"/>
                          </a:xfrm>
                          <a:custGeom>
                            <a:avLst/>
                            <a:gdLst>
                              <a:gd name="T0" fmla="*/ 5 w 8"/>
                              <a:gd name="T1" fmla="*/ 9 h 9"/>
                              <a:gd name="T2" fmla="*/ 7 w 8"/>
                              <a:gd name="T3" fmla="*/ 7 h 9"/>
                              <a:gd name="T4" fmla="*/ 8 w 8"/>
                              <a:gd name="T5" fmla="*/ 6 h 9"/>
                              <a:gd name="T6" fmla="*/ 8 w 8"/>
                              <a:gd name="T7" fmla="*/ 4 h 9"/>
                              <a:gd name="T8" fmla="*/ 8 w 8"/>
                              <a:gd name="T9" fmla="*/ 3 h 9"/>
                              <a:gd name="T10" fmla="*/ 8 w 8"/>
                              <a:gd name="T11" fmla="*/ 1 h 9"/>
                              <a:gd name="T12" fmla="*/ 7 w 8"/>
                              <a:gd name="T13" fmla="*/ 0 h 9"/>
                              <a:gd name="T14" fmla="*/ 5 w 8"/>
                              <a:gd name="T15" fmla="*/ 0 h 9"/>
                              <a:gd name="T16" fmla="*/ 4 w 8"/>
                              <a:gd name="T17" fmla="*/ 0 h 9"/>
                              <a:gd name="T18" fmla="*/ 4 w 8"/>
                              <a:gd name="T19" fmla="*/ 0 h 9"/>
                              <a:gd name="T20" fmla="*/ 3 w 8"/>
                              <a:gd name="T21" fmla="*/ 0 h 9"/>
                              <a:gd name="T22" fmla="*/ 1 w 8"/>
                              <a:gd name="T23" fmla="*/ 1 h 9"/>
                              <a:gd name="T24" fmla="*/ 0 w 8"/>
                              <a:gd name="T25" fmla="*/ 3 h 9"/>
                              <a:gd name="T26" fmla="*/ 0 w 8"/>
                              <a:gd name="T27" fmla="*/ 4 h 9"/>
                              <a:gd name="T28" fmla="*/ 1 w 8"/>
                              <a:gd name="T29" fmla="*/ 6 h 9"/>
                              <a:gd name="T30" fmla="*/ 3 w 8"/>
                              <a:gd name="T31" fmla="*/ 7 h 9"/>
                              <a:gd name="T32" fmla="*/ 4 w 8"/>
                              <a:gd name="T33" fmla="*/ 9 h 9"/>
                              <a:gd name="T34" fmla="*/ 5 w 8"/>
                              <a:gd name="T35" fmla="*/ 9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5" y="9"/>
                                </a:moveTo>
                                <a:lnTo>
                                  <a:pt x="7" y="7"/>
                                </a:lnTo>
                                <a:lnTo>
                                  <a:pt x="8" y="6"/>
                                </a:lnTo>
                                <a:lnTo>
                                  <a:pt x="8" y="4"/>
                                </a:lnTo>
                                <a:lnTo>
                                  <a:pt x="8" y="3"/>
                                </a:lnTo>
                                <a:lnTo>
                                  <a:pt x="8" y="1"/>
                                </a:lnTo>
                                <a:lnTo>
                                  <a:pt x="7" y="0"/>
                                </a:lnTo>
                                <a:lnTo>
                                  <a:pt x="5" y="0"/>
                                </a:lnTo>
                                <a:lnTo>
                                  <a:pt x="4" y="0"/>
                                </a:lnTo>
                                <a:lnTo>
                                  <a:pt x="3" y="0"/>
                                </a:lnTo>
                                <a:lnTo>
                                  <a:pt x="1" y="1"/>
                                </a:lnTo>
                                <a:lnTo>
                                  <a:pt x="0" y="3"/>
                                </a:lnTo>
                                <a:lnTo>
                                  <a:pt x="0" y="4"/>
                                </a:lnTo>
                                <a:lnTo>
                                  <a:pt x="1" y="6"/>
                                </a:lnTo>
                                <a:lnTo>
                                  <a:pt x="3" y="7"/>
                                </a:lnTo>
                                <a:lnTo>
                                  <a:pt x="4" y="9"/>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0" name="Freeform 307"/>
                          <p:cNvSpPr>
                            <a:spLocks/>
                          </p:cNvSpPr>
                          <p:nvPr/>
                        </p:nvSpPr>
                        <p:spPr bwMode="auto">
                          <a:xfrm>
                            <a:off x="3787" y="2074"/>
                            <a:ext cx="8" cy="9"/>
                          </a:xfrm>
                          <a:custGeom>
                            <a:avLst/>
                            <a:gdLst>
                              <a:gd name="T0" fmla="*/ 4 w 8"/>
                              <a:gd name="T1" fmla="*/ 9 h 9"/>
                              <a:gd name="T2" fmla="*/ 6 w 8"/>
                              <a:gd name="T3" fmla="*/ 9 h 9"/>
                              <a:gd name="T4" fmla="*/ 7 w 8"/>
                              <a:gd name="T5" fmla="*/ 7 h 9"/>
                              <a:gd name="T6" fmla="*/ 8 w 8"/>
                              <a:gd name="T7" fmla="*/ 6 h 9"/>
                              <a:gd name="T8" fmla="*/ 8 w 8"/>
                              <a:gd name="T9" fmla="*/ 4 h 9"/>
                              <a:gd name="T10" fmla="*/ 7 w 8"/>
                              <a:gd name="T11" fmla="*/ 3 h 9"/>
                              <a:gd name="T12" fmla="*/ 6 w 8"/>
                              <a:gd name="T13" fmla="*/ 1 h 9"/>
                              <a:gd name="T14" fmla="*/ 4 w 8"/>
                              <a:gd name="T15" fmla="*/ 0 h 9"/>
                              <a:gd name="T16" fmla="*/ 3 w 8"/>
                              <a:gd name="T17" fmla="*/ 0 h 9"/>
                              <a:gd name="T18" fmla="*/ 3 w 8"/>
                              <a:gd name="T19" fmla="*/ 0 h 9"/>
                              <a:gd name="T20" fmla="*/ 1 w 8"/>
                              <a:gd name="T21" fmla="*/ 1 h 9"/>
                              <a:gd name="T22" fmla="*/ 0 w 8"/>
                              <a:gd name="T23" fmla="*/ 3 h 9"/>
                              <a:gd name="T24" fmla="*/ 0 w 8"/>
                              <a:gd name="T25" fmla="*/ 4 h 9"/>
                              <a:gd name="T26" fmla="*/ 0 w 8"/>
                              <a:gd name="T27" fmla="*/ 6 h 9"/>
                              <a:gd name="T28" fmla="*/ 0 w 8"/>
                              <a:gd name="T29" fmla="*/ 7 h 9"/>
                              <a:gd name="T30" fmla="*/ 1 w 8"/>
                              <a:gd name="T31" fmla="*/ 9 h 9"/>
                              <a:gd name="T32" fmla="*/ 3 w 8"/>
                              <a:gd name="T33" fmla="*/ 9 h 9"/>
                              <a:gd name="T34" fmla="*/ 4 w 8"/>
                              <a:gd name="T35" fmla="*/ 9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4" y="9"/>
                                </a:moveTo>
                                <a:lnTo>
                                  <a:pt x="6" y="9"/>
                                </a:lnTo>
                                <a:lnTo>
                                  <a:pt x="7" y="7"/>
                                </a:lnTo>
                                <a:lnTo>
                                  <a:pt x="8" y="6"/>
                                </a:lnTo>
                                <a:lnTo>
                                  <a:pt x="8" y="4"/>
                                </a:lnTo>
                                <a:lnTo>
                                  <a:pt x="7" y="3"/>
                                </a:lnTo>
                                <a:lnTo>
                                  <a:pt x="6" y="1"/>
                                </a:lnTo>
                                <a:lnTo>
                                  <a:pt x="4" y="0"/>
                                </a:lnTo>
                                <a:lnTo>
                                  <a:pt x="3" y="0"/>
                                </a:lnTo>
                                <a:lnTo>
                                  <a:pt x="1" y="1"/>
                                </a:lnTo>
                                <a:lnTo>
                                  <a:pt x="0" y="3"/>
                                </a:lnTo>
                                <a:lnTo>
                                  <a:pt x="0" y="4"/>
                                </a:lnTo>
                                <a:lnTo>
                                  <a:pt x="0" y="6"/>
                                </a:lnTo>
                                <a:lnTo>
                                  <a:pt x="0" y="7"/>
                                </a:lnTo>
                                <a:lnTo>
                                  <a:pt x="1" y="9"/>
                                </a:lnTo>
                                <a:lnTo>
                                  <a:pt x="3" y="9"/>
                                </a:lnTo>
                                <a:lnTo>
                                  <a:pt x="4"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1" name="Freeform 308"/>
                          <p:cNvSpPr>
                            <a:spLocks/>
                          </p:cNvSpPr>
                          <p:nvPr/>
                        </p:nvSpPr>
                        <p:spPr bwMode="auto">
                          <a:xfrm>
                            <a:off x="3769" y="2074"/>
                            <a:ext cx="9" cy="9"/>
                          </a:xfrm>
                          <a:custGeom>
                            <a:avLst/>
                            <a:gdLst>
                              <a:gd name="T0" fmla="*/ 5 w 9"/>
                              <a:gd name="T1" fmla="*/ 9 h 9"/>
                              <a:gd name="T2" fmla="*/ 6 w 9"/>
                              <a:gd name="T3" fmla="*/ 9 h 9"/>
                              <a:gd name="T4" fmla="*/ 8 w 9"/>
                              <a:gd name="T5" fmla="*/ 7 h 9"/>
                              <a:gd name="T6" fmla="*/ 9 w 9"/>
                              <a:gd name="T7" fmla="*/ 6 h 9"/>
                              <a:gd name="T8" fmla="*/ 9 w 9"/>
                              <a:gd name="T9" fmla="*/ 4 h 9"/>
                              <a:gd name="T10" fmla="*/ 8 w 9"/>
                              <a:gd name="T11" fmla="*/ 3 h 9"/>
                              <a:gd name="T12" fmla="*/ 6 w 9"/>
                              <a:gd name="T13" fmla="*/ 1 h 9"/>
                              <a:gd name="T14" fmla="*/ 5 w 9"/>
                              <a:gd name="T15" fmla="*/ 0 h 9"/>
                              <a:gd name="T16" fmla="*/ 3 w 9"/>
                              <a:gd name="T17" fmla="*/ 0 h 9"/>
                              <a:gd name="T18" fmla="*/ 3 w 9"/>
                              <a:gd name="T19" fmla="*/ 0 h 9"/>
                              <a:gd name="T20" fmla="*/ 2 w 9"/>
                              <a:gd name="T21" fmla="*/ 1 h 9"/>
                              <a:gd name="T22" fmla="*/ 0 w 9"/>
                              <a:gd name="T23" fmla="*/ 3 h 9"/>
                              <a:gd name="T24" fmla="*/ 0 w 9"/>
                              <a:gd name="T25" fmla="*/ 4 h 9"/>
                              <a:gd name="T26" fmla="*/ 0 w 9"/>
                              <a:gd name="T27" fmla="*/ 6 h 9"/>
                              <a:gd name="T28" fmla="*/ 0 w 9"/>
                              <a:gd name="T29" fmla="*/ 7 h 9"/>
                              <a:gd name="T30" fmla="*/ 2 w 9"/>
                              <a:gd name="T31" fmla="*/ 9 h 9"/>
                              <a:gd name="T32" fmla="*/ 3 w 9"/>
                              <a:gd name="T33" fmla="*/ 9 h 9"/>
                              <a:gd name="T34" fmla="*/ 5 w 9"/>
                              <a:gd name="T35" fmla="*/ 9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5" y="9"/>
                                </a:moveTo>
                                <a:lnTo>
                                  <a:pt x="6" y="9"/>
                                </a:lnTo>
                                <a:lnTo>
                                  <a:pt x="8" y="7"/>
                                </a:lnTo>
                                <a:lnTo>
                                  <a:pt x="9" y="6"/>
                                </a:lnTo>
                                <a:lnTo>
                                  <a:pt x="9" y="4"/>
                                </a:lnTo>
                                <a:lnTo>
                                  <a:pt x="8" y="3"/>
                                </a:lnTo>
                                <a:lnTo>
                                  <a:pt x="6" y="1"/>
                                </a:lnTo>
                                <a:lnTo>
                                  <a:pt x="5" y="0"/>
                                </a:lnTo>
                                <a:lnTo>
                                  <a:pt x="3" y="0"/>
                                </a:lnTo>
                                <a:lnTo>
                                  <a:pt x="2" y="1"/>
                                </a:lnTo>
                                <a:lnTo>
                                  <a:pt x="0" y="3"/>
                                </a:lnTo>
                                <a:lnTo>
                                  <a:pt x="0" y="4"/>
                                </a:lnTo>
                                <a:lnTo>
                                  <a:pt x="0" y="6"/>
                                </a:lnTo>
                                <a:lnTo>
                                  <a:pt x="0" y="7"/>
                                </a:lnTo>
                                <a:lnTo>
                                  <a:pt x="2" y="9"/>
                                </a:lnTo>
                                <a:lnTo>
                                  <a:pt x="3" y="9"/>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2" name="Freeform 309"/>
                          <p:cNvSpPr>
                            <a:spLocks/>
                          </p:cNvSpPr>
                          <p:nvPr/>
                        </p:nvSpPr>
                        <p:spPr bwMode="auto">
                          <a:xfrm>
                            <a:off x="3752" y="2071"/>
                            <a:ext cx="9" cy="9"/>
                          </a:xfrm>
                          <a:custGeom>
                            <a:avLst/>
                            <a:gdLst>
                              <a:gd name="T0" fmla="*/ 4 w 9"/>
                              <a:gd name="T1" fmla="*/ 9 h 9"/>
                              <a:gd name="T2" fmla="*/ 6 w 9"/>
                              <a:gd name="T3" fmla="*/ 9 h 9"/>
                              <a:gd name="T4" fmla="*/ 7 w 9"/>
                              <a:gd name="T5" fmla="*/ 7 h 9"/>
                              <a:gd name="T6" fmla="*/ 9 w 9"/>
                              <a:gd name="T7" fmla="*/ 6 h 9"/>
                              <a:gd name="T8" fmla="*/ 9 w 9"/>
                              <a:gd name="T9" fmla="*/ 4 h 9"/>
                              <a:gd name="T10" fmla="*/ 9 w 9"/>
                              <a:gd name="T11" fmla="*/ 3 h 9"/>
                              <a:gd name="T12" fmla="*/ 9 w 9"/>
                              <a:gd name="T13" fmla="*/ 1 h 9"/>
                              <a:gd name="T14" fmla="*/ 7 w 9"/>
                              <a:gd name="T15" fmla="*/ 0 h 9"/>
                              <a:gd name="T16" fmla="*/ 6 w 9"/>
                              <a:gd name="T17" fmla="*/ 0 h 9"/>
                              <a:gd name="T18" fmla="*/ 6 w 9"/>
                              <a:gd name="T19" fmla="*/ 0 h 9"/>
                              <a:gd name="T20" fmla="*/ 4 w 9"/>
                              <a:gd name="T21" fmla="*/ 0 h 9"/>
                              <a:gd name="T22" fmla="*/ 3 w 9"/>
                              <a:gd name="T23" fmla="*/ 0 h 9"/>
                              <a:gd name="T24" fmla="*/ 1 w 9"/>
                              <a:gd name="T25" fmla="*/ 1 h 9"/>
                              <a:gd name="T26" fmla="*/ 0 w 9"/>
                              <a:gd name="T27" fmla="*/ 3 h 9"/>
                              <a:gd name="T28" fmla="*/ 0 w 9"/>
                              <a:gd name="T29" fmla="*/ 4 h 9"/>
                              <a:gd name="T30" fmla="*/ 1 w 9"/>
                              <a:gd name="T31" fmla="*/ 6 h 9"/>
                              <a:gd name="T32" fmla="*/ 3 w 9"/>
                              <a:gd name="T33" fmla="*/ 7 h 9"/>
                              <a:gd name="T34" fmla="*/ 4 w 9"/>
                              <a:gd name="T35" fmla="*/ 9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4" y="9"/>
                                </a:moveTo>
                                <a:lnTo>
                                  <a:pt x="6" y="9"/>
                                </a:lnTo>
                                <a:lnTo>
                                  <a:pt x="7" y="7"/>
                                </a:lnTo>
                                <a:lnTo>
                                  <a:pt x="9" y="6"/>
                                </a:lnTo>
                                <a:lnTo>
                                  <a:pt x="9" y="4"/>
                                </a:lnTo>
                                <a:lnTo>
                                  <a:pt x="9" y="3"/>
                                </a:lnTo>
                                <a:lnTo>
                                  <a:pt x="9" y="1"/>
                                </a:lnTo>
                                <a:lnTo>
                                  <a:pt x="7" y="0"/>
                                </a:lnTo>
                                <a:lnTo>
                                  <a:pt x="6" y="0"/>
                                </a:lnTo>
                                <a:lnTo>
                                  <a:pt x="4" y="0"/>
                                </a:lnTo>
                                <a:lnTo>
                                  <a:pt x="3" y="0"/>
                                </a:lnTo>
                                <a:lnTo>
                                  <a:pt x="1" y="1"/>
                                </a:lnTo>
                                <a:lnTo>
                                  <a:pt x="0" y="3"/>
                                </a:lnTo>
                                <a:lnTo>
                                  <a:pt x="0" y="4"/>
                                </a:lnTo>
                                <a:lnTo>
                                  <a:pt x="1" y="6"/>
                                </a:lnTo>
                                <a:lnTo>
                                  <a:pt x="3" y="7"/>
                                </a:lnTo>
                                <a:lnTo>
                                  <a:pt x="4"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3" name="Freeform 310"/>
                          <p:cNvSpPr>
                            <a:spLocks/>
                          </p:cNvSpPr>
                          <p:nvPr/>
                        </p:nvSpPr>
                        <p:spPr bwMode="auto">
                          <a:xfrm>
                            <a:off x="3736" y="2064"/>
                            <a:ext cx="9" cy="8"/>
                          </a:xfrm>
                          <a:custGeom>
                            <a:avLst/>
                            <a:gdLst>
                              <a:gd name="T0" fmla="*/ 3 w 9"/>
                              <a:gd name="T1" fmla="*/ 8 h 8"/>
                              <a:gd name="T2" fmla="*/ 4 w 9"/>
                              <a:gd name="T3" fmla="*/ 8 h 8"/>
                              <a:gd name="T4" fmla="*/ 6 w 9"/>
                              <a:gd name="T5" fmla="*/ 8 h 8"/>
                              <a:gd name="T6" fmla="*/ 7 w 9"/>
                              <a:gd name="T7" fmla="*/ 8 h 8"/>
                              <a:gd name="T8" fmla="*/ 9 w 9"/>
                              <a:gd name="T9" fmla="*/ 7 h 8"/>
                              <a:gd name="T10" fmla="*/ 9 w 9"/>
                              <a:gd name="T11" fmla="*/ 5 h 8"/>
                              <a:gd name="T12" fmla="*/ 9 w 9"/>
                              <a:gd name="T13" fmla="*/ 4 h 8"/>
                              <a:gd name="T14" fmla="*/ 9 w 9"/>
                              <a:gd name="T15" fmla="*/ 3 h 8"/>
                              <a:gd name="T16" fmla="*/ 7 w 9"/>
                              <a:gd name="T17" fmla="*/ 1 h 8"/>
                              <a:gd name="T18" fmla="*/ 7 w 9"/>
                              <a:gd name="T19" fmla="*/ 1 h 8"/>
                              <a:gd name="T20" fmla="*/ 6 w 9"/>
                              <a:gd name="T21" fmla="*/ 0 h 8"/>
                              <a:gd name="T22" fmla="*/ 4 w 9"/>
                              <a:gd name="T23" fmla="*/ 0 h 8"/>
                              <a:gd name="T24" fmla="*/ 3 w 9"/>
                              <a:gd name="T25" fmla="*/ 1 h 8"/>
                              <a:gd name="T26" fmla="*/ 1 w 9"/>
                              <a:gd name="T27" fmla="*/ 3 h 8"/>
                              <a:gd name="T28" fmla="*/ 0 w 9"/>
                              <a:gd name="T29" fmla="*/ 4 h 8"/>
                              <a:gd name="T30" fmla="*/ 0 w 9"/>
                              <a:gd name="T31" fmla="*/ 5 h 8"/>
                              <a:gd name="T32" fmla="*/ 1 w 9"/>
                              <a:gd name="T33" fmla="*/ 7 h 8"/>
                              <a:gd name="T34" fmla="*/ 3 w 9"/>
                              <a:gd name="T35" fmla="*/ 8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3" y="8"/>
                                </a:moveTo>
                                <a:lnTo>
                                  <a:pt x="4" y="8"/>
                                </a:lnTo>
                                <a:lnTo>
                                  <a:pt x="6" y="8"/>
                                </a:lnTo>
                                <a:lnTo>
                                  <a:pt x="7" y="8"/>
                                </a:lnTo>
                                <a:lnTo>
                                  <a:pt x="9" y="7"/>
                                </a:lnTo>
                                <a:lnTo>
                                  <a:pt x="9" y="5"/>
                                </a:lnTo>
                                <a:lnTo>
                                  <a:pt x="9" y="4"/>
                                </a:lnTo>
                                <a:lnTo>
                                  <a:pt x="9" y="3"/>
                                </a:lnTo>
                                <a:lnTo>
                                  <a:pt x="7" y="1"/>
                                </a:lnTo>
                                <a:lnTo>
                                  <a:pt x="6" y="0"/>
                                </a:lnTo>
                                <a:lnTo>
                                  <a:pt x="4" y="0"/>
                                </a:lnTo>
                                <a:lnTo>
                                  <a:pt x="3" y="1"/>
                                </a:lnTo>
                                <a:lnTo>
                                  <a:pt x="1" y="3"/>
                                </a:lnTo>
                                <a:lnTo>
                                  <a:pt x="0" y="4"/>
                                </a:lnTo>
                                <a:lnTo>
                                  <a:pt x="0" y="5"/>
                                </a:lnTo>
                                <a:lnTo>
                                  <a:pt x="1" y="7"/>
                                </a:lnTo>
                                <a:lnTo>
                                  <a:pt x="3"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4" name="Freeform 311"/>
                          <p:cNvSpPr>
                            <a:spLocks/>
                          </p:cNvSpPr>
                          <p:nvPr/>
                        </p:nvSpPr>
                        <p:spPr bwMode="auto">
                          <a:xfrm>
                            <a:off x="3721" y="2055"/>
                            <a:ext cx="9" cy="9"/>
                          </a:xfrm>
                          <a:custGeom>
                            <a:avLst/>
                            <a:gdLst>
                              <a:gd name="T0" fmla="*/ 2 w 9"/>
                              <a:gd name="T1" fmla="*/ 9 h 9"/>
                              <a:gd name="T2" fmla="*/ 3 w 9"/>
                              <a:gd name="T3" fmla="*/ 9 h 9"/>
                              <a:gd name="T4" fmla="*/ 5 w 9"/>
                              <a:gd name="T5" fmla="*/ 9 h 9"/>
                              <a:gd name="T6" fmla="*/ 6 w 9"/>
                              <a:gd name="T7" fmla="*/ 9 h 9"/>
                              <a:gd name="T8" fmla="*/ 8 w 9"/>
                              <a:gd name="T9" fmla="*/ 7 h 9"/>
                              <a:gd name="T10" fmla="*/ 9 w 9"/>
                              <a:gd name="T11" fmla="*/ 6 h 9"/>
                              <a:gd name="T12" fmla="*/ 9 w 9"/>
                              <a:gd name="T13" fmla="*/ 4 h 9"/>
                              <a:gd name="T14" fmla="*/ 8 w 9"/>
                              <a:gd name="T15" fmla="*/ 3 h 9"/>
                              <a:gd name="T16" fmla="*/ 6 w 9"/>
                              <a:gd name="T17" fmla="*/ 1 h 9"/>
                              <a:gd name="T18" fmla="*/ 6 w 9"/>
                              <a:gd name="T19" fmla="*/ 1 h 9"/>
                              <a:gd name="T20" fmla="*/ 5 w 9"/>
                              <a:gd name="T21" fmla="*/ 0 h 9"/>
                              <a:gd name="T22" fmla="*/ 3 w 9"/>
                              <a:gd name="T23" fmla="*/ 0 h 9"/>
                              <a:gd name="T24" fmla="*/ 2 w 9"/>
                              <a:gd name="T25" fmla="*/ 1 h 9"/>
                              <a:gd name="T26" fmla="*/ 0 w 9"/>
                              <a:gd name="T27" fmla="*/ 3 h 9"/>
                              <a:gd name="T28" fmla="*/ 0 w 9"/>
                              <a:gd name="T29" fmla="*/ 4 h 9"/>
                              <a:gd name="T30" fmla="*/ 0 w 9"/>
                              <a:gd name="T31" fmla="*/ 6 h 9"/>
                              <a:gd name="T32" fmla="*/ 0 w 9"/>
                              <a:gd name="T33" fmla="*/ 7 h 9"/>
                              <a:gd name="T34" fmla="*/ 2 w 9"/>
                              <a:gd name="T35" fmla="*/ 9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2" y="9"/>
                                </a:moveTo>
                                <a:lnTo>
                                  <a:pt x="3" y="9"/>
                                </a:lnTo>
                                <a:lnTo>
                                  <a:pt x="5" y="9"/>
                                </a:lnTo>
                                <a:lnTo>
                                  <a:pt x="6" y="9"/>
                                </a:lnTo>
                                <a:lnTo>
                                  <a:pt x="8" y="7"/>
                                </a:lnTo>
                                <a:lnTo>
                                  <a:pt x="9" y="6"/>
                                </a:lnTo>
                                <a:lnTo>
                                  <a:pt x="9" y="4"/>
                                </a:lnTo>
                                <a:lnTo>
                                  <a:pt x="8" y="3"/>
                                </a:lnTo>
                                <a:lnTo>
                                  <a:pt x="6" y="1"/>
                                </a:lnTo>
                                <a:lnTo>
                                  <a:pt x="5" y="0"/>
                                </a:lnTo>
                                <a:lnTo>
                                  <a:pt x="3" y="0"/>
                                </a:lnTo>
                                <a:lnTo>
                                  <a:pt x="2" y="1"/>
                                </a:lnTo>
                                <a:lnTo>
                                  <a:pt x="0" y="3"/>
                                </a:lnTo>
                                <a:lnTo>
                                  <a:pt x="0" y="4"/>
                                </a:lnTo>
                                <a:lnTo>
                                  <a:pt x="0" y="6"/>
                                </a:lnTo>
                                <a:lnTo>
                                  <a:pt x="0" y="7"/>
                                </a:lnTo>
                                <a:lnTo>
                                  <a:pt x="2"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5" name="Freeform 312"/>
                          <p:cNvSpPr>
                            <a:spLocks/>
                          </p:cNvSpPr>
                          <p:nvPr/>
                        </p:nvSpPr>
                        <p:spPr bwMode="auto">
                          <a:xfrm>
                            <a:off x="3707" y="2046"/>
                            <a:ext cx="9" cy="9"/>
                          </a:xfrm>
                          <a:custGeom>
                            <a:avLst/>
                            <a:gdLst>
                              <a:gd name="T0" fmla="*/ 1 w 9"/>
                              <a:gd name="T1" fmla="*/ 7 h 9"/>
                              <a:gd name="T2" fmla="*/ 3 w 9"/>
                              <a:gd name="T3" fmla="*/ 9 h 9"/>
                              <a:gd name="T4" fmla="*/ 4 w 9"/>
                              <a:gd name="T5" fmla="*/ 9 h 9"/>
                              <a:gd name="T6" fmla="*/ 6 w 9"/>
                              <a:gd name="T7" fmla="*/ 7 h 9"/>
                              <a:gd name="T8" fmla="*/ 7 w 9"/>
                              <a:gd name="T9" fmla="*/ 6 h 9"/>
                              <a:gd name="T10" fmla="*/ 9 w 9"/>
                              <a:gd name="T11" fmla="*/ 5 h 9"/>
                              <a:gd name="T12" fmla="*/ 9 w 9"/>
                              <a:gd name="T13" fmla="*/ 3 h 9"/>
                              <a:gd name="T14" fmla="*/ 7 w 9"/>
                              <a:gd name="T15" fmla="*/ 2 h 9"/>
                              <a:gd name="T16" fmla="*/ 6 w 9"/>
                              <a:gd name="T17" fmla="*/ 0 h 9"/>
                              <a:gd name="T18" fmla="*/ 6 w 9"/>
                              <a:gd name="T19" fmla="*/ 0 h 9"/>
                              <a:gd name="T20" fmla="*/ 4 w 9"/>
                              <a:gd name="T21" fmla="*/ 0 h 9"/>
                              <a:gd name="T22" fmla="*/ 3 w 9"/>
                              <a:gd name="T23" fmla="*/ 0 h 9"/>
                              <a:gd name="T24" fmla="*/ 1 w 9"/>
                              <a:gd name="T25" fmla="*/ 0 h 9"/>
                              <a:gd name="T26" fmla="*/ 0 w 9"/>
                              <a:gd name="T27" fmla="*/ 2 h 9"/>
                              <a:gd name="T28" fmla="*/ 0 w 9"/>
                              <a:gd name="T29" fmla="*/ 3 h 9"/>
                              <a:gd name="T30" fmla="*/ 0 w 9"/>
                              <a:gd name="T31" fmla="*/ 5 h 9"/>
                              <a:gd name="T32" fmla="*/ 0 w 9"/>
                              <a:gd name="T33" fmla="*/ 6 h 9"/>
                              <a:gd name="T34" fmla="*/ 1 w 9"/>
                              <a:gd name="T35" fmla="*/ 7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1" y="7"/>
                                </a:moveTo>
                                <a:lnTo>
                                  <a:pt x="3" y="9"/>
                                </a:lnTo>
                                <a:lnTo>
                                  <a:pt x="4" y="9"/>
                                </a:lnTo>
                                <a:lnTo>
                                  <a:pt x="6" y="7"/>
                                </a:lnTo>
                                <a:lnTo>
                                  <a:pt x="7" y="6"/>
                                </a:lnTo>
                                <a:lnTo>
                                  <a:pt x="9" y="5"/>
                                </a:lnTo>
                                <a:lnTo>
                                  <a:pt x="9" y="3"/>
                                </a:lnTo>
                                <a:lnTo>
                                  <a:pt x="7" y="2"/>
                                </a:lnTo>
                                <a:lnTo>
                                  <a:pt x="6" y="0"/>
                                </a:lnTo>
                                <a:lnTo>
                                  <a:pt x="4" y="0"/>
                                </a:lnTo>
                                <a:lnTo>
                                  <a:pt x="3" y="0"/>
                                </a:lnTo>
                                <a:lnTo>
                                  <a:pt x="1" y="0"/>
                                </a:lnTo>
                                <a:lnTo>
                                  <a:pt x="0" y="2"/>
                                </a:lnTo>
                                <a:lnTo>
                                  <a:pt x="0" y="3"/>
                                </a:lnTo>
                                <a:lnTo>
                                  <a:pt x="0" y="5"/>
                                </a:lnTo>
                                <a:lnTo>
                                  <a:pt x="0" y="6"/>
                                </a:lnTo>
                                <a:lnTo>
                                  <a:pt x="1"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6" name="Freeform 313"/>
                          <p:cNvSpPr>
                            <a:spLocks/>
                          </p:cNvSpPr>
                          <p:nvPr/>
                        </p:nvSpPr>
                        <p:spPr bwMode="auto">
                          <a:xfrm>
                            <a:off x="3692" y="2036"/>
                            <a:ext cx="9" cy="9"/>
                          </a:xfrm>
                          <a:custGeom>
                            <a:avLst/>
                            <a:gdLst>
                              <a:gd name="T0" fmla="*/ 2 w 9"/>
                              <a:gd name="T1" fmla="*/ 7 h 9"/>
                              <a:gd name="T2" fmla="*/ 3 w 9"/>
                              <a:gd name="T3" fmla="*/ 9 h 9"/>
                              <a:gd name="T4" fmla="*/ 5 w 9"/>
                              <a:gd name="T5" fmla="*/ 9 h 9"/>
                              <a:gd name="T6" fmla="*/ 6 w 9"/>
                              <a:gd name="T7" fmla="*/ 7 h 9"/>
                              <a:gd name="T8" fmla="*/ 8 w 9"/>
                              <a:gd name="T9" fmla="*/ 6 h 9"/>
                              <a:gd name="T10" fmla="*/ 9 w 9"/>
                              <a:gd name="T11" fmla="*/ 4 h 9"/>
                              <a:gd name="T12" fmla="*/ 9 w 9"/>
                              <a:gd name="T13" fmla="*/ 3 h 9"/>
                              <a:gd name="T14" fmla="*/ 8 w 9"/>
                              <a:gd name="T15" fmla="*/ 1 h 9"/>
                              <a:gd name="T16" fmla="*/ 6 w 9"/>
                              <a:gd name="T17" fmla="*/ 0 h 9"/>
                              <a:gd name="T18" fmla="*/ 6 w 9"/>
                              <a:gd name="T19" fmla="*/ 0 h 9"/>
                              <a:gd name="T20" fmla="*/ 5 w 9"/>
                              <a:gd name="T21" fmla="*/ 0 h 9"/>
                              <a:gd name="T22" fmla="*/ 3 w 9"/>
                              <a:gd name="T23" fmla="*/ 0 h 9"/>
                              <a:gd name="T24" fmla="*/ 2 w 9"/>
                              <a:gd name="T25" fmla="*/ 0 h 9"/>
                              <a:gd name="T26" fmla="*/ 0 w 9"/>
                              <a:gd name="T27" fmla="*/ 1 h 9"/>
                              <a:gd name="T28" fmla="*/ 0 w 9"/>
                              <a:gd name="T29" fmla="*/ 3 h 9"/>
                              <a:gd name="T30" fmla="*/ 0 w 9"/>
                              <a:gd name="T31" fmla="*/ 4 h 9"/>
                              <a:gd name="T32" fmla="*/ 0 w 9"/>
                              <a:gd name="T33" fmla="*/ 6 h 9"/>
                              <a:gd name="T34" fmla="*/ 2 w 9"/>
                              <a:gd name="T35" fmla="*/ 7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2" y="7"/>
                                </a:moveTo>
                                <a:lnTo>
                                  <a:pt x="3" y="9"/>
                                </a:lnTo>
                                <a:lnTo>
                                  <a:pt x="5" y="9"/>
                                </a:lnTo>
                                <a:lnTo>
                                  <a:pt x="6" y="7"/>
                                </a:lnTo>
                                <a:lnTo>
                                  <a:pt x="8" y="6"/>
                                </a:lnTo>
                                <a:lnTo>
                                  <a:pt x="9" y="4"/>
                                </a:lnTo>
                                <a:lnTo>
                                  <a:pt x="9" y="3"/>
                                </a:lnTo>
                                <a:lnTo>
                                  <a:pt x="8" y="1"/>
                                </a:lnTo>
                                <a:lnTo>
                                  <a:pt x="6" y="0"/>
                                </a:lnTo>
                                <a:lnTo>
                                  <a:pt x="5" y="0"/>
                                </a:lnTo>
                                <a:lnTo>
                                  <a:pt x="3" y="0"/>
                                </a:lnTo>
                                <a:lnTo>
                                  <a:pt x="2" y="0"/>
                                </a:lnTo>
                                <a:lnTo>
                                  <a:pt x="0" y="1"/>
                                </a:lnTo>
                                <a:lnTo>
                                  <a:pt x="0" y="3"/>
                                </a:lnTo>
                                <a:lnTo>
                                  <a:pt x="0" y="4"/>
                                </a:lnTo>
                                <a:lnTo>
                                  <a:pt x="0" y="6"/>
                                </a:lnTo>
                                <a:lnTo>
                                  <a:pt x="2"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7" name="Freeform 314"/>
                          <p:cNvSpPr>
                            <a:spLocks/>
                          </p:cNvSpPr>
                          <p:nvPr/>
                        </p:nvSpPr>
                        <p:spPr bwMode="auto">
                          <a:xfrm>
                            <a:off x="3679" y="2024"/>
                            <a:ext cx="9" cy="9"/>
                          </a:xfrm>
                          <a:custGeom>
                            <a:avLst/>
                            <a:gdLst>
                              <a:gd name="T0" fmla="*/ 2 w 9"/>
                              <a:gd name="T1" fmla="*/ 9 h 9"/>
                              <a:gd name="T2" fmla="*/ 3 w 9"/>
                              <a:gd name="T3" fmla="*/ 9 h 9"/>
                              <a:gd name="T4" fmla="*/ 5 w 9"/>
                              <a:gd name="T5" fmla="*/ 9 h 9"/>
                              <a:gd name="T6" fmla="*/ 6 w 9"/>
                              <a:gd name="T7" fmla="*/ 9 h 9"/>
                              <a:gd name="T8" fmla="*/ 8 w 9"/>
                              <a:gd name="T9" fmla="*/ 8 h 9"/>
                              <a:gd name="T10" fmla="*/ 9 w 9"/>
                              <a:gd name="T11" fmla="*/ 6 h 9"/>
                              <a:gd name="T12" fmla="*/ 9 w 9"/>
                              <a:gd name="T13" fmla="*/ 5 h 9"/>
                              <a:gd name="T14" fmla="*/ 8 w 9"/>
                              <a:gd name="T15" fmla="*/ 3 h 9"/>
                              <a:gd name="T16" fmla="*/ 6 w 9"/>
                              <a:gd name="T17" fmla="*/ 2 h 9"/>
                              <a:gd name="T18" fmla="*/ 6 w 9"/>
                              <a:gd name="T19" fmla="*/ 2 h 9"/>
                              <a:gd name="T20" fmla="*/ 5 w 9"/>
                              <a:gd name="T21" fmla="*/ 0 h 9"/>
                              <a:gd name="T22" fmla="*/ 3 w 9"/>
                              <a:gd name="T23" fmla="*/ 0 h 9"/>
                              <a:gd name="T24" fmla="*/ 2 w 9"/>
                              <a:gd name="T25" fmla="*/ 2 h 9"/>
                              <a:gd name="T26" fmla="*/ 0 w 9"/>
                              <a:gd name="T27" fmla="*/ 3 h 9"/>
                              <a:gd name="T28" fmla="*/ 0 w 9"/>
                              <a:gd name="T29" fmla="*/ 5 h 9"/>
                              <a:gd name="T30" fmla="*/ 0 w 9"/>
                              <a:gd name="T31" fmla="*/ 6 h 9"/>
                              <a:gd name="T32" fmla="*/ 0 w 9"/>
                              <a:gd name="T33" fmla="*/ 8 h 9"/>
                              <a:gd name="T34" fmla="*/ 2 w 9"/>
                              <a:gd name="T35" fmla="*/ 9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2" y="9"/>
                                </a:moveTo>
                                <a:lnTo>
                                  <a:pt x="3" y="9"/>
                                </a:lnTo>
                                <a:lnTo>
                                  <a:pt x="5" y="9"/>
                                </a:lnTo>
                                <a:lnTo>
                                  <a:pt x="6" y="9"/>
                                </a:lnTo>
                                <a:lnTo>
                                  <a:pt x="8" y="8"/>
                                </a:lnTo>
                                <a:lnTo>
                                  <a:pt x="9" y="6"/>
                                </a:lnTo>
                                <a:lnTo>
                                  <a:pt x="9" y="5"/>
                                </a:lnTo>
                                <a:lnTo>
                                  <a:pt x="8" y="3"/>
                                </a:lnTo>
                                <a:lnTo>
                                  <a:pt x="6" y="2"/>
                                </a:lnTo>
                                <a:lnTo>
                                  <a:pt x="5" y="0"/>
                                </a:lnTo>
                                <a:lnTo>
                                  <a:pt x="3" y="0"/>
                                </a:lnTo>
                                <a:lnTo>
                                  <a:pt x="2" y="2"/>
                                </a:lnTo>
                                <a:lnTo>
                                  <a:pt x="0" y="3"/>
                                </a:lnTo>
                                <a:lnTo>
                                  <a:pt x="0" y="5"/>
                                </a:lnTo>
                                <a:lnTo>
                                  <a:pt x="0" y="6"/>
                                </a:lnTo>
                                <a:lnTo>
                                  <a:pt x="0" y="8"/>
                                </a:lnTo>
                                <a:lnTo>
                                  <a:pt x="2"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8" name="Freeform 315"/>
                          <p:cNvSpPr>
                            <a:spLocks/>
                          </p:cNvSpPr>
                          <p:nvPr/>
                        </p:nvSpPr>
                        <p:spPr bwMode="auto">
                          <a:xfrm>
                            <a:off x="3665" y="2013"/>
                            <a:ext cx="8" cy="8"/>
                          </a:xfrm>
                          <a:custGeom>
                            <a:avLst/>
                            <a:gdLst>
                              <a:gd name="T0" fmla="*/ 3 w 8"/>
                              <a:gd name="T1" fmla="*/ 8 h 8"/>
                              <a:gd name="T2" fmla="*/ 4 w 8"/>
                              <a:gd name="T3" fmla="*/ 8 h 8"/>
                              <a:gd name="T4" fmla="*/ 6 w 8"/>
                              <a:gd name="T5" fmla="*/ 8 h 8"/>
                              <a:gd name="T6" fmla="*/ 7 w 8"/>
                              <a:gd name="T7" fmla="*/ 8 h 8"/>
                              <a:gd name="T8" fmla="*/ 8 w 8"/>
                              <a:gd name="T9" fmla="*/ 7 h 8"/>
                              <a:gd name="T10" fmla="*/ 8 w 8"/>
                              <a:gd name="T11" fmla="*/ 6 h 8"/>
                              <a:gd name="T12" fmla="*/ 8 w 8"/>
                              <a:gd name="T13" fmla="*/ 4 h 8"/>
                              <a:gd name="T14" fmla="*/ 8 w 8"/>
                              <a:gd name="T15" fmla="*/ 3 h 8"/>
                              <a:gd name="T16" fmla="*/ 7 w 8"/>
                              <a:gd name="T17" fmla="*/ 1 h 8"/>
                              <a:gd name="T18" fmla="*/ 7 w 8"/>
                              <a:gd name="T19" fmla="*/ 1 h 8"/>
                              <a:gd name="T20" fmla="*/ 6 w 8"/>
                              <a:gd name="T21" fmla="*/ 0 h 8"/>
                              <a:gd name="T22" fmla="*/ 4 w 8"/>
                              <a:gd name="T23" fmla="*/ 0 h 8"/>
                              <a:gd name="T24" fmla="*/ 3 w 8"/>
                              <a:gd name="T25" fmla="*/ 1 h 8"/>
                              <a:gd name="T26" fmla="*/ 1 w 8"/>
                              <a:gd name="T27" fmla="*/ 3 h 8"/>
                              <a:gd name="T28" fmla="*/ 0 w 8"/>
                              <a:gd name="T29" fmla="*/ 4 h 8"/>
                              <a:gd name="T30" fmla="*/ 0 w 8"/>
                              <a:gd name="T31" fmla="*/ 6 h 8"/>
                              <a:gd name="T32" fmla="*/ 1 w 8"/>
                              <a:gd name="T33" fmla="*/ 7 h 8"/>
                              <a:gd name="T34" fmla="*/ 3 w 8"/>
                              <a:gd name="T35" fmla="*/ 8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8"/>
                              <a:gd name="T56" fmla="*/ 8 w 8"/>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8">
                                <a:moveTo>
                                  <a:pt x="3" y="8"/>
                                </a:moveTo>
                                <a:lnTo>
                                  <a:pt x="4" y="8"/>
                                </a:lnTo>
                                <a:lnTo>
                                  <a:pt x="6" y="8"/>
                                </a:lnTo>
                                <a:lnTo>
                                  <a:pt x="7" y="8"/>
                                </a:lnTo>
                                <a:lnTo>
                                  <a:pt x="8" y="7"/>
                                </a:lnTo>
                                <a:lnTo>
                                  <a:pt x="8" y="6"/>
                                </a:lnTo>
                                <a:lnTo>
                                  <a:pt x="8" y="4"/>
                                </a:lnTo>
                                <a:lnTo>
                                  <a:pt x="8" y="3"/>
                                </a:lnTo>
                                <a:lnTo>
                                  <a:pt x="7" y="1"/>
                                </a:lnTo>
                                <a:lnTo>
                                  <a:pt x="6" y="0"/>
                                </a:lnTo>
                                <a:lnTo>
                                  <a:pt x="4" y="0"/>
                                </a:lnTo>
                                <a:lnTo>
                                  <a:pt x="3" y="1"/>
                                </a:lnTo>
                                <a:lnTo>
                                  <a:pt x="1" y="3"/>
                                </a:lnTo>
                                <a:lnTo>
                                  <a:pt x="0" y="4"/>
                                </a:lnTo>
                                <a:lnTo>
                                  <a:pt x="0" y="6"/>
                                </a:lnTo>
                                <a:lnTo>
                                  <a:pt x="1" y="7"/>
                                </a:lnTo>
                                <a:lnTo>
                                  <a:pt x="3"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9" name="Freeform 316"/>
                          <p:cNvSpPr>
                            <a:spLocks/>
                          </p:cNvSpPr>
                          <p:nvPr/>
                        </p:nvSpPr>
                        <p:spPr bwMode="auto">
                          <a:xfrm>
                            <a:off x="3652" y="2003"/>
                            <a:ext cx="8" cy="8"/>
                          </a:xfrm>
                          <a:custGeom>
                            <a:avLst/>
                            <a:gdLst>
                              <a:gd name="T0" fmla="*/ 3 w 8"/>
                              <a:gd name="T1" fmla="*/ 7 h 8"/>
                              <a:gd name="T2" fmla="*/ 4 w 8"/>
                              <a:gd name="T3" fmla="*/ 8 h 8"/>
                              <a:gd name="T4" fmla="*/ 5 w 8"/>
                              <a:gd name="T5" fmla="*/ 8 h 8"/>
                              <a:gd name="T6" fmla="*/ 7 w 8"/>
                              <a:gd name="T7" fmla="*/ 7 h 8"/>
                              <a:gd name="T8" fmla="*/ 8 w 8"/>
                              <a:gd name="T9" fmla="*/ 5 h 8"/>
                              <a:gd name="T10" fmla="*/ 8 w 8"/>
                              <a:gd name="T11" fmla="*/ 4 h 8"/>
                              <a:gd name="T12" fmla="*/ 8 w 8"/>
                              <a:gd name="T13" fmla="*/ 3 h 8"/>
                              <a:gd name="T14" fmla="*/ 8 w 8"/>
                              <a:gd name="T15" fmla="*/ 1 h 8"/>
                              <a:gd name="T16" fmla="*/ 7 w 8"/>
                              <a:gd name="T17" fmla="*/ 0 h 8"/>
                              <a:gd name="T18" fmla="*/ 7 w 8"/>
                              <a:gd name="T19" fmla="*/ 0 h 8"/>
                              <a:gd name="T20" fmla="*/ 5 w 8"/>
                              <a:gd name="T21" fmla="*/ 0 h 8"/>
                              <a:gd name="T22" fmla="*/ 4 w 8"/>
                              <a:gd name="T23" fmla="*/ 0 h 8"/>
                              <a:gd name="T24" fmla="*/ 3 w 8"/>
                              <a:gd name="T25" fmla="*/ 0 h 8"/>
                              <a:gd name="T26" fmla="*/ 1 w 8"/>
                              <a:gd name="T27" fmla="*/ 1 h 8"/>
                              <a:gd name="T28" fmla="*/ 0 w 8"/>
                              <a:gd name="T29" fmla="*/ 3 h 8"/>
                              <a:gd name="T30" fmla="*/ 0 w 8"/>
                              <a:gd name="T31" fmla="*/ 4 h 8"/>
                              <a:gd name="T32" fmla="*/ 1 w 8"/>
                              <a:gd name="T33" fmla="*/ 5 h 8"/>
                              <a:gd name="T34" fmla="*/ 3 w 8"/>
                              <a:gd name="T35" fmla="*/ 7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8"/>
                              <a:gd name="T56" fmla="*/ 8 w 8"/>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8">
                                <a:moveTo>
                                  <a:pt x="3" y="7"/>
                                </a:moveTo>
                                <a:lnTo>
                                  <a:pt x="4" y="8"/>
                                </a:lnTo>
                                <a:lnTo>
                                  <a:pt x="5" y="8"/>
                                </a:lnTo>
                                <a:lnTo>
                                  <a:pt x="7" y="7"/>
                                </a:lnTo>
                                <a:lnTo>
                                  <a:pt x="8" y="5"/>
                                </a:lnTo>
                                <a:lnTo>
                                  <a:pt x="8" y="4"/>
                                </a:lnTo>
                                <a:lnTo>
                                  <a:pt x="8" y="3"/>
                                </a:lnTo>
                                <a:lnTo>
                                  <a:pt x="8" y="1"/>
                                </a:lnTo>
                                <a:lnTo>
                                  <a:pt x="7" y="0"/>
                                </a:lnTo>
                                <a:lnTo>
                                  <a:pt x="5" y="0"/>
                                </a:lnTo>
                                <a:lnTo>
                                  <a:pt x="4" y="0"/>
                                </a:lnTo>
                                <a:lnTo>
                                  <a:pt x="3" y="0"/>
                                </a:lnTo>
                                <a:lnTo>
                                  <a:pt x="1" y="1"/>
                                </a:lnTo>
                                <a:lnTo>
                                  <a:pt x="0" y="3"/>
                                </a:lnTo>
                                <a:lnTo>
                                  <a:pt x="0" y="4"/>
                                </a:lnTo>
                                <a:lnTo>
                                  <a:pt x="1" y="5"/>
                                </a:lnTo>
                                <a:lnTo>
                                  <a:pt x="3"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60" name="Freeform 317"/>
                          <p:cNvSpPr>
                            <a:spLocks/>
                          </p:cNvSpPr>
                          <p:nvPr/>
                        </p:nvSpPr>
                        <p:spPr bwMode="auto">
                          <a:xfrm>
                            <a:off x="3639" y="1990"/>
                            <a:ext cx="8" cy="10"/>
                          </a:xfrm>
                          <a:custGeom>
                            <a:avLst/>
                            <a:gdLst>
                              <a:gd name="T0" fmla="*/ 2 w 8"/>
                              <a:gd name="T1" fmla="*/ 8 h 10"/>
                              <a:gd name="T2" fmla="*/ 4 w 8"/>
                              <a:gd name="T3" fmla="*/ 10 h 10"/>
                              <a:gd name="T4" fmla="*/ 5 w 8"/>
                              <a:gd name="T5" fmla="*/ 10 h 10"/>
                              <a:gd name="T6" fmla="*/ 7 w 8"/>
                              <a:gd name="T7" fmla="*/ 8 h 10"/>
                              <a:gd name="T8" fmla="*/ 8 w 8"/>
                              <a:gd name="T9" fmla="*/ 7 h 10"/>
                              <a:gd name="T10" fmla="*/ 8 w 8"/>
                              <a:gd name="T11" fmla="*/ 5 h 10"/>
                              <a:gd name="T12" fmla="*/ 8 w 8"/>
                              <a:gd name="T13" fmla="*/ 4 h 10"/>
                              <a:gd name="T14" fmla="*/ 8 w 8"/>
                              <a:gd name="T15" fmla="*/ 2 h 10"/>
                              <a:gd name="T16" fmla="*/ 7 w 8"/>
                              <a:gd name="T17" fmla="*/ 1 h 10"/>
                              <a:gd name="T18" fmla="*/ 7 w 8"/>
                              <a:gd name="T19" fmla="*/ 1 h 10"/>
                              <a:gd name="T20" fmla="*/ 5 w 8"/>
                              <a:gd name="T21" fmla="*/ 0 h 10"/>
                              <a:gd name="T22" fmla="*/ 4 w 8"/>
                              <a:gd name="T23" fmla="*/ 0 h 10"/>
                              <a:gd name="T24" fmla="*/ 2 w 8"/>
                              <a:gd name="T25" fmla="*/ 1 h 10"/>
                              <a:gd name="T26" fmla="*/ 1 w 8"/>
                              <a:gd name="T27" fmla="*/ 2 h 10"/>
                              <a:gd name="T28" fmla="*/ 0 w 8"/>
                              <a:gd name="T29" fmla="*/ 4 h 10"/>
                              <a:gd name="T30" fmla="*/ 0 w 8"/>
                              <a:gd name="T31" fmla="*/ 5 h 10"/>
                              <a:gd name="T32" fmla="*/ 1 w 8"/>
                              <a:gd name="T33" fmla="*/ 7 h 10"/>
                              <a:gd name="T34" fmla="*/ 2 w 8"/>
                              <a:gd name="T35" fmla="*/ 8 h 10"/>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10"/>
                              <a:gd name="T56" fmla="*/ 8 w 8"/>
                              <a:gd name="T57" fmla="*/ 10 h 10"/>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10">
                                <a:moveTo>
                                  <a:pt x="2" y="8"/>
                                </a:moveTo>
                                <a:lnTo>
                                  <a:pt x="4" y="10"/>
                                </a:lnTo>
                                <a:lnTo>
                                  <a:pt x="5" y="10"/>
                                </a:lnTo>
                                <a:lnTo>
                                  <a:pt x="7" y="8"/>
                                </a:lnTo>
                                <a:lnTo>
                                  <a:pt x="8" y="7"/>
                                </a:lnTo>
                                <a:lnTo>
                                  <a:pt x="8" y="5"/>
                                </a:lnTo>
                                <a:lnTo>
                                  <a:pt x="8" y="4"/>
                                </a:lnTo>
                                <a:lnTo>
                                  <a:pt x="8" y="2"/>
                                </a:lnTo>
                                <a:lnTo>
                                  <a:pt x="7" y="1"/>
                                </a:lnTo>
                                <a:lnTo>
                                  <a:pt x="5" y="0"/>
                                </a:lnTo>
                                <a:lnTo>
                                  <a:pt x="4" y="0"/>
                                </a:lnTo>
                                <a:lnTo>
                                  <a:pt x="2" y="1"/>
                                </a:lnTo>
                                <a:lnTo>
                                  <a:pt x="1" y="2"/>
                                </a:lnTo>
                                <a:lnTo>
                                  <a:pt x="0" y="4"/>
                                </a:lnTo>
                                <a:lnTo>
                                  <a:pt x="0" y="5"/>
                                </a:lnTo>
                                <a:lnTo>
                                  <a:pt x="1" y="7"/>
                                </a:lnTo>
                                <a:lnTo>
                                  <a:pt x="2"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61" name="Freeform 318"/>
                          <p:cNvSpPr>
                            <a:spLocks/>
                          </p:cNvSpPr>
                          <p:nvPr/>
                        </p:nvSpPr>
                        <p:spPr bwMode="auto">
                          <a:xfrm>
                            <a:off x="3627" y="1978"/>
                            <a:ext cx="9" cy="9"/>
                          </a:xfrm>
                          <a:custGeom>
                            <a:avLst/>
                            <a:gdLst>
                              <a:gd name="T0" fmla="*/ 1 w 9"/>
                              <a:gd name="T1" fmla="*/ 9 h 9"/>
                              <a:gd name="T2" fmla="*/ 3 w 9"/>
                              <a:gd name="T3" fmla="*/ 9 h 9"/>
                              <a:gd name="T4" fmla="*/ 4 w 9"/>
                              <a:gd name="T5" fmla="*/ 9 h 9"/>
                              <a:gd name="T6" fmla="*/ 6 w 9"/>
                              <a:gd name="T7" fmla="*/ 9 h 9"/>
                              <a:gd name="T8" fmla="*/ 7 w 9"/>
                              <a:gd name="T9" fmla="*/ 7 h 9"/>
                              <a:gd name="T10" fmla="*/ 9 w 9"/>
                              <a:gd name="T11" fmla="*/ 6 h 9"/>
                              <a:gd name="T12" fmla="*/ 9 w 9"/>
                              <a:gd name="T13" fmla="*/ 4 h 9"/>
                              <a:gd name="T14" fmla="*/ 7 w 9"/>
                              <a:gd name="T15" fmla="*/ 3 h 9"/>
                              <a:gd name="T16" fmla="*/ 6 w 9"/>
                              <a:gd name="T17" fmla="*/ 1 h 9"/>
                              <a:gd name="T18" fmla="*/ 6 w 9"/>
                              <a:gd name="T19" fmla="*/ 1 h 9"/>
                              <a:gd name="T20" fmla="*/ 4 w 9"/>
                              <a:gd name="T21" fmla="*/ 0 h 9"/>
                              <a:gd name="T22" fmla="*/ 3 w 9"/>
                              <a:gd name="T23" fmla="*/ 0 h 9"/>
                              <a:gd name="T24" fmla="*/ 1 w 9"/>
                              <a:gd name="T25" fmla="*/ 1 h 9"/>
                              <a:gd name="T26" fmla="*/ 0 w 9"/>
                              <a:gd name="T27" fmla="*/ 3 h 9"/>
                              <a:gd name="T28" fmla="*/ 0 w 9"/>
                              <a:gd name="T29" fmla="*/ 4 h 9"/>
                              <a:gd name="T30" fmla="*/ 0 w 9"/>
                              <a:gd name="T31" fmla="*/ 6 h 9"/>
                              <a:gd name="T32" fmla="*/ 0 w 9"/>
                              <a:gd name="T33" fmla="*/ 7 h 9"/>
                              <a:gd name="T34" fmla="*/ 1 w 9"/>
                              <a:gd name="T35" fmla="*/ 9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1" y="9"/>
                                </a:moveTo>
                                <a:lnTo>
                                  <a:pt x="3" y="9"/>
                                </a:lnTo>
                                <a:lnTo>
                                  <a:pt x="4" y="9"/>
                                </a:lnTo>
                                <a:lnTo>
                                  <a:pt x="6" y="9"/>
                                </a:lnTo>
                                <a:lnTo>
                                  <a:pt x="7" y="7"/>
                                </a:lnTo>
                                <a:lnTo>
                                  <a:pt x="9" y="6"/>
                                </a:lnTo>
                                <a:lnTo>
                                  <a:pt x="9" y="4"/>
                                </a:lnTo>
                                <a:lnTo>
                                  <a:pt x="7" y="3"/>
                                </a:lnTo>
                                <a:lnTo>
                                  <a:pt x="6" y="1"/>
                                </a:lnTo>
                                <a:lnTo>
                                  <a:pt x="4" y="0"/>
                                </a:lnTo>
                                <a:lnTo>
                                  <a:pt x="3" y="0"/>
                                </a:lnTo>
                                <a:lnTo>
                                  <a:pt x="1" y="1"/>
                                </a:lnTo>
                                <a:lnTo>
                                  <a:pt x="0" y="3"/>
                                </a:lnTo>
                                <a:lnTo>
                                  <a:pt x="0" y="4"/>
                                </a:lnTo>
                                <a:lnTo>
                                  <a:pt x="0" y="6"/>
                                </a:lnTo>
                                <a:lnTo>
                                  <a:pt x="0" y="7"/>
                                </a:lnTo>
                                <a:lnTo>
                                  <a:pt x="1"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62" name="Freeform 319"/>
                          <p:cNvSpPr>
                            <a:spLocks/>
                          </p:cNvSpPr>
                          <p:nvPr/>
                        </p:nvSpPr>
                        <p:spPr bwMode="auto">
                          <a:xfrm>
                            <a:off x="3614" y="1966"/>
                            <a:ext cx="9" cy="9"/>
                          </a:xfrm>
                          <a:custGeom>
                            <a:avLst/>
                            <a:gdLst>
                              <a:gd name="T0" fmla="*/ 1 w 9"/>
                              <a:gd name="T1" fmla="*/ 9 h 9"/>
                              <a:gd name="T2" fmla="*/ 3 w 9"/>
                              <a:gd name="T3" fmla="*/ 9 h 9"/>
                              <a:gd name="T4" fmla="*/ 4 w 9"/>
                              <a:gd name="T5" fmla="*/ 9 h 9"/>
                              <a:gd name="T6" fmla="*/ 6 w 9"/>
                              <a:gd name="T7" fmla="*/ 9 h 9"/>
                              <a:gd name="T8" fmla="*/ 7 w 9"/>
                              <a:gd name="T9" fmla="*/ 8 h 9"/>
                              <a:gd name="T10" fmla="*/ 9 w 9"/>
                              <a:gd name="T11" fmla="*/ 6 h 9"/>
                              <a:gd name="T12" fmla="*/ 9 w 9"/>
                              <a:gd name="T13" fmla="*/ 5 h 9"/>
                              <a:gd name="T14" fmla="*/ 7 w 9"/>
                              <a:gd name="T15" fmla="*/ 3 h 9"/>
                              <a:gd name="T16" fmla="*/ 6 w 9"/>
                              <a:gd name="T17" fmla="*/ 2 h 9"/>
                              <a:gd name="T18" fmla="*/ 6 w 9"/>
                              <a:gd name="T19" fmla="*/ 2 h 9"/>
                              <a:gd name="T20" fmla="*/ 4 w 9"/>
                              <a:gd name="T21" fmla="*/ 0 h 9"/>
                              <a:gd name="T22" fmla="*/ 3 w 9"/>
                              <a:gd name="T23" fmla="*/ 0 h 9"/>
                              <a:gd name="T24" fmla="*/ 1 w 9"/>
                              <a:gd name="T25" fmla="*/ 2 h 9"/>
                              <a:gd name="T26" fmla="*/ 0 w 9"/>
                              <a:gd name="T27" fmla="*/ 3 h 9"/>
                              <a:gd name="T28" fmla="*/ 0 w 9"/>
                              <a:gd name="T29" fmla="*/ 5 h 9"/>
                              <a:gd name="T30" fmla="*/ 0 w 9"/>
                              <a:gd name="T31" fmla="*/ 6 h 9"/>
                              <a:gd name="T32" fmla="*/ 0 w 9"/>
                              <a:gd name="T33" fmla="*/ 8 h 9"/>
                              <a:gd name="T34" fmla="*/ 1 w 9"/>
                              <a:gd name="T35" fmla="*/ 9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1" y="9"/>
                                </a:moveTo>
                                <a:lnTo>
                                  <a:pt x="3" y="9"/>
                                </a:lnTo>
                                <a:lnTo>
                                  <a:pt x="4" y="9"/>
                                </a:lnTo>
                                <a:lnTo>
                                  <a:pt x="6" y="9"/>
                                </a:lnTo>
                                <a:lnTo>
                                  <a:pt x="7" y="8"/>
                                </a:lnTo>
                                <a:lnTo>
                                  <a:pt x="9" y="6"/>
                                </a:lnTo>
                                <a:lnTo>
                                  <a:pt x="9" y="5"/>
                                </a:lnTo>
                                <a:lnTo>
                                  <a:pt x="7" y="3"/>
                                </a:lnTo>
                                <a:lnTo>
                                  <a:pt x="6" y="2"/>
                                </a:lnTo>
                                <a:lnTo>
                                  <a:pt x="4" y="0"/>
                                </a:lnTo>
                                <a:lnTo>
                                  <a:pt x="3" y="0"/>
                                </a:lnTo>
                                <a:lnTo>
                                  <a:pt x="1" y="2"/>
                                </a:lnTo>
                                <a:lnTo>
                                  <a:pt x="0" y="3"/>
                                </a:lnTo>
                                <a:lnTo>
                                  <a:pt x="0" y="5"/>
                                </a:lnTo>
                                <a:lnTo>
                                  <a:pt x="0" y="6"/>
                                </a:lnTo>
                                <a:lnTo>
                                  <a:pt x="0" y="8"/>
                                </a:lnTo>
                                <a:lnTo>
                                  <a:pt x="1"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63" name="Freeform 320"/>
                          <p:cNvSpPr>
                            <a:spLocks/>
                          </p:cNvSpPr>
                          <p:nvPr/>
                        </p:nvSpPr>
                        <p:spPr bwMode="auto">
                          <a:xfrm>
                            <a:off x="3601" y="1955"/>
                            <a:ext cx="9" cy="8"/>
                          </a:xfrm>
                          <a:custGeom>
                            <a:avLst/>
                            <a:gdLst>
                              <a:gd name="T0" fmla="*/ 1 w 9"/>
                              <a:gd name="T1" fmla="*/ 8 h 8"/>
                              <a:gd name="T2" fmla="*/ 3 w 9"/>
                              <a:gd name="T3" fmla="*/ 8 h 8"/>
                              <a:gd name="T4" fmla="*/ 4 w 9"/>
                              <a:gd name="T5" fmla="*/ 8 h 8"/>
                              <a:gd name="T6" fmla="*/ 6 w 9"/>
                              <a:gd name="T7" fmla="*/ 8 h 8"/>
                              <a:gd name="T8" fmla="*/ 7 w 9"/>
                              <a:gd name="T9" fmla="*/ 7 h 8"/>
                              <a:gd name="T10" fmla="*/ 9 w 9"/>
                              <a:gd name="T11" fmla="*/ 5 h 8"/>
                              <a:gd name="T12" fmla="*/ 9 w 9"/>
                              <a:gd name="T13" fmla="*/ 4 h 8"/>
                              <a:gd name="T14" fmla="*/ 7 w 9"/>
                              <a:gd name="T15" fmla="*/ 3 h 8"/>
                              <a:gd name="T16" fmla="*/ 6 w 9"/>
                              <a:gd name="T17" fmla="*/ 1 h 8"/>
                              <a:gd name="T18" fmla="*/ 6 w 9"/>
                              <a:gd name="T19" fmla="*/ 1 h 8"/>
                              <a:gd name="T20" fmla="*/ 4 w 9"/>
                              <a:gd name="T21" fmla="*/ 0 h 8"/>
                              <a:gd name="T22" fmla="*/ 3 w 9"/>
                              <a:gd name="T23" fmla="*/ 0 h 8"/>
                              <a:gd name="T24" fmla="*/ 1 w 9"/>
                              <a:gd name="T25" fmla="*/ 1 h 8"/>
                              <a:gd name="T26" fmla="*/ 0 w 9"/>
                              <a:gd name="T27" fmla="*/ 3 h 8"/>
                              <a:gd name="T28" fmla="*/ 0 w 9"/>
                              <a:gd name="T29" fmla="*/ 4 h 8"/>
                              <a:gd name="T30" fmla="*/ 0 w 9"/>
                              <a:gd name="T31" fmla="*/ 5 h 8"/>
                              <a:gd name="T32" fmla="*/ 0 w 9"/>
                              <a:gd name="T33" fmla="*/ 7 h 8"/>
                              <a:gd name="T34" fmla="*/ 1 w 9"/>
                              <a:gd name="T35" fmla="*/ 8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1" y="8"/>
                                </a:moveTo>
                                <a:lnTo>
                                  <a:pt x="3" y="8"/>
                                </a:lnTo>
                                <a:lnTo>
                                  <a:pt x="4" y="8"/>
                                </a:lnTo>
                                <a:lnTo>
                                  <a:pt x="6" y="8"/>
                                </a:lnTo>
                                <a:lnTo>
                                  <a:pt x="7" y="7"/>
                                </a:lnTo>
                                <a:lnTo>
                                  <a:pt x="9" y="5"/>
                                </a:lnTo>
                                <a:lnTo>
                                  <a:pt x="9" y="4"/>
                                </a:lnTo>
                                <a:lnTo>
                                  <a:pt x="7" y="3"/>
                                </a:lnTo>
                                <a:lnTo>
                                  <a:pt x="6" y="1"/>
                                </a:lnTo>
                                <a:lnTo>
                                  <a:pt x="4" y="0"/>
                                </a:lnTo>
                                <a:lnTo>
                                  <a:pt x="3" y="0"/>
                                </a:lnTo>
                                <a:lnTo>
                                  <a:pt x="1" y="1"/>
                                </a:lnTo>
                                <a:lnTo>
                                  <a:pt x="0" y="3"/>
                                </a:lnTo>
                                <a:lnTo>
                                  <a:pt x="0" y="4"/>
                                </a:lnTo>
                                <a:lnTo>
                                  <a:pt x="0" y="5"/>
                                </a:lnTo>
                                <a:lnTo>
                                  <a:pt x="0" y="7"/>
                                </a:lnTo>
                                <a:lnTo>
                                  <a:pt x="1"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64" name="Freeform 321"/>
                          <p:cNvSpPr>
                            <a:spLocks/>
                          </p:cNvSpPr>
                          <p:nvPr/>
                        </p:nvSpPr>
                        <p:spPr bwMode="auto">
                          <a:xfrm>
                            <a:off x="3588" y="1943"/>
                            <a:ext cx="8" cy="9"/>
                          </a:xfrm>
                          <a:custGeom>
                            <a:avLst/>
                            <a:gdLst>
                              <a:gd name="T0" fmla="*/ 3 w 8"/>
                              <a:gd name="T1" fmla="*/ 9 h 9"/>
                              <a:gd name="T2" fmla="*/ 4 w 8"/>
                              <a:gd name="T3" fmla="*/ 9 h 9"/>
                              <a:gd name="T4" fmla="*/ 6 w 8"/>
                              <a:gd name="T5" fmla="*/ 9 h 9"/>
                              <a:gd name="T6" fmla="*/ 7 w 8"/>
                              <a:gd name="T7" fmla="*/ 9 h 9"/>
                              <a:gd name="T8" fmla="*/ 8 w 8"/>
                              <a:gd name="T9" fmla="*/ 7 h 9"/>
                              <a:gd name="T10" fmla="*/ 8 w 8"/>
                              <a:gd name="T11" fmla="*/ 6 h 9"/>
                              <a:gd name="T12" fmla="*/ 8 w 8"/>
                              <a:gd name="T13" fmla="*/ 4 h 9"/>
                              <a:gd name="T14" fmla="*/ 8 w 8"/>
                              <a:gd name="T15" fmla="*/ 3 h 9"/>
                              <a:gd name="T16" fmla="*/ 7 w 8"/>
                              <a:gd name="T17" fmla="*/ 1 h 9"/>
                              <a:gd name="T18" fmla="*/ 7 w 8"/>
                              <a:gd name="T19" fmla="*/ 1 h 9"/>
                              <a:gd name="T20" fmla="*/ 6 w 8"/>
                              <a:gd name="T21" fmla="*/ 0 h 9"/>
                              <a:gd name="T22" fmla="*/ 4 w 8"/>
                              <a:gd name="T23" fmla="*/ 0 h 9"/>
                              <a:gd name="T24" fmla="*/ 3 w 8"/>
                              <a:gd name="T25" fmla="*/ 1 h 9"/>
                              <a:gd name="T26" fmla="*/ 1 w 8"/>
                              <a:gd name="T27" fmla="*/ 3 h 9"/>
                              <a:gd name="T28" fmla="*/ 0 w 8"/>
                              <a:gd name="T29" fmla="*/ 4 h 9"/>
                              <a:gd name="T30" fmla="*/ 0 w 8"/>
                              <a:gd name="T31" fmla="*/ 6 h 9"/>
                              <a:gd name="T32" fmla="*/ 1 w 8"/>
                              <a:gd name="T33" fmla="*/ 7 h 9"/>
                              <a:gd name="T34" fmla="*/ 3 w 8"/>
                              <a:gd name="T35" fmla="*/ 9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3" y="9"/>
                                </a:moveTo>
                                <a:lnTo>
                                  <a:pt x="4" y="9"/>
                                </a:lnTo>
                                <a:lnTo>
                                  <a:pt x="6" y="9"/>
                                </a:lnTo>
                                <a:lnTo>
                                  <a:pt x="7" y="9"/>
                                </a:lnTo>
                                <a:lnTo>
                                  <a:pt x="8" y="7"/>
                                </a:lnTo>
                                <a:lnTo>
                                  <a:pt x="8" y="6"/>
                                </a:lnTo>
                                <a:lnTo>
                                  <a:pt x="8" y="4"/>
                                </a:lnTo>
                                <a:lnTo>
                                  <a:pt x="8" y="3"/>
                                </a:lnTo>
                                <a:lnTo>
                                  <a:pt x="7" y="1"/>
                                </a:lnTo>
                                <a:lnTo>
                                  <a:pt x="6" y="0"/>
                                </a:lnTo>
                                <a:lnTo>
                                  <a:pt x="4" y="0"/>
                                </a:lnTo>
                                <a:lnTo>
                                  <a:pt x="3" y="1"/>
                                </a:lnTo>
                                <a:lnTo>
                                  <a:pt x="1" y="3"/>
                                </a:lnTo>
                                <a:lnTo>
                                  <a:pt x="0" y="4"/>
                                </a:lnTo>
                                <a:lnTo>
                                  <a:pt x="0" y="6"/>
                                </a:lnTo>
                                <a:lnTo>
                                  <a:pt x="1" y="7"/>
                                </a:lnTo>
                                <a:lnTo>
                                  <a:pt x="3"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65" name="Freeform 322"/>
                          <p:cNvSpPr>
                            <a:spLocks/>
                          </p:cNvSpPr>
                          <p:nvPr/>
                        </p:nvSpPr>
                        <p:spPr bwMode="auto">
                          <a:xfrm>
                            <a:off x="3575" y="1931"/>
                            <a:ext cx="8" cy="9"/>
                          </a:xfrm>
                          <a:custGeom>
                            <a:avLst/>
                            <a:gdLst>
                              <a:gd name="T0" fmla="*/ 1 w 8"/>
                              <a:gd name="T1" fmla="*/ 9 h 9"/>
                              <a:gd name="T2" fmla="*/ 3 w 8"/>
                              <a:gd name="T3" fmla="*/ 9 h 9"/>
                              <a:gd name="T4" fmla="*/ 4 w 8"/>
                              <a:gd name="T5" fmla="*/ 9 h 9"/>
                              <a:gd name="T6" fmla="*/ 5 w 8"/>
                              <a:gd name="T7" fmla="*/ 9 h 9"/>
                              <a:gd name="T8" fmla="*/ 7 w 8"/>
                              <a:gd name="T9" fmla="*/ 8 h 9"/>
                              <a:gd name="T10" fmla="*/ 8 w 8"/>
                              <a:gd name="T11" fmla="*/ 6 h 9"/>
                              <a:gd name="T12" fmla="*/ 8 w 8"/>
                              <a:gd name="T13" fmla="*/ 5 h 9"/>
                              <a:gd name="T14" fmla="*/ 7 w 8"/>
                              <a:gd name="T15" fmla="*/ 3 h 9"/>
                              <a:gd name="T16" fmla="*/ 5 w 8"/>
                              <a:gd name="T17" fmla="*/ 2 h 9"/>
                              <a:gd name="T18" fmla="*/ 5 w 8"/>
                              <a:gd name="T19" fmla="*/ 2 h 9"/>
                              <a:gd name="T20" fmla="*/ 4 w 8"/>
                              <a:gd name="T21" fmla="*/ 0 h 9"/>
                              <a:gd name="T22" fmla="*/ 3 w 8"/>
                              <a:gd name="T23" fmla="*/ 0 h 9"/>
                              <a:gd name="T24" fmla="*/ 1 w 8"/>
                              <a:gd name="T25" fmla="*/ 2 h 9"/>
                              <a:gd name="T26" fmla="*/ 0 w 8"/>
                              <a:gd name="T27" fmla="*/ 3 h 9"/>
                              <a:gd name="T28" fmla="*/ 0 w 8"/>
                              <a:gd name="T29" fmla="*/ 5 h 9"/>
                              <a:gd name="T30" fmla="*/ 0 w 8"/>
                              <a:gd name="T31" fmla="*/ 6 h 9"/>
                              <a:gd name="T32" fmla="*/ 0 w 8"/>
                              <a:gd name="T33" fmla="*/ 8 h 9"/>
                              <a:gd name="T34" fmla="*/ 1 w 8"/>
                              <a:gd name="T35" fmla="*/ 9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1" y="9"/>
                                </a:moveTo>
                                <a:lnTo>
                                  <a:pt x="3" y="9"/>
                                </a:lnTo>
                                <a:lnTo>
                                  <a:pt x="4" y="9"/>
                                </a:lnTo>
                                <a:lnTo>
                                  <a:pt x="5" y="9"/>
                                </a:lnTo>
                                <a:lnTo>
                                  <a:pt x="7" y="8"/>
                                </a:lnTo>
                                <a:lnTo>
                                  <a:pt x="8" y="6"/>
                                </a:lnTo>
                                <a:lnTo>
                                  <a:pt x="8" y="5"/>
                                </a:lnTo>
                                <a:lnTo>
                                  <a:pt x="7" y="3"/>
                                </a:lnTo>
                                <a:lnTo>
                                  <a:pt x="5" y="2"/>
                                </a:lnTo>
                                <a:lnTo>
                                  <a:pt x="4" y="0"/>
                                </a:lnTo>
                                <a:lnTo>
                                  <a:pt x="3" y="0"/>
                                </a:lnTo>
                                <a:lnTo>
                                  <a:pt x="1" y="2"/>
                                </a:lnTo>
                                <a:lnTo>
                                  <a:pt x="0" y="3"/>
                                </a:lnTo>
                                <a:lnTo>
                                  <a:pt x="0" y="5"/>
                                </a:lnTo>
                                <a:lnTo>
                                  <a:pt x="0" y="6"/>
                                </a:lnTo>
                                <a:lnTo>
                                  <a:pt x="0" y="8"/>
                                </a:lnTo>
                                <a:lnTo>
                                  <a:pt x="1"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grpSp>
                  </p:grpSp>
                </p:grpSp>
              </p:grpSp>
            </p:grpSp>
          </p:grpSp>
        </p:grpSp>
        <p:sp>
          <p:nvSpPr>
            <p:cNvPr id="350" name="Rectangle 344"/>
            <p:cNvSpPr>
              <a:spLocks noChangeArrowheads="1"/>
            </p:cNvSpPr>
            <p:nvPr/>
          </p:nvSpPr>
          <p:spPr bwMode="auto">
            <a:xfrm>
              <a:off x="8179189" y="5073494"/>
              <a:ext cx="521105"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defRPr kumimoji="1" sz="2000">
                  <a:solidFill>
                    <a:schemeClr val="tx1"/>
                  </a:solidFill>
                  <a:latin typeface="Arial" panose="020B0604020202020204" pitchFamily="34" charset="0"/>
                  <a:ea typeface="MS PGothic" panose="020B0600070205080204" pitchFamily="34" charset="-128"/>
                </a:defRPr>
              </a:lvl1pPr>
              <a:lvl2pPr marL="742950" indent="-285750">
                <a:spcBef>
                  <a:spcPct val="20000"/>
                </a:spcBef>
                <a:defRPr kumimoji="1" sz="1600">
                  <a:solidFill>
                    <a:schemeClr val="tx1"/>
                  </a:solidFill>
                  <a:latin typeface="Arial" panose="020B0604020202020204" pitchFamily="34" charset="0"/>
                  <a:ea typeface="MS PGothic" panose="020B0600070205080204" pitchFamily="34" charset="-128"/>
                </a:defRPr>
              </a:lvl2pPr>
              <a:lvl3pPr marL="1143000" indent="-228600">
                <a:spcBef>
                  <a:spcPct val="20000"/>
                </a:spcBef>
                <a:defRPr kumimoji="1" sz="1400">
                  <a:solidFill>
                    <a:schemeClr val="tx1"/>
                  </a:solidFill>
                  <a:latin typeface="Arial" panose="020B0604020202020204" pitchFamily="34" charset="0"/>
                  <a:ea typeface="MS PGothic" panose="020B0600070205080204" pitchFamily="34" charset="-128"/>
                </a:defRPr>
              </a:lvl3pPr>
              <a:lvl4pPr marL="1600200" indent="-228600">
                <a:spcBef>
                  <a:spcPct val="20000"/>
                </a:spcBef>
                <a:defRPr kumimoji="1" sz="1600">
                  <a:solidFill>
                    <a:schemeClr val="tx1"/>
                  </a:solidFill>
                  <a:latin typeface="Arial" panose="020B0604020202020204" pitchFamily="34" charset="0"/>
                  <a:ea typeface="MS PGothic" panose="020B0600070205080204" pitchFamily="34" charset="-128"/>
                </a:defRPr>
              </a:lvl4pPr>
              <a:lvl5pPr marL="2057400" indent="-228600">
                <a:spcBef>
                  <a:spcPct val="20000"/>
                </a:spcBef>
                <a:defRPr kumimoji="1" sz="16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defRPr kumimoji="1" sz="16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defRPr kumimoji="1" sz="16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defRPr kumimoji="1" sz="16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defRPr kumimoji="1" sz="1600">
                  <a:solidFill>
                    <a:schemeClr val="tx1"/>
                  </a:solidFill>
                  <a:latin typeface="Arial" panose="020B0604020202020204" pitchFamily="34" charset="0"/>
                  <a:ea typeface="MS PGothic" panose="020B0600070205080204" pitchFamily="34" charset="-128"/>
                </a:defRPr>
              </a:lvl9pPr>
            </a:lstStyle>
            <a:p>
              <a:pPr eaLnBrk="1" hangingPunct="1">
                <a:spcBef>
                  <a:spcPct val="0"/>
                </a:spcBef>
              </a:pPr>
              <a:r>
                <a:rPr kumimoji="0" lang="en-GB" altLang="en-US" sz="1600" dirty="0">
                  <a:solidFill>
                    <a:srgbClr val="000000"/>
                  </a:solidFill>
                  <a:latin typeface="Calibri" panose="020F0502020204030204" pitchFamily="34" charset="0"/>
                </a:rPr>
                <a:t>X-rays</a:t>
              </a:r>
            </a:p>
          </p:txBody>
        </p:sp>
        <p:sp>
          <p:nvSpPr>
            <p:cNvPr id="351" name="Rectangle 331"/>
            <p:cNvSpPr>
              <a:spLocks noChangeArrowheads="1"/>
            </p:cNvSpPr>
            <p:nvPr/>
          </p:nvSpPr>
          <p:spPr bwMode="auto">
            <a:xfrm>
              <a:off x="7766762" y="4633954"/>
              <a:ext cx="1344535"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defRPr kumimoji="1" sz="2000">
                  <a:solidFill>
                    <a:schemeClr val="tx1"/>
                  </a:solidFill>
                  <a:latin typeface="Arial" panose="020B0604020202020204" pitchFamily="34" charset="0"/>
                  <a:ea typeface="MS PGothic" panose="020B0600070205080204" pitchFamily="34" charset="-128"/>
                </a:defRPr>
              </a:lvl1pPr>
              <a:lvl2pPr marL="742950" indent="-285750">
                <a:spcBef>
                  <a:spcPct val="20000"/>
                </a:spcBef>
                <a:defRPr kumimoji="1" sz="1600">
                  <a:solidFill>
                    <a:schemeClr val="tx1"/>
                  </a:solidFill>
                  <a:latin typeface="Arial" panose="020B0604020202020204" pitchFamily="34" charset="0"/>
                  <a:ea typeface="MS PGothic" panose="020B0600070205080204" pitchFamily="34" charset="-128"/>
                </a:defRPr>
              </a:lvl2pPr>
              <a:lvl3pPr marL="1143000" indent="-228600">
                <a:spcBef>
                  <a:spcPct val="20000"/>
                </a:spcBef>
                <a:defRPr kumimoji="1" sz="1400">
                  <a:solidFill>
                    <a:schemeClr val="tx1"/>
                  </a:solidFill>
                  <a:latin typeface="Arial" panose="020B0604020202020204" pitchFamily="34" charset="0"/>
                  <a:ea typeface="MS PGothic" panose="020B0600070205080204" pitchFamily="34" charset="-128"/>
                </a:defRPr>
              </a:lvl3pPr>
              <a:lvl4pPr marL="1600200" indent="-228600">
                <a:spcBef>
                  <a:spcPct val="20000"/>
                </a:spcBef>
                <a:defRPr kumimoji="1" sz="1600">
                  <a:solidFill>
                    <a:schemeClr val="tx1"/>
                  </a:solidFill>
                  <a:latin typeface="Arial" panose="020B0604020202020204" pitchFamily="34" charset="0"/>
                  <a:ea typeface="MS PGothic" panose="020B0600070205080204" pitchFamily="34" charset="-128"/>
                </a:defRPr>
              </a:lvl4pPr>
              <a:lvl5pPr marL="2057400" indent="-228600">
                <a:spcBef>
                  <a:spcPct val="20000"/>
                </a:spcBef>
                <a:defRPr kumimoji="1" sz="16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defRPr kumimoji="1" sz="16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defRPr kumimoji="1" sz="16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defRPr kumimoji="1" sz="16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defRPr kumimoji="1" sz="1600">
                  <a:solidFill>
                    <a:schemeClr val="tx1"/>
                  </a:solidFill>
                  <a:latin typeface="Arial" panose="020B0604020202020204" pitchFamily="34" charset="0"/>
                  <a:ea typeface="MS PGothic" panose="020B0600070205080204" pitchFamily="34" charset="-128"/>
                </a:defRPr>
              </a:lvl9pPr>
            </a:lstStyle>
            <a:p>
              <a:pPr>
                <a:spcBef>
                  <a:spcPct val="0"/>
                </a:spcBef>
              </a:pPr>
              <a:r>
                <a:rPr kumimoji="0" lang="en-GB" altLang="en-US" sz="1600" dirty="0">
                  <a:solidFill>
                    <a:srgbClr val="000000"/>
                  </a:solidFill>
                  <a:latin typeface="Calibri" panose="020F0502020204030204" pitchFamily="34" charset="0"/>
                </a:rPr>
                <a:t>Output window</a:t>
              </a:r>
            </a:p>
          </p:txBody>
        </p:sp>
        <p:sp>
          <p:nvSpPr>
            <p:cNvPr id="352" name="Line 346"/>
            <p:cNvSpPr>
              <a:spLocks noChangeShapeType="1"/>
            </p:cNvSpPr>
            <p:nvPr/>
          </p:nvSpPr>
          <p:spPr bwMode="auto">
            <a:xfrm>
              <a:off x="7820525" y="4886479"/>
              <a:ext cx="14571" cy="990477"/>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GB"/>
            </a:p>
          </p:txBody>
        </p:sp>
        <p:grpSp>
          <p:nvGrpSpPr>
            <p:cNvPr id="358" name="Group 357"/>
            <p:cNvGrpSpPr/>
            <p:nvPr/>
          </p:nvGrpSpPr>
          <p:grpSpPr>
            <a:xfrm>
              <a:off x="5552264" y="2391104"/>
              <a:ext cx="549075" cy="331507"/>
              <a:chOff x="5772949" y="2638836"/>
              <a:chExt cx="549075" cy="331507"/>
            </a:xfrm>
          </p:grpSpPr>
          <p:grpSp>
            <p:nvGrpSpPr>
              <p:cNvPr id="355" name="Group 354"/>
              <p:cNvGrpSpPr/>
              <p:nvPr/>
            </p:nvGrpSpPr>
            <p:grpSpPr>
              <a:xfrm>
                <a:off x="5872492" y="2705148"/>
                <a:ext cx="356498" cy="179854"/>
                <a:chOff x="8215097" y="1256484"/>
                <a:chExt cx="331787" cy="885825"/>
              </a:xfrm>
            </p:grpSpPr>
            <p:sp>
              <p:nvSpPr>
                <p:cNvPr id="353" name="Line 65"/>
                <p:cNvSpPr>
                  <a:spLocks noChangeShapeType="1"/>
                </p:cNvSpPr>
                <p:nvPr/>
              </p:nvSpPr>
              <p:spPr bwMode="auto">
                <a:xfrm rot="2867199" flipV="1">
                  <a:off x="7938078" y="1533503"/>
                  <a:ext cx="885825" cy="331787"/>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354" name="Line 66"/>
                <p:cNvSpPr>
                  <a:spLocks noChangeShapeType="1"/>
                </p:cNvSpPr>
                <p:nvPr/>
              </p:nvSpPr>
              <p:spPr bwMode="auto">
                <a:xfrm rot="2867199">
                  <a:off x="7938078" y="1533503"/>
                  <a:ext cx="885825" cy="331787"/>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GB"/>
                </a:p>
              </p:txBody>
            </p:sp>
          </p:grpSp>
          <p:sp>
            <p:nvSpPr>
              <p:cNvPr id="357" name="Frame 356"/>
              <p:cNvSpPr/>
              <p:nvPr/>
            </p:nvSpPr>
            <p:spPr bwMode="auto">
              <a:xfrm rot="19063546">
                <a:off x="5772949" y="2638836"/>
                <a:ext cx="549075" cy="331507"/>
              </a:xfrm>
              <a:prstGeom prst="frame">
                <a:avLst>
                  <a:gd name="adj1" fmla="val 24843"/>
                </a:avLst>
              </a:prstGeom>
              <a:solidFill>
                <a:schemeClr val="bg1">
                  <a:lumMod val="9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en-GB" sz="2400" b="1" i="0" u="none" strike="noStrike" cap="none" normalizeH="0" baseline="0">
                  <a:ln>
                    <a:noFill/>
                  </a:ln>
                  <a:solidFill>
                    <a:schemeClr val="tx1"/>
                  </a:solidFill>
                  <a:effectLst/>
                  <a:latin typeface="Arial" charset="0"/>
                  <a:ea typeface="MS Gothic" pitchFamily="49" charset="-128"/>
                </a:endParaRPr>
              </a:p>
            </p:txBody>
          </p:sp>
        </p:grpSp>
        <p:grpSp>
          <p:nvGrpSpPr>
            <p:cNvPr id="359" name="Group 358"/>
            <p:cNvGrpSpPr/>
            <p:nvPr/>
          </p:nvGrpSpPr>
          <p:grpSpPr>
            <a:xfrm>
              <a:off x="4727311" y="3145968"/>
              <a:ext cx="549075" cy="331507"/>
              <a:chOff x="5772949" y="2638836"/>
              <a:chExt cx="549075" cy="331507"/>
            </a:xfrm>
          </p:grpSpPr>
          <p:grpSp>
            <p:nvGrpSpPr>
              <p:cNvPr id="360" name="Group 359"/>
              <p:cNvGrpSpPr/>
              <p:nvPr/>
            </p:nvGrpSpPr>
            <p:grpSpPr>
              <a:xfrm>
                <a:off x="5872492" y="2705148"/>
                <a:ext cx="356498" cy="179854"/>
                <a:chOff x="8215097" y="1256484"/>
                <a:chExt cx="331787" cy="885825"/>
              </a:xfrm>
            </p:grpSpPr>
            <p:sp>
              <p:nvSpPr>
                <p:cNvPr id="362" name="Line 65"/>
                <p:cNvSpPr>
                  <a:spLocks noChangeShapeType="1"/>
                </p:cNvSpPr>
                <p:nvPr/>
              </p:nvSpPr>
              <p:spPr bwMode="auto">
                <a:xfrm rot="2867199" flipV="1">
                  <a:off x="7938078" y="1533503"/>
                  <a:ext cx="885825" cy="331787"/>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363" name="Line 66"/>
                <p:cNvSpPr>
                  <a:spLocks noChangeShapeType="1"/>
                </p:cNvSpPr>
                <p:nvPr/>
              </p:nvSpPr>
              <p:spPr bwMode="auto">
                <a:xfrm rot="2867199">
                  <a:off x="7938078" y="1533503"/>
                  <a:ext cx="885825" cy="331787"/>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GB"/>
                </a:p>
              </p:txBody>
            </p:sp>
          </p:grpSp>
          <p:sp>
            <p:nvSpPr>
              <p:cNvPr id="361" name="Frame 360"/>
              <p:cNvSpPr/>
              <p:nvPr/>
            </p:nvSpPr>
            <p:spPr bwMode="auto">
              <a:xfrm rot="19063546">
                <a:off x="5772949" y="2638836"/>
                <a:ext cx="549075" cy="331507"/>
              </a:xfrm>
              <a:prstGeom prst="frame">
                <a:avLst>
                  <a:gd name="adj1" fmla="val 24843"/>
                </a:avLst>
              </a:prstGeom>
              <a:solidFill>
                <a:schemeClr val="bg1">
                  <a:lumMod val="9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en-GB" sz="2400" b="1" i="0" u="none" strike="noStrike" cap="none" normalizeH="0" baseline="0">
                  <a:ln>
                    <a:noFill/>
                  </a:ln>
                  <a:solidFill>
                    <a:schemeClr val="tx1"/>
                  </a:solidFill>
                  <a:effectLst/>
                  <a:latin typeface="Arial" charset="0"/>
                  <a:ea typeface="MS Gothic" pitchFamily="49" charset="-128"/>
                </a:endParaRPr>
              </a:p>
            </p:txBody>
          </p:sp>
        </p:grpSp>
        <p:sp>
          <p:nvSpPr>
            <p:cNvPr id="364" name="Rectangle 331"/>
            <p:cNvSpPr>
              <a:spLocks noChangeArrowheads="1"/>
            </p:cNvSpPr>
            <p:nvPr/>
          </p:nvSpPr>
          <p:spPr bwMode="auto">
            <a:xfrm>
              <a:off x="6169917" y="2128289"/>
              <a:ext cx="756617"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defRPr kumimoji="1" sz="2000">
                  <a:solidFill>
                    <a:schemeClr val="tx1"/>
                  </a:solidFill>
                  <a:latin typeface="Arial" panose="020B0604020202020204" pitchFamily="34" charset="0"/>
                  <a:ea typeface="MS PGothic" panose="020B0600070205080204" pitchFamily="34" charset="-128"/>
                </a:defRPr>
              </a:lvl1pPr>
              <a:lvl2pPr marL="742950" indent="-285750">
                <a:spcBef>
                  <a:spcPct val="20000"/>
                </a:spcBef>
                <a:defRPr kumimoji="1" sz="1600">
                  <a:solidFill>
                    <a:schemeClr val="tx1"/>
                  </a:solidFill>
                  <a:latin typeface="Arial" panose="020B0604020202020204" pitchFamily="34" charset="0"/>
                  <a:ea typeface="MS PGothic" panose="020B0600070205080204" pitchFamily="34" charset="-128"/>
                </a:defRPr>
              </a:lvl2pPr>
              <a:lvl3pPr marL="1143000" indent="-228600">
                <a:spcBef>
                  <a:spcPct val="20000"/>
                </a:spcBef>
                <a:defRPr kumimoji="1" sz="1400">
                  <a:solidFill>
                    <a:schemeClr val="tx1"/>
                  </a:solidFill>
                  <a:latin typeface="Arial" panose="020B0604020202020204" pitchFamily="34" charset="0"/>
                  <a:ea typeface="MS PGothic" panose="020B0600070205080204" pitchFamily="34" charset="-128"/>
                </a:defRPr>
              </a:lvl3pPr>
              <a:lvl4pPr marL="1600200" indent="-228600">
                <a:spcBef>
                  <a:spcPct val="20000"/>
                </a:spcBef>
                <a:defRPr kumimoji="1" sz="1600">
                  <a:solidFill>
                    <a:schemeClr val="tx1"/>
                  </a:solidFill>
                  <a:latin typeface="Arial" panose="020B0604020202020204" pitchFamily="34" charset="0"/>
                  <a:ea typeface="MS PGothic" panose="020B0600070205080204" pitchFamily="34" charset="-128"/>
                </a:defRPr>
              </a:lvl4pPr>
              <a:lvl5pPr marL="2057400" indent="-228600">
                <a:spcBef>
                  <a:spcPct val="20000"/>
                </a:spcBef>
                <a:defRPr kumimoji="1" sz="16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defRPr kumimoji="1" sz="16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defRPr kumimoji="1" sz="16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defRPr kumimoji="1" sz="16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defRPr kumimoji="1" sz="1600">
                  <a:solidFill>
                    <a:schemeClr val="tx1"/>
                  </a:solidFill>
                  <a:latin typeface="Arial" panose="020B0604020202020204" pitchFamily="34" charset="0"/>
                  <a:ea typeface="MS PGothic" panose="020B0600070205080204" pitchFamily="34" charset="-128"/>
                </a:defRPr>
              </a:lvl9pPr>
            </a:lstStyle>
            <a:p>
              <a:pPr>
                <a:spcBef>
                  <a:spcPct val="0"/>
                </a:spcBef>
              </a:pPr>
              <a:r>
                <a:rPr kumimoji="0" lang="en-GB" altLang="en-US" sz="1600" dirty="0">
                  <a:solidFill>
                    <a:srgbClr val="000000"/>
                  </a:solidFill>
                  <a:latin typeface="Calibri" panose="020F0502020204030204" pitchFamily="34" charset="0"/>
                </a:rPr>
                <a:t>X/Y Coils</a:t>
              </a:r>
            </a:p>
          </p:txBody>
        </p:sp>
      </p:grpSp>
      <p:sp>
        <p:nvSpPr>
          <p:cNvPr id="367" name="TextBox 366"/>
          <p:cNvSpPr txBox="1"/>
          <p:nvPr/>
        </p:nvSpPr>
        <p:spPr>
          <a:xfrm>
            <a:off x="345791" y="800241"/>
            <a:ext cx="4684890" cy="5262979"/>
          </a:xfrm>
          <a:prstGeom prst="rect">
            <a:avLst/>
          </a:prstGeom>
          <a:noFill/>
        </p:spPr>
        <p:txBody>
          <a:bodyPr wrap="square" rtlCol="0">
            <a:spAutoFit/>
          </a:bodyPr>
          <a:lstStyle/>
          <a:p>
            <a:pPr marL="342900" indent="-342900" algn="just">
              <a:buFont typeface="Arial" panose="020B0604020202020204" pitchFamily="34" charset="0"/>
              <a:buChar char="•"/>
            </a:pPr>
            <a:r>
              <a:rPr lang="en-GB" sz="1800" b="0" dirty="0">
                <a:latin typeface="Calibri" panose="020F0502020204030204" pitchFamily="34" charset="0"/>
                <a:cs typeface="Calibri" panose="020F0502020204030204" pitchFamily="34" charset="0"/>
              </a:rPr>
              <a:t>A hot </a:t>
            </a:r>
            <a:r>
              <a:rPr lang="en-GB" sz="1800" dirty="0">
                <a:latin typeface="Calibri" panose="020F0502020204030204" pitchFamily="34" charset="0"/>
                <a:cs typeface="Calibri" panose="020F0502020204030204" pitchFamily="34" charset="0"/>
              </a:rPr>
              <a:t>filament</a:t>
            </a:r>
            <a:r>
              <a:rPr lang="en-GB" sz="1800" b="0" dirty="0">
                <a:latin typeface="Calibri" panose="020F0502020204030204" pitchFamily="34" charset="0"/>
                <a:cs typeface="Calibri" panose="020F0502020204030204" pitchFamily="34" charset="0"/>
              </a:rPr>
              <a:t> emits electrons</a:t>
            </a:r>
          </a:p>
          <a:p>
            <a:pPr marL="342900" indent="-342900" algn="just">
              <a:buFont typeface="Arial" panose="020B0604020202020204" pitchFamily="34" charset="0"/>
              <a:buChar char="•"/>
            </a:pPr>
            <a:endParaRPr lang="en-GB" sz="1800" b="0" dirty="0">
              <a:latin typeface="Calibri" panose="020F0502020204030204" pitchFamily="34" charset="0"/>
              <a:cs typeface="Calibri" panose="020F0502020204030204" pitchFamily="34" charset="0"/>
            </a:endParaRPr>
          </a:p>
          <a:p>
            <a:pPr marL="342900" indent="-342900" algn="just">
              <a:buFont typeface="Arial" panose="020B0604020202020204" pitchFamily="34" charset="0"/>
              <a:buChar char="•"/>
            </a:pPr>
            <a:r>
              <a:rPr lang="en-GB" sz="1800" b="0" dirty="0">
                <a:latin typeface="Calibri" panose="020F0502020204030204" pitchFamily="34" charset="0"/>
                <a:cs typeface="Calibri" panose="020F0502020204030204" pitchFamily="34" charset="0"/>
              </a:rPr>
              <a:t>High voltage between the </a:t>
            </a:r>
            <a:r>
              <a:rPr lang="en-GB" sz="1800" dirty="0">
                <a:latin typeface="Calibri" panose="020F0502020204030204" pitchFamily="34" charset="0"/>
                <a:cs typeface="Calibri" panose="020F0502020204030204" pitchFamily="34" charset="0"/>
              </a:rPr>
              <a:t>filament</a:t>
            </a:r>
            <a:r>
              <a:rPr lang="en-GB" sz="1800" b="0" dirty="0">
                <a:latin typeface="Calibri" panose="020F0502020204030204" pitchFamily="34" charset="0"/>
                <a:cs typeface="Calibri" panose="020F0502020204030204" pitchFamily="34" charset="0"/>
              </a:rPr>
              <a:t> and </a:t>
            </a:r>
            <a:r>
              <a:rPr lang="en-GB" sz="1800" dirty="0">
                <a:latin typeface="Calibri" panose="020F0502020204030204" pitchFamily="34" charset="0"/>
                <a:cs typeface="Calibri" panose="020F0502020204030204" pitchFamily="34" charset="0"/>
              </a:rPr>
              <a:t>anode</a:t>
            </a:r>
            <a:r>
              <a:rPr lang="en-GB" sz="1800" b="0" dirty="0">
                <a:latin typeface="Calibri" panose="020F0502020204030204" pitchFamily="34" charset="0"/>
                <a:cs typeface="Calibri" panose="020F0502020204030204" pitchFamily="34" charset="0"/>
              </a:rPr>
              <a:t> attracts and accelerates the electrons into a beam</a:t>
            </a:r>
          </a:p>
          <a:p>
            <a:pPr marL="342900" indent="-342900" algn="just">
              <a:buFont typeface="Arial" panose="020B0604020202020204" pitchFamily="34" charset="0"/>
              <a:buChar char="•"/>
            </a:pPr>
            <a:endParaRPr lang="en-GB" sz="1800" b="0" dirty="0">
              <a:latin typeface="Calibri" panose="020F0502020204030204" pitchFamily="34" charset="0"/>
              <a:cs typeface="Calibri" panose="020F0502020204030204" pitchFamily="34" charset="0"/>
            </a:endParaRPr>
          </a:p>
          <a:p>
            <a:pPr marL="342900" indent="-342900" algn="just">
              <a:buFont typeface="Arial" panose="020B0604020202020204" pitchFamily="34" charset="0"/>
              <a:buChar char="•"/>
            </a:pPr>
            <a:r>
              <a:rPr lang="en-GB" sz="1800" dirty="0">
                <a:latin typeface="Calibri" panose="020F0502020204030204" pitchFamily="34" charset="0"/>
                <a:cs typeface="Calibri" panose="020F0502020204030204" pitchFamily="34" charset="0"/>
              </a:rPr>
              <a:t>X/Y coils </a:t>
            </a:r>
            <a:r>
              <a:rPr lang="en-GB" sz="1800" b="0" dirty="0">
                <a:latin typeface="Calibri" panose="020F0502020204030204" pitchFamily="34" charset="0"/>
                <a:cs typeface="Calibri" panose="020F0502020204030204" pitchFamily="34" charset="0"/>
              </a:rPr>
              <a:t>steer the beam into the </a:t>
            </a:r>
            <a:r>
              <a:rPr lang="en-GB" sz="1800" dirty="0">
                <a:latin typeface="Calibri" panose="020F0502020204030204" pitchFamily="34" charset="0"/>
                <a:cs typeface="Calibri" panose="020F0502020204030204" pitchFamily="34" charset="0"/>
              </a:rPr>
              <a:t>magnetic lens</a:t>
            </a:r>
            <a:r>
              <a:rPr lang="en-GB" sz="1800" b="0" dirty="0">
                <a:latin typeface="Calibri" panose="020F0502020204030204" pitchFamily="34" charset="0"/>
                <a:cs typeface="Calibri" panose="020F0502020204030204" pitchFamily="34" charset="0"/>
              </a:rPr>
              <a:t>, which focuses the beam down to a few µm</a:t>
            </a:r>
          </a:p>
          <a:p>
            <a:pPr marL="342900" indent="-342900" algn="just">
              <a:buFont typeface="Arial" panose="020B0604020202020204" pitchFamily="34" charset="0"/>
              <a:buChar char="•"/>
            </a:pPr>
            <a:endParaRPr lang="en-GB" sz="1800" b="0" dirty="0">
              <a:latin typeface="Calibri" panose="020F0502020204030204" pitchFamily="34" charset="0"/>
              <a:cs typeface="Calibri" panose="020F0502020204030204" pitchFamily="34" charset="0"/>
            </a:endParaRPr>
          </a:p>
          <a:p>
            <a:pPr marL="342900" indent="-342900" algn="just">
              <a:buFont typeface="Arial" panose="020B0604020202020204" pitchFamily="34" charset="0"/>
              <a:buChar char="•"/>
            </a:pPr>
            <a:r>
              <a:rPr lang="en-GB" sz="1800" b="0" dirty="0">
                <a:latin typeface="Calibri" panose="020F0502020204030204" pitchFamily="34" charset="0"/>
                <a:cs typeface="Calibri" panose="020F0502020204030204" pitchFamily="34" charset="0"/>
              </a:rPr>
              <a:t>The electrons impact the </a:t>
            </a:r>
            <a:r>
              <a:rPr lang="en-GB" sz="1800" dirty="0">
                <a:latin typeface="Calibri" panose="020F0502020204030204" pitchFamily="34" charset="0"/>
                <a:cs typeface="Calibri" panose="020F0502020204030204" pitchFamily="34" charset="0"/>
              </a:rPr>
              <a:t>target</a:t>
            </a:r>
            <a:r>
              <a:rPr lang="en-GB" sz="1800" b="0" dirty="0">
                <a:latin typeface="Calibri" panose="020F0502020204030204" pitchFamily="34" charset="0"/>
                <a:cs typeface="Calibri" panose="020F0502020204030204" pitchFamily="34" charset="0"/>
              </a:rPr>
              <a:t>, producing X-rays</a:t>
            </a:r>
          </a:p>
          <a:p>
            <a:pPr marL="800100" lvl="1" indent="-342900" algn="just">
              <a:buFont typeface="Arial" panose="020B0604020202020204" pitchFamily="34" charset="0"/>
              <a:buChar char="•"/>
            </a:pPr>
            <a:r>
              <a:rPr lang="en-GB" sz="1600" b="0" dirty="0">
                <a:latin typeface="Calibri" panose="020F0502020204030204" pitchFamily="34" charset="0"/>
                <a:cs typeface="Calibri" panose="020F0502020204030204" pitchFamily="34" charset="0"/>
              </a:rPr>
              <a:t>Over 99% of the electron beam’s power is transformed into heat.</a:t>
            </a:r>
          </a:p>
          <a:p>
            <a:pPr marL="800100" lvl="1" indent="-342900" algn="just">
              <a:buFont typeface="Arial" panose="020B0604020202020204" pitchFamily="34" charset="0"/>
              <a:buChar char="•"/>
            </a:pPr>
            <a:r>
              <a:rPr lang="en-GB" sz="1600" b="0" dirty="0">
                <a:latin typeface="Calibri" panose="020F0502020204030204" pitchFamily="34" charset="0"/>
                <a:cs typeface="Calibri" panose="020F0502020204030204" pitchFamily="34" charset="0"/>
              </a:rPr>
              <a:t>The </a:t>
            </a:r>
            <a:r>
              <a:rPr lang="en-GB" sz="1600" dirty="0">
                <a:latin typeface="Calibri" panose="020F0502020204030204" pitchFamily="34" charset="0"/>
                <a:cs typeface="Calibri" panose="020F0502020204030204" pitchFamily="34" charset="0"/>
              </a:rPr>
              <a:t>target</a:t>
            </a:r>
            <a:r>
              <a:rPr lang="en-GB" sz="1600" b="0" dirty="0">
                <a:latin typeface="Calibri" panose="020F0502020204030204" pitchFamily="34" charset="0"/>
                <a:cs typeface="Calibri" panose="020F0502020204030204" pitchFamily="34" charset="0"/>
              </a:rPr>
              <a:t> is liquid cooled.</a:t>
            </a:r>
          </a:p>
          <a:p>
            <a:pPr marL="800100" lvl="1" indent="-342900" algn="just">
              <a:buFont typeface="Arial" panose="020B0604020202020204" pitchFamily="34" charset="0"/>
              <a:buChar char="•"/>
            </a:pPr>
            <a:endParaRPr lang="en-GB" sz="1800" b="0" dirty="0">
              <a:latin typeface="Calibri" panose="020F0502020204030204" pitchFamily="34" charset="0"/>
              <a:cs typeface="Calibri" panose="020F0502020204030204" pitchFamily="34" charset="0"/>
            </a:endParaRPr>
          </a:p>
          <a:p>
            <a:pPr marL="342900" indent="-342900" algn="just">
              <a:buFont typeface="Arial" panose="020B0604020202020204" pitchFamily="34" charset="0"/>
              <a:buChar char="•"/>
            </a:pPr>
            <a:r>
              <a:rPr lang="en-GB" sz="1800" b="0" dirty="0">
                <a:latin typeface="Calibri" panose="020F0502020204030204" pitchFamily="34" charset="0"/>
                <a:cs typeface="Calibri" panose="020F0502020204030204" pitchFamily="34" charset="0"/>
              </a:rPr>
              <a:t>The X-ray source is continuously pumped to a high vacuum. The </a:t>
            </a:r>
            <a:r>
              <a:rPr lang="en-GB" sz="1800" dirty="0">
                <a:latin typeface="Calibri" panose="020F0502020204030204" pitchFamily="34" charset="0"/>
                <a:cs typeface="Calibri" panose="020F0502020204030204" pitchFamily="34" charset="0"/>
              </a:rPr>
              <a:t>output window</a:t>
            </a:r>
            <a:r>
              <a:rPr lang="en-GB" sz="1800" b="0" dirty="0">
                <a:latin typeface="Calibri" panose="020F0502020204030204" pitchFamily="34" charset="0"/>
                <a:cs typeface="Calibri" panose="020F0502020204030204" pitchFamily="34" charset="0"/>
              </a:rPr>
              <a:t> seals the vacuum whilst allowing X-rays out</a:t>
            </a:r>
          </a:p>
        </p:txBody>
      </p:sp>
      <p:sp>
        <p:nvSpPr>
          <p:cNvPr id="366" name="Oval 365"/>
          <p:cNvSpPr/>
          <p:nvPr/>
        </p:nvSpPr>
        <p:spPr bwMode="auto">
          <a:xfrm>
            <a:off x="9641457" y="5525801"/>
            <a:ext cx="360000" cy="360000"/>
          </a:xfrm>
          <a:prstGeom prst="ellipse">
            <a:avLst/>
          </a:prstGeom>
          <a:solidFill>
            <a:schemeClr val="accent6"/>
          </a:solidFill>
          <a:ln w="9525" cap="flat" cmpd="sng" algn="ctr">
            <a:solidFill>
              <a:schemeClr val="accent6">
                <a:lumMod val="7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en-GB" sz="2400" b="1" i="0" u="none" strike="noStrike" cap="none" normalizeH="0" baseline="0">
              <a:ln>
                <a:noFill/>
              </a:ln>
              <a:solidFill>
                <a:schemeClr val="tx1"/>
              </a:solidFill>
              <a:effectLst/>
              <a:latin typeface="Arial" charset="0"/>
              <a:ea typeface="MS Gothic" pitchFamily="49" charset="-128"/>
            </a:endParaRPr>
          </a:p>
        </p:txBody>
      </p:sp>
    </p:spTree>
    <p:extLst>
      <p:ext uri="{BB962C8B-B14F-4D97-AF65-F5344CB8AC3E}">
        <p14:creationId xmlns:p14="http://schemas.microsoft.com/office/powerpoint/2010/main" val="2426356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67">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67">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67">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67">
                                            <p:txEl>
                                              <p:pRg st="7" end="7"/>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67">
                                            <p:txEl>
                                              <p:pRg st="8" end="8"/>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67">
                                            <p:txEl>
                                              <p:pRg st="10" end="1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70"/>
                                        </p:tgtEl>
                                        <p:attrNameLst>
                                          <p:attrName>style.visibility</p:attrName>
                                        </p:attrNameLst>
                                      </p:cBhvr>
                                      <p:to>
                                        <p:strVal val="visible"/>
                                      </p:to>
                                    </p:set>
                                    <p:animEffect transition="in" filter="fade">
                                      <p:cBhvr>
                                        <p:cTn id="27" dur="500"/>
                                        <p:tgtEl>
                                          <p:spTgt spid="370"/>
                                        </p:tgtEl>
                                      </p:cBhvr>
                                    </p:animEffect>
                                  </p:childTnLst>
                                </p:cTn>
                              </p:par>
                              <p:par>
                                <p:cTn id="28" presetID="10" presetClass="exit" presetSubtype="0" fill="hold" grpId="0" nodeType="withEffect">
                                  <p:stCondLst>
                                    <p:cond delay="0"/>
                                  </p:stCondLst>
                                  <p:childTnLst>
                                    <p:animEffect transition="out" filter="fade">
                                      <p:cBhvr>
                                        <p:cTn id="29" dur="500"/>
                                        <p:tgtEl>
                                          <p:spTgt spid="366"/>
                                        </p:tgtEl>
                                      </p:cBhvr>
                                    </p:animEffect>
                                    <p:set>
                                      <p:cBhvr>
                                        <p:cTn id="30" dur="1" fill="hold">
                                          <p:stCondLst>
                                            <p:cond delay="499"/>
                                          </p:stCondLst>
                                        </p:cTn>
                                        <p:tgtEl>
                                          <p:spTgt spid="36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6"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07" name="Picture 6" descr="13 component.tif"/>
          <p:cNvPicPr>
            <a:picLocks noChangeAspect="1"/>
          </p:cNvPicPr>
          <p:nvPr/>
        </p:nvPicPr>
        <p:blipFill rotWithShape="1">
          <a:blip r:embed="rId2">
            <a:clrChange>
              <a:clrFrom>
                <a:srgbClr val="FFFFFF"/>
              </a:clrFrom>
              <a:clrTo>
                <a:srgbClr val="FFFFFF">
                  <a:alpha val="0"/>
                </a:srgbClr>
              </a:clrTo>
            </a:clrChange>
            <a:duotone>
              <a:schemeClr val="accent1">
                <a:shade val="45000"/>
                <a:satMod val="135000"/>
              </a:schemeClr>
              <a:prstClr val="white"/>
            </a:duotone>
            <a:extLst>
              <a:ext uri="{28A0092B-C50C-407E-A947-70E740481C1C}">
                <a14:useLocalDpi xmlns:a14="http://schemas.microsoft.com/office/drawing/2010/main" val="0"/>
              </a:ext>
            </a:extLst>
          </a:blip>
          <a:srcRect l="10713" t="22031" r="22253" b="19926"/>
          <a:stretch/>
        </p:blipFill>
        <p:spPr bwMode="auto">
          <a:xfrm>
            <a:off x="2582021" y="2146253"/>
            <a:ext cx="6657266" cy="48012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lstStyle/>
          <a:p>
            <a:r>
              <a:rPr lang="en-GB" dirty="0"/>
              <a:t>Generating X-rays: </a:t>
            </a:r>
            <a:r>
              <a:rPr lang="en-GB" b="1" dirty="0"/>
              <a:t>Transmission Target</a:t>
            </a:r>
            <a:endParaRPr lang="en-GB" dirty="0"/>
          </a:p>
        </p:txBody>
      </p:sp>
      <p:sp>
        <p:nvSpPr>
          <p:cNvPr id="4" name="Slide Number Placeholder 3"/>
          <p:cNvSpPr>
            <a:spLocks noGrp="1"/>
          </p:cNvSpPr>
          <p:nvPr>
            <p:ph type="sldNum" sz="quarter" idx="10"/>
          </p:nvPr>
        </p:nvSpPr>
        <p:spPr/>
        <p:txBody>
          <a:bodyPr/>
          <a:lstStyle/>
          <a:p>
            <a:pPr>
              <a:defRPr/>
            </a:pPr>
            <a:fld id="{C0335DDC-D7BD-499D-8620-A8CC6675656F}" type="slidenum">
              <a:rPr lang="en-US" altLang="ja-JP" smtClean="0"/>
              <a:pPr>
                <a:defRPr/>
              </a:pPr>
              <a:t>7</a:t>
            </a:fld>
            <a:endParaRPr lang="en-US" altLang="ja-JP"/>
          </a:p>
        </p:txBody>
      </p:sp>
      <p:sp>
        <p:nvSpPr>
          <p:cNvPr id="27" name="Rectangle 324"/>
          <p:cNvSpPr>
            <a:spLocks noChangeArrowheads="1"/>
          </p:cNvSpPr>
          <p:nvPr/>
        </p:nvSpPr>
        <p:spPr bwMode="auto">
          <a:xfrm>
            <a:off x="653526" y="2878205"/>
            <a:ext cx="912813" cy="35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grpSp>
        <p:nvGrpSpPr>
          <p:cNvPr id="705" name="Group 704"/>
          <p:cNvGrpSpPr/>
          <p:nvPr/>
        </p:nvGrpSpPr>
        <p:grpSpPr>
          <a:xfrm>
            <a:off x="1481580" y="3043013"/>
            <a:ext cx="8171172" cy="2879722"/>
            <a:chOff x="1630717" y="1371681"/>
            <a:chExt cx="7554063" cy="2662238"/>
          </a:xfrm>
        </p:grpSpPr>
        <p:sp>
          <p:nvSpPr>
            <p:cNvPr id="357" name="Freeform 356"/>
            <p:cNvSpPr>
              <a:spLocks/>
            </p:cNvSpPr>
            <p:nvPr/>
          </p:nvSpPr>
          <p:spPr bwMode="auto">
            <a:xfrm>
              <a:off x="2878492" y="1839994"/>
              <a:ext cx="109538" cy="774700"/>
            </a:xfrm>
            <a:custGeom>
              <a:avLst/>
              <a:gdLst>
                <a:gd name="T0" fmla="*/ 69 w 69"/>
                <a:gd name="T1" fmla="*/ 0 h 488"/>
                <a:gd name="T2" fmla="*/ 69 w 69"/>
                <a:gd name="T3" fmla="*/ 349 h 488"/>
                <a:gd name="T4" fmla="*/ 0 w 69"/>
                <a:gd name="T5" fmla="*/ 488 h 488"/>
                <a:gd name="T6" fmla="*/ 0 60000 65536"/>
                <a:gd name="T7" fmla="*/ 0 60000 65536"/>
                <a:gd name="T8" fmla="*/ 0 60000 65536"/>
                <a:gd name="T9" fmla="*/ 0 w 69"/>
                <a:gd name="T10" fmla="*/ 0 h 488"/>
                <a:gd name="T11" fmla="*/ 69 w 69"/>
                <a:gd name="T12" fmla="*/ 488 h 488"/>
              </a:gdLst>
              <a:ahLst/>
              <a:cxnLst>
                <a:cxn ang="T6">
                  <a:pos x="T0" y="T1"/>
                </a:cxn>
                <a:cxn ang="T7">
                  <a:pos x="T2" y="T3"/>
                </a:cxn>
                <a:cxn ang="T8">
                  <a:pos x="T4" y="T5"/>
                </a:cxn>
              </a:cxnLst>
              <a:rect l="T9" t="T10" r="T11" b="T12"/>
              <a:pathLst>
                <a:path w="69" h="488">
                  <a:moveTo>
                    <a:pt x="69" y="0"/>
                  </a:moveTo>
                  <a:lnTo>
                    <a:pt x="69" y="349"/>
                  </a:lnTo>
                  <a:lnTo>
                    <a:pt x="0" y="488"/>
                  </a:lnTo>
                </a:path>
              </a:pathLst>
            </a:custGeom>
            <a:noFill/>
            <a:ln w="142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358" name="Freeform 357"/>
            <p:cNvSpPr>
              <a:spLocks/>
            </p:cNvSpPr>
            <p:nvPr/>
          </p:nvSpPr>
          <p:spPr bwMode="auto">
            <a:xfrm>
              <a:off x="2878492" y="2835356"/>
              <a:ext cx="109538" cy="776288"/>
            </a:xfrm>
            <a:custGeom>
              <a:avLst/>
              <a:gdLst>
                <a:gd name="T0" fmla="*/ 69 w 69"/>
                <a:gd name="T1" fmla="*/ 489 h 489"/>
                <a:gd name="T2" fmla="*/ 69 w 69"/>
                <a:gd name="T3" fmla="*/ 140 h 489"/>
                <a:gd name="T4" fmla="*/ 0 w 69"/>
                <a:gd name="T5" fmla="*/ 0 h 489"/>
                <a:gd name="T6" fmla="*/ 0 60000 65536"/>
                <a:gd name="T7" fmla="*/ 0 60000 65536"/>
                <a:gd name="T8" fmla="*/ 0 60000 65536"/>
                <a:gd name="T9" fmla="*/ 0 w 69"/>
                <a:gd name="T10" fmla="*/ 0 h 489"/>
                <a:gd name="T11" fmla="*/ 69 w 69"/>
                <a:gd name="T12" fmla="*/ 489 h 489"/>
              </a:gdLst>
              <a:ahLst/>
              <a:cxnLst>
                <a:cxn ang="T6">
                  <a:pos x="T0" y="T1"/>
                </a:cxn>
                <a:cxn ang="T7">
                  <a:pos x="T2" y="T3"/>
                </a:cxn>
                <a:cxn ang="T8">
                  <a:pos x="T4" y="T5"/>
                </a:cxn>
              </a:cxnLst>
              <a:rect l="T9" t="T10" r="T11" b="T12"/>
              <a:pathLst>
                <a:path w="69" h="489">
                  <a:moveTo>
                    <a:pt x="69" y="489"/>
                  </a:moveTo>
                  <a:lnTo>
                    <a:pt x="69" y="140"/>
                  </a:lnTo>
                  <a:lnTo>
                    <a:pt x="0" y="0"/>
                  </a:lnTo>
                </a:path>
              </a:pathLst>
            </a:custGeom>
            <a:noFill/>
            <a:ln w="142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359" name="Freeform 358"/>
            <p:cNvSpPr>
              <a:spLocks/>
            </p:cNvSpPr>
            <p:nvPr/>
          </p:nvSpPr>
          <p:spPr bwMode="auto">
            <a:xfrm>
              <a:off x="2767367" y="2614694"/>
              <a:ext cx="111125" cy="220663"/>
            </a:xfrm>
            <a:custGeom>
              <a:avLst/>
              <a:gdLst>
                <a:gd name="T0" fmla="*/ 0 w 70"/>
                <a:gd name="T1" fmla="*/ 0 h 139"/>
                <a:gd name="T2" fmla="*/ 26 w 70"/>
                <a:gd name="T3" fmla="*/ 17 h 139"/>
                <a:gd name="T4" fmla="*/ 38 w 70"/>
                <a:gd name="T5" fmla="*/ 26 h 139"/>
                <a:gd name="T6" fmla="*/ 48 w 70"/>
                <a:gd name="T7" fmla="*/ 35 h 139"/>
                <a:gd name="T8" fmla="*/ 57 w 70"/>
                <a:gd name="T9" fmla="*/ 44 h 139"/>
                <a:gd name="T10" fmla="*/ 64 w 70"/>
                <a:gd name="T11" fmla="*/ 52 h 139"/>
                <a:gd name="T12" fmla="*/ 68 w 70"/>
                <a:gd name="T13" fmla="*/ 61 h 139"/>
                <a:gd name="T14" fmla="*/ 70 w 70"/>
                <a:gd name="T15" fmla="*/ 70 h 139"/>
                <a:gd name="T16" fmla="*/ 68 w 70"/>
                <a:gd name="T17" fmla="*/ 78 h 139"/>
                <a:gd name="T18" fmla="*/ 64 w 70"/>
                <a:gd name="T19" fmla="*/ 87 h 139"/>
                <a:gd name="T20" fmla="*/ 57 w 70"/>
                <a:gd name="T21" fmla="*/ 96 h 139"/>
                <a:gd name="T22" fmla="*/ 48 w 70"/>
                <a:gd name="T23" fmla="*/ 105 h 139"/>
                <a:gd name="T24" fmla="*/ 38 w 70"/>
                <a:gd name="T25" fmla="*/ 113 h 139"/>
                <a:gd name="T26" fmla="*/ 26 w 70"/>
                <a:gd name="T27" fmla="*/ 122 h 139"/>
                <a:gd name="T28" fmla="*/ 0 w 70"/>
                <a:gd name="T29" fmla="*/ 139 h 13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70"/>
                <a:gd name="T46" fmla="*/ 0 h 139"/>
                <a:gd name="T47" fmla="*/ 70 w 70"/>
                <a:gd name="T48" fmla="*/ 139 h 13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70" h="139">
                  <a:moveTo>
                    <a:pt x="0" y="0"/>
                  </a:moveTo>
                  <a:lnTo>
                    <a:pt x="26" y="17"/>
                  </a:lnTo>
                  <a:lnTo>
                    <a:pt x="38" y="26"/>
                  </a:lnTo>
                  <a:lnTo>
                    <a:pt x="48" y="35"/>
                  </a:lnTo>
                  <a:lnTo>
                    <a:pt x="57" y="44"/>
                  </a:lnTo>
                  <a:lnTo>
                    <a:pt x="64" y="52"/>
                  </a:lnTo>
                  <a:lnTo>
                    <a:pt x="68" y="61"/>
                  </a:lnTo>
                  <a:lnTo>
                    <a:pt x="70" y="70"/>
                  </a:lnTo>
                  <a:lnTo>
                    <a:pt x="68" y="78"/>
                  </a:lnTo>
                  <a:lnTo>
                    <a:pt x="64" y="87"/>
                  </a:lnTo>
                  <a:lnTo>
                    <a:pt x="57" y="96"/>
                  </a:lnTo>
                  <a:lnTo>
                    <a:pt x="48" y="105"/>
                  </a:lnTo>
                  <a:lnTo>
                    <a:pt x="38" y="113"/>
                  </a:lnTo>
                  <a:lnTo>
                    <a:pt x="26" y="122"/>
                  </a:lnTo>
                  <a:lnTo>
                    <a:pt x="0" y="139"/>
                  </a:lnTo>
                </a:path>
              </a:pathLst>
            </a:custGeom>
            <a:noFill/>
            <a:ln w="142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360" name="Freeform 359"/>
            <p:cNvSpPr>
              <a:spLocks/>
            </p:cNvSpPr>
            <p:nvPr/>
          </p:nvSpPr>
          <p:spPr bwMode="auto">
            <a:xfrm>
              <a:off x="3762730" y="1881269"/>
              <a:ext cx="442913" cy="554038"/>
            </a:xfrm>
            <a:custGeom>
              <a:avLst/>
              <a:gdLst>
                <a:gd name="T0" fmla="*/ 209 w 279"/>
                <a:gd name="T1" fmla="*/ 0 h 349"/>
                <a:gd name="T2" fmla="*/ 0 w 279"/>
                <a:gd name="T3" fmla="*/ 0 h 349"/>
                <a:gd name="T4" fmla="*/ 0 w 279"/>
                <a:gd name="T5" fmla="*/ 349 h 349"/>
                <a:gd name="T6" fmla="*/ 279 w 279"/>
                <a:gd name="T7" fmla="*/ 349 h 349"/>
                <a:gd name="T8" fmla="*/ 0 60000 65536"/>
                <a:gd name="T9" fmla="*/ 0 60000 65536"/>
                <a:gd name="T10" fmla="*/ 0 60000 65536"/>
                <a:gd name="T11" fmla="*/ 0 60000 65536"/>
                <a:gd name="T12" fmla="*/ 0 w 279"/>
                <a:gd name="T13" fmla="*/ 0 h 349"/>
                <a:gd name="T14" fmla="*/ 279 w 279"/>
                <a:gd name="T15" fmla="*/ 349 h 349"/>
              </a:gdLst>
              <a:ahLst/>
              <a:cxnLst>
                <a:cxn ang="T8">
                  <a:pos x="T0" y="T1"/>
                </a:cxn>
                <a:cxn ang="T9">
                  <a:pos x="T2" y="T3"/>
                </a:cxn>
                <a:cxn ang="T10">
                  <a:pos x="T4" y="T5"/>
                </a:cxn>
                <a:cxn ang="T11">
                  <a:pos x="T6" y="T7"/>
                </a:cxn>
              </a:cxnLst>
              <a:rect l="T12" t="T13" r="T14" b="T15"/>
              <a:pathLst>
                <a:path w="279" h="349">
                  <a:moveTo>
                    <a:pt x="209" y="0"/>
                  </a:moveTo>
                  <a:lnTo>
                    <a:pt x="0" y="0"/>
                  </a:lnTo>
                  <a:lnTo>
                    <a:pt x="0" y="349"/>
                  </a:lnTo>
                  <a:lnTo>
                    <a:pt x="279" y="349"/>
                  </a:lnTo>
                </a:path>
              </a:pathLst>
            </a:custGeom>
            <a:noFill/>
            <a:ln w="142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361" name="Freeform 360"/>
            <p:cNvSpPr>
              <a:spLocks/>
            </p:cNvSpPr>
            <p:nvPr/>
          </p:nvSpPr>
          <p:spPr bwMode="auto">
            <a:xfrm>
              <a:off x="3762730" y="2987756"/>
              <a:ext cx="442913" cy="554038"/>
            </a:xfrm>
            <a:custGeom>
              <a:avLst/>
              <a:gdLst>
                <a:gd name="T0" fmla="*/ 209 w 279"/>
                <a:gd name="T1" fmla="*/ 349 h 349"/>
                <a:gd name="T2" fmla="*/ 0 w 279"/>
                <a:gd name="T3" fmla="*/ 349 h 349"/>
                <a:gd name="T4" fmla="*/ 0 w 279"/>
                <a:gd name="T5" fmla="*/ 0 h 349"/>
                <a:gd name="T6" fmla="*/ 279 w 279"/>
                <a:gd name="T7" fmla="*/ 0 h 349"/>
                <a:gd name="T8" fmla="*/ 0 60000 65536"/>
                <a:gd name="T9" fmla="*/ 0 60000 65536"/>
                <a:gd name="T10" fmla="*/ 0 60000 65536"/>
                <a:gd name="T11" fmla="*/ 0 60000 65536"/>
                <a:gd name="T12" fmla="*/ 0 w 279"/>
                <a:gd name="T13" fmla="*/ 0 h 349"/>
                <a:gd name="T14" fmla="*/ 279 w 279"/>
                <a:gd name="T15" fmla="*/ 349 h 349"/>
              </a:gdLst>
              <a:ahLst/>
              <a:cxnLst>
                <a:cxn ang="T8">
                  <a:pos x="T0" y="T1"/>
                </a:cxn>
                <a:cxn ang="T9">
                  <a:pos x="T2" y="T3"/>
                </a:cxn>
                <a:cxn ang="T10">
                  <a:pos x="T4" y="T5"/>
                </a:cxn>
                <a:cxn ang="T11">
                  <a:pos x="T6" y="T7"/>
                </a:cxn>
              </a:cxnLst>
              <a:rect l="T12" t="T13" r="T14" b="T15"/>
              <a:pathLst>
                <a:path w="279" h="349">
                  <a:moveTo>
                    <a:pt x="209" y="349"/>
                  </a:moveTo>
                  <a:lnTo>
                    <a:pt x="0" y="349"/>
                  </a:lnTo>
                  <a:lnTo>
                    <a:pt x="0" y="0"/>
                  </a:lnTo>
                  <a:lnTo>
                    <a:pt x="279" y="0"/>
                  </a:lnTo>
                </a:path>
              </a:pathLst>
            </a:custGeom>
            <a:noFill/>
            <a:ln w="142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grpSp>
          <p:nvGrpSpPr>
            <p:cNvPr id="362" name="Group 361"/>
            <p:cNvGrpSpPr>
              <a:grpSpLocks/>
            </p:cNvGrpSpPr>
            <p:nvPr/>
          </p:nvGrpSpPr>
          <p:grpSpPr bwMode="auto">
            <a:xfrm>
              <a:off x="3016605" y="2717881"/>
              <a:ext cx="4951413" cy="14288"/>
              <a:chOff x="1533" y="2101"/>
              <a:chExt cx="3119" cy="9"/>
            </a:xfrm>
          </p:grpSpPr>
          <p:sp>
            <p:nvSpPr>
              <p:cNvPr id="647" name="Freeform 12"/>
              <p:cNvSpPr>
                <a:spLocks/>
              </p:cNvSpPr>
              <p:nvPr/>
            </p:nvSpPr>
            <p:spPr bwMode="auto">
              <a:xfrm>
                <a:off x="1533" y="2101"/>
                <a:ext cx="78" cy="9"/>
              </a:xfrm>
              <a:custGeom>
                <a:avLst/>
                <a:gdLst>
                  <a:gd name="T0" fmla="*/ 6 w 78"/>
                  <a:gd name="T1" fmla="*/ 0 h 9"/>
                  <a:gd name="T2" fmla="*/ 4 w 78"/>
                  <a:gd name="T3" fmla="*/ 0 h 9"/>
                  <a:gd name="T4" fmla="*/ 3 w 78"/>
                  <a:gd name="T5" fmla="*/ 2 h 9"/>
                  <a:gd name="T6" fmla="*/ 1 w 78"/>
                  <a:gd name="T7" fmla="*/ 3 h 9"/>
                  <a:gd name="T8" fmla="*/ 0 w 78"/>
                  <a:gd name="T9" fmla="*/ 5 h 9"/>
                  <a:gd name="T10" fmla="*/ 0 w 78"/>
                  <a:gd name="T11" fmla="*/ 5 h 9"/>
                  <a:gd name="T12" fmla="*/ 1 w 78"/>
                  <a:gd name="T13" fmla="*/ 6 h 9"/>
                  <a:gd name="T14" fmla="*/ 3 w 78"/>
                  <a:gd name="T15" fmla="*/ 8 h 9"/>
                  <a:gd name="T16" fmla="*/ 4 w 78"/>
                  <a:gd name="T17" fmla="*/ 9 h 9"/>
                  <a:gd name="T18" fmla="*/ 72 w 78"/>
                  <a:gd name="T19" fmla="*/ 9 h 9"/>
                  <a:gd name="T20" fmla="*/ 74 w 78"/>
                  <a:gd name="T21" fmla="*/ 9 h 9"/>
                  <a:gd name="T22" fmla="*/ 75 w 78"/>
                  <a:gd name="T23" fmla="*/ 9 h 9"/>
                  <a:gd name="T24" fmla="*/ 77 w 78"/>
                  <a:gd name="T25" fmla="*/ 8 h 9"/>
                  <a:gd name="T26" fmla="*/ 78 w 78"/>
                  <a:gd name="T27" fmla="*/ 6 h 9"/>
                  <a:gd name="T28" fmla="*/ 78 w 78"/>
                  <a:gd name="T29" fmla="*/ 5 h 9"/>
                  <a:gd name="T30" fmla="*/ 77 w 78"/>
                  <a:gd name="T31" fmla="*/ 3 h 9"/>
                  <a:gd name="T32" fmla="*/ 75 w 78"/>
                  <a:gd name="T33" fmla="*/ 2 h 9"/>
                  <a:gd name="T34" fmla="*/ 74 w 78"/>
                  <a:gd name="T35" fmla="*/ 0 h 9"/>
                  <a:gd name="T36" fmla="*/ 6 w 78"/>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78"/>
                  <a:gd name="T58" fmla="*/ 0 h 9"/>
                  <a:gd name="T59" fmla="*/ 78 w 78"/>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78" h="9">
                    <a:moveTo>
                      <a:pt x="6" y="0"/>
                    </a:moveTo>
                    <a:lnTo>
                      <a:pt x="4" y="0"/>
                    </a:lnTo>
                    <a:lnTo>
                      <a:pt x="3" y="2"/>
                    </a:lnTo>
                    <a:lnTo>
                      <a:pt x="1" y="3"/>
                    </a:lnTo>
                    <a:lnTo>
                      <a:pt x="0" y="5"/>
                    </a:lnTo>
                    <a:lnTo>
                      <a:pt x="1" y="6"/>
                    </a:lnTo>
                    <a:lnTo>
                      <a:pt x="3" y="8"/>
                    </a:lnTo>
                    <a:lnTo>
                      <a:pt x="4" y="9"/>
                    </a:lnTo>
                    <a:lnTo>
                      <a:pt x="72" y="9"/>
                    </a:lnTo>
                    <a:lnTo>
                      <a:pt x="74" y="9"/>
                    </a:lnTo>
                    <a:lnTo>
                      <a:pt x="75" y="9"/>
                    </a:lnTo>
                    <a:lnTo>
                      <a:pt x="77" y="8"/>
                    </a:lnTo>
                    <a:lnTo>
                      <a:pt x="78" y="6"/>
                    </a:lnTo>
                    <a:lnTo>
                      <a:pt x="78" y="5"/>
                    </a:lnTo>
                    <a:lnTo>
                      <a:pt x="77" y="3"/>
                    </a:lnTo>
                    <a:lnTo>
                      <a:pt x="75" y="2"/>
                    </a:lnTo>
                    <a:lnTo>
                      <a:pt x="74" y="0"/>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648" name="Freeform 13"/>
              <p:cNvSpPr>
                <a:spLocks/>
              </p:cNvSpPr>
              <p:nvPr/>
            </p:nvSpPr>
            <p:spPr bwMode="auto">
              <a:xfrm>
                <a:off x="1629" y="2101"/>
                <a:ext cx="17" cy="9"/>
              </a:xfrm>
              <a:custGeom>
                <a:avLst/>
                <a:gdLst>
                  <a:gd name="T0" fmla="*/ 4 w 17"/>
                  <a:gd name="T1" fmla="*/ 0 h 9"/>
                  <a:gd name="T2" fmla="*/ 2 w 17"/>
                  <a:gd name="T3" fmla="*/ 0 h 9"/>
                  <a:gd name="T4" fmla="*/ 1 w 17"/>
                  <a:gd name="T5" fmla="*/ 2 h 9"/>
                  <a:gd name="T6" fmla="*/ 0 w 17"/>
                  <a:gd name="T7" fmla="*/ 3 h 9"/>
                  <a:gd name="T8" fmla="*/ 0 w 17"/>
                  <a:gd name="T9" fmla="*/ 5 h 9"/>
                  <a:gd name="T10" fmla="*/ 0 w 17"/>
                  <a:gd name="T11" fmla="*/ 6 h 9"/>
                  <a:gd name="T12" fmla="*/ 0 w 17"/>
                  <a:gd name="T13" fmla="*/ 8 h 9"/>
                  <a:gd name="T14" fmla="*/ 1 w 17"/>
                  <a:gd name="T15" fmla="*/ 9 h 9"/>
                  <a:gd name="T16" fmla="*/ 2 w 17"/>
                  <a:gd name="T17" fmla="*/ 9 h 9"/>
                  <a:gd name="T18" fmla="*/ 11 w 17"/>
                  <a:gd name="T19" fmla="*/ 9 h 9"/>
                  <a:gd name="T20" fmla="*/ 13 w 17"/>
                  <a:gd name="T21" fmla="*/ 9 h 9"/>
                  <a:gd name="T22" fmla="*/ 14 w 17"/>
                  <a:gd name="T23" fmla="*/ 9 h 9"/>
                  <a:gd name="T24" fmla="*/ 16 w 17"/>
                  <a:gd name="T25" fmla="*/ 8 h 9"/>
                  <a:gd name="T26" fmla="*/ 17 w 17"/>
                  <a:gd name="T27" fmla="*/ 6 h 9"/>
                  <a:gd name="T28" fmla="*/ 17 w 17"/>
                  <a:gd name="T29" fmla="*/ 5 h 9"/>
                  <a:gd name="T30" fmla="*/ 16 w 17"/>
                  <a:gd name="T31" fmla="*/ 3 h 9"/>
                  <a:gd name="T32" fmla="*/ 14 w 17"/>
                  <a:gd name="T33" fmla="*/ 2 h 9"/>
                  <a:gd name="T34" fmla="*/ 13 w 17"/>
                  <a:gd name="T35" fmla="*/ 0 h 9"/>
                  <a:gd name="T36" fmla="*/ 4 w 17"/>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7"/>
                  <a:gd name="T58" fmla="*/ 0 h 9"/>
                  <a:gd name="T59" fmla="*/ 17 w 17"/>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7" h="9">
                    <a:moveTo>
                      <a:pt x="4" y="0"/>
                    </a:moveTo>
                    <a:lnTo>
                      <a:pt x="2" y="0"/>
                    </a:lnTo>
                    <a:lnTo>
                      <a:pt x="1" y="2"/>
                    </a:lnTo>
                    <a:lnTo>
                      <a:pt x="0" y="3"/>
                    </a:lnTo>
                    <a:lnTo>
                      <a:pt x="0" y="5"/>
                    </a:lnTo>
                    <a:lnTo>
                      <a:pt x="0" y="6"/>
                    </a:lnTo>
                    <a:lnTo>
                      <a:pt x="0" y="8"/>
                    </a:lnTo>
                    <a:lnTo>
                      <a:pt x="1" y="9"/>
                    </a:lnTo>
                    <a:lnTo>
                      <a:pt x="2" y="9"/>
                    </a:lnTo>
                    <a:lnTo>
                      <a:pt x="11" y="9"/>
                    </a:lnTo>
                    <a:lnTo>
                      <a:pt x="13" y="9"/>
                    </a:lnTo>
                    <a:lnTo>
                      <a:pt x="14" y="9"/>
                    </a:lnTo>
                    <a:lnTo>
                      <a:pt x="16" y="8"/>
                    </a:lnTo>
                    <a:lnTo>
                      <a:pt x="17" y="6"/>
                    </a:lnTo>
                    <a:lnTo>
                      <a:pt x="17" y="5"/>
                    </a:lnTo>
                    <a:lnTo>
                      <a:pt x="16" y="3"/>
                    </a:lnTo>
                    <a:lnTo>
                      <a:pt x="14" y="2"/>
                    </a:lnTo>
                    <a:lnTo>
                      <a:pt x="13"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649" name="Freeform 14"/>
              <p:cNvSpPr>
                <a:spLocks/>
              </p:cNvSpPr>
              <p:nvPr/>
            </p:nvSpPr>
            <p:spPr bwMode="auto">
              <a:xfrm>
                <a:off x="1663" y="2101"/>
                <a:ext cx="79" cy="9"/>
              </a:xfrm>
              <a:custGeom>
                <a:avLst/>
                <a:gdLst>
                  <a:gd name="T0" fmla="*/ 5 w 79"/>
                  <a:gd name="T1" fmla="*/ 0 h 9"/>
                  <a:gd name="T2" fmla="*/ 3 w 79"/>
                  <a:gd name="T3" fmla="*/ 0 h 9"/>
                  <a:gd name="T4" fmla="*/ 2 w 79"/>
                  <a:gd name="T5" fmla="*/ 2 h 9"/>
                  <a:gd name="T6" fmla="*/ 0 w 79"/>
                  <a:gd name="T7" fmla="*/ 3 h 9"/>
                  <a:gd name="T8" fmla="*/ 0 w 79"/>
                  <a:gd name="T9" fmla="*/ 5 h 9"/>
                  <a:gd name="T10" fmla="*/ 0 w 79"/>
                  <a:gd name="T11" fmla="*/ 6 h 9"/>
                  <a:gd name="T12" fmla="*/ 0 w 79"/>
                  <a:gd name="T13" fmla="*/ 8 h 9"/>
                  <a:gd name="T14" fmla="*/ 2 w 79"/>
                  <a:gd name="T15" fmla="*/ 9 h 9"/>
                  <a:gd name="T16" fmla="*/ 3 w 79"/>
                  <a:gd name="T17" fmla="*/ 9 h 9"/>
                  <a:gd name="T18" fmla="*/ 73 w 79"/>
                  <a:gd name="T19" fmla="*/ 9 h 9"/>
                  <a:gd name="T20" fmla="*/ 75 w 79"/>
                  <a:gd name="T21" fmla="*/ 9 h 9"/>
                  <a:gd name="T22" fmla="*/ 76 w 79"/>
                  <a:gd name="T23" fmla="*/ 9 h 9"/>
                  <a:gd name="T24" fmla="*/ 77 w 79"/>
                  <a:gd name="T25" fmla="*/ 8 h 9"/>
                  <a:gd name="T26" fmla="*/ 79 w 79"/>
                  <a:gd name="T27" fmla="*/ 6 h 9"/>
                  <a:gd name="T28" fmla="*/ 79 w 79"/>
                  <a:gd name="T29" fmla="*/ 5 h 9"/>
                  <a:gd name="T30" fmla="*/ 77 w 79"/>
                  <a:gd name="T31" fmla="*/ 3 h 9"/>
                  <a:gd name="T32" fmla="*/ 76 w 79"/>
                  <a:gd name="T33" fmla="*/ 2 h 9"/>
                  <a:gd name="T34" fmla="*/ 75 w 79"/>
                  <a:gd name="T35" fmla="*/ 0 h 9"/>
                  <a:gd name="T36" fmla="*/ 5 w 79"/>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79"/>
                  <a:gd name="T58" fmla="*/ 0 h 9"/>
                  <a:gd name="T59" fmla="*/ 79 w 79"/>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79" h="9">
                    <a:moveTo>
                      <a:pt x="5" y="0"/>
                    </a:moveTo>
                    <a:lnTo>
                      <a:pt x="3" y="0"/>
                    </a:lnTo>
                    <a:lnTo>
                      <a:pt x="2" y="2"/>
                    </a:lnTo>
                    <a:lnTo>
                      <a:pt x="0" y="3"/>
                    </a:lnTo>
                    <a:lnTo>
                      <a:pt x="0" y="5"/>
                    </a:lnTo>
                    <a:lnTo>
                      <a:pt x="0" y="6"/>
                    </a:lnTo>
                    <a:lnTo>
                      <a:pt x="0" y="8"/>
                    </a:lnTo>
                    <a:lnTo>
                      <a:pt x="2" y="9"/>
                    </a:lnTo>
                    <a:lnTo>
                      <a:pt x="3" y="9"/>
                    </a:lnTo>
                    <a:lnTo>
                      <a:pt x="73" y="9"/>
                    </a:lnTo>
                    <a:lnTo>
                      <a:pt x="75" y="9"/>
                    </a:lnTo>
                    <a:lnTo>
                      <a:pt x="76" y="9"/>
                    </a:lnTo>
                    <a:lnTo>
                      <a:pt x="77" y="8"/>
                    </a:lnTo>
                    <a:lnTo>
                      <a:pt x="79" y="6"/>
                    </a:lnTo>
                    <a:lnTo>
                      <a:pt x="79" y="5"/>
                    </a:lnTo>
                    <a:lnTo>
                      <a:pt x="77" y="3"/>
                    </a:lnTo>
                    <a:lnTo>
                      <a:pt x="76" y="2"/>
                    </a:lnTo>
                    <a:lnTo>
                      <a:pt x="75" y="0"/>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650" name="Freeform 15"/>
              <p:cNvSpPr>
                <a:spLocks/>
              </p:cNvSpPr>
              <p:nvPr/>
            </p:nvSpPr>
            <p:spPr bwMode="auto">
              <a:xfrm>
                <a:off x="1759" y="2101"/>
                <a:ext cx="18" cy="9"/>
              </a:xfrm>
              <a:custGeom>
                <a:avLst/>
                <a:gdLst>
                  <a:gd name="T0" fmla="*/ 5 w 18"/>
                  <a:gd name="T1" fmla="*/ 0 h 9"/>
                  <a:gd name="T2" fmla="*/ 3 w 18"/>
                  <a:gd name="T3" fmla="*/ 0 h 9"/>
                  <a:gd name="T4" fmla="*/ 2 w 18"/>
                  <a:gd name="T5" fmla="*/ 2 h 9"/>
                  <a:gd name="T6" fmla="*/ 0 w 18"/>
                  <a:gd name="T7" fmla="*/ 3 h 9"/>
                  <a:gd name="T8" fmla="*/ 0 w 18"/>
                  <a:gd name="T9" fmla="*/ 5 h 9"/>
                  <a:gd name="T10" fmla="*/ 0 w 18"/>
                  <a:gd name="T11" fmla="*/ 6 h 9"/>
                  <a:gd name="T12" fmla="*/ 0 w 18"/>
                  <a:gd name="T13" fmla="*/ 8 h 9"/>
                  <a:gd name="T14" fmla="*/ 2 w 18"/>
                  <a:gd name="T15" fmla="*/ 9 h 9"/>
                  <a:gd name="T16" fmla="*/ 3 w 18"/>
                  <a:gd name="T17" fmla="*/ 9 h 9"/>
                  <a:gd name="T18" fmla="*/ 12 w 18"/>
                  <a:gd name="T19" fmla="*/ 9 h 9"/>
                  <a:gd name="T20" fmla="*/ 13 w 18"/>
                  <a:gd name="T21" fmla="*/ 9 h 9"/>
                  <a:gd name="T22" fmla="*/ 15 w 18"/>
                  <a:gd name="T23" fmla="*/ 9 h 9"/>
                  <a:gd name="T24" fmla="*/ 16 w 18"/>
                  <a:gd name="T25" fmla="*/ 8 h 9"/>
                  <a:gd name="T26" fmla="*/ 18 w 18"/>
                  <a:gd name="T27" fmla="*/ 6 h 9"/>
                  <a:gd name="T28" fmla="*/ 18 w 18"/>
                  <a:gd name="T29" fmla="*/ 5 h 9"/>
                  <a:gd name="T30" fmla="*/ 16 w 18"/>
                  <a:gd name="T31" fmla="*/ 3 h 9"/>
                  <a:gd name="T32" fmla="*/ 15 w 18"/>
                  <a:gd name="T33" fmla="*/ 2 h 9"/>
                  <a:gd name="T34" fmla="*/ 13 w 18"/>
                  <a:gd name="T35" fmla="*/ 0 h 9"/>
                  <a:gd name="T36" fmla="*/ 5 w 18"/>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8"/>
                  <a:gd name="T58" fmla="*/ 0 h 9"/>
                  <a:gd name="T59" fmla="*/ 18 w 18"/>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8" h="9">
                    <a:moveTo>
                      <a:pt x="5" y="0"/>
                    </a:moveTo>
                    <a:lnTo>
                      <a:pt x="3" y="0"/>
                    </a:lnTo>
                    <a:lnTo>
                      <a:pt x="2" y="2"/>
                    </a:lnTo>
                    <a:lnTo>
                      <a:pt x="0" y="3"/>
                    </a:lnTo>
                    <a:lnTo>
                      <a:pt x="0" y="5"/>
                    </a:lnTo>
                    <a:lnTo>
                      <a:pt x="0" y="6"/>
                    </a:lnTo>
                    <a:lnTo>
                      <a:pt x="0" y="8"/>
                    </a:lnTo>
                    <a:lnTo>
                      <a:pt x="2" y="9"/>
                    </a:lnTo>
                    <a:lnTo>
                      <a:pt x="3" y="9"/>
                    </a:lnTo>
                    <a:lnTo>
                      <a:pt x="12" y="9"/>
                    </a:lnTo>
                    <a:lnTo>
                      <a:pt x="13" y="9"/>
                    </a:lnTo>
                    <a:lnTo>
                      <a:pt x="15" y="9"/>
                    </a:lnTo>
                    <a:lnTo>
                      <a:pt x="16" y="8"/>
                    </a:lnTo>
                    <a:lnTo>
                      <a:pt x="18" y="6"/>
                    </a:lnTo>
                    <a:lnTo>
                      <a:pt x="18" y="5"/>
                    </a:lnTo>
                    <a:lnTo>
                      <a:pt x="16" y="3"/>
                    </a:lnTo>
                    <a:lnTo>
                      <a:pt x="15" y="2"/>
                    </a:lnTo>
                    <a:lnTo>
                      <a:pt x="13" y="0"/>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651" name="Freeform 16"/>
              <p:cNvSpPr>
                <a:spLocks/>
              </p:cNvSpPr>
              <p:nvPr/>
            </p:nvSpPr>
            <p:spPr bwMode="auto">
              <a:xfrm>
                <a:off x="1794" y="2101"/>
                <a:ext cx="79" cy="9"/>
              </a:xfrm>
              <a:custGeom>
                <a:avLst/>
                <a:gdLst>
                  <a:gd name="T0" fmla="*/ 5 w 79"/>
                  <a:gd name="T1" fmla="*/ 0 h 9"/>
                  <a:gd name="T2" fmla="*/ 3 w 79"/>
                  <a:gd name="T3" fmla="*/ 0 h 9"/>
                  <a:gd name="T4" fmla="*/ 2 w 79"/>
                  <a:gd name="T5" fmla="*/ 2 h 9"/>
                  <a:gd name="T6" fmla="*/ 0 w 79"/>
                  <a:gd name="T7" fmla="*/ 3 h 9"/>
                  <a:gd name="T8" fmla="*/ 0 w 79"/>
                  <a:gd name="T9" fmla="*/ 5 h 9"/>
                  <a:gd name="T10" fmla="*/ 0 w 79"/>
                  <a:gd name="T11" fmla="*/ 6 h 9"/>
                  <a:gd name="T12" fmla="*/ 0 w 79"/>
                  <a:gd name="T13" fmla="*/ 8 h 9"/>
                  <a:gd name="T14" fmla="*/ 2 w 79"/>
                  <a:gd name="T15" fmla="*/ 9 h 9"/>
                  <a:gd name="T16" fmla="*/ 3 w 79"/>
                  <a:gd name="T17" fmla="*/ 9 h 9"/>
                  <a:gd name="T18" fmla="*/ 73 w 79"/>
                  <a:gd name="T19" fmla="*/ 9 h 9"/>
                  <a:gd name="T20" fmla="*/ 74 w 79"/>
                  <a:gd name="T21" fmla="*/ 9 h 9"/>
                  <a:gd name="T22" fmla="*/ 76 w 79"/>
                  <a:gd name="T23" fmla="*/ 9 h 9"/>
                  <a:gd name="T24" fmla="*/ 77 w 79"/>
                  <a:gd name="T25" fmla="*/ 8 h 9"/>
                  <a:gd name="T26" fmla="*/ 79 w 79"/>
                  <a:gd name="T27" fmla="*/ 6 h 9"/>
                  <a:gd name="T28" fmla="*/ 79 w 79"/>
                  <a:gd name="T29" fmla="*/ 5 h 9"/>
                  <a:gd name="T30" fmla="*/ 77 w 79"/>
                  <a:gd name="T31" fmla="*/ 3 h 9"/>
                  <a:gd name="T32" fmla="*/ 76 w 79"/>
                  <a:gd name="T33" fmla="*/ 2 h 9"/>
                  <a:gd name="T34" fmla="*/ 74 w 79"/>
                  <a:gd name="T35" fmla="*/ 0 h 9"/>
                  <a:gd name="T36" fmla="*/ 5 w 79"/>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79"/>
                  <a:gd name="T58" fmla="*/ 0 h 9"/>
                  <a:gd name="T59" fmla="*/ 79 w 79"/>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79" h="9">
                    <a:moveTo>
                      <a:pt x="5" y="0"/>
                    </a:moveTo>
                    <a:lnTo>
                      <a:pt x="3" y="0"/>
                    </a:lnTo>
                    <a:lnTo>
                      <a:pt x="2" y="2"/>
                    </a:lnTo>
                    <a:lnTo>
                      <a:pt x="0" y="3"/>
                    </a:lnTo>
                    <a:lnTo>
                      <a:pt x="0" y="5"/>
                    </a:lnTo>
                    <a:lnTo>
                      <a:pt x="0" y="6"/>
                    </a:lnTo>
                    <a:lnTo>
                      <a:pt x="0" y="8"/>
                    </a:lnTo>
                    <a:lnTo>
                      <a:pt x="2" y="9"/>
                    </a:lnTo>
                    <a:lnTo>
                      <a:pt x="3" y="9"/>
                    </a:lnTo>
                    <a:lnTo>
                      <a:pt x="73" y="9"/>
                    </a:lnTo>
                    <a:lnTo>
                      <a:pt x="74" y="9"/>
                    </a:lnTo>
                    <a:lnTo>
                      <a:pt x="76" y="9"/>
                    </a:lnTo>
                    <a:lnTo>
                      <a:pt x="77" y="8"/>
                    </a:lnTo>
                    <a:lnTo>
                      <a:pt x="79" y="6"/>
                    </a:lnTo>
                    <a:lnTo>
                      <a:pt x="79" y="5"/>
                    </a:lnTo>
                    <a:lnTo>
                      <a:pt x="77" y="3"/>
                    </a:lnTo>
                    <a:lnTo>
                      <a:pt x="76" y="2"/>
                    </a:lnTo>
                    <a:lnTo>
                      <a:pt x="74" y="0"/>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652" name="Freeform 17"/>
              <p:cNvSpPr>
                <a:spLocks/>
              </p:cNvSpPr>
              <p:nvPr/>
            </p:nvSpPr>
            <p:spPr bwMode="auto">
              <a:xfrm>
                <a:off x="1890" y="2101"/>
                <a:ext cx="17" cy="9"/>
              </a:xfrm>
              <a:custGeom>
                <a:avLst/>
                <a:gdLst>
                  <a:gd name="T0" fmla="*/ 4 w 17"/>
                  <a:gd name="T1" fmla="*/ 0 h 9"/>
                  <a:gd name="T2" fmla="*/ 3 w 17"/>
                  <a:gd name="T3" fmla="*/ 0 h 9"/>
                  <a:gd name="T4" fmla="*/ 1 w 17"/>
                  <a:gd name="T5" fmla="*/ 2 h 9"/>
                  <a:gd name="T6" fmla="*/ 0 w 17"/>
                  <a:gd name="T7" fmla="*/ 3 h 9"/>
                  <a:gd name="T8" fmla="*/ 0 w 17"/>
                  <a:gd name="T9" fmla="*/ 5 h 9"/>
                  <a:gd name="T10" fmla="*/ 0 w 17"/>
                  <a:gd name="T11" fmla="*/ 6 h 9"/>
                  <a:gd name="T12" fmla="*/ 0 w 17"/>
                  <a:gd name="T13" fmla="*/ 8 h 9"/>
                  <a:gd name="T14" fmla="*/ 1 w 17"/>
                  <a:gd name="T15" fmla="*/ 9 h 9"/>
                  <a:gd name="T16" fmla="*/ 3 w 17"/>
                  <a:gd name="T17" fmla="*/ 9 h 9"/>
                  <a:gd name="T18" fmla="*/ 12 w 17"/>
                  <a:gd name="T19" fmla="*/ 9 h 9"/>
                  <a:gd name="T20" fmla="*/ 13 w 17"/>
                  <a:gd name="T21" fmla="*/ 9 h 9"/>
                  <a:gd name="T22" fmla="*/ 15 w 17"/>
                  <a:gd name="T23" fmla="*/ 9 h 9"/>
                  <a:gd name="T24" fmla="*/ 16 w 17"/>
                  <a:gd name="T25" fmla="*/ 8 h 9"/>
                  <a:gd name="T26" fmla="*/ 17 w 17"/>
                  <a:gd name="T27" fmla="*/ 6 h 9"/>
                  <a:gd name="T28" fmla="*/ 17 w 17"/>
                  <a:gd name="T29" fmla="*/ 5 h 9"/>
                  <a:gd name="T30" fmla="*/ 16 w 17"/>
                  <a:gd name="T31" fmla="*/ 3 h 9"/>
                  <a:gd name="T32" fmla="*/ 15 w 17"/>
                  <a:gd name="T33" fmla="*/ 2 h 9"/>
                  <a:gd name="T34" fmla="*/ 13 w 17"/>
                  <a:gd name="T35" fmla="*/ 0 h 9"/>
                  <a:gd name="T36" fmla="*/ 4 w 17"/>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7"/>
                  <a:gd name="T58" fmla="*/ 0 h 9"/>
                  <a:gd name="T59" fmla="*/ 17 w 17"/>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7" h="9">
                    <a:moveTo>
                      <a:pt x="4" y="0"/>
                    </a:moveTo>
                    <a:lnTo>
                      <a:pt x="3" y="0"/>
                    </a:lnTo>
                    <a:lnTo>
                      <a:pt x="1" y="2"/>
                    </a:lnTo>
                    <a:lnTo>
                      <a:pt x="0" y="3"/>
                    </a:lnTo>
                    <a:lnTo>
                      <a:pt x="0" y="5"/>
                    </a:lnTo>
                    <a:lnTo>
                      <a:pt x="0" y="6"/>
                    </a:lnTo>
                    <a:lnTo>
                      <a:pt x="0" y="8"/>
                    </a:lnTo>
                    <a:lnTo>
                      <a:pt x="1" y="9"/>
                    </a:lnTo>
                    <a:lnTo>
                      <a:pt x="3" y="9"/>
                    </a:lnTo>
                    <a:lnTo>
                      <a:pt x="12" y="9"/>
                    </a:lnTo>
                    <a:lnTo>
                      <a:pt x="13" y="9"/>
                    </a:lnTo>
                    <a:lnTo>
                      <a:pt x="15" y="9"/>
                    </a:lnTo>
                    <a:lnTo>
                      <a:pt x="16" y="8"/>
                    </a:lnTo>
                    <a:lnTo>
                      <a:pt x="17" y="6"/>
                    </a:lnTo>
                    <a:lnTo>
                      <a:pt x="17" y="5"/>
                    </a:lnTo>
                    <a:lnTo>
                      <a:pt x="16" y="3"/>
                    </a:lnTo>
                    <a:lnTo>
                      <a:pt x="15" y="2"/>
                    </a:lnTo>
                    <a:lnTo>
                      <a:pt x="13"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653" name="Freeform 18"/>
              <p:cNvSpPr>
                <a:spLocks/>
              </p:cNvSpPr>
              <p:nvPr/>
            </p:nvSpPr>
            <p:spPr bwMode="auto">
              <a:xfrm>
                <a:off x="1925" y="2101"/>
                <a:ext cx="78" cy="9"/>
              </a:xfrm>
              <a:custGeom>
                <a:avLst/>
                <a:gdLst>
                  <a:gd name="T0" fmla="*/ 4 w 78"/>
                  <a:gd name="T1" fmla="*/ 0 h 9"/>
                  <a:gd name="T2" fmla="*/ 3 w 78"/>
                  <a:gd name="T3" fmla="*/ 0 h 9"/>
                  <a:gd name="T4" fmla="*/ 1 w 78"/>
                  <a:gd name="T5" fmla="*/ 2 h 9"/>
                  <a:gd name="T6" fmla="*/ 0 w 78"/>
                  <a:gd name="T7" fmla="*/ 3 h 9"/>
                  <a:gd name="T8" fmla="*/ 0 w 78"/>
                  <a:gd name="T9" fmla="*/ 5 h 9"/>
                  <a:gd name="T10" fmla="*/ 0 w 78"/>
                  <a:gd name="T11" fmla="*/ 6 h 9"/>
                  <a:gd name="T12" fmla="*/ 0 w 78"/>
                  <a:gd name="T13" fmla="*/ 8 h 9"/>
                  <a:gd name="T14" fmla="*/ 1 w 78"/>
                  <a:gd name="T15" fmla="*/ 9 h 9"/>
                  <a:gd name="T16" fmla="*/ 3 w 78"/>
                  <a:gd name="T17" fmla="*/ 9 h 9"/>
                  <a:gd name="T18" fmla="*/ 72 w 78"/>
                  <a:gd name="T19" fmla="*/ 9 h 9"/>
                  <a:gd name="T20" fmla="*/ 74 w 78"/>
                  <a:gd name="T21" fmla="*/ 9 h 9"/>
                  <a:gd name="T22" fmla="*/ 75 w 78"/>
                  <a:gd name="T23" fmla="*/ 9 h 9"/>
                  <a:gd name="T24" fmla="*/ 77 w 78"/>
                  <a:gd name="T25" fmla="*/ 8 h 9"/>
                  <a:gd name="T26" fmla="*/ 78 w 78"/>
                  <a:gd name="T27" fmla="*/ 6 h 9"/>
                  <a:gd name="T28" fmla="*/ 78 w 78"/>
                  <a:gd name="T29" fmla="*/ 5 h 9"/>
                  <a:gd name="T30" fmla="*/ 77 w 78"/>
                  <a:gd name="T31" fmla="*/ 3 h 9"/>
                  <a:gd name="T32" fmla="*/ 75 w 78"/>
                  <a:gd name="T33" fmla="*/ 2 h 9"/>
                  <a:gd name="T34" fmla="*/ 74 w 78"/>
                  <a:gd name="T35" fmla="*/ 0 h 9"/>
                  <a:gd name="T36" fmla="*/ 4 w 78"/>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78"/>
                  <a:gd name="T58" fmla="*/ 0 h 9"/>
                  <a:gd name="T59" fmla="*/ 78 w 78"/>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78" h="9">
                    <a:moveTo>
                      <a:pt x="4" y="0"/>
                    </a:moveTo>
                    <a:lnTo>
                      <a:pt x="3" y="0"/>
                    </a:lnTo>
                    <a:lnTo>
                      <a:pt x="1" y="2"/>
                    </a:lnTo>
                    <a:lnTo>
                      <a:pt x="0" y="3"/>
                    </a:lnTo>
                    <a:lnTo>
                      <a:pt x="0" y="5"/>
                    </a:lnTo>
                    <a:lnTo>
                      <a:pt x="0" y="6"/>
                    </a:lnTo>
                    <a:lnTo>
                      <a:pt x="0" y="8"/>
                    </a:lnTo>
                    <a:lnTo>
                      <a:pt x="1" y="9"/>
                    </a:lnTo>
                    <a:lnTo>
                      <a:pt x="3" y="9"/>
                    </a:lnTo>
                    <a:lnTo>
                      <a:pt x="72" y="9"/>
                    </a:lnTo>
                    <a:lnTo>
                      <a:pt x="74" y="9"/>
                    </a:lnTo>
                    <a:lnTo>
                      <a:pt x="75" y="9"/>
                    </a:lnTo>
                    <a:lnTo>
                      <a:pt x="77" y="8"/>
                    </a:lnTo>
                    <a:lnTo>
                      <a:pt x="78" y="6"/>
                    </a:lnTo>
                    <a:lnTo>
                      <a:pt x="78" y="5"/>
                    </a:lnTo>
                    <a:lnTo>
                      <a:pt x="77" y="3"/>
                    </a:lnTo>
                    <a:lnTo>
                      <a:pt x="75" y="2"/>
                    </a:lnTo>
                    <a:lnTo>
                      <a:pt x="74"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654" name="Freeform 19"/>
              <p:cNvSpPr>
                <a:spLocks/>
              </p:cNvSpPr>
              <p:nvPr/>
            </p:nvSpPr>
            <p:spPr bwMode="auto">
              <a:xfrm>
                <a:off x="2021" y="2101"/>
                <a:ext cx="17" cy="9"/>
              </a:xfrm>
              <a:custGeom>
                <a:avLst/>
                <a:gdLst>
                  <a:gd name="T0" fmla="*/ 4 w 17"/>
                  <a:gd name="T1" fmla="*/ 0 h 9"/>
                  <a:gd name="T2" fmla="*/ 3 w 17"/>
                  <a:gd name="T3" fmla="*/ 0 h 9"/>
                  <a:gd name="T4" fmla="*/ 1 w 17"/>
                  <a:gd name="T5" fmla="*/ 2 h 9"/>
                  <a:gd name="T6" fmla="*/ 0 w 17"/>
                  <a:gd name="T7" fmla="*/ 3 h 9"/>
                  <a:gd name="T8" fmla="*/ 0 w 17"/>
                  <a:gd name="T9" fmla="*/ 5 h 9"/>
                  <a:gd name="T10" fmla="*/ 0 w 17"/>
                  <a:gd name="T11" fmla="*/ 6 h 9"/>
                  <a:gd name="T12" fmla="*/ 0 w 17"/>
                  <a:gd name="T13" fmla="*/ 8 h 9"/>
                  <a:gd name="T14" fmla="*/ 1 w 17"/>
                  <a:gd name="T15" fmla="*/ 9 h 9"/>
                  <a:gd name="T16" fmla="*/ 3 w 17"/>
                  <a:gd name="T17" fmla="*/ 9 h 9"/>
                  <a:gd name="T18" fmla="*/ 11 w 17"/>
                  <a:gd name="T19" fmla="*/ 9 h 9"/>
                  <a:gd name="T20" fmla="*/ 13 w 17"/>
                  <a:gd name="T21" fmla="*/ 9 h 9"/>
                  <a:gd name="T22" fmla="*/ 14 w 17"/>
                  <a:gd name="T23" fmla="*/ 9 h 9"/>
                  <a:gd name="T24" fmla="*/ 16 w 17"/>
                  <a:gd name="T25" fmla="*/ 8 h 9"/>
                  <a:gd name="T26" fmla="*/ 17 w 17"/>
                  <a:gd name="T27" fmla="*/ 6 h 9"/>
                  <a:gd name="T28" fmla="*/ 17 w 17"/>
                  <a:gd name="T29" fmla="*/ 5 h 9"/>
                  <a:gd name="T30" fmla="*/ 16 w 17"/>
                  <a:gd name="T31" fmla="*/ 3 h 9"/>
                  <a:gd name="T32" fmla="*/ 14 w 17"/>
                  <a:gd name="T33" fmla="*/ 2 h 9"/>
                  <a:gd name="T34" fmla="*/ 13 w 17"/>
                  <a:gd name="T35" fmla="*/ 0 h 9"/>
                  <a:gd name="T36" fmla="*/ 4 w 17"/>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7"/>
                  <a:gd name="T58" fmla="*/ 0 h 9"/>
                  <a:gd name="T59" fmla="*/ 17 w 17"/>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7" h="9">
                    <a:moveTo>
                      <a:pt x="4" y="0"/>
                    </a:moveTo>
                    <a:lnTo>
                      <a:pt x="3" y="0"/>
                    </a:lnTo>
                    <a:lnTo>
                      <a:pt x="1" y="2"/>
                    </a:lnTo>
                    <a:lnTo>
                      <a:pt x="0" y="3"/>
                    </a:lnTo>
                    <a:lnTo>
                      <a:pt x="0" y="5"/>
                    </a:lnTo>
                    <a:lnTo>
                      <a:pt x="0" y="6"/>
                    </a:lnTo>
                    <a:lnTo>
                      <a:pt x="0" y="8"/>
                    </a:lnTo>
                    <a:lnTo>
                      <a:pt x="1" y="9"/>
                    </a:lnTo>
                    <a:lnTo>
                      <a:pt x="3" y="9"/>
                    </a:lnTo>
                    <a:lnTo>
                      <a:pt x="11" y="9"/>
                    </a:lnTo>
                    <a:lnTo>
                      <a:pt x="13" y="9"/>
                    </a:lnTo>
                    <a:lnTo>
                      <a:pt x="14" y="9"/>
                    </a:lnTo>
                    <a:lnTo>
                      <a:pt x="16" y="8"/>
                    </a:lnTo>
                    <a:lnTo>
                      <a:pt x="17" y="6"/>
                    </a:lnTo>
                    <a:lnTo>
                      <a:pt x="17" y="5"/>
                    </a:lnTo>
                    <a:lnTo>
                      <a:pt x="16" y="3"/>
                    </a:lnTo>
                    <a:lnTo>
                      <a:pt x="14" y="2"/>
                    </a:lnTo>
                    <a:lnTo>
                      <a:pt x="13"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655" name="Freeform 20"/>
              <p:cNvSpPr>
                <a:spLocks/>
              </p:cNvSpPr>
              <p:nvPr/>
            </p:nvSpPr>
            <p:spPr bwMode="auto">
              <a:xfrm>
                <a:off x="2056" y="2101"/>
                <a:ext cx="78" cy="9"/>
              </a:xfrm>
              <a:custGeom>
                <a:avLst/>
                <a:gdLst>
                  <a:gd name="T0" fmla="*/ 4 w 78"/>
                  <a:gd name="T1" fmla="*/ 0 h 9"/>
                  <a:gd name="T2" fmla="*/ 2 w 78"/>
                  <a:gd name="T3" fmla="*/ 0 h 9"/>
                  <a:gd name="T4" fmla="*/ 1 w 78"/>
                  <a:gd name="T5" fmla="*/ 2 h 9"/>
                  <a:gd name="T6" fmla="*/ 0 w 78"/>
                  <a:gd name="T7" fmla="*/ 3 h 9"/>
                  <a:gd name="T8" fmla="*/ 0 w 78"/>
                  <a:gd name="T9" fmla="*/ 5 h 9"/>
                  <a:gd name="T10" fmla="*/ 0 w 78"/>
                  <a:gd name="T11" fmla="*/ 6 h 9"/>
                  <a:gd name="T12" fmla="*/ 0 w 78"/>
                  <a:gd name="T13" fmla="*/ 8 h 9"/>
                  <a:gd name="T14" fmla="*/ 1 w 78"/>
                  <a:gd name="T15" fmla="*/ 9 h 9"/>
                  <a:gd name="T16" fmla="*/ 2 w 78"/>
                  <a:gd name="T17" fmla="*/ 9 h 9"/>
                  <a:gd name="T18" fmla="*/ 72 w 78"/>
                  <a:gd name="T19" fmla="*/ 9 h 9"/>
                  <a:gd name="T20" fmla="*/ 74 w 78"/>
                  <a:gd name="T21" fmla="*/ 9 h 9"/>
                  <a:gd name="T22" fmla="*/ 75 w 78"/>
                  <a:gd name="T23" fmla="*/ 9 h 9"/>
                  <a:gd name="T24" fmla="*/ 77 w 78"/>
                  <a:gd name="T25" fmla="*/ 8 h 9"/>
                  <a:gd name="T26" fmla="*/ 78 w 78"/>
                  <a:gd name="T27" fmla="*/ 6 h 9"/>
                  <a:gd name="T28" fmla="*/ 78 w 78"/>
                  <a:gd name="T29" fmla="*/ 5 h 9"/>
                  <a:gd name="T30" fmla="*/ 77 w 78"/>
                  <a:gd name="T31" fmla="*/ 3 h 9"/>
                  <a:gd name="T32" fmla="*/ 75 w 78"/>
                  <a:gd name="T33" fmla="*/ 2 h 9"/>
                  <a:gd name="T34" fmla="*/ 74 w 78"/>
                  <a:gd name="T35" fmla="*/ 0 h 9"/>
                  <a:gd name="T36" fmla="*/ 4 w 78"/>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78"/>
                  <a:gd name="T58" fmla="*/ 0 h 9"/>
                  <a:gd name="T59" fmla="*/ 78 w 78"/>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78" h="9">
                    <a:moveTo>
                      <a:pt x="4" y="0"/>
                    </a:moveTo>
                    <a:lnTo>
                      <a:pt x="2" y="0"/>
                    </a:lnTo>
                    <a:lnTo>
                      <a:pt x="1" y="2"/>
                    </a:lnTo>
                    <a:lnTo>
                      <a:pt x="0" y="3"/>
                    </a:lnTo>
                    <a:lnTo>
                      <a:pt x="0" y="5"/>
                    </a:lnTo>
                    <a:lnTo>
                      <a:pt x="0" y="6"/>
                    </a:lnTo>
                    <a:lnTo>
                      <a:pt x="0" y="8"/>
                    </a:lnTo>
                    <a:lnTo>
                      <a:pt x="1" y="9"/>
                    </a:lnTo>
                    <a:lnTo>
                      <a:pt x="2" y="9"/>
                    </a:lnTo>
                    <a:lnTo>
                      <a:pt x="72" y="9"/>
                    </a:lnTo>
                    <a:lnTo>
                      <a:pt x="74" y="9"/>
                    </a:lnTo>
                    <a:lnTo>
                      <a:pt x="75" y="9"/>
                    </a:lnTo>
                    <a:lnTo>
                      <a:pt x="77" y="8"/>
                    </a:lnTo>
                    <a:lnTo>
                      <a:pt x="78" y="6"/>
                    </a:lnTo>
                    <a:lnTo>
                      <a:pt x="78" y="5"/>
                    </a:lnTo>
                    <a:lnTo>
                      <a:pt x="77" y="3"/>
                    </a:lnTo>
                    <a:lnTo>
                      <a:pt x="75" y="2"/>
                    </a:lnTo>
                    <a:lnTo>
                      <a:pt x="74"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656" name="Freeform 21"/>
              <p:cNvSpPr>
                <a:spLocks/>
              </p:cNvSpPr>
              <p:nvPr/>
            </p:nvSpPr>
            <p:spPr bwMode="auto">
              <a:xfrm>
                <a:off x="2151" y="2101"/>
                <a:ext cx="18" cy="9"/>
              </a:xfrm>
              <a:custGeom>
                <a:avLst/>
                <a:gdLst>
                  <a:gd name="T0" fmla="*/ 5 w 18"/>
                  <a:gd name="T1" fmla="*/ 0 h 9"/>
                  <a:gd name="T2" fmla="*/ 3 w 18"/>
                  <a:gd name="T3" fmla="*/ 0 h 9"/>
                  <a:gd name="T4" fmla="*/ 2 w 18"/>
                  <a:gd name="T5" fmla="*/ 2 h 9"/>
                  <a:gd name="T6" fmla="*/ 0 w 18"/>
                  <a:gd name="T7" fmla="*/ 3 h 9"/>
                  <a:gd name="T8" fmla="*/ 0 w 18"/>
                  <a:gd name="T9" fmla="*/ 5 h 9"/>
                  <a:gd name="T10" fmla="*/ 0 w 18"/>
                  <a:gd name="T11" fmla="*/ 6 h 9"/>
                  <a:gd name="T12" fmla="*/ 0 w 18"/>
                  <a:gd name="T13" fmla="*/ 8 h 9"/>
                  <a:gd name="T14" fmla="*/ 2 w 18"/>
                  <a:gd name="T15" fmla="*/ 9 h 9"/>
                  <a:gd name="T16" fmla="*/ 3 w 18"/>
                  <a:gd name="T17" fmla="*/ 9 h 9"/>
                  <a:gd name="T18" fmla="*/ 12 w 18"/>
                  <a:gd name="T19" fmla="*/ 9 h 9"/>
                  <a:gd name="T20" fmla="*/ 13 w 18"/>
                  <a:gd name="T21" fmla="*/ 9 h 9"/>
                  <a:gd name="T22" fmla="*/ 15 w 18"/>
                  <a:gd name="T23" fmla="*/ 9 h 9"/>
                  <a:gd name="T24" fmla="*/ 16 w 18"/>
                  <a:gd name="T25" fmla="*/ 8 h 9"/>
                  <a:gd name="T26" fmla="*/ 18 w 18"/>
                  <a:gd name="T27" fmla="*/ 6 h 9"/>
                  <a:gd name="T28" fmla="*/ 18 w 18"/>
                  <a:gd name="T29" fmla="*/ 5 h 9"/>
                  <a:gd name="T30" fmla="*/ 16 w 18"/>
                  <a:gd name="T31" fmla="*/ 3 h 9"/>
                  <a:gd name="T32" fmla="*/ 15 w 18"/>
                  <a:gd name="T33" fmla="*/ 2 h 9"/>
                  <a:gd name="T34" fmla="*/ 13 w 18"/>
                  <a:gd name="T35" fmla="*/ 0 h 9"/>
                  <a:gd name="T36" fmla="*/ 5 w 18"/>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8"/>
                  <a:gd name="T58" fmla="*/ 0 h 9"/>
                  <a:gd name="T59" fmla="*/ 18 w 18"/>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8" h="9">
                    <a:moveTo>
                      <a:pt x="5" y="0"/>
                    </a:moveTo>
                    <a:lnTo>
                      <a:pt x="3" y="0"/>
                    </a:lnTo>
                    <a:lnTo>
                      <a:pt x="2" y="2"/>
                    </a:lnTo>
                    <a:lnTo>
                      <a:pt x="0" y="3"/>
                    </a:lnTo>
                    <a:lnTo>
                      <a:pt x="0" y="5"/>
                    </a:lnTo>
                    <a:lnTo>
                      <a:pt x="0" y="6"/>
                    </a:lnTo>
                    <a:lnTo>
                      <a:pt x="0" y="8"/>
                    </a:lnTo>
                    <a:lnTo>
                      <a:pt x="2" y="9"/>
                    </a:lnTo>
                    <a:lnTo>
                      <a:pt x="3" y="9"/>
                    </a:lnTo>
                    <a:lnTo>
                      <a:pt x="12" y="9"/>
                    </a:lnTo>
                    <a:lnTo>
                      <a:pt x="13" y="9"/>
                    </a:lnTo>
                    <a:lnTo>
                      <a:pt x="15" y="9"/>
                    </a:lnTo>
                    <a:lnTo>
                      <a:pt x="16" y="8"/>
                    </a:lnTo>
                    <a:lnTo>
                      <a:pt x="18" y="6"/>
                    </a:lnTo>
                    <a:lnTo>
                      <a:pt x="18" y="5"/>
                    </a:lnTo>
                    <a:lnTo>
                      <a:pt x="16" y="3"/>
                    </a:lnTo>
                    <a:lnTo>
                      <a:pt x="15" y="2"/>
                    </a:lnTo>
                    <a:lnTo>
                      <a:pt x="13" y="0"/>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657" name="Freeform 22"/>
              <p:cNvSpPr>
                <a:spLocks/>
              </p:cNvSpPr>
              <p:nvPr/>
            </p:nvSpPr>
            <p:spPr bwMode="auto">
              <a:xfrm>
                <a:off x="2186" y="2101"/>
                <a:ext cx="79" cy="9"/>
              </a:xfrm>
              <a:custGeom>
                <a:avLst/>
                <a:gdLst>
                  <a:gd name="T0" fmla="*/ 5 w 79"/>
                  <a:gd name="T1" fmla="*/ 0 h 9"/>
                  <a:gd name="T2" fmla="*/ 3 w 79"/>
                  <a:gd name="T3" fmla="*/ 0 h 9"/>
                  <a:gd name="T4" fmla="*/ 2 w 79"/>
                  <a:gd name="T5" fmla="*/ 2 h 9"/>
                  <a:gd name="T6" fmla="*/ 0 w 79"/>
                  <a:gd name="T7" fmla="*/ 3 h 9"/>
                  <a:gd name="T8" fmla="*/ 0 w 79"/>
                  <a:gd name="T9" fmla="*/ 5 h 9"/>
                  <a:gd name="T10" fmla="*/ 0 w 79"/>
                  <a:gd name="T11" fmla="*/ 6 h 9"/>
                  <a:gd name="T12" fmla="*/ 0 w 79"/>
                  <a:gd name="T13" fmla="*/ 8 h 9"/>
                  <a:gd name="T14" fmla="*/ 2 w 79"/>
                  <a:gd name="T15" fmla="*/ 9 h 9"/>
                  <a:gd name="T16" fmla="*/ 3 w 79"/>
                  <a:gd name="T17" fmla="*/ 9 h 9"/>
                  <a:gd name="T18" fmla="*/ 73 w 79"/>
                  <a:gd name="T19" fmla="*/ 9 h 9"/>
                  <a:gd name="T20" fmla="*/ 74 w 79"/>
                  <a:gd name="T21" fmla="*/ 9 h 9"/>
                  <a:gd name="T22" fmla="*/ 76 w 79"/>
                  <a:gd name="T23" fmla="*/ 9 h 9"/>
                  <a:gd name="T24" fmla="*/ 77 w 79"/>
                  <a:gd name="T25" fmla="*/ 8 h 9"/>
                  <a:gd name="T26" fmla="*/ 79 w 79"/>
                  <a:gd name="T27" fmla="*/ 6 h 9"/>
                  <a:gd name="T28" fmla="*/ 79 w 79"/>
                  <a:gd name="T29" fmla="*/ 5 h 9"/>
                  <a:gd name="T30" fmla="*/ 77 w 79"/>
                  <a:gd name="T31" fmla="*/ 3 h 9"/>
                  <a:gd name="T32" fmla="*/ 76 w 79"/>
                  <a:gd name="T33" fmla="*/ 2 h 9"/>
                  <a:gd name="T34" fmla="*/ 74 w 79"/>
                  <a:gd name="T35" fmla="*/ 0 h 9"/>
                  <a:gd name="T36" fmla="*/ 5 w 79"/>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79"/>
                  <a:gd name="T58" fmla="*/ 0 h 9"/>
                  <a:gd name="T59" fmla="*/ 79 w 79"/>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79" h="9">
                    <a:moveTo>
                      <a:pt x="5" y="0"/>
                    </a:moveTo>
                    <a:lnTo>
                      <a:pt x="3" y="0"/>
                    </a:lnTo>
                    <a:lnTo>
                      <a:pt x="2" y="2"/>
                    </a:lnTo>
                    <a:lnTo>
                      <a:pt x="0" y="3"/>
                    </a:lnTo>
                    <a:lnTo>
                      <a:pt x="0" y="5"/>
                    </a:lnTo>
                    <a:lnTo>
                      <a:pt x="0" y="6"/>
                    </a:lnTo>
                    <a:lnTo>
                      <a:pt x="0" y="8"/>
                    </a:lnTo>
                    <a:lnTo>
                      <a:pt x="2" y="9"/>
                    </a:lnTo>
                    <a:lnTo>
                      <a:pt x="3" y="9"/>
                    </a:lnTo>
                    <a:lnTo>
                      <a:pt x="73" y="9"/>
                    </a:lnTo>
                    <a:lnTo>
                      <a:pt x="74" y="9"/>
                    </a:lnTo>
                    <a:lnTo>
                      <a:pt x="76" y="9"/>
                    </a:lnTo>
                    <a:lnTo>
                      <a:pt x="77" y="8"/>
                    </a:lnTo>
                    <a:lnTo>
                      <a:pt x="79" y="6"/>
                    </a:lnTo>
                    <a:lnTo>
                      <a:pt x="79" y="5"/>
                    </a:lnTo>
                    <a:lnTo>
                      <a:pt x="77" y="3"/>
                    </a:lnTo>
                    <a:lnTo>
                      <a:pt x="76" y="2"/>
                    </a:lnTo>
                    <a:lnTo>
                      <a:pt x="74" y="0"/>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658" name="Freeform 23"/>
              <p:cNvSpPr>
                <a:spLocks/>
              </p:cNvSpPr>
              <p:nvPr/>
            </p:nvSpPr>
            <p:spPr bwMode="auto">
              <a:xfrm>
                <a:off x="2282" y="2101"/>
                <a:ext cx="18" cy="9"/>
              </a:xfrm>
              <a:custGeom>
                <a:avLst/>
                <a:gdLst>
                  <a:gd name="T0" fmla="*/ 4 w 18"/>
                  <a:gd name="T1" fmla="*/ 0 h 9"/>
                  <a:gd name="T2" fmla="*/ 3 w 18"/>
                  <a:gd name="T3" fmla="*/ 0 h 9"/>
                  <a:gd name="T4" fmla="*/ 2 w 18"/>
                  <a:gd name="T5" fmla="*/ 2 h 9"/>
                  <a:gd name="T6" fmla="*/ 0 w 18"/>
                  <a:gd name="T7" fmla="*/ 3 h 9"/>
                  <a:gd name="T8" fmla="*/ 0 w 18"/>
                  <a:gd name="T9" fmla="*/ 5 h 9"/>
                  <a:gd name="T10" fmla="*/ 0 w 18"/>
                  <a:gd name="T11" fmla="*/ 6 h 9"/>
                  <a:gd name="T12" fmla="*/ 0 w 18"/>
                  <a:gd name="T13" fmla="*/ 8 h 9"/>
                  <a:gd name="T14" fmla="*/ 2 w 18"/>
                  <a:gd name="T15" fmla="*/ 9 h 9"/>
                  <a:gd name="T16" fmla="*/ 3 w 18"/>
                  <a:gd name="T17" fmla="*/ 9 h 9"/>
                  <a:gd name="T18" fmla="*/ 12 w 18"/>
                  <a:gd name="T19" fmla="*/ 9 h 9"/>
                  <a:gd name="T20" fmla="*/ 13 w 18"/>
                  <a:gd name="T21" fmla="*/ 9 h 9"/>
                  <a:gd name="T22" fmla="*/ 15 w 18"/>
                  <a:gd name="T23" fmla="*/ 9 h 9"/>
                  <a:gd name="T24" fmla="*/ 16 w 18"/>
                  <a:gd name="T25" fmla="*/ 8 h 9"/>
                  <a:gd name="T26" fmla="*/ 18 w 18"/>
                  <a:gd name="T27" fmla="*/ 6 h 9"/>
                  <a:gd name="T28" fmla="*/ 18 w 18"/>
                  <a:gd name="T29" fmla="*/ 5 h 9"/>
                  <a:gd name="T30" fmla="*/ 16 w 18"/>
                  <a:gd name="T31" fmla="*/ 3 h 9"/>
                  <a:gd name="T32" fmla="*/ 15 w 18"/>
                  <a:gd name="T33" fmla="*/ 2 h 9"/>
                  <a:gd name="T34" fmla="*/ 13 w 18"/>
                  <a:gd name="T35" fmla="*/ 0 h 9"/>
                  <a:gd name="T36" fmla="*/ 4 w 18"/>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8"/>
                  <a:gd name="T58" fmla="*/ 0 h 9"/>
                  <a:gd name="T59" fmla="*/ 18 w 18"/>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8" h="9">
                    <a:moveTo>
                      <a:pt x="4" y="0"/>
                    </a:moveTo>
                    <a:lnTo>
                      <a:pt x="3" y="0"/>
                    </a:lnTo>
                    <a:lnTo>
                      <a:pt x="2" y="2"/>
                    </a:lnTo>
                    <a:lnTo>
                      <a:pt x="0" y="3"/>
                    </a:lnTo>
                    <a:lnTo>
                      <a:pt x="0" y="5"/>
                    </a:lnTo>
                    <a:lnTo>
                      <a:pt x="0" y="6"/>
                    </a:lnTo>
                    <a:lnTo>
                      <a:pt x="0" y="8"/>
                    </a:lnTo>
                    <a:lnTo>
                      <a:pt x="2" y="9"/>
                    </a:lnTo>
                    <a:lnTo>
                      <a:pt x="3" y="9"/>
                    </a:lnTo>
                    <a:lnTo>
                      <a:pt x="12" y="9"/>
                    </a:lnTo>
                    <a:lnTo>
                      <a:pt x="13" y="9"/>
                    </a:lnTo>
                    <a:lnTo>
                      <a:pt x="15" y="9"/>
                    </a:lnTo>
                    <a:lnTo>
                      <a:pt x="16" y="8"/>
                    </a:lnTo>
                    <a:lnTo>
                      <a:pt x="18" y="6"/>
                    </a:lnTo>
                    <a:lnTo>
                      <a:pt x="18" y="5"/>
                    </a:lnTo>
                    <a:lnTo>
                      <a:pt x="16" y="3"/>
                    </a:lnTo>
                    <a:lnTo>
                      <a:pt x="15" y="2"/>
                    </a:lnTo>
                    <a:lnTo>
                      <a:pt x="13"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659" name="Freeform 24"/>
              <p:cNvSpPr>
                <a:spLocks/>
              </p:cNvSpPr>
              <p:nvPr/>
            </p:nvSpPr>
            <p:spPr bwMode="auto">
              <a:xfrm>
                <a:off x="2317" y="2101"/>
                <a:ext cx="78" cy="9"/>
              </a:xfrm>
              <a:custGeom>
                <a:avLst/>
                <a:gdLst>
                  <a:gd name="T0" fmla="*/ 4 w 78"/>
                  <a:gd name="T1" fmla="*/ 0 h 9"/>
                  <a:gd name="T2" fmla="*/ 3 w 78"/>
                  <a:gd name="T3" fmla="*/ 0 h 9"/>
                  <a:gd name="T4" fmla="*/ 1 w 78"/>
                  <a:gd name="T5" fmla="*/ 2 h 9"/>
                  <a:gd name="T6" fmla="*/ 0 w 78"/>
                  <a:gd name="T7" fmla="*/ 3 h 9"/>
                  <a:gd name="T8" fmla="*/ 0 w 78"/>
                  <a:gd name="T9" fmla="*/ 5 h 9"/>
                  <a:gd name="T10" fmla="*/ 0 w 78"/>
                  <a:gd name="T11" fmla="*/ 6 h 9"/>
                  <a:gd name="T12" fmla="*/ 0 w 78"/>
                  <a:gd name="T13" fmla="*/ 8 h 9"/>
                  <a:gd name="T14" fmla="*/ 1 w 78"/>
                  <a:gd name="T15" fmla="*/ 9 h 9"/>
                  <a:gd name="T16" fmla="*/ 3 w 78"/>
                  <a:gd name="T17" fmla="*/ 9 h 9"/>
                  <a:gd name="T18" fmla="*/ 73 w 78"/>
                  <a:gd name="T19" fmla="*/ 9 h 9"/>
                  <a:gd name="T20" fmla="*/ 74 w 78"/>
                  <a:gd name="T21" fmla="*/ 9 h 9"/>
                  <a:gd name="T22" fmla="*/ 76 w 78"/>
                  <a:gd name="T23" fmla="*/ 9 h 9"/>
                  <a:gd name="T24" fmla="*/ 77 w 78"/>
                  <a:gd name="T25" fmla="*/ 8 h 9"/>
                  <a:gd name="T26" fmla="*/ 78 w 78"/>
                  <a:gd name="T27" fmla="*/ 6 h 9"/>
                  <a:gd name="T28" fmla="*/ 78 w 78"/>
                  <a:gd name="T29" fmla="*/ 5 h 9"/>
                  <a:gd name="T30" fmla="*/ 77 w 78"/>
                  <a:gd name="T31" fmla="*/ 3 h 9"/>
                  <a:gd name="T32" fmla="*/ 76 w 78"/>
                  <a:gd name="T33" fmla="*/ 2 h 9"/>
                  <a:gd name="T34" fmla="*/ 74 w 78"/>
                  <a:gd name="T35" fmla="*/ 0 h 9"/>
                  <a:gd name="T36" fmla="*/ 4 w 78"/>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78"/>
                  <a:gd name="T58" fmla="*/ 0 h 9"/>
                  <a:gd name="T59" fmla="*/ 78 w 78"/>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78" h="9">
                    <a:moveTo>
                      <a:pt x="4" y="0"/>
                    </a:moveTo>
                    <a:lnTo>
                      <a:pt x="3" y="0"/>
                    </a:lnTo>
                    <a:lnTo>
                      <a:pt x="1" y="2"/>
                    </a:lnTo>
                    <a:lnTo>
                      <a:pt x="0" y="3"/>
                    </a:lnTo>
                    <a:lnTo>
                      <a:pt x="0" y="5"/>
                    </a:lnTo>
                    <a:lnTo>
                      <a:pt x="0" y="6"/>
                    </a:lnTo>
                    <a:lnTo>
                      <a:pt x="0" y="8"/>
                    </a:lnTo>
                    <a:lnTo>
                      <a:pt x="1" y="9"/>
                    </a:lnTo>
                    <a:lnTo>
                      <a:pt x="3" y="9"/>
                    </a:lnTo>
                    <a:lnTo>
                      <a:pt x="73" y="9"/>
                    </a:lnTo>
                    <a:lnTo>
                      <a:pt x="74" y="9"/>
                    </a:lnTo>
                    <a:lnTo>
                      <a:pt x="76" y="9"/>
                    </a:lnTo>
                    <a:lnTo>
                      <a:pt x="77" y="8"/>
                    </a:lnTo>
                    <a:lnTo>
                      <a:pt x="78" y="6"/>
                    </a:lnTo>
                    <a:lnTo>
                      <a:pt x="78" y="5"/>
                    </a:lnTo>
                    <a:lnTo>
                      <a:pt x="77" y="3"/>
                    </a:lnTo>
                    <a:lnTo>
                      <a:pt x="76" y="2"/>
                    </a:lnTo>
                    <a:lnTo>
                      <a:pt x="74"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660" name="Freeform 25"/>
              <p:cNvSpPr>
                <a:spLocks/>
              </p:cNvSpPr>
              <p:nvPr/>
            </p:nvSpPr>
            <p:spPr bwMode="auto">
              <a:xfrm>
                <a:off x="2413" y="2101"/>
                <a:ext cx="17" cy="9"/>
              </a:xfrm>
              <a:custGeom>
                <a:avLst/>
                <a:gdLst>
                  <a:gd name="T0" fmla="*/ 4 w 17"/>
                  <a:gd name="T1" fmla="*/ 0 h 9"/>
                  <a:gd name="T2" fmla="*/ 3 w 17"/>
                  <a:gd name="T3" fmla="*/ 0 h 9"/>
                  <a:gd name="T4" fmla="*/ 1 w 17"/>
                  <a:gd name="T5" fmla="*/ 2 h 9"/>
                  <a:gd name="T6" fmla="*/ 0 w 17"/>
                  <a:gd name="T7" fmla="*/ 3 h 9"/>
                  <a:gd name="T8" fmla="*/ 0 w 17"/>
                  <a:gd name="T9" fmla="*/ 5 h 9"/>
                  <a:gd name="T10" fmla="*/ 0 w 17"/>
                  <a:gd name="T11" fmla="*/ 6 h 9"/>
                  <a:gd name="T12" fmla="*/ 0 w 17"/>
                  <a:gd name="T13" fmla="*/ 8 h 9"/>
                  <a:gd name="T14" fmla="*/ 1 w 17"/>
                  <a:gd name="T15" fmla="*/ 9 h 9"/>
                  <a:gd name="T16" fmla="*/ 3 w 17"/>
                  <a:gd name="T17" fmla="*/ 9 h 9"/>
                  <a:gd name="T18" fmla="*/ 11 w 17"/>
                  <a:gd name="T19" fmla="*/ 9 h 9"/>
                  <a:gd name="T20" fmla="*/ 13 w 17"/>
                  <a:gd name="T21" fmla="*/ 9 h 9"/>
                  <a:gd name="T22" fmla="*/ 14 w 17"/>
                  <a:gd name="T23" fmla="*/ 9 h 9"/>
                  <a:gd name="T24" fmla="*/ 16 w 17"/>
                  <a:gd name="T25" fmla="*/ 8 h 9"/>
                  <a:gd name="T26" fmla="*/ 17 w 17"/>
                  <a:gd name="T27" fmla="*/ 6 h 9"/>
                  <a:gd name="T28" fmla="*/ 17 w 17"/>
                  <a:gd name="T29" fmla="*/ 5 h 9"/>
                  <a:gd name="T30" fmla="*/ 16 w 17"/>
                  <a:gd name="T31" fmla="*/ 3 h 9"/>
                  <a:gd name="T32" fmla="*/ 14 w 17"/>
                  <a:gd name="T33" fmla="*/ 2 h 9"/>
                  <a:gd name="T34" fmla="*/ 13 w 17"/>
                  <a:gd name="T35" fmla="*/ 0 h 9"/>
                  <a:gd name="T36" fmla="*/ 4 w 17"/>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7"/>
                  <a:gd name="T58" fmla="*/ 0 h 9"/>
                  <a:gd name="T59" fmla="*/ 17 w 17"/>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7" h="9">
                    <a:moveTo>
                      <a:pt x="4" y="0"/>
                    </a:moveTo>
                    <a:lnTo>
                      <a:pt x="3" y="0"/>
                    </a:lnTo>
                    <a:lnTo>
                      <a:pt x="1" y="2"/>
                    </a:lnTo>
                    <a:lnTo>
                      <a:pt x="0" y="3"/>
                    </a:lnTo>
                    <a:lnTo>
                      <a:pt x="0" y="5"/>
                    </a:lnTo>
                    <a:lnTo>
                      <a:pt x="0" y="6"/>
                    </a:lnTo>
                    <a:lnTo>
                      <a:pt x="0" y="8"/>
                    </a:lnTo>
                    <a:lnTo>
                      <a:pt x="1" y="9"/>
                    </a:lnTo>
                    <a:lnTo>
                      <a:pt x="3" y="9"/>
                    </a:lnTo>
                    <a:lnTo>
                      <a:pt x="11" y="9"/>
                    </a:lnTo>
                    <a:lnTo>
                      <a:pt x="13" y="9"/>
                    </a:lnTo>
                    <a:lnTo>
                      <a:pt x="14" y="9"/>
                    </a:lnTo>
                    <a:lnTo>
                      <a:pt x="16" y="8"/>
                    </a:lnTo>
                    <a:lnTo>
                      <a:pt x="17" y="6"/>
                    </a:lnTo>
                    <a:lnTo>
                      <a:pt x="17" y="5"/>
                    </a:lnTo>
                    <a:lnTo>
                      <a:pt x="16" y="3"/>
                    </a:lnTo>
                    <a:lnTo>
                      <a:pt x="14" y="2"/>
                    </a:lnTo>
                    <a:lnTo>
                      <a:pt x="13"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661" name="Freeform 26"/>
              <p:cNvSpPr>
                <a:spLocks/>
              </p:cNvSpPr>
              <p:nvPr/>
            </p:nvSpPr>
            <p:spPr bwMode="auto">
              <a:xfrm>
                <a:off x="2448" y="2101"/>
                <a:ext cx="78" cy="9"/>
              </a:xfrm>
              <a:custGeom>
                <a:avLst/>
                <a:gdLst>
                  <a:gd name="T0" fmla="*/ 4 w 78"/>
                  <a:gd name="T1" fmla="*/ 0 h 9"/>
                  <a:gd name="T2" fmla="*/ 3 w 78"/>
                  <a:gd name="T3" fmla="*/ 0 h 9"/>
                  <a:gd name="T4" fmla="*/ 1 w 78"/>
                  <a:gd name="T5" fmla="*/ 2 h 9"/>
                  <a:gd name="T6" fmla="*/ 0 w 78"/>
                  <a:gd name="T7" fmla="*/ 3 h 9"/>
                  <a:gd name="T8" fmla="*/ 0 w 78"/>
                  <a:gd name="T9" fmla="*/ 5 h 9"/>
                  <a:gd name="T10" fmla="*/ 0 w 78"/>
                  <a:gd name="T11" fmla="*/ 6 h 9"/>
                  <a:gd name="T12" fmla="*/ 0 w 78"/>
                  <a:gd name="T13" fmla="*/ 8 h 9"/>
                  <a:gd name="T14" fmla="*/ 1 w 78"/>
                  <a:gd name="T15" fmla="*/ 9 h 9"/>
                  <a:gd name="T16" fmla="*/ 3 w 78"/>
                  <a:gd name="T17" fmla="*/ 9 h 9"/>
                  <a:gd name="T18" fmla="*/ 72 w 78"/>
                  <a:gd name="T19" fmla="*/ 9 h 9"/>
                  <a:gd name="T20" fmla="*/ 74 w 78"/>
                  <a:gd name="T21" fmla="*/ 9 h 9"/>
                  <a:gd name="T22" fmla="*/ 75 w 78"/>
                  <a:gd name="T23" fmla="*/ 9 h 9"/>
                  <a:gd name="T24" fmla="*/ 77 w 78"/>
                  <a:gd name="T25" fmla="*/ 8 h 9"/>
                  <a:gd name="T26" fmla="*/ 78 w 78"/>
                  <a:gd name="T27" fmla="*/ 6 h 9"/>
                  <a:gd name="T28" fmla="*/ 78 w 78"/>
                  <a:gd name="T29" fmla="*/ 5 h 9"/>
                  <a:gd name="T30" fmla="*/ 77 w 78"/>
                  <a:gd name="T31" fmla="*/ 3 h 9"/>
                  <a:gd name="T32" fmla="*/ 75 w 78"/>
                  <a:gd name="T33" fmla="*/ 2 h 9"/>
                  <a:gd name="T34" fmla="*/ 74 w 78"/>
                  <a:gd name="T35" fmla="*/ 0 h 9"/>
                  <a:gd name="T36" fmla="*/ 4 w 78"/>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78"/>
                  <a:gd name="T58" fmla="*/ 0 h 9"/>
                  <a:gd name="T59" fmla="*/ 78 w 78"/>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78" h="9">
                    <a:moveTo>
                      <a:pt x="4" y="0"/>
                    </a:moveTo>
                    <a:lnTo>
                      <a:pt x="3" y="0"/>
                    </a:lnTo>
                    <a:lnTo>
                      <a:pt x="1" y="2"/>
                    </a:lnTo>
                    <a:lnTo>
                      <a:pt x="0" y="3"/>
                    </a:lnTo>
                    <a:lnTo>
                      <a:pt x="0" y="5"/>
                    </a:lnTo>
                    <a:lnTo>
                      <a:pt x="0" y="6"/>
                    </a:lnTo>
                    <a:lnTo>
                      <a:pt x="0" y="8"/>
                    </a:lnTo>
                    <a:lnTo>
                      <a:pt x="1" y="9"/>
                    </a:lnTo>
                    <a:lnTo>
                      <a:pt x="3" y="9"/>
                    </a:lnTo>
                    <a:lnTo>
                      <a:pt x="72" y="9"/>
                    </a:lnTo>
                    <a:lnTo>
                      <a:pt x="74" y="9"/>
                    </a:lnTo>
                    <a:lnTo>
                      <a:pt x="75" y="9"/>
                    </a:lnTo>
                    <a:lnTo>
                      <a:pt x="77" y="8"/>
                    </a:lnTo>
                    <a:lnTo>
                      <a:pt x="78" y="6"/>
                    </a:lnTo>
                    <a:lnTo>
                      <a:pt x="78" y="5"/>
                    </a:lnTo>
                    <a:lnTo>
                      <a:pt x="77" y="3"/>
                    </a:lnTo>
                    <a:lnTo>
                      <a:pt x="75" y="2"/>
                    </a:lnTo>
                    <a:lnTo>
                      <a:pt x="74"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662" name="Freeform 27"/>
              <p:cNvSpPr>
                <a:spLocks/>
              </p:cNvSpPr>
              <p:nvPr/>
            </p:nvSpPr>
            <p:spPr bwMode="auto">
              <a:xfrm>
                <a:off x="2544" y="2101"/>
                <a:ext cx="17" cy="9"/>
              </a:xfrm>
              <a:custGeom>
                <a:avLst/>
                <a:gdLst>
                  <a:gd name="T0" fmla="*/ 4 w 17"/>
                  <a:gd name="T1" fmla="*/ 0 h 9"/>
                  <a:gd name="T2" fmla="*/ 2 w 17"/>
                  <a:gd name="T3" fmla="*/ 0 h 9"/>
                  <a:gd name="T4" fmla="*/ 1 w 17"/>
                  <a:gd name="T5" fmla="*/ 2 h 9"/>
                  <a:gd name="T6" fmla="*/ 0 w 17"/>
                  <a:gd name="T7" fmla="*/ 3 h 9"/>
                  <a:gd name="T8" fmla="*/ 0 w 17"/>
                  <a:gd name="T9" fmla="*/ 5 h 9"/>
                  <a:gd name="T10" fmla="*/ 0 w 17"/>
                  <a:gd name="T11" fmla="*/ 6 h 9"/>
                  <a:gd name="T12" fmla="*/ 0 w 17"/>
                  <a:gd name="T13" fmla="*/ 8 h 9"/>
                  <a:gd name="T14" fmla="*/ 1 w 17"/>
                  <a:gd name="T15" fmla="*/ 9 h 9"/>
                  <a:gd name="T16" fmla="*/ 2 w 17"/>
                  <a:gd name="T17" fmla="*/ 9 h 9"/>
                  <a:gd name="T18" fmla="*/ 11 w 17"/>
                  <a:gd name="T19" fmla="*/ 9 h 9"/>
                  <a:gd name="T20" fmla="*/ 13 w 17"/>
                  <a:gd name="T21" fmla="*/ 9 h 9"/>
                  <a:gd name="T22" fmla="*/ 14 w 17"/>
                  <a:gd name="T23" fmla="*/ 9 h 9"/>
                  <a:gd name="T24" fmla="*/ 16 w 17"/>
                  <a:gd name="T25" fmla="*/ 8 h 9"/>
                  <a:gd name="T26" fmla="*/ 17 w 17"/>
                  <a:gd name="T27" fmla="*/ 6 h 9"/>
                  <a:gd name="T28" fmla="*/ 17 w 17"/>
                  <a:gd name="T29" fmla="*/ 5 h 9"/>
                  <a:gd name="T30" fmla="*/ 16 w 17"/>
                  <a:gd name="T31" fmla="*/ 3 h 9"/>
                  <a:gd name="T32" fmla="*/ 14 w 17"/>
                  <a:gd name="T33" fmla="*/ 2 h 9"/>
                  <a:gd name="T34" fmla="*/ 13 w 17"/>
                  <a:gd name="T35" fmla="*/ 0 h 9"/>
                  <a:gd name="T36" fmla="*/ 4 w 17"/>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7"/>
                  <a:gd name="T58" fmla="*/ 0 h 9"/>
                  <a:gd name="T59" fmla="*/ 17 w 17"/>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7" h="9">
                    <a:moveTo>
                      <a:pt x="4" y="0"/>
                    </a:moveTo>
                    <a:lnTo>
                      <a:pt x="2" y="0"/>
                    </a:lnTo>
                    <a:lnTo>
                      <a:pt x="1" y="2"/>
                    </a:lnTo>
                    <a:lnTo>
                      <a:pt x="0" y="3"/>
                    </a:lnTo>
                    <a:lnTo>
                      <a:pt x="0" y="5"/>
                    </a:lnTo>
                    <a:lnTo>
                      <a:pt x="0" y="6"/>
                    </a:lnTo>
                    <a:lnTo>
                      <a:pt x="0" y="8"/>
                    </a:lnTo>
                    <a:lnTo>
                      <a:pt x="1" y="9"/>
                    </a:lnTo>
                    <a:lnTo>
                      <a:pt x="2" y="9"/>
                    </a:lnTo>
                    <a:lnTo>
                      <a:pt x="11" y="9"/>
                    </a:lnTo>
                    <a:lnTo>
                      <a:pt x="13" y="9"/>
                    </a:lnTo>
                    <a:lnTo>
                      <a:pt x="14" y="9"/>
                    </a:lnTo>
                    <a:lnTo>
                      <a:pt x="16" y="8"/>
                    </a:lnTo>
                    <a:lnTo>
                      <a:pt x="17" y="6"/>
                    </a:lnTo>
                    <a:lnTo>
                      <a:pt x="17" y="5"/>
                    </a:lnTo>
                    <a:lnTo>
                      <a:pt x="16" y="3"/>
                    </a:lnTo>
                    <a:lnTo>
                      <a:pt x="14" y="2"/>
                    </a:lnTo>
                    <a:lnTo>
                      <a:pt x="13"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663" name="Freeform 28"/>
              <p:cNvSpPr>
                <a:spLocks/>
              </p:cNvSpPr>
              <p:nvPr/>
            </p:nvSpPr>
            <p:spPr bwMode="auto">
              <a:xfrm>
                <a:off x="2578" y="2101"/>
                <a:ext cx="79" cy="9"/>
              </a:xfrm>
              <a:custGeom>
                <a:avLst/>
                <a:gdLst>
                  <a:gd name="T0" fmla="*/ 5 w 79"/>
                  <a:gd name="T1" fmla="*/ 0 h 9"/>
                  <a:gd name="T2" fmla="*/ 3 w 79"/>
                  <a:gd name="T3" fmla="*/ 0 h 9"/>
                  <a:gd name="T4" fmla="*/ 2 w 79"/>
                  <a:gd name="T5" fmla="*/ 2 h 9"/>
                  <a:gd name="T6" fmla="*/ 0 w 79"/>
                  <a:gd name="T7" fmla="*/ 3 h 9"/>
                  <a:gd name="T8" fmla="*/ 0 w 79"/>
                  <a:gd name="T9" fmla="*/ 5 h 9"/>
                  <a:gd name="T10" fmla="*/ 0 w 79"/>
                  <a:gd name="T11" fmla="*/ 6 h 9"/>
                  <a:gd name="T12" fmla="*/ 0 w 79"/>
                  <a:gd name="T13" fmla="*/ 8 h 9"/>
                  <a:gd name="T14" fmla="*/ 2 w 79"/>
                  <a:gd name="T15" fmla="*/ 9 h 9"/>
                  <a:gd name="T16" fmla="*/ 3 w 79"/>
                  <a:gd name="T17" fmla="*/ 9 h 9"/>
                  <a:gd name="T18" fmla="*/ 73 w 79"/>
                  <a:gd name="T19" fmla="*/ 9 h 9"/>
                  <a:gd name="T20" fmla="*/ 74 w 79"/>
                  <a:gd name="T21" fmla="*/ 9 h 9"/>
                  <a:gd name="T22" fmla="*/ 76 w 79"/>
                  <a:gd name="T23" fmla="*/ 9 h 9"/>
                  <a:gd name="T24" fmla="*/ 77 w 79"/>
                  <a:gd name="T25" fmla="*/ 8 h 9"/>
                  <a:gd name="T26" fmla="*/ 79 w 79"/>
                  <a:gd name="T27" fmla="*/ 6 h 9"/>
                  <a:gd name="T28" fmla="*/ 79 w 79"/>
                  <a:gd name="T29" fmla="*/ 5 h 9"/>
                  <a:gd name="T30" fmla="*/ 77 w 79"/>
                  <a:gd name="T31" fmla="*/ 3 h 9"/>
                  <a:gd name="T32" fmla="*/ 76 w 79"/>
                  <a:gd name="T33" fmla="*/ 2 h 9"/>
                  <a:gd name="T34" fmla="*/ 74 w 79"/>
                  <a:gd name="T35" fmla="*/ 0 h 9"/>
                  <a:gd name="T36" fmla="*/ 5 w 79"/>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79"/>
                  <a:gd name="T58" fmla="*/ 0 h 9"/>
                  <a:gd name="T59" fmla="*/ 79 w 79"/>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79" h="9">
                    <a:moveTo>
                      <a:pt x="5" y="0"/>
                    </a:moveTo>
                    <a:lnTo>
                      <a:pt x="3" y="0"/>
                    </a:lnTo>
                    <a:lnTo>
                      <a:pt x="2" y="2"/>
                    </a:lnTo>
                    <a:lnTo>
                      <a:pt x="0" y="3"/>
                    </a:lnTo>
                    <a:lnTo>
                      <a:pt x="0" y="5"/>
                    </a:lnTo>
                    <a:lnTo>
                      <a:pt x="0" y="6"/>
                    </a:lnTo>
                    <a:lnTo>
                      <a:pt x="0" y="8"/>
                    </a:lnTo>
                    <a:lnTo>
                      <a:pt x="2" y="9"/>
                    </a:lnTo>
                    <a:lnTo>
                      <a:pt x="3" y="9"/>
                    </a:lnTo>
                    <a:lnTo>
                      <a:pt x="73" y="9"/>
                    </a:lnTo>
                    <a:lnTo>
                      <a:pt x="74" y="9"/>
                    </a:lnTo>
                    <a:lnTo>
                      <a:pt x="76" y="9"/>
                    </a:lnTo>
                    <a:lnTo>
                      <a:pt x="77" y="8"/>
                    </a:lnTo>
                    <a:lnTo>
                      <a:pt x="79" y="6"/>
                    </a:lnTo>
                    <a:lnTo>
                      <a:pt x="79" y="5"/>
                    </a:lnTo>
                    <a:lnTo>
                      <a:pt x="77" y="3"/>
                    </a:lnTo>
                    <a:lnTo>
                      <a:pt x="76" y="2"/>
                    </a:lnTo>
                    <a:lnTo>
                      <a:pt x="74" y="0"/>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664" name="Freeform 29"/>
              <p:cNvSpPr>
                <a:spLocks/>
              </p:cNvSpPr>
              <p:nvPr/>
            </p:nvSpPr>
            <p:spPr bwMode="auto">
              <a:xfrm>
                <a:off x="2674" y="2101"/>
                <a:ext cx="18" cy="9"/>
              </a:xfrm>
              <a:custGeom>
                <a:avLst/>
                <a:gdLst>
                  <a:gd name="T0" fmla="*/ 5 w 18"/>
                  <a:gd name="T1" fmla="*/ 0 h 9"/>
                  <a:gd name="T2" fmla="*/ 3 w 18"/>
                  <a:gd name="T3" fmla="*/ 0 h 9"/>
                  <a:gd name="T4" fmla="*/ 2 w 18"/>
                  <a:gd name="T5" fmla="*/ 2 h 9"/>
                  <a:gd name="T6" fmla="*/ 0 w 18"/>
                  <a:gd name="T7" fmla="*/ 3 h 9"/>
                  <a:gd name="T8" fmla="*/ 0 w 18"/>
                  <a:gd name="T9" fmla="*/ 5 h 9"/>
                  <a:gd name="T10" fmla="*/ 0 w 18"/>
                  <a:gd name="T11" fmla="*/ 6 h 9"/>
                  <a:gd name="T12" fmla="*/ 0 w 18"/>
                  <a:gd name="T13" fmla="*/ 8 h 9"/>
                  <a:gd name="T14" fmla="*/ 2 w 18"/>
                  <a:gd name="T15" fmla="*/ 9 h 9"/>
                  <a:gd name="T16" fmla="*/ 3 w 18"/>
                  <a:gd name="T17" fmla="*/ 9 h 9"/>
                  <a:gd name="T18" fmla="*/ 12 w 18"/>
                  <a:gd name="T19" fmla="*/ 9 h 9"/>
                  <a:gd name="T20" fmla="*/ 13 w 18"/>
                  <a:gd name="T21" fmla="*/ 9 h 9"/>
                  <a:gd name="T22" fmla="*/ 15 w 18"/>
                  <a:gd name="T23" fmla="*/ 9 h 9"/>
                  <a:gd name="T24" fmla="*/ 16 w 18"/>
                  <a:gd name="T25" fmla="*/ 8 h 9"/>
                  <a:gd name="T26" fmla="*/ 18 w 18"/>
                  <a:gd name="T27" fmla="*/ 6 h 9"/>
                  <a:gd name="T28" fmla="*/ 18 w 18"/>
                  <a:gd name="T29" fmla="*/ 5 h 9"/>
                  <a:gd name="T30" fmla="*/ 16 w 18"/>
                  <a:gd name="T31" fmla="*/ 3 h 9"/>
                  <a:gd name="T32" fmla="*/ 15 w 18"/>
                  <a:gd name="T33" fmla="*/ 2 h 9"/>
                  <a:gd name="T34" fmla="*/ 13 w 18"/>
                  <a:gd name="T35" fmla="*/ 0 h 9"/>
                  <a:gd name="T36" fmla="*/ 5 w 18"/>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8"/>
                  <a:gd name="T58" fmla="*/ 0 h 9"/>
                  <a:gd name="T59" fmla="*/ 18 w 18"/>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8" h="9">
                    <a:moveTo>
                      <a:pt x="5" y="0"/>
                    </a:moveTo>
                    <a:lnTo>
                      <a:pt x="3" y="0"/>
                    </a:lnTo>
                    <a:lnTo>
                      <a:pt x="2" y="2"/>
                    </a:lnTo>
                    <a:lnTo>
                      <a:pt x="0" y="3"/>
                    </a:lnTo>
                    <a:lnTo>
                      <a:pt x="0" y="5"/>
                    </a:lnTo>
                    <a:lnTo>
                      <a:pt x="0" y="6"/>
                    </a:lnTo>
                    <a:lnTo>
                      <a:pt x="0" y="8"/>
                    </a:lnTo>
                    <a:lnTo>
                      <a:pt x="2" y="9"/>
                    </a:lnTo>
                    <a:lnTo>
                      <a:pt x="3" y="9"/>
                    </a:lnTo>
                    <a:lnTo>
                      <a:pt x="12" y="9"/>
                    </a:lnTo>
                    <a:lnTo>
                      <a:pt x="13" y="9"/>
                    </a:lnTo>
                    <a:lnTo>
                      <a:pt x="15" y="9"/>
                    </a:lnTo>
                    <a:lnTo>
                      <a:pt x="16" y="8"/>
                    </a:lnTo>
                    <a:lnTo>
                      <a:pt x="18" y="6"/>
                    </a:lnTo>
                    <a:lnTo>
                      <a:pt x="18" y="5"/>
                    </a:lnTo>
                    <a:lnTo>
                      <a:pt x="16" y="3"/>
                    </a:lnTo>
                    <a:lnTo>
                      <a:pt x="15" y="2"/>
                    </a:lnTo>
                    <a:lnTo>
                      <a:pt x="13" y="0"/>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665" name="Freeform 30"/>
              <p:cNvSpPr>
                <a:spLocks/>
              </p:cNvSpPr>
              <p:nvPr/>
            </p:nvSpPr>
            <p:spPr bwMode="auto">
              <a:xfrm>
                <a:off x="2709" y="2101"/>
                <a:ext cx="79" cy="9"/>
              </a:xfrm>
              <a:custGeom>
                <a:avLst/>
                <a:gdLst>
                  <a:gd name="T0" fmla="*/ 4 w 79"/>
                  <a:gd name="T1" fmla="*/ 0 h 9"/>
                  <a:gd name="T2" fmla="*/ 3 w 79"/>
                  <a:gd name="T3" fmla="*/ 0 h 9"/>
                  <a:gd name="T4" fmla="*/ 2 w 79"/>
                  <a:gd name="T5" fmla="*/ 2 h 9"/>
                  <a:gd name="T6" fmla="*/ 0 w 79"/>
                  <a:gd name="T7" fmla="*/ 3 h 9"/>
                  <a:gd name="T8" fmla="*/ 0 w 79"/>
                  <a:gd name="T9" fmla="*/ 5 h 9"/>
                  <a:gd name="T10" fmla="*/ 0 w 79"/>
                  <a:gd name="T11" fmla="*/ 6 h 9"/>
                  <a:gd name="T12" fmla="*/ 0 w 79"/>
                  <a:gd name="T13" fmla="*/ 8 h 9"/>
                  <a:gd name="T14" fmla="*/ 2 w 79"/>
                  <a:gd name="T15" fmla="*/ 9 h 9"/>
                  <a:gd name="T16" fmla="*/ 3 w 79"/>
                  <a:gd name="T17" fmla="*/ 9 h 9"/>
                  <a:gd name="T18" fmla="*/ 73 w 79"/>
                  <a:gd name="T19" fmla="*/ 9 h 9"/>
                  <a:gd name="T20" fmla="*/ 74 w 79"/>
                  <a:gd name="T21" fmla="*/ 9 h 9"/>
                  <a:gd name="T22" fmla="*/ 76 w 79"/>
                  <a:gd name="T23" fmla="*/ 9 h 9"/>
                  <a:gd name="T24" fmla="*/ 77 w 79"/>
                  <a:gd name="T25" fmla="*/ 8 h 9"/>
                  <a:gd name="T26" fmla="*/ 79 w 79"/>
                  <a:gd name="T27" fmla="*/ 6 h 9"/>
                  <a:gd name="T28" fmla="*/ 79 w 79"/>
                  <a:gd name="T29" fmla="*/ 5 h 9"/>
                  <a:gd name="T30" fmla="*/ 77 w 79"/>
                  <a:gd name="T31" fmla="*/ 3 h 9"/>
                  <a:gd name="T32" fmla="*/ 76 w 79"/>
                  <a:gd name="T33" fmla="*/ 2 h 9"/>
                  <a:gd name="T34" fmla="*/ 74 w 79"/>
                  <a:gd name="T35" fmla="*/ 0 h 9"/>
                  <a:gd name="T36" fmla="*/ 4 w 79"/>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79"/>
                  <a:gd name="T58" fmla="*/ 0 h 9"/>
                  <a:gd name="T59" fmla="*/ 79 w 79"/>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79" h="9">
                    <a:moveTo>
                      <a:pt x="4" y="0"/>
                    </a:moveTo>
                    <a:lnTo>
                      <a:pt x="3" y="0"/>
                    </a:lnTo>
                    <a:lnTo>
                      <a:pt x="2" y="2"/>
                    </a:lnTo>
                    <a:lnTo>
                      <a:pt x="0" y="3"/>
                    </a:lnTo>
                    <a:lnTo>
                      <a:pt x="0" y="5"/>
                    </a:lnTo>
                    <a:lnTo>
                      <a:pt x="0" y="6"/>
                    </a:lnTo>
                    <a:lnTo>
                      <a:pt x="0" y="8"/>
                    </a:lnTo>
                    <a:lnTo>
                      <a:pt x="2" y="9"/>
                    </a:lnTo>
                    <a:lnTo>
                      <a:pt x="3" y="9"/>
                    </a:lnTo>
                    <a:lnTo>
                      <a:pt x="73" y="9"/>
                    </a:lnTo>
                    <a:lnTo>
                      <a:pt x="74" y="9"/>
                    </a:lnTo>
                    <a:lnTo>
                      <a:pt x="76" y="9"/>
                    </a:lnTo>
                    <a:lnTo>
                      <a:pt x="77" y="8"/>
                    </a:lnTo>
                    <a:lnTo>
                      <a:pt x="79" y="6"/>
                    </a:lnTo>
                    <a:lnTo>
                      <a:pt x="79" y="5"/>
                    </a:lnTo>
                    <a:lnTo>
                      <a:pt x="77" y="3"/>
                    </a:lnTo>
                    <a:lnTo>
                      <a:pt x="76" y="2"/>
                    </a:lnTo>
                    <a:lnTo>
                      <a:pt x="74"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666" name="Freeform 31"/>
              <p:cNvSpPr>
                <a:spLocks/>
              </p:cNvSpPr>
              <p:nvPr/>
            </p:nvSpPr>
            <p:spPr bwMode="auto">
              <a:xfrm>
                <a:off x="2805" y="2101"/>
                <a:ext cx="17" cy="9"/>
              </a:xfrm>
              <a:custGeom>
                <a:avLst/>
                <a:gdLst>
                  <a:gd name="T0" fmla="*/ 4 w 17"/>
                  <a:gd name="T1" fmla="*/ 0 h 9"/>
                  <a:gd name="T2" fmla="*/ 3 w 17"/>
                  <a:gd name="T3" fmla="*/ 0 h 9"/>
                  <a:gd name="T4" fmla="*/ 1 w 17"/>
                  <a:gd name="T5" fmla="*/ 2 h 9"/>
                  <a:gd name="T6" fmla="*/ 0 w 17"/>
                  <a:gd name="T7" fmla="*/ 3 h 9"/>
                  <a:gd name="T8" fmla="*/ 0 w 17"/>
                  <a:gd name="T9" fmla="*/ 5 h 9"/>
                  <a:gd name="T10" fmla="*/ 0 w 17"/>
                  <a:gd name="T11" fmla="*/ 6 h 9"/>
                  <a:gd name="T12" fmla="*/ 0 w 17"/>
                  <a:gd name="T13" fmla="*/ 8 h 9"/>
                  <a:gd name="T14" fmla="*/ 1 w 17"/>
                  <a:gd name="T15" fmla="*/ 9 h 9"/>
                  <a:gd name="T16" fmla="*/ 3 w 17"/>
                  <a:gd name="T17" fmla="*/ 9 h 9"/>
                  <a:gd name="T18" fmla="*/ 12 w 17"/>
                  <a:gd name="T19" fmla="*/ 9 h 9"/>
                  <a:gd name="T20" fmla="*/ 13 w 17"/>
                  <a:gd name="T21" fmla="*/ 9 h 9"/>
                  <a:gd name="T22" fmla="*/ 14 w 17"/>
                  <a:gd name="T23" fmla="*/ 9 h 9"/>
                  <a:gd name="T24" fmla="*/ 16 w 17"/>
                  <a:gd name="T25" fmla="*/ 8 h 9"/>
                  <a:gd name="T26" fmla="*/ 17 w 17"/>
                  <a:gd name="T27" fmla="*/ 6 h 9"/>
                  <a:gd name="T28" fmla="*/ 17 w 17"/>
                  <a:gd name="T29" fmla="*/ 5 h 9"/>
                  <a:gd name="T30" fmla="*/ 16 w 17"/>
                  <a:gd name="T31" fmla="*/ 3 h 9"/>
                  <a:gd name="T32" fmla="*/ 14 w 17"/>
                  <a:gd name="T33" fmla="*/ 2 h 9"/>
                  <a:gd name="T34" fmla="*/ 13 w 17"/>
                  <a:gd name="T35" fmla="*/ 0 h 9"/>
                  <a:gd name="T36" fmla="*/ 4 w 17"/>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7"/>
                  <a:gd name="T58" fmla="*/ 0 h 9"/>
                  <a:gd name="T59" fmla="*/ 17 w 17"/>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7" h="9">
                    <a:moveTo>
                      <a:pt x="4" y="0"/>
                    </a:moveTo>
                    <a:lnTo>
                      <a:pt x="3" y="0"/>
                    </a:lnTo>
                    <a:lnTo>
                      <a:pt x="1" y="2"/>
                    </a:lnTo>
                    <a:lnTo>
                      <a:pt x="0" y="3"/>
                    </a:lnTo>
                    <a:lnTo>
                      <a:pt x="0" y="5"/>
                    </a:lnTo>
                    <a:lnTo>
                      <a:pt x="0" y="6"/>
                    </a:lnTo>
                    <a:lnTo>
                      <a:pt x="0" y="8"/>
                    </a:lnTo>
                    <a:lnTo>
                      <a:pt x="1" y="9"/>
                    </a:lnTo>
                    <a:lnTo>
                      <a:pt x="3" y="9"/>
                    </a:lnTo>
                    <a:lnTo>
                      <a:pt x="12" y="9"/>
                    </a:lnTo>
                    <a:lnTo>
                      <a:pt x="13" y="9"/>
                    </a:lnTo>
                    <a:lnTo>
                      <a:pt x="14" y="9"/>
                    </a:lnTo>
                    <a:lnTo>
                      <a:pt x="16" y="8"/>
                    </a:lnTo>
                    <a:lnTo>
                      <a:pt x="17" y="6"/>
                    </a:lnTo>
                    <a:lnTo>
                      <a:pt x="17" y="5"/>
                    </a:lnTo>
                    <a:lnTo>
                      <a:pt x="16" y="3"/>
                    </a:lnTo>
                    <a:lnTo>
                      <a:pt x="14" y="2"/>
                    </a:lnTo>
                    <a:lnTo>
                      <a:pt x="13"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667" name="Freeform 32"/>
              <p:cNvSpPr>
                <a:spLocks/>
              </p:cNvSpPr>
              <p:nvPr/>
            </p:nvSpPr>
            <p:spPr bwMode="auto">
              <a:xfrm>
                <a:off x="2840" y="2101"/>
                <a:ext cx="78" cy="9"/>
              </a:xfrm>
              <a:custGeom>
                <a:avLst/>
                <a:gdLst>
                  <a:gd name="T0" fmla="*/ 4 w 78"/>
                  <a:gd name="T1" fmla="*/ 0 h 9"/>
                  <a:gd name="T2" fmla="*/ 3 w 78"/>
                  <a:gd name="T3" fmla="*/ 0 h 9"/>
                  <a:gd name="T4" fmla="*/ 1 w 78"/>
                  <a:gd name="T5" fmla="*/ 2 h 9"/>
                  <a:gd name="T6" fmla="*/ 0 w 78"/>
                  <a:gd name="T7" fmla="*/ 3 h 9"/>
                  <a:gd name="T8" fmla="*/ 0 w 78"/>
                  <a:gd name="T9" fmla="*/ 5 h 9"/>
                  <a:gd name="T10" fmla="*/ 0 w 78"/>
                  <a:gd name="T11" fmla="*/ 6 h 9"/>
                  <a:gd name="T12" fmla="*/ 0 w 78"/>
                  <a:gd name="T13" fmla="*/ 8 h 9"/>
                  <a:gd name="T14" fmla="*/ 1 w 78"/>
                  <a:gd name="T15" fmla="*/ 9 h 9"/>
                  <a:gd name="T16" fmla="*/ 3 w 78"/>
                  <a:gd name="T17" fmla="*/ 9 h 9"/>
                  <a:gd name="T18" fmla="*/ 72 w 78"/>
                  <a:gd name="T19" fmla="*/ 9 h 9"/>
                  <a:gd name="T20" fmla="*/ 74 w 78"/>
                  <a:gd name="T21" fmla="*/ 9 h 9"/>
                  <a:gd name="T22" fmla="*/ 75 w 78"/>
                  <a:gd name="T23" fmla="*/ 9 h 9"/>
                  <a:gd name="T24" fmla="*/ 77 w 78"/>
                  <a:gd name="T25" fmla="*/ 8 h 9"/>
                  <a:gd name="T26" fmla="*/ 78 w 78"/>
                  <a:gd name="T27" fmla="*/ 6 h 9"/>
                  <a:gd name="T28" fmla="*/ 78 w 78"/>
                  <a:gd name="T29" fmla="*/ 5 h 9"/>
                  <a:gd name="T30" fmla="*/ 77 w 78"/>
                  <a:gd name="T31" fmla="*/ 3 h 9"/>
                  <a:gd name="T32" fmla="*/ 75 w 78"/>
                  <a:gd name="T33" fmla="*/ 2 h 9"/>
                  <a:gd name="T34" fmla="*/ 74 w 78"/>
                  <a:gd name="T35" fmla="*/ 0 h 9"/>
                  <a:gd name="T36" fmla="*/ 4 w 78"/>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78"/>
                  <a:gd name="T58" fmla="*/ 0 h 9"/>
                  <a:gd name="T59" fmla="*/ 78 w 78"/>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78" h="9">
                    <a:moveTo>
                      <a:pt x="4" y="0"/>
                    </a:moveTo>
                    <a:lnTo>
                      <a:pt x="3" y="0"/>
                    </a:lnTo>
                    <a:lnTo>
                      <a:pt x="1" y="2"/>
                    </a:lnTo>
                    <a:lnTo>
                      <a:pt x="0" y="3"/>
                    </a:lnTo>
                    <a:lnTo>
                      <a:pt x="0" y="5"/>
                    </a:lnTo>
                    <a:lnTo>
                      <a:pt x="0" y="6"/>
                    </a:lnTo>
                    <a:lnTo>
                      <a:pt x="0" y="8"/>
                    </a:lnTo>
                    <a:lnTo>
                      <a:pt x="1" y="9"/>
                    </a:lnTo>
                    <a:lnTo>
                      <a:pt x="3" y="9"/>
                    </a:lnTo>
                    <a:lnTo>
                      <a:pt x="72" y="9"/>
                    </a:lnTo>
                    <a:lnTo>
                      <a:pt x="74" y="9"/>
                    </a:lnTo>
                    <a:lnTo>
                      <a:pt x="75" y="9"/>
                    </a:lnTo>
                    <a:lnTo>
                      <a:pt x="77" y="8"/>
                    </a:lnTo>
                    <a:lnTo>
                      <a:pt x="78" y="6"/>
                    </a:lnTo>
                    <a:lnTo>
                      <a:pt x="78" y="5"/>
                    </a:lnTo>
                    <a:lnTo>
                      <a:pt x="77" y="3"/>
                    </a:lnTo>
                    <a:lnTo>
                      <a:pt x="75" y="2"/>
                    </a:lnTo>
                    <a:lnTo>
                      <a:pt x="74"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668" name="Freeform 33"/>
              <p:cNvSpPr>
                <a:spLocks/>
              </p:cNvSpPr>
              <p:nvPr/>
            </p:nvSpPr>
            <p:spPr bwMode="auto">
              <a:xfrm>
                <a:off x="2936" y="2101"/>
                <a:ext cx="17" cy="9"/>
              </a:xfrm>
              <a:custGeom>
                <a:avLst/>
                <a:gdLst>
                  <a:gd name="T0" fmla="*/ 4 w 17"/>
                  <a:gd name="T1" fmla="*/ 0 h 9"/>
                  <a:gd name="T2" fmla="*/ 3 w 17"/>
                  <a:gd name="T3" fmla="*/ 0 h 9"/>
                  <a:gd name="T4" fmla="*/ 1 w 17"/>
                  <a:gd name="T5" fmla="*/ 2 h 9"/>
                  <a:gd name="T6" fmla="*/ 0 w 17"/>
                  <a:gd name="T7" fmla="*/ 3 h 9"/>
                  <a:gd name="T8" fmla="*/ 0 w 17"/>
                  <a:gd name="T9" fmla="*/ 5 h 9"/>
                  <a:gd name="T10" fmla="*/ 0 w 17"/>
                  <a:gd name="T11" fmla="*/ 6 h 9"/>
                  <a:gd name="T12" fmla="*/ 0 w 17"/>
                  <a:gd name="T13" fmla="*/ 8 h 9"/>
                  <a:gd name="T14" fmla="*/ 1 w 17"/>
                  <a:gd name="T15" fmla="*/ 9 h 9"/>
                  <a:gd name="T16" fmla="*/ 3 w 17"/>
                  <a:gd name="T17" fmla="*/ 9 h 9"/>
                  <a:gd name="T18" fmla="*/ 11 w 17"/>
                  <a:gd name="T19" fmla="*/ 9 h 9"/>
                  <a:gd name="T20" fmla="*/ 13 w 17"/>
                  <a:gd name="T21" fmla="*/ 9 h 9"/>
                  <a:gd name="T22" fmla="*/ 14 w 17"/>
                  <a:gd name="T23" fmla="*/ 9 h 9"/>
                  <a:gd name="T24" fmla="*/ 16 w 17"/>
                  <a:gd name="T25" fmla="*/ 8 h 9"/>
                  <a:gd name="T26" fmla="*/ 17 w 17"/>
                  <a:gd name="T27" fmla="*/ 6 h 9"/>
                  <a:gd name="T28" fmla="*/ 17 w 17"/>
                  <a:gd name="T29" fmla="*/ 5 h 9"/>
                  <a:gd name="T30" fmla="*/ 16 w 17"/>
                  <a:gd name="T31" fmla="*/ 3 h 9"/>
                  <a:gd name="T32" fmla="*/ 14 w 17"/>
                  <a:gd name="T33" fmla="*/ 2 h 9"/>
                  <a:gd name="T34" fmla="*/ 13 w 17"/>
                  <a:gd name="T35" fmla="*/ 0 h 9"/>
                  <a:gd name="T36" fmla="*/ 4 w 17"/>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7"/>
                  <a:gd name="T58" fmla="*/ 0 h 9"/>
                  <a:gd name="T59" fmla="*/ 17 w 17"/>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7" h="9">
                    <a:moveTo>
                      <a:pt x="4" y="0"/>
                    </a:moveTo>
                    <a:lnTo>
                      <a:pt x="3" y="0"/>
                    </a:lnTo>
                    <a:lnTo>
                      <a:pt x="1" y="2"/>
                    </a:lnTo>
                    <a:lnTo>
                      <a:pt x="0" y="3"/>
                    </a:lnTo>
                    <a:lnTo>
                      <a:pt x="0" y="5"/>
                    </a:lnTo>
                    <a:lnTo>
                      <a:pt x="0" y="6"/>
                    </a:lnTo>
                    <a:lnTo>
                      <a:pt x="0" y="8"/>
                    </a:lnTo>
                    <a:lnTo>
                      <a:pt x="1" y="9"/>
                    </a:lnTo>
                    <a:lnTo>
                      <a:pt x="3" y="9"/>
                    </a:lnTo>
                    <a:lnTo>
                      <a:pt x="11" y="9"/>
                    </a:lnTo>
                    <a:lnTo>
                      <a:pt x="13" y="9"/>
                    </a:lnTo>
                    <a:lnTo>
                      <a:pt x="14" y="9"/>
                    </a:lnTo>
                    <a:lnTo>
                      <a:pt x="16" y="8"/>
                    </a:lnTo>
                    <a:lnTo>
                      <a:pt x="17" y="6"/>
                    </a:lnTo>
                    <a:lnTo>
                      <a:pt x="17" y="5"/>
                    </a:lnTo>
                    <a:lnTo>
                      <a:pt x="16" y="3"/>
                    </a:lnTo>
                    <a:lnTo>
                      <a:pt x="14" y="2"/>
                    </a:lnTo>
                    <a:lnTo>
                      <a:pt x="13"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669" name="Freeform 34"/>
              <p:cNvSpPr>
                <a:spLocks/>
              </p:cNvSpPr>
              <p:nvPr/>
            </p:nvSpPr>
            <p:spPr bwMode="auto">
              <a:xfrm>
                <a:off x="2971" y="2101"/>
                <a:ext cx="78" cy="9"/>
              </a:xfrm>
              <a:custGeom>
                <a:avLst/>
                <a:gdLst>
                  <a:gd name="T0" fmla="*/ 4 w 78"/>
                  <a:gd name="T1" fmla="*/ 0 h 9"/>
                  <a:gd name="T2" fmla="*/ 2 w 78"/>
                  <a:gd name="T3" fmla="*/ 0 h 9"/>
                  <a:gd name="T4" fmla="*/ 1 w 78"/>
                  <a:gd name="T5" fmla="*/ 2 h 9"/>
                  <a:gd name="T6" fmla="*/ 0 w 78"/>
                  <a:gd name="T7" fmla="*/ 3 h 9"/>
                  <a:gd name="T8" fmla="*/ 0 w 78"/>
                  <a:gd name="T9" fmla="*/ 5 h 9"/>
                  <a:gd name="T10" fmla="*/ 0 w 78"/>
                  <a:gd name="T11" fmla="*/ 6 h 9"/>
                  <a:gd name="T12" fmla="*/ 0 w 78"/>
                  <a:gd name="T13" fmla="*/ 8 h 9"/>
                  <a:gd name="T14" fmla="*/ 1 w 78"/>
                  <a:gd name="T15" fmla="*/ 9 h 9"/>
                  <a:gd name="T16" fmla="*/ 2 w 78"/>
                  <a:gd name="T17" fmla="*/ 9 h 9"/>
                  <a:gd name="T18" fmla="*/ 72 w 78"/>
                  <a:gd name="T19" fmla="*/ 9 h 9"/>
                  <a:gd name="T20" fmla="*/ 74 w 78"/>
                  <a:gd name="T21" fmla="*/ 9 h 9"/>
                  <a:gd name="T22" fmla="*/ 75 w 78"/>
                  <a:gd name="T23" fmla="*/ 9 h 9"/>
                  <a:gd name="T24" fmla="*/ 76 w 78"/>
                  <a:gd name="T25" fmla="*/ 8 h 9"/>
                  <a:gd name="T26" fmla="*/ 78 w 78"/>
                  <a:gd name="T27" fmla="*/ 6 h 9"/>
                  <a:gd name="T28" fmla="*/ 78 w 78"/>
                  <a:gd name="T29" fmla="*/ 5 h 9"/>
                  <a:gd name="T30" fmla="*/ 76 w 78"/>
                  <a:gd name="T31" fmla="*/ 3 h 9"/>
                  <a:gd name="T32" fmla="*/ 75 w 78"/>
                  <a:gd name="T33" fmla="*/ 2 h 9"/>
                  <a:gd name="T34" fmla="*/ 74 w 78"/>
                  <a:gd name="T35" fmla="*/ 0 h 9"/>
                  <a:gd name="T36" fmla="*/ 4 w 78"/>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78"/>
                  <a:gd name="T58" fmla="*/ 0 h 9"/>
                  <a:gd name="T59" fmla="*/ 78 w 78"/>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78" h="9">
                    <a:moveTo>
                      <a:pt x="4" y="0"/>
                    </a:moveTo>
                    <a:lnTo>
                      <a:pt x="2" y="0"/>
                    </a:lnTo>
                    <a:lnTo>
                      <a:pt x="1" y="2"/>
                    </a:lnTo>
                    <a:lnTo>
                      <a:pt x="0" y="3"/>
                    </a:lnTo>
                    <a:lnTo>
                      <a:pt x="0" y="5"/>
                    </a:lnTo>
                    <a:lnTo>
                      <a:pt x="0" y="6"/>
                    </a:lnTo>
                    <a:lnTo>
                      <a:pt x="0" y="8"/>
                    </a:lnTo>
                    <a:lnTo>
                      <a:pt x="1" y="9"/>
                    </a:lnTo>
                    <a:lnTo>
                      <a:pt x="2" y="9"/>
                    </a:lnTo>
                    <a:lnTo>
                      <a:pt x="72" y="9"/>
                    </a:lnTo>
                    <a:lnTo>
                      <a:pt x="74" y="9"/>
                    </a:lnTo>
                    <a:lnTo>
                      <a:pt x="75" y="9"/>
                    </a:lnTo>
                    <a:lnTo>
                      <a:pt x="76" y="8"/>
                    </a:lnTo>
                    <a:lnTo>
                      <a:pt x="78" y="6"/>
                    </a:lnTo>
                    <a:lnTo>
                      <a:pt x="78" y="5"/>
                    </a:lnTo>
                    <a:lnTo>
                      <a:pt x="76" y="3"/>
                    </a:lnTo>
                    <a:lnTo>
                      <a:pt x="75" y="2"/>
                    </a:lnTo>
                    <a:lnTo>
                      <a:pt x="74"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670" name="Freeform 35"/>
              <p:cNvSpPr>
                <a:spLocks/>
              </p:cNvSpPr>
              <p:nvPr/>
            </p:nvSpPr>
            <p:spPr bwMode="auto">
              <a:xfrm>
                <a:off x="3066" y="2101"/>
                <a:ext cx="18" cy="9"/>
              </a:xfrm>
              <a:custGeom>
                <a:avLst/>
                <a:gdLst>
                  <a:gd name="T0" fmla="*/ 5 w 18"/>
                  <a:gd name="T1" fmla="*/ 0 h 9"/>
                  <a:gd name="T2" fmla="*/ 3 w 18"/>
                  <a:gd name="T3" fmla="*/ 0 h 9"/>
                  <a:gd name="T4" fmla="*/ 2 w 18"/>
                  <a:gd name="T5" fmla="*/ 2 h 9"/>
                  <a:gd name="T6" fmla="*/ 0 w 18"/>
                  <a:gd name="T7" fmla="*/ 3 h 9"/>
                  <a:gd name="T8" fmla="*/ 0 w 18"/>
                  <a:gd name="T9" fmla="*/ 5 h 9"/>
                  <a:gd name="T10" fmla="*/ 0 w 18"/>
                  <a:gd name="T11" fmla="*/ 6 h 9"/>
                  <a:gd name="T12" fmla="*/ 0 w 18"/>
                  <a:gd name="T13" fmla="*/ 8 h 9"/>
                  <a:gd name="T14" fmla="*/ 2 w 18"/>
                  <a:gd name="T15" fmla="*/ 9 h 9"/>
                  <a:gd name="T16" fmla="*/ 3 w 18"/>
                  <a:gd name="T17" fmla="*/ 9 h 9"/>
                  <a:gd name="T18" fmla="*/ 12 w 18"/>
                  <a:gd name="T19" fmla="*/ 9 h 9"/>
                  <a:gd name="T20" fmla="*/ 13 w 18"/>
                  <a:gd name="T21" fmla="*/ 9 h 9"/>
                  <a:gd name="T22" fmla="*/ 15 w 18"/>
                  <a:gd name="T23" fmla="*/ 9 h 9"/>
                  <a:gd name="T24" fmla="*/ 16 w 18"/>
                  <a:gd name="T25" fmla="*/ 8 h 9"/>
                  <a:gd name="T26" fmla="*/ 18 w 18"/>
                  <a:gd name="T27" fmla="*/ 6 h 9"/>
                  <a:gd name="T28" fmla="*/ 18 w 18"/>
                  <a:gd name="T29" fmla="*/ 5 h 9"/>
                  <a:gd name="T30" fmla="*/ 16 w 18"/>
                  <a:gd name="T31" fmla="*/ 3 h 9"/>
                  <a:gd name="T32" fmla="*/ 15 w 18"/>
                  <a:gd name="T33" fmla="*/ 2 h 9"/>
                  <a:gd name="T34" fmla="*/ 13 w 18"/>
                  <a:gd name="T35" fmla="*/ 0 h 9"/>
                  <a:gd name="T36" fmla="*/ 5 w 18"/>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8"/>
                  <a:gd name="T58" fmla="*/ 0 h 9"/>
                  <a:gd name="T59" fmla="*/ 18 w 18"/>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8" h="9">
                    <a:moveTo>
                      <a:pt x="5" y="0"/>
                    </a:moveTo>
                    <a:lnTo>
                      <a:pt x="3" y="0"/>
                    </a:lnTo>
                    <a:lnTo>
                      <a:pt x="2" y="2"/>
                    </a:lnTo>
                    <a:lnTo>
                      <a:pt x="0" y="3"/>
                    </a:lnTo>
                    <a:lnTo>
                      <a:pt x="0" y="5"/>
                    </a:lnTo>
                    <a:lnTo>
                      <a:pt x="0" y="6"/>
                    </a:lnTo>
                    <a:lnTo>
                      <a:pt x="0" y="8"/>
                    </a:lnTo>
                    <a:lnTo>
                      <a:pt x="2" y="9"/>
                    </a:lnTo>
                    <a:lnTo>
                      <a:pt x="3" y="9"/>
                    </a:lnTo>
                    <a:lnTo>
                      <a:pt x="12" y="9"/>
                    </a:lnTo>
                    <a:lnTo>
                      <a:pt x="13" y="9"/>
                    </a:lnTo>
                    <a:lnTo>
                      <a:pt x="15" y="9"/>
                    </a:lnTo>
                    <a:lnTo>
                      <a:pt x="16" y="8"/>
                    </a:lnTo>
                    <a:lnTo>
                      <a:pt x="18" y="6"/>
                    </a:lnTo>
                    <a:lnTo>
                      <a:pt x="18" y="5"/>
                    </a:lnTo>
                    <a:lnTo>
                      <a:pt x="16" y="3"/>
                    </a:lnTo>
                    <a:lnTo>
                      <a:pt x="15" y="2"/>
                    </a:lnTo>
                    <a:lnTo>
                      <a:pt x="13" y="0"/>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671" name="Freeform 36"/>
              <p:cNvSpPr>
                <a:spLocks/>
              </p:cNvSpPr>
              <p:nvPr/>
            </p:nvSpPr>
            <p:spPr bwMode="auto">
              <a:xfrm>
                <a:off x="3101" y="2101"/>
                <a:ext cx="79" cy="9"/>
              </a:xfrm>
              <a:custGeom>
                <a:avLst/>
                <a:gdLst>
                  <a:gd name="T0" fmla="*/ 5 w 79"/>
                  <a:gd name="T1" fmla="*/ 0 h 9"/>
                  <a:gd name="T2" fmla="*/ 3 w 79"/>
                  <a:gd name="T3" fmla="*/ 0 h 9"/>
                  <a:gd name="T4" fmla="*/ 2 w 79"/>
                  <a:gd name="T5" fmla="*/ 2 h 9"/>
                  <a:gd name="T6" fmla="*/ 0 w 79"/>
                  <a:gd name="T7" fmla="*/ 3 h 9"/>
                  <a:gd name="T8" fmla="*/ 0 w 79"/>
                  <a:gd name="T9" fmla="*/ 5 h 9"/>
                  <a:gd name="T10" fmla="*/ 0 w 79"/>
                  <a:gd name="T11" fmla="*/ 6 h 9"/>
                  <a:gd name="T12" fmla="*/ 0 w 79"/>
                  <a:gd name="T13" fmla="*/ 8 h 9"/>
                  <a:gd name="T14" fmla="*/ 2 w 79"/>
                  <a:gd name="T15" fmla="*/ 9 h 9"/>
                  <a:gd name="T16" fmla="*/ 3 w 79"/>
                  <a:gd name="T17" fmla="*/ 9 h 9"/>
                  <a:gd name="T18" fmla="*/ 73 w 79"/>
                  <a:gd name="T19" fmla="*/ 9 h 9"/>
                  <a:gd name="T20" fmla="*/ 74 w 79"/>
                  <a:gd name="T21" fmla="*/ 9 h 9"/>
                  <a:gd name="T22" fmla="*/ 76 w 79"/>
                  <a:gd name="T23" fmla="*/ 9 h 9"/>
                  <a:gd name="T24" fmla="*/ 77 w 79"/>
                  <a:gd name="T25" fmla="*/ 8 h 9"/>
                  <a:gd name="T26" fmla="*/ 79 w 79"/>
                  <a:gd name="T27" fmla="*/ 6 h 9"/>
                  <a:gd name="T28" fmla="*/ 79 w 79"/>
                  <a:gd name="T29" fmla="*/ 5 h 9"/>
                  <a:gd name="T30" fmla="*/ 77 w 79"/>
                  <a:gd name="T31" fmla="*/ 3 h 9"/>
                  <a:gd name="T32" fmla="*/ 76 w 79"/>
                  <a:gd name="T33" fmla="*/ 2 h 9"/>
                  <a:gd name="T34" fmla="*/ 74 w 79"/>
                  <a:gd name="T35" fmla="*/ 0 h 9"/>
                  <a:gd name="T36" fmla="*/ 5 w 79"/>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79"/>
                  <a:gd name="T58" fmla="*/ 0 h 9"/>
                  <a:gd name="T59" fmla="*/ 79 w 79"/>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79" h="9">
                    <a:moveTo>
                      <a:pt x="5" y="0"/>
                    </a:moveTo>
                    <a:lnTo>
                      <a:pt x="3" y="0"/>
                    </a:lnTo>
                    <a:lnTo>
                      <a:pt x="2" y="2"/>
                    </a:lnTo>
                    <a:lnTo>
                      <a:pt x="0" y="3"/>
                    </a:lnTo>
                    <a:lnTo>
                      <a:pt x="0" y="5"/>
                    </a:lnTo>
                    <a:lnTo>
                      <a:pt x="0" y="6"/>
                    </a:lnTo>
                    <a:lnTo>
                      <a:pt x="0" y="8"/>
                    </a:lnTo>
                    <a:lnTo>
                      <a:pt x="2" y="9"/>
                    </a:lnTo>
                    <a:lnTo>
                      <a:pt x="3" y="9"/>
                    </a:lnTo>
                    <a:lnTo>
                      <a:pt x="73" y="9"/>
                    </a:lnTo>
                    <a:lnTo>
                      <a:pt x="74" y="9"/>
                    </a:lnTo>
                    <a:lnTo>
                      <a:pt x="76" y="9"/>
                    </a:lnTo>
                    <a:lnTo>
                      <a:pt x="77" y="8"/>
                    </a:lnTo>
                    <a:lnTo>
                      <a:pt x="79" y="6"/>
                    </a:lnTo>
                    <a:lnTo>
                      <a:pt x="79" y="5"/>
                    </a:lnTo>
                    <a:lnTo>
                      <a:pt x="77" y="3"/>
                    </a:lnTo>
                    <a:lnTo>
                      <a:pt x="76" y="2"/>
                    </a:lnTo>
                    <a:lnTo>
                      <a:pt x="74" y="0"/>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672" name="Freeform 37"/>
              <p:cNvSpPr>
                <a:spLocks/>
              </p:cNvSpPr>
              <p:nvPr/>
            </p:nvSpPr>
            <p:spPr bwMode="auto">
              <a:xfrm>
                <a:off x="3197" y="2101"/>
                <a:ext cx="18" cy="9"/>
              </a:xfrm>
              <a:custGeom>
                <a:avLst/>
                <a:gdLst>
                  <a:gd name="T0" fmla="*/ 4 w 18"/>
                  <a:gd name="T1" fmla="*/ 0 h 9"/>
                  <a:gd name="T2" fmla="*/ 3 w 18"/>
                  <a:gd name="T3" fmla="*/ 0 h 9"/>
                  <a:gd name="T4" fmla="*/ 2 w 18"/>
                  <a:gd name="T5" fmla="*/ 2 h 9"/>
                  <a:gd name="T6" fmla="*/ 0 w 18"/>
                  <a:gd name="T7" fmla="*/ 3 h 9"/>
                  <a:gd name="T8" fmla="*/ 0 w 18"/>
                  <a:gd name="T9" fmla="*/ 5 h 9"/>
                  <a:gd name="T10" fmla="*/ 0 w 18"/>
                  <a:gd name="T11" fmla="*/ 6 h 9"/>
                  <a:gd name="T12" fmla="*/ 0 w 18"/>
                  <a:gd name="T13" fmla="*/ 8 h 9"/>
                  <a:gd name="T14" fmla="*/ 2 w 18"/>
                  <a:gd name="T15" fmla="*/ 9 h 9"/>
                  <a:gd name="T16" fmla="*/ 3 w 18"/>
                  <a:gd name="T17" fmla="*/ 9 h 9"/>
                  <a:gd name="T18" fmla="*/ 12 w 18"/>
                  <a:gd name="T19" fmla="*/ 9 h 9"/>
                  <a:gd name="T20" fmla="*/ 13 w 18"/>
                  <a:gd name="T21" fmla="*/ 9 h 9"/>
                  <a:gd name="T22" fmla="*/ 15 w 18"/>
                  <a:gd name="T23" fmla="*/ 9 h 9"/>
                  <a:gd name="T24" fmla="*/ 16 w 18"/>
                  <a:gd name="T25" fmla="*/ 8 h 9"/>
                  <a:gd name="T26" fmla="*/ 18 w 18"/>
                  <a:gd name="T27" fmla="*/ 6 h 9"/>
                  <a:gd name="T28" fmla="*/ 18 w 18"/>
                  <a:gd name="T29" fmla="*/ 5 h 9"/>
                  <a:gd name="T30" fmla="*/ 16 w 18"/>
                  <a:gd name="T31" fmla="*/ 3 h 9"/>
                  <a:gd name="T32" fmla="*/ 15 w 18"/>
                  <a:gd name="T33" fmla="*/ 2 h 9"/>
                  <a:gd name="T34" fmla="*/ 13 w 18"/>
                  <a:gd name="T35" fmla="*/ 0 h 9"/>
                  <a:gd name="T36" fmla="*/ 4 w 18"/>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8"/>
                  <a:gd name="T58" fmla="*/ 0 h 9"/>
                  <a:gd name="T59" fmla="*/ 18 w 18"/>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8" h="9">
                    <a:moveTo>
                      <a:pt x="4" y="0"/>
                    </a:moveTo>
                    <a:lnTo>
                      <a:pt x="3" y="0"/>
                    </a:lnTo>
                    <a:lnTo>
                      <a:pt x="2" y="2"/>
                    </a:lnTo>
                    <a:lnTo>
                      <a:pt x="0" y="3"/>
                    </a:lnTo>
                    <a:lnTo>
                      <a:pt x="0" y="5"/>
                    </a:lnTo>
                    <a:lnTo>
                      <a:pt x="0" y="6"/>
                    </a:lnTo>
                    <a:lnTo>
                      <a:pt x="0" y="8"/>
                    </a:lnTo>
                    <a:lnTo>
                      <a:pt x="2" y="9"/>
                    </a:lnTo>
                    <a:lnTo>
                      <a:pt x="3" y="9"/>
                    </a:lnTo>
                    <a:lnTo>
                      <a:pt x="12" y="9"/>
                    </a:lnTo>
                    <a:lnTo>
                      <a:pt x="13" y="9"/>
                    </a:lnTo>
                    <a:lnTo>
                      <a:pt x="15" y="9"/>
                    </a:lnTo>
                    <a:lnTo>
                      <a:pt x="16" y="8"/>
                    </a:lnTo>
                    <a:lnTo>
                      <a:pt x="18" y="6"/>
                    </a:lnTo>
                    <a:lnTo>
                      <a:pt x="18" y="5"/>
                    </a:lnTo>
                    <a:lnTo>
                      <a:pt x="16" y="3"/>
                    </a:lnTo>
                    <a:lnTo>
                      <a:pt x="15" y="2"/>
                    </a:lnTo>
                    <a:lnTo>
                      <a:pt x="13"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673" name="Freeform 38"/>
              <p:cNvSpPr>
                <a:spLocks/>
              </p:cNvSpPr>
              <p:nvPr/>
            </p:nvSpPr>
            <p:spPr bwMode="auto">
              <a:xfrm>
                <a:off x="3232" y="2101"/>
                <a:ext cx="78" cy="9"/>
              </a:xfrm>
              <a:custGeom>
                <a:avLst/>
                <a:gdLst>
                  <a:gd name="T0" fmla="*/ 4 w 78"/>
                  <a:gd name="T1" fmla="*/ 0 h 9"/>
                  <a:gd name="T2" fmla="*/ 3 w 78"/>
                  <a:gd name="T3" fmla="*/ 0 h 9"/>
                  <a:gd name="T4" fmla="*/ 1 w 78"/>
                  <a:gd name="T5" fmla="*/ 2 h 9"/>
                  <a:gd name="T6" fmla="*/ 0 w 78"/>
                  <a:gd name="T7" fmla="*/ 3 h 9"/>
                  <a:gd name="T8" fmla="*/ 0 w 78"/>
                  <a:gd name="T9" fmla="*/ 5 h 9"/>
                  <a:gd name="T10" fmla="*/ 0 w 78"/>
                  <a:gd name="T11" fmla="*/ 6 h 9"/>
                  <a:gd name="T12" fmla="*/ 0 w 78"/>
                  <a:gd name="T13" fmla="*/ 8 h 9"/>
                  <a:gd name="T14" fmla="*/ 1 w 78"/>
                  <a:gd name="T15" fmla="*/ 9 h 9"/>
                  <a:gd name="T16" fmla="*/ 3 w 78"/>
                  <a:gd name="T17" fmla="*/ 9 h 9"/>
                  <a:gd name="T18" fmla="*/ 73 w 78"/>
                  <a:gd name="T19" fmla="*/ 9 h 9"/>
                  <a:gd name="T20" fmla="*/ 74 w 78"/>
                  <a:gd name="T21" fmla="*/ 9 h 9"/>
                  <a:gd name="T22" fmla="*/ 75 w 78"/>
                  <a:gd name="T23" fmla="*/ 9 h 9"/>
                  <a:gd name="T24" fmla="*/ 77 w 78"/>
                  <a:gd name="T25" fmla="*/ 8 h 9"/>
                  <a:gd name="T26" fmla="*/ 78 w 78"/>
                  <a:gd name="T27" fmla="*/ 6 h 9"/>
                  <a:gd name="T28" fmla="*/ 78 w 78"/>
                  <a:gd name="T29" fmla="*/ 5 h 9"/>
                  <a:gd name="T30" fmla="*/ 77 w 78"/>
                  <a:gd name="T31" fmla="*/ 3 h 9"/>
                  <a:gd name="T32" fmla="*/ 75 w 78"/>
                  <a:gd name="T33" fmla="*/ 2 h 9"/>
                  <a:gd name="T34" fmla="*/ 74 w 78"/>
                  <a:gd name="T35" fmla="*/ 0 h 9"/>
                  <a:gd name="T36" fmla="*/ 4 w 78"/>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78"/>
                  <a:gd name="T58" fmla="*/ 0 h 9"/>
                  <a:gd name="T59" fmla="*/ 78 w 78"/>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78" h="9">
                    <a:moveTo>
                      <a:pt x="4" y="0"/>
                    </a:moveTo>
                    <a:lnTo>
                      <a:pt x="3" y="0"/>
                    </a:lnTo>
                    <a:lnTo>
                      <a:pt x="1" y="2"/>
                    </a:lnTo>
                    <a:lnTo>
                      <a:pt x="0" y="3"/>
                    </a:lnTo>
                    <a:lnTo>
                      <a:pt x="0" y="5"/>
                    </a:lnTo>
                    <a:lnTo>
                      <a:pt x="0" y="6"/>
                    </a:lnTo>
                    <a:lnTo>
                      <a:pt x="0" y="8"/>
                    </a:lnTo>
                    <a:lnTo>
                      <a:pt x="1" y="9"/>
                    </a:lnTo>
                    <a:lnTo>
                      <a:pt x="3" y="9"/>
                    </a:lnTo>
                    <a:lnTo>
                      <a:pt x="73" y="9"/>
                    </a:lnTo>
                    <a:lnTo>
                      <a:pt x="74" y="9"/>
                    </a:lnTo>
                    <a:lnTo>
                      <a:pt x="75" y="9"/>
                    </a:lnTo>
                    <a:lnTo>
                      <a:pt x="77" y="8"/>
                    </a:lnTo>
                    <a:lnTo>
                      <a:pt x="78" y="6"/>
                    </a:lnTo>
                    <a:lnTo>
                      <a:pt x="78" y="5"/>
                    </a:lnTo>
                    <a:lnTo>
                      <a:pt x="77" y="3"/>
                    </a:lnTo>
                    <a:lnTo>
                      <a:pt x="75" y="2"/>
                    </a:lnTo>
                    <a:lnTo>
                      <a:pt x="74"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674" name="Freeform 39"/>
              <p:cNvSpPr>
                <a:spLocks/>
              </p:cNvSpPr>
              <p:nvPr/>
            </p:nvSpPr>
            <p:spPr bwMode="auto">
              <a:xfrm>
                <a:off x="3328" y="2101"/>
                <a:ext cx="17" cy="9"/>
              </a:xfrm>
              <a:custGeom>
                <a:avLst/>
                <a:gdLst>
                  <a:gd name="T0" fmla="*/ 4 w 17"/>
                  <a:gd name="T1" fmla="*/ 0 h 9"/>
                  <a:gd name="T2" fmla="*/ 3 w 17"/>
                  <a:gd name="T3" fmla="*/ 0 h 9"/>
                  <a:gd name="T4" fmla="*/ 1 w 17"/>
                  <a:gd name="T5" fmla="*/ 2 h 9"/>
                  <a:gd name="T6" fmla="*/ 0 w 17"/>
                  <a:gd name="T7" fmla="*/ 3 h 9"/>
                  <a:gd name="T8" fmla="*/ 0 w 17"/>
                  <a:gd name="T9" fmla="*/ 5 h 9"/>
                  <a:gd name="T10" fmla="*/ 0 w 17"/>
                  <a:gd name="T11" fmla="*/ 6 h 9"/>
                  <a:gd name="T12" fmla="*/ 0 w 17"/>
                  <a:gd name="T13" fmla="*/ 8 h 9"/>
                  <a:gd name="T14" fmla="*/ 1 w 17"/>
                  <a:gd name="T15" fmla="*/ 9 h 9"/>
                  <a:gd name="T16" fmla="*/ 3 w 17"/>
                  <a:gd name="T17" fmla="*/ 9 h 9"/>
                  <a:gd name="T18" fmla="*/ 11 w 17"/>
                  <a:gd name="T19" fmla="*/ 9 h 9"/>
                  <a:gd name="T20" fmla="*/ 13 w 17"/>
                  <a:gd name="T21" fmla="*/ 9 h 9"/>
                  <a:gd name="T22" fmla="*/ 14 w 17"/>
                  <a:gd name="T23" fmla="*/ 9 h 9"/>
                  <a:gd name="T24" fmla="*/ 16 w 17"/>
                  <a:gd name="T25" fmla="*/ 8 h 9"/>
                  <a:gd name="T26" fmla="*/ 17 w 17"/>
                  <a:gd name="T27" fmla="*/ 6 h 9"/>
                  <a:gd name="T28" fmla="*/ 17 w 17"/>
                  <a:gd name="T29" fmla="*/ 5 h 9"/>
                  <a:gd name="T30" fmla="*/ 16 w 17"/>
                  <a:gd name="T31" fmla="*/ 3 h 9"/>
                  <a:gd name="T32" fmla="*/ 14 w 17"/>
                  <a:gd name="T33" fmla="*/ 2 h 9"/>
                  <a:gd name="T34" fmla="*/ 13 w 17"/>
                  <a:gd name="T35" fmla="*/ 0 h 9"/>
                  <a:gd name="T36" fmla="*/ 4 w 17"/>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7"/>
                  <a:gd name="T58" fmla="*/ 0 h 9"/>
                  <a:gd name="T59" fmla="*/ 17 w 17"/>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7" h="9">
                    <a:moveTo>
                      <a:pt x="4" y="0"/>
                    </a:moveTo>
                    <a:lnTo>
                      <a:pt x="3" y="0"/>
                    </a:lnTo>
                    <a:lnTo>
                      <a:pt x="1" y="2"/>
                    </a:lnTo>
                    <a:lnTo>
                      <a:pt x="0" y="3"/>
                    </a:lnTo>
                    <a:lnTo>
                      <a:pt x="0" y="5"/>
                    </a:lnTo>
                    <a:lnTo>
                      <a:pt x="0" y="6"/>
                    </a:lnTo>
                    <a:lnTo>
                      <a:pt x="0" y="8"/>
                    </a:lnTo>
                    <a:lnTo>
                      <a:pt x="1" y="9"/>
                    </a:lnTo>
                    <a:lnTo>
                      <a:pt x="3" y="9"/>
                    </a:lnTo>
                    <a:lnTo>
                      <a:pt x="11" y="9"/>
                    </a:lnTo>
                    <a:lnTo>
                      <a:pt x="13" y="9"/>
                    </a:lnTo>
                    <a:lnTo>
                      <a:pt x="14" y="9"/>
                    </a:lnTo>
                    <a:lnTo>
                      <a:pt x="16" y="8"/>
                    </a:lnTo>
                    <a:lnTo>
                      <a:pt x="17" y="6"/>
                    </a:lnTo>
                    <a:lnTo>
                      <a:pt x="17" y="5"/>
                    </a:lnTo>
                    <a:lnTo>
                      <a:pt x="16" y="3"/>
                    </a:lnTo>
                    <a:lnTo>
                      <a:pt x="14" y="2"/>
                    </a:lnTo>
                    <a:lnTo>
                      <a:pt x="13"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675" name="Freeform 40"/>
              <p:cNvSpPr>
                <a:spLocks/>
              </p:cNvSpPr>
              <p:nvPr/>
            </p:nvSpPr>
            <p:spPr bwMode="auto">
              <a:xfrm>
                <a:off x="3363" y="2101"/>
                <a:ext cx="78" cy="9"/>
              </a:xfrm>
              <a:custGeom>
                <a:avLst/>
                <a:gdLst>
                  <a:gd name="T0" fmla="*/ 4 w 78"/>
                  <a:gd name="T1" fmla="*/ 0 h 9"/>
                  <a:gd name="T2" fmla="*/ 3 w 78"/>
                  <a:gd name="T3" fmla="*/ 0 h 9"/>
                  <a:gd name="T4" fmla="*/ 1 w 78"/>
                  <a:gd name="T5" fmla="*/ 2 h 9"/>
                  <a:gd name="T6" fmla="*/ 0 w 78"/>
                  <a:gd name="T7" fmla="*/ 3 h 9"/>
                  <a:gd name="T8" fmla="*/ 0 w 78"/>
                  <a:gd name="T9" fmla="*/ 5 h 9"/>
                  <a:gd name="T10" fmla="*/ 0 w 78"/>
                  <a:gd name="T11" fmla="*/ 6 h 9"/>
                  <a:gd name="T12" fmla="*/ 0 w 78"/>
                  <a:gd name="T13" fmla="*/ 8 h 9"/>
                  <a:gd name="T14" fmla="*/ 1 w 78"/>
                  <a:gd name="T15" fmla="*/ 9 h 9"/>
                  <a:gd name="T16" fmla="*/ 3 w 78"/>
                  <a:gd name="T17" fmla="*/ 9 h 9"/>
                  <a:gd name="T18" fmla="*/ 72 w 78"/>
                  <a:gd name="T19" fmla="*/ 9 h 9"/>
                  <a:gd name="T20" fmla="*/ 74 w 78"/>
                  <a:gd name="T21" fmla="*/ 9 h 9"/>
                  <a:gd name="T22" fmla="*/ 75 w 78"/>
                  <a:gd name="T23" fmla="*/ 9 h 9"/>
                  <a:gd name="T24" fmla="*/ 77 w 78"/>
                  <a:gd name="T25" fmla="*/ 8 h 9"/>
                  <a:gd name="T26" fmla="*/ 78 w 78"/>
                  <a:gd name="T27" fmla="*/ 6 h 9"/>
                  <a:gd name="T28" fmla="*/ 78 w 78"/>
                  <a:gd name="T29" fmla="*/ 5 h 9"/>
                  <a:gd name="T30" fmla="*/ 77 w 78"/>
                  <a:gd name="T31" fmla="*/ 3 h 9"/>
                  <a:gd name="T32" fmla="*/ 75 w 78"/>
                  <a:gd name="T33" fmla="*/ 2 h 9"/>
                  <a:gd name="T34" fmla="*/ 74 w 78"/>
                  <a:gd name="T35" fmla="*/ 0 h 9"/>
                  <a:gd name="T36" fmla="*/ 4 w 78"/>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78"/>
                  <a:gd name="T58" fmla="*/ 0 h 9"/>
                  <a:gd name="T59" fmla="*/ 78 w 78"/>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78" h="9">
                    <a:moveTo>
                      <a:pt x="4" y="0"/>
                    </a:moveTo>
                    <a:lnTo>
                      <a:pt x="3" y="0"/>
                    </a:lnTo>
                    <a:lnTo>
                      <a:pt x="1" y="2"/>
                    </a:lnTo>
                    <a:lnTo>
                      <a:pt x="0" y="3"/>
                    </a:lnTo>
                    <a:lnTo>
                      <a:pt x="0" y="5"/>
                    </a:lnTo>
                    <a:lnTo>
                      <a:pt x="0" y="6"/>
                    </a:lnTo>
                    <a:lnTo>
                      <a:pt x="0" y="8"/>
                    </a:lnTo>
                    <a:lnTo>
                      <a:pt x="1" y="9"/>
                    </a:lnTo>
                    <a:lnTo>
                      <a:pt x="3" y="9"/>
                    </a:lnTo>
                    <a:lnTo>
                      <a:pt x="72" y="9"/>
                    </a:lnTo>
                    <a:lnTo>
                      <a:pt x="74" y="9"/>
                    </a:lnTo>
                    <a:lnTo>
                      <a:pt x="75" y="9"/>
                    </a:lnTo>
                    <a:lnTo>
                      <a:pt x="77" y="8"/>
                    </a:lnTo>
                    <a:lnTo>
                      <a:pt x="78" y="6"/>
                    </a:lnTo>
                    <a:lnTo>
                      <a:pt x="78" y="5"/>
                    </a:lnTo>
                    <a:lnTo>
                      <a:pt x="77" y="3"/>
                    </a:lnTo>
                    <a:lnTo>
                      <a:pt x="75" y="2"/>
                    </a:lnTo>
                    <a:lnTo>
                      <a:pt x="74"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676" name="Freeform 41"/>
              <p:cNvSpPr>
                <a:spLocks/>
              </p:cNvSpPr>
              <p:nvPr/>
            </p:nvSpPr>
            <p:spPr bwMode="auto">
              <a:xfrm>
                <a:off x="3458" y="2101"/>
                <a:ext cx="18" cy="9"/>
              </a:xfrm>
              <a:custGeom>
                <a:avLst/>
                <a:gdLst>
                  <a:gd name="T0" fmla="*/ 5 w 18"/>
                  <a:gd name="T1" fmla="*/ 0 h 9"/>
                  <a:gd name="T2" fmla="*/ 3 w 18"/>
                  <a:gd name="T3" fmla="*/ 0 h 9"/>
                  <a:gd name="T4" fmla="*/ 2 w 18"/>
                  <a:gd name="T5" fmla="*/ 2 h 9"/>
                  <a:gd name="T6" fmla="*/ 0 w 18"/>
                  <a:gd name="T7" fmla="*/ 3 h 9"/>
                  <a:gd name="T8" fmla="*/ 0 w 18"/>
                  <a:gd name="T9" fmla="*/ 5 h 9"/>
                  <a:gd name="T10" fmla="*/ 0 w 18"/>
                  <a:gd name="T11" fmla="*/ 6 h 9"/>
                  <a:gd name="T12" fmla="*/ 0 w 18"/>
                  <a:gd name="T13" fmla="*/ 8 h 9"/>
                  <a:gd name="T14" fmla="*/ 2 w 18"/>
                  <a:gd name="T15" fmla="*/ 9 h 9"/>
                  <a:gd name="T16" fmla="*/ 3 w 18"/>
                  <a:gd name="T17" fmla="*/ 9 h 9"/>
                  <a:gd name="T18" fmla="*/ 12 w 18"/>
                  <a:gd name="T19" fmla="*/ 9 h 9"/>
                  <a:gd name="T20" fmla="*/ 14 w 18"/>
                  <a:gd name="T21" fmla="*/ 9 h 9"/>
                  <a:gd name="T22" fmla="*/ 15 w 18"/>
                  <a:gd name="T23" fmla="*/ 9 h 9"/>
                  <a:gd name="T24" fmla="*/ 16 w 18"/>
                  <a:gd name="T25" fmla="*/ 8 h 9"/>
                  <a:gd name="T26" fmla="*/ 18 w 18"/>
                  <a:gd name="T27" fmla="*/ 6 h 9"/>
                  <a:gd name="T28" fmla="*/ 18 w 18"/>
                  <a:gd name="T29" fmla="*/ 5 h 9"/>
                  <a:gd name="T30" fmla="*/ 16 w 18"/>
                  <a:gd name="T31" fmla="*/ 3 h 9"/>
                  <a:gd name="T32" fmla="*/ 15 w 18"/>
                  <a:gd name="T33" fmla="*/ 2 h 9"/>
                  <a:gd name="T34" fmla="*/ 14 w 18"/>
                  <a:gd name="T35" fmla="*/ 0 h 9"/>
                  <a:gd name="T36" fmla="*/ 5 w 18"/>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8"/>
                  <a:gd name="T58" fmla="*/ 0 h 9"/>
                  <a:gd name="T59" fmla="*/ 18 w 18"/>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8" h="9">
                    <a:moveTo>
                      <a:pt x="5" y="0"/>
                    </a:moveTo>
                    <a:lnTo>
                      <a:pt x="3" y="0"/>
                    </a:lnTo>
                    <a:lnTo>
                      <a:pt x="2" y="2"/>
                    </a:lnTo>
                    <a:lnTo>
                      <a:pt x="0" y="3"/>
                    </a:lnTo>
                    <a:lnTo>
                      <a:pt x="0" y="5"/>
                    </a:lnTo>
                    <a:lnTo>
                      <a:pt x="0" y="6"/>
                    </a:lnTo>
                    <a:lnTo>
                      <a:pt x="0" y="8"/>
                    </a:lnTo>
                    <a:lnTo>
                      <a:pt x="2" y="9"/>
                    </a:lnTo>
                    <a:lnTo>
                      <a:pt x="3" y="9"/>
                    </a:lnTo>
                    <a:lnTo>
                      <a:pt x="12" y="9"/>
                    </a:lnTo>
                    <a:lnTo>
                      <a:pt x="14" y="9"/>
                    </a:lnTo>
                    <a:lnTo>
                      <a:pt x="15" y="9"/>
                    </a:lnTo>
                    <a:lnTo>
                      <a:pt x="16" y="8"/>
                    </a:lnTo>
                    <a:lnTo>
                      <a:pt x="18" y="6"/>
                    </a:lnTo>
                    <a:lnTo>
                      <a:pt x="18" y="5"/>
                    </a:lnTo>
                    <a:lnTo>
                      <a:pt x="16" y="3"/>
                    </a:lnTo>
                    <a:lnTo>
                      <a:pt x="15" y="2"/>
                    </a:lnTo>
                    <a:lnTo>
                      <a:pt x="14" y="0"/>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677" name="Freeform 42"/>
              <p:cNvSpPr>
                <a:spLocks/>
              </p:cNvSpPr>
              <p:nvPr/>
            </p:nvSpPr>
            <p:spPr bwMode="auto">
              <a:xfrm>
                <a:off x="3493" y="2101"/>
                <a:ext cx="79" cy="9"/>
              </a:xfrm>
              <a:custGeom>
                <a:avLst/>
                <a:gdLst>
                  <a:gd name="T0" fmla="*/ 5 w 79"/>
                  <a:gd name="T1" fmla="*/ 0 h 9"/>
                  <a:gd name="T2" fmla="*/ 3 w 79"/>
                  <a:gd name="T3" fmla="*/ 0 h 9"/>
                  <a:gd name="T4" fmla="*/ 2 w 79"/>
                  <a:gd name="T5" fmla="*/ 2 h 9"/>
                  <a:gd name="T6" fmla="*/ 0 w 79"/>
                  <a:gd name="T7" fmla="*/ 3 h 9"/>
                  <a:gd name="T8" fmla="*/ 0 w 79"/>
                  <a:gd name="T9" fmla="*/ 5 h 9"/>
                  <a:gd name="T10" fmla="*/ 0 w 79"/>
                  <a:gd name="T11" fmla="*/ 6 h 9"/>
                  <a:gd name="T12" fmla="*/ 0 w 79"/>
                  <a:gd name="T13" fmla="*/ 8 h 9"/>
                  <a:gd name="T14" fmla="*/ 2 w 79"/>
                  <a:gd name="T15" fmla="*/ 9 h 9"/>
                  <a:gd name="T16" fmla="*/ 3 w 79"/>
                  <a:gd name="T17" fmla="*/ 9 h 9"/>
                  <a:gd name="T18" fmla="*/ 73 w 79"/>
                  <a:gd name="T19" fmla="*/ 9 h 9"/>
                  <a:gd name="T20" fmla="*/ 74 w 79"/>
                  <a:gd name="T21" fmla="*/ 9 h 9"/>
                  <a:gd name="T22" fmla="*/ 76 w 79"/>
                  <a:gd name="T23" fmla="*/ 9 h 9"/>
                  <a:gd name="T24" fmla="*/ 77 w 79"/>
                  <a:gd name="T25" fmla="*/ 8 h 9"/>
                  <a:gd name="T26" fmla="*/ 79 w 79"/>
                  <a:gd name="T27" fmla="*/ 6 h 9"/>
                  <a:gd name="T28" fmla="*/ 79 w 79"/>
                  <a:gd name="T29" fmla="*/ 5 h 9"/>
                  <a:gd name="T30" fmla="*/ 77 w 79"/>
                  <a:gd name="T31" fmla="*/ 3 h 9"/>
                  <a:gd name="T32" fmla="*/ 76 w 79"/>
                  <a:gd name="T33" fmla="*/ 2 h 9"/>
                  <a:gd name="T34" fmla="*/ 74 w 79"/>
                  <a:gd name="T35" fmla="*/ 0 h 9"/>
                  <a:gd name="T36" fmla="*/ 5 w 79"/>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79"/>
                  <a:gd name="T58" fmla="*/ 0 h 9"/>
                  <a:gd name="T59" fmla="*/ 79 w 79"/>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79" h="9">
                    <a:moveTo>
                      <a:pt x="5" y="0"/>
                    </a:moveTo>
                    <a:lnTo>
                      <a:pt x="3" y="0"/>
                    </a:lnTo>
                    <a:lnTo>
                      <a:pt x="2" y="2"/>
                    </a:lnTo>
                    <a:lnTo>
                      <a:pt x="0" y="3"/>
                    </a:lnTo>
                    <a:lnTo>
                      <a:pt x="0" y="5"/>
                    </a:lnTo>
                    <a:lnTo>
                      <a:pt x="0" y="6"/>
                    </a:lnTo>
                    <a:lnTo>
                      <a:pt x="0" y="8"/>
                    </a:lnTo>
                    <a:lnTo>
                      <a:pt x="2" y="9"/>
                    </a:lnTo>
                    <a:lnTo>
                      <a:pt x="3" y="9"/>
                    </a:lnTo>
                    <a:lnTo>
                      <a:pt x="73" y="9"/>
                    </a:lnTo>
                    <a:lnTo>
                      <a:pt x="74" y="9"/>
                    </a:lnTo>
                    <a:lnTo>
                      <a:pt x="76" y="9"/>
                    </a:lnTo>
                    <a:lnTo>
                      <a:pt x="77" y="8"/>
                    </a:lnTo>
                    <a:lnTo>
                      <a:pt x="79" y="6"/>
                    </a:lnTo>
                    <a:lnTo>
                      <a:pt x="79" y="5"/>
                    </a:lnTo>
                    <a:lnTo>
                      <a:pt x="77" y="3"/>
                    </a:lnTo>
                    <a:lnTo>
                      <a:pt x="76" y="2"/>
                    </a:lnTo>
                    <a:lnTo>
                      <a:pt x="74" y="0"/>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678" name="Freeform 43"/>
              <p:cNvSpPr>
                <a:spLocks/>
              </p:cNvSpPr>
              <p:nvPr/>
            </p:nvSpPr>
            <p:spPr bwMode="auto">
              <a:xfrm>
                <a:off x="3589" y="2101"/>
                <a:ext cx="18" cy="9"/>
              </a:xfrm>
              <a:custGeom>
                <a:avLst/>
                <a:gdLst>
                  <a:gd name="T0" fmla="*/ 5 w 18"/>
                  <a:gd name="T1" fmla="*/ 0 h 9"/>
                  <a:gd name="T2" fmla="*/ 3 w 18"/>
                  <a:gd name="T3" fmla="*/ 0 h 9"/>
                  <a:gd name="T4" fmla="*/ 2 w 18"/>
                  <a:gd name="T5" fmla="*/ 2 h 9"/>
                  <a:gd name="T6" fmla="*/ 0 w 18"/>
                  <a:gd name="T7" fmla="*/ 3 h 9"/>
                  <a:gd name="T8" fmla="*/ 0 w 18"/>
                  <a:gd name="T9" fmla="*/ 5 h 9"/>
                  <a:gd name="T10" fmla="*/ 0 w 18"/>
                  <a:gd name="T11" fmla="*/ 6 h 9"/>
                  <a:gd name="T12" fmla="*/ 0 w 18"/>
                  <a:gd name="T13" fmla="*/ 8 h 9"/>
                  <a:gd name="T14" fmla="*/ 2 w 18"/>
                  <a:gd name="T15" fmla="*/ 9 h 9"/>
                  <a:gd name="T16" fmla="*/ 3 w 18"/>
                  <a:gd name="T17" fmla="*/ 9 h 9"/>
                  <a:gd name="T18" fmla="*/ 12 w 18"/>
                  <a:gd name="T19" fmla="*/ 9 h 9"/>
                  <a:gd name="T20" fmla="*/ 13 w 18"/>
                  <a:gd name="T21" fmla="*/ 9 h 9"/>
                  <a:gd name="T22" fmla="*/ 15 w 18"/>
                  <a:gd name="T23" fmla="*/ 9 h 9"/>
                  <a:gd name="T24" fmla="*/ 16 w 18"/>
                  <a:gd name="T25" fmla="*/ 8 h 9"/>
                  <a:gd name="T26" fmla="*/ 18 w 18"/>
                  <a:gd name="T27" fmla="*/ 6 h 9"/>
                  <a:gd name="T28" fmla="*/ 18 w 18"/>
                  <a:gd name="T29" fmla="*/ 5 h 9"/>
                  <a:gd name="T30" fmla="*/ 16 w 18"/>
                  <a:gd name="T31" fmla="*/ 3 h 9"/>
                  <a:gd name="T32" fmla="*/ 15 w 18"/>
                  <a:gd name="T33" fmla="*/ 2 h 9"/>
                  <a:gd name="T34" fmla="*/ 13 w 18"/>
                  <a:gd name="T35" fmla="*/ 0 h 9"/>
                  <a:gd name="T36" fmla="*/ 5 w 18"/>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8"/>
                  <a:gd name="T58" fmla="*/ 0 h 9"/>
                  <a:gd name="T59" fmla="*/ 18 w 18"/>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8" h="9">
                    <a:moveTo>
                      <a:pt x="5" y="0"/>
                    </a:moveTo>
                    <a:lnTo>
                      <a:pt x="3" y="0"/>
                    </a:lnTo>
                    <a:lnTo>
                      <a:pt x="2" y="2"/>
                    </a:lnTo>
                    <a:lnTo>
                      <a:pt x="0" y="3"/>
                    </a:lnTo>
                    <a:lnTo>
                      <a:pt x="0" y="5"/>
                    </a:lnTo>
                    <a:lnTo>
                      <a:pt x="0" y="6"/>
                    </a:lnTo>
                    <a:lnTo>
                      <a:pt x="0" y="8"/>
                    </a:lnTo>
                    <a:lnTo>
                      <a:pt x="2" y="9"/>
                    </a:lnTo>
                    <a:lnTo>
                      <a:pt x="3" y="9"/>
                    </a:lnTo>
                    <a:lnTo>
                      <a:pt x="12" y="9"/>
                    </a:lnTo>
                    <a:lnTo>
                      <a:pt x="13" y="9"/>
                    </a:lnTo>
                    <a:lnTo>
                      <a:pt x="15" y="9"/>
                    </a:lnTo>
                    <a:lnTo>
                      <a:pt x="16" y="8"/>
                    </a:lnTo>
                    <a:lnTo>
                      <a:pt x="18" y="6"/>
                    </a:lnTo>
                    <a:lnTo>
                      <a:pt x="18" y="5"/>
                    </a:lnTo>
                    <a:lnTo>
                      <a:pt x="16" y="3"/>
                    </a:lnTo>
                    <a:lnTo>
                      <a:pt x="15" y="2"/>
                    </a:lnTo>
                    <a:lnTo>
                      <a:pt x="13" y="0"/>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679" name="Freeform 44"/>
              <p:cNvSpPr>
                <a:spLocks/>
              </p:cNvSpPr>
              <p:nvPr/>
            </p:nvSpPr>
            <p:spPr bwMode="auto">
              <a:xfrm>
                <a:off x="3624" y="2101"/>
                <a:ext cx="78" cy="9"/>
              </a:xfrm>
              <a:custGeom>
                <a:avLst/>
                <a:gdLst>
                  <a:gd name="T0" fmla="*/ 4 w 78"/>
                  <a:gd name="T1" fmla="*/ 0 h 9"/>
                  <a:gd name="T2" fmla="*/ 3 w 78"/>
                  <a:gd name="T3" fmla="*/ 0 h 9"/>
                  <a:gd name="T4" fmla="*/ 2 w 78"/>
                  <a:gd name="T5" fmla="*/ 2 h 9"/>
                  <a:gd name="T6" fmla="*/ 0 w 78"/>
                  <a:gd name="T7" fmla="*/ 3 h 9"/>
                  <a:gd name="T8" fmla="*/ 0 w 78"/>
                  <a:gd name="T9" fmla="*/ 5 h 9"/>
                  <a:gd name="T10" fmla="*/ 0 w 78"/>
                  <a:gd name="T11" fmla="*/ 6 h 9"/>
                  <a:gd name="T12" fmla="*/ 0 w 78"/>
                  <a:gd name="T13" fmla="*/ 8 h 9"/>
                  <a:gd name="T14" fmla="*/ 2 w 78"/>
                  <a:gd name="T15" fmla="*/ 9 h 9"/>
                  <a:gd name="T16" fmla="*/ 3 w 78"/>
                  <a:gd name="T17" fmla="*/ 9 h 9"/>
                  <a:gd name="T18" fmla="*/ 73 w 78"/>
                  <a:gd name="T19" fmla="*/ 9 h 9"/>
                  <a:gd name="T20" fmla="*/ 74 w 78"/>
                  <a:gd name="T21" fmla="*/ 9 h 9"/>
                  <a:gd name="T22" fmla="*/ 76 w 78"/>
                  <a:gd name="T23" fmla="*/ 9 h 9"/>
                  <a:gd name="T24" fmla="*/ 77 w 78"/>
                  <a:gd name="T25" fmla="*/ 8 h 9"/>
                  <a:gd name="T26" fmla="*/ 78 w 78"/>
                  <a:gd name="T27" fmla="*/ 6 h 9"/>
                  <a:gd name="T28" fmla="*/ 78 w 78"/>
                  <a:gd name="T29" fmla="*/ 5 h 9"/>
                  <a:gd name="T30" fmla="*/ 77 w 78"/>
                  <a:gd name="T31" fmla="*/ 3 h 9"/>
                  <a:gd name="T32" fmla="*/ 76 w 78"/>
                  <a:gd name="T33" fmla="*/ 2 h 9"/>
                  <a:gd name="T34" fmla="*/ 74 w 78"/>
                  <a:gd name="T35" fmla="*/ 0 h 9"/>
                  <a:gd name="T36" fmla="*/ 4 w 78"/>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78"/>
                  <a:gd name="T58" fmla="*/ 0 h 9"/>
                  <a:gd name="T59" fmla="*/ 78 w 78"/>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78" h="9">
                    <a:moveTo>
                      <a:pt x="4" y="0"/>
                    </a:moveTo>
                    <a:lnTo>
                      <a:pt x="3" y="0"/>
                    </a:lnTo>
                    <a:lnTo>
                      <a:pt x="2" y="2"/>
                    </a:lnTo>
                    <a:lnTo>
                      <a:pt x="0" y="3"/>
                    </a:lnTo>
                    <a:lnTo>
                      <a:pt x="0" y="5"/>
                    </a:lnTo>
                    <a:lnTo>
                      <a:pt x="0" y="6"/>
                    </a:lnTo>
                    <a:lnTo>
                      <a:pt x="0" y="8"/>
                    </a:lnTo>
                    <a:lnTo>
                      <a:pt x="2" y="9"/>
                    </a:lnTo>
                    <a:lnTo>
                      <a:pt x="3" y="9"/>
                    </a:lnTo>
                    <a:lnTo>
                      <a:pt x="73" y="9"/>
                    </a:lnTo>
                    <a:lnTo>
                      <a:pt x="74" y="9"/>
                    </a:lnTo>
                    <a:lnTo>
                      <a:pt x="76" y="9"/>
                    </a:lnTo>
                    <a:lnTo>
                      <a:pt x="77" y="8"/>
                    </a:lnTo>
                    <a:lnTo>
                      <a:pt x="78" y="6"/>
                    </a:lnTo>
                    <a:lnTo>
                      <a:pt x="78" y="5"/>
                    </a:lnTo>
                    <a:lnTo>
                      <a:pt x="77" y="3"/>
                    </a:lnTo>
                    <a:lnTo>
                      <a:pt x="76" y="2"/>
                    </a:lnTo>
                    <a:lnTo>
                      <a:pt x="74"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680" name="Freeform 45"/>
              <p:cNvSpPr>
                <a:spLocks/>
              </p:cNvSpPr>
              <p:nvPr/>
            </p:nvSpPr>
            <p:spPr bwMode="auto">
              <a:xfrm>
                <a:off x="3720" y="2101"/>
                <a:ext cx="17" cy="9"/>
              </a:xfrm>
              <a:custGeom>
                <a:avLst/>
                <a:gdLst>
                  <a:gd name="T0" fmla="*/ 4 w 17"/>
                  <a:gd name="T1" fmla="*/ 0 h 9"/>
                  <a:gd name="T2" fmla="*/ 3 w 17"/>
                  <a:gd name="T3" fmla="*/ 0 h 9"/>
                  <a:gd name="T4" fmla="*/ 1 w 17"/>
                  <a:gd name="T5" fmla="*/ 2 h 9"/>
                  <a:gd name="T6" fmla="*/ 0 w 17"/>
                  <a:gd name="T7" fmla="*/ 3 h 9"/>
                  <a:gd name="T8" fmla="*/ 0 w 17"/>
                  <a:gd name="T9" fmla="*/ 5 h 9"/>
                  <a:gd name="T10" fmla="*/ 0 w 17"/>
                  <a:gd name="T11" fmla="*/ 6 h 9"/>
                  <a:gd name="T12" fmla="*/ 0 w 17"/>
                  <a:gd name="T13" fmla="*/ 8 h 9"/>
                  <a:gd name="T14" fmla="*/ 1 w 17"/>
                  <a:gd name="T15" fmla="*/ 9 h 9"/>
                  <a:gd name="T16" fmla="*/ 3 w 17"/>
                  <a:gd name="T17" fmla="*/ 9 h 9"/>
                  <a:gd name="T18" fmla="*/ 12 w 17"/>
                  <a:gd name="T19" fmla="*/ 9 h 9"/>
                  <a:gd name="T20" fmla="*/ 13 w 17"/>
                  <a:gd name="T21" fmla="*/ 9 h 9"/>
                  <a:gd name="T22" fmla="*/ 14 w 17"/>
                  <a:gd name="T23" fmla="*/ 9 h 9"/>
                  <a:gd name="T24" fmla="*/ 16 w 17"/>
                  <a:gd name="T25" fmla="*/ 8 h 9"/>
                  <a:gd name="T26" fmla="*/ 17 w 17"/>
                  <a:gd name="T27" fmla="*/ 6 h 9"/>
                  <a:gd name="T28" fmla="*/ 17 w 17"/>
                  <a:gd name="T29" fmla="*/ 5 h 9"/>
                  <a:gd name="T30" fmla="*/ 16 w 17"/>
                  <a:gd name="T31" fmla="*/ 3 h 9"/>
                  <a:gd name="T32" fmla="*/ 14 w 17"/>
                  <a:gd name="T33" fmla="*/ 2 h 9"/>
                  <a:gd name="T34" fmla="*/ 13 w 17"/>
                  <a:gd name="T35" fmla="*/ 0 h 9"/>
                  <a:gd name="T36" fmla="*/ 4 w 17"/>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7"/>
                  <a:gd name="T58" fmla="*/ 0 h 9"/>
                  <a:gd name="T59" fmla="*/ 17 w 17"/>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7" h="9">
                    <a:moveTo>
                      <a:pt x="4" y="0"/>
                    </a:moveTo>
                    <a:lnTo>
                      <a:pt x="3" y="0"/>
                    </a:lnTo>
                    <a:lnTo>
                      <a:pt x="1" y="2"/>
                    </a:lnTo>
                    <a:lnTo>
                      <a:pt x="0" y="3"/>
                    </a:lnTo>
                    <a:lnTo>
                      <a:pt x="0" y="5"/>
                    </a:lnTo>
                    <a:lnTo>
                      <a:pt x="0" y="6"/>
                    </a:lnTo>
                    <a:lnTo>
                      <a:pt x="0" y="8"/>
                    </a:lnTo>
                    <a:lnTo>
                      <a:pt x="1" y="9"/>
                    </a:lnTo>
                    <a:lnTo>
                      <a:pt x="3" y="9"/>
                    </a:lnTo>
                    <a:lnTo>
                      <a:pt x="12" y="9"/>
                    </a:lnTo>
                    <a:lnTo>
                      <a:pt x="13" y="9"/>
                    </a:lnTo>
                    <a:lnTo>
                      <a:pt x="14" y="9"/>
                    </a:lnTo>
                    <a:lnTo>
                      <a:pt x="16" y="8"/>
                    </a:lnTo>
                    <a:lnTo>
                      <a:pt x="17" y="6"/>
                    </a:lnTo>
                    <a:lnTo>
                      <a:pt x="17" y="5"/>
                    </a:lnTo>
                    <a:lnTo>
                      <a:pt x="16" y="3"/>
                    </a:lnTo>
                    <a:lnTo>
                      <a:pt x="14" y="2"/>
                    </a:lnTo>
                    <a:lnTo>
                      <a:pt x="13"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681" name="Freeform 46"/>
              <p:cNvSpPr>
                <a:spLocks/>
              </p:cNvSpPr>
              <p:nvPr/>
            </p:nvSpPr>
            <p:spPr bwMode="auto">
              <a:xfrm>
                <a:off x="3755" y="2101"/>
                <a:ext cx="78" cy="9"/>
              </a:xfrm>
              <a:custGeom>
                <a:avLst/>
                <a:gdLst>
                  <a:gd name="T0" fmla="*/ 4 w 78"/>
                  <a:gd name="T1" fmla="*/ 0 h 9"/>
                  <a:gd name="T2" fmla="*/ 3 w 78"/>
                  <a:gd name="T3" fmla="*/ 0 h 9"/>
                  <a:gd name="T4" fmla="*/ 1 w 78"/>
                  <a:gd name="T5" fmla="*/ 2 h 9"/>
                  <a:gd name="T6" fmla="*/ 0 w 78"/>
                  <a:gd name="T7" fmla="*/ 3 h 9"/>
                  <a:gd name="T8" fmla="*/ 0 w 78"/>
                  <a:gd name="T9" fmla="*/ 5 h 9"/>
                  <a:gd name="T10" fmla="*/ 0 w 78"/>
                  <a:gd name="T11" fmla="*/ 6 h 9"/>
                  <a:gd name="T12" fmla="*/ 0 w 78"/>
                  <a:gd name="T13" fmla="*/ 8 h 9"/>
                  <a:gd name="T14" fmla="*/ 1 w 78"/>
                  <a:gd name="T15" fmla="*/ 9 h 9"/>
                  <a:gd name="T16" fmla="*/ 3 w 78"/>
                  <a:gd name="T17" fmla="*/ 9 h 9"/>
                  <a:gd name="T18" fmla="*/ 72 w 78"/>
                  <a:gd name="T19" fmla="*/ 9 h 9"/>
                  <a:gd name="T20" fmla="*/ 74 w 78"/>
                  <a:gd name="T21" fmla="*/ 9 h 9"/>
                  <a:gd name="T22" fmla="*/ 75 w 78"/>
                  <a:gd name="T23" fmla="*/ 9 h 9"/>
                  <a:gd name="T24" fmla="*/ 77 w 78"/>
                  <a:gd name="T25" fmla="*/ 8 h 9"/>
                  <a:gd name="T26" fmla="*/ 78 w 78"/>
                  <a:gd name="T27" fmla="*/ 6 h 9"/>
                  <a:gd name="T28" fmla="*/ 78 w 78"/>
                  <a:gd name="T29" fmla="*/ 5 h 9"/>
                  <a:gd name="T30" fmla="*/ 77 w 78"/>
                  <a:gd name="T31" fmla="*/ 3 h 9"/>
                  <a:gd name="T32" fmla="*/ 75 w 78"/>
                  <a:gd name="T33" fmla="*/ 2 h 9"/>
                  <a:gd name="T34" fmla="*/ 74 w 78"/>
                  <a:gd name="T35" fmla="*/ 0 h 9"/>
                  <a:gd name="T36" fmla="*/ 4 w 78"/>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78"/>
                  <a:gd name="T58" fmla="*/ 0 h 9"/>
                  <a:gd name="T59" fmla="*/ 78 w 78"/>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78" h="9">
                    <a:moveTo>
                      <a:pt x="4" y="0"/>
                    </a:moveTo>
                    <a:lnTo>
                      <a:pt x="3" y="0"/>
                    </a:lnTo>
                    <a:lnTo>
                      <a:pt x="1" y="2"/>
                    </a:lnTo>
                    <a:lnTo>
                      <a:pt x="0" y="3"/>
                    </a:lnTo>
                    <a:lnTo>
                      <a:pt x="0" y="5"/>
                    </a:lnTo>
                    <a:lnTo>
                      <a:pt x="0" y="6"/>
                    </a:lnTo>
                    <a:lnTo>
                      <a:pt x="0" y="8"/>
                    </a:lnTo>
                    <a:lnTo>
                      <a:pt x="1" y="9"/>
                    </a:lnTo>
                    <a:lnTo>
                      <a:pt x="3" y="9"/>
                    </a:lnTo>
                    <a:lnTo>
                      <a:pt x="72" y="9"/>
                    </a:lnTo>
                    <a:lnTo>
                      <a:pt x="74" y="9"/>
                    </a:lnTo>
                    <a:lnTo>
                      <a:pt x="75" y="9"/>
                    </a:lnTo>
                    <a:lnTo>
                      <a:pt x="77" y="8"/>
                    </a:lnTo>
                    <a:lnTo>
                      <a:pt x="78" y="6"/>
                    </a:lnTo>
                    <a:lnTo>
                      <a:pt x="78" y="5"/>
                    </a:lnTo>
                    <a:lnTo>
                      <a:pt x="77" y="3"/>
                    </a:lnTo>
                    <a:lnTo>
                      <a:pt x="75" y="2"/>
                    </a:lnTo>
                    <a:lnTo>
                      <a:pt x="74"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682" name="Freeform 47"/>
              <p:cNvSpPr>
                <a:spLocks/>
              </p:cNvSpPr>
              <p:nvPr/>
            </p:nvSpPr>
            <p:spPr bwMode="auto">
              <a:xfrm>
                <a:off x="3851" y="2101"/>
                <a:ext cx="17" cy="9"/>
              </a:xfrm>
              <a:custGeom>
                <a:avLst/>
                <a:gdLst>
                  <a:gd name="T0" fmla="*/ 4 w 17"/>
                  <a:gd name="T1" fmla="*/ 0 h 9"/>
                  <a:gd name="T2" fmla="*/ 3 w 17"/>
                  <a:gd name="T3" fmla="*/ 0 h 9"/>
                  <a:gd name="T4" fmla="*/ 1 w 17"/>
                  <a:gd name="T5" fmla="*/ 2 h 9"/>
                  <a:gd name="T6" fmla="*/ 0 w 17"/>
                  <a:gd name="T7" fmla="*/ 3 h 9"/>
                  <a:gd name="T8" fmla="*/ 0 w 17"/>
                  <a:gd name="T9" fmla="*/ 5 h 9"/>
                  <a:gd name="T10" fmla="*/ 0 w 17"/>
                  <a:gd name="T11" fmla="*/ 6 h 9"/>
                  <a:gd name="T12" fmla="*/ 0 w 17"/>
                  <a:gd name="T13" fmla="*/ 8 h 9"/>
                  <a:gd name="T14" fmla="*/ 1 w 17"/>
                  <a:gd name="T15" fmla="*/ 9 h 9"/>
                  <a:gd name="T16" fmla="*/ 3 w 17"/>
                  <a:gd name="T17" fmla="*/ 9 h 9"/>
                  <a:gd name="T18" fmla="*/ 11 w 17"/>
                  <a:gd name="T19" fmla="*/ 9 h 9"/>
                  <a:gd name="T20" fmla="*/ 13 w 17"/>
                  <a:gd name="T21" fmla="*/ 9 h 9"/>
                  <a:gd name="T22" fmla="*/ 14 w 17"/>
                  <a:gd name="T23" fmla="*/ 9 h 9"/>
                  <a:gd name="T24" fmla="*/ 16 w 17"/>
                  <a:gd name="T25" fmla="*/ 8 h 9"/>
                  <a:gd name="T26" fmla="*/ 17 w 17"/>
                  <a:gd name="T27" fmla="*/ 6 h 9"/>
                  <a:gd name="T28" fmla="*/ 17 w 17"/>
                  <a:gd name="T29" fmla="*/ 5 h 9"/>
                  <a:gd name="T30" fmla="*/ 16 w 17"/>
                  <a:gd name="T31" fmla="*/ 3 h 9"/>
                  <a:gd name="T32" fmla="*/ 14 w 17"/>
                  <a:gd name="T33" fmla="*/ 2 h 9"/>
                  <a:gd name="T34" fmla="*/ 13 w 17"/>
                  <a:gd name="T35" fmla="*/ 0 h 9"/>
                  <a:gd name="T36" fmla="*/ 4 w 17"/>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7"/>
                  <a:gd name="T58" fmla="*/ 0 h 9"/>
                  <a:gd name="T59" fmla="*/ 17 w 17"/>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7" h="9">
                    <a:moveTo>
                      <a:pt x="4" y="0"/>
                    </a:moveTo>
                    <a:lnTo>
                      <a:pt x="3" y="0"/>
                    </a:lnTo>
                    <a:lnTo>
                      <a:pt x="1" y="2"/>
                    </a:lnTo>
                    <a:lnTo>
                      <a:pt x="0" y="3"/>
                    </a:lnTo>
                    <a:lnTo>
                      <a:pt x="0" y="5"/>
                    </a:lnTo>
                    <a:lnTo>
                      <a:pt x="0" y="6"/>
                    </a:lnTo>
                    <a:lnTo>
                      <a:pt x="0" y="8"/>
                    </a:lnTo>
                    <a:lnTo>
                      <a:pt x="1" y="9"/>
                    </a:lnTo>
                    <a:lnTo>
                      <a:pt x="3" y="9"/>
                    </a:lnTo>
                    <a:lnTo>
                      <a:pt x="11" y="9"/>
                    </a:lnTo>
                    <a:lnTo>
                      <a:pt x="13" y="9"/>
                    </a:lnTo>
                    <a:lnTo>
                      <a:pt x="14" y="9"/>
                    </a:lnTo>
                    <a:lnTo>
                      <a:pt x="16" y="8"/>
                    </a:lnTo>
                    <a:lnTo>
                      <a:pt x="17" y="6"/>
                    </a:lnTo>
                    <a:lnTo>
                      <a:pt x="17" y="5"/>
                    </a:lnTo>
                    <a:lnTo>
                      <a:pt x="16" y="3"/>
                    </a:lnTo>
                    <a:lnTo>
                      <a:pt x="14" y="2"/>
                    </a:lnTo>
                    <a:lnTo>
                      <a:pt x="13"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683" name="Freeform 48"/>
              <p:cNvSpPr>
                <a:spLocks/>
              </p:cNvSpPr>
              <p:nvPr/>
            </p:nvSpPr>
            <p:spPr bwMode="auto">
              <a:xfrm>
                <a:off x="3885" y="2101"/>
                <a:ext cx="79" cy="9"/>
              </a:xfrm>
              <a:custGeom>
                <a:avLst/>
                <a:gdLst>
                  <a:gd name="T0" fmla="*/ 5 w 79"/>
                  <a:gd name="T1" fmla="*/ 0 h 9"/>
                  <a:gd name="T2" fmla="*/ 3 w 79"/>
                  <a:gd name="T3" fmla="*/ 0 h 9"/>
                  <a:gd name="T4" fmla="*/ 2 w 79"/>
                  <a:gd name="T5" fmla="*/ 2 h 9"/>
                  <a:gd name="T6" fmla="*/ 0 w 79"/>
                  <a:gd name="T7" fmla="*/ 3 h 9"/>
                  <a:gd name="T8" fmla="*/ 0 w 79"/>
                  <a:gd name="T9" fmla="*/ 5 h 9"/>
                  <a:gd name="T10" fmla="*/ 0 w 79"/>
                  <a:gd name="T11" fmla="*/ 6 h 9"/>
                  <a:gd name="T12" fmla="*/ 0 w 79"/>
                  <a:gd name="T13" fmla="*/ 8 h 9"/>
                  <a:gd name="T14" fmla="*/ 2 w 79"/>
                  <a:gd name="T15" fmla="*/ 9 h 9"/>
                  <a:gd name="T16" fmla="*/ 3 w 79"/>
                  <a:gd name="T17" fmla="*/ 9 h 9"/>
                  <a:gd name="T18" fmla="*/ 73 w 79"/>
                  <a:gd name="T19" fmla="*/ 9 h 9"/>
                  <a:gd name="T20" fmla="*/ 75 w 79"/>
                  <a:gd name="T21" fmla="*/ 9 h 9"/>
                  <a:gd name="T22" fmla="*/ 76 w 79"/>
                  <a:gd name="T23" fmla="*/ 9 h 9"/>
                  <a:gd name="T24" fmla="*/ 77 w 79"/>
                  <a:gd name="T25" fmla="*/ 8 h 9"/>
                  <a:gd name="T26" fmla="*/ 79 w 79"/>
                  <a:gd name="T27" fmla="*/ 6 h 9"/>
                  <a:gd name="T28" fmla="*/ 79 w 79"/>
                  <a:gd name="T29" fmla="*/ 5 h 9"/>
                  <a:gd name="T30" fmla="*/ 77 w 79"/>
                  <a:gd name="T31" fmla="*/ 3 h 9"/>
                  <a:gd name="T32" fmla="*/ 76 w 79"/>
                  <a:gd name="T33" fmla="*/ 2 h 9"/>
                  <a:gd name="T34" fmla="*/ 75 w 79"/>
                  <a:gd name="T35" fmla="*/ 0 h 9"/>
                  <a:gd name="T36" fmla="*/ 5 w 79"/>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79"/>
                  <a:gd name="T58" fmla="*/ 0 h 9"/>
                  <a:gd name="T59" fmla="*/ 79 w 79"/>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79" h="9">
                    <a:moveTo>
                      <a:pt x="5" y="0"/>
                    </a:moveTo>
                    <a:lnTo>
                      <a:pt x="3" y="0"/>
                    </a:lnTo>
                    <a:lnTo>
                      <a:pt x="2" y="2"/>
                    </a:lnTo>
                    <a:lnTo>
                      <a:pt x="0" y="3"/>
                    </a:lnTo>
                    <a:lnTo>
                      <a:pt x="0" y="5"/>
                    </a:lnTo>
                    <a:lnTo>
                      <a:pt x="0" y="6"/>
                    </a:lnTo>
                    <a:lnTo>
                      <a:pt x="0" y="8"/>
                    </a:lnTo>
                    <a:lnTo>
                      <a:pt x="2" y="9"/>
                    </a:lnTo>
                    <a:lnTo>
                      <a:pt x="3" y="9"/>
                    </a:lnTo>
                    <a:lnTo>
                      <a:pt x="73" y="9"/>
                    </a:lnTo>
                    <a:lnTo>
                      <a:pt x="75" y="9"/>
                    </a:lnTo>
                    <a:lnTo>
                      <a:pt x="76" y="9"/>
                    </a:lnTo>
                    <a:lnTo>
                      <a:pt x="77" y="8"/>
                    </a:lnTo>
                    <a:lnTo>
                      <a:pt x="79" y="6"/>
                    </a:lnTo>
                    <a:lnTo>
                      <a:pt x="79" y="5"/>
                    </a:lnTo>
                    <a:lnTo>
                      <a:pt x="77" y="3"/>
                    </a:lnTo>
                    <a:lnTo>
                      <a:pt x="76" y="2"/>
                    </a:lnTo>
                    <a:lnTo>
                      <a:pt x="75" y="0"/>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684" name="Freeform 49"/>
              <p:cNvSpPr>
                <a:spLocks/>
              </p:cNvSpPr>
              <p:nvPr/>
            </p:nvSpPr>
            <p:spPr bwMode="auto">
              <a:xfrm>
                <a:off x="3981" y="2101"/>
                <a:ext cx="18" cy="9"/>
              </a:xfrm>
              <a:custGeom>
                <a:avLst/>
                <a:gdLst>
                  <a:gd name="T0" fmla="*/ 5 w 18"/>
                  <a:gd name="T1" fmla="*/ 0 h 9"/>
                  <a:gd name="T2" fmla="*/ 3 w 18"/>
                  <a:gd name="T3" fmla="*/ 0 h 9"/>
                  <a:gd name="T4" fmla="*/ 2 w 18"/>
                  <a:gd name="T5" fmla="*/ 2 h 9"/>
                  <a:gd name="T6" fmla="*/ 0 w 18"/>
                  <a:gd name="T7" fmla="*/ 3 h 9"/>
                  <a:gd name="T8" fmla="*/ 0 w 18"/>
                  <a:gd name="T9" fmla="*/ 5 h 9"/>
                  <a:gd name="T10" fmla="*/ 0 w 18"/>
                  <a:gd name="T11" fmla="*/ 6 h 9"/>
                  <a:gd name="T12" fmla="*/ 0 w 18"/>
                  <a:gd name="T13" fmla="*/ 8 h 9"/>
                  <a:gd name="T14" fmla="*/ 2 w 18"/>
                  <a:gd name="T15" fmla="*/ 9 h 9"/>
                  <a:gd name="T16" fmla="*/ 3 w 18"/>
                  <a:gd name="T17" fmla="*/ 9 h 9"/>
                  <a:gd name="T18" fmla="*/ 12 w 18"/>
                  <a:gd name="T19" fmla="*/ 9 h 9"/>
                  <a:gd name="T20" fmla="*/ 13 w 18"/>
                  <a:gd name="T21" fmla="*/ 9 h 9"/>
                  <a:gd name="T22" fmla="*/ 15 w 18"/>
                  <a:gd name="T23" fmla="*/ 9 h 9"/>
                  <a:gd name="T24" fmla="*/ 16 w 18"/>
                  <a:gd name="T25" fmla="*/ 8 h 9"/>
                  <a:gd name="T26" fmla="*/ 18 w 18"/>
                  <a:gd name="T27" fmla="*/ 6 h 9"/>
                  <a:gd name="T28" fmla="*/ 18 w 18"/>
                  <a:gd name="T29" fmla="*/ 5 h 9"/>
                  <a:gd name="T30" fmla="*/ 16 w 18"/>
                  <a:gd name="T31" fmla="*/ 3 h 9"/>
                  <a:gd name="T32" fmla="*/ 15 w 18"/>
                  <a:gd name="T33" fmla="*/ 2 h 9"/>
                  <a:gd name="T34" fmla="*/ 13 w 18"/>
                  <a:gd name="T35" fmla="*/ 0 h 9"/>
                  <a:gd name="T36" fmla="*/ 5 w 18"/>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8"/>
                  <a:gd name="T58" fmla="*/ 0 h 9"/>
                  <a:gd name="T59" fmla="*/ 18 w 18"/>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8" h="9">
                    <a:moveTo>
                      <a:pt x="5" y="0"/>
                    </a:moveTo>
                    <a:lnTo>
                      <a:pt x="3" y="0"/>
                    </a:lnTo>
                    <a:lnTo>
                      <a:pt x="2" y="2"/>
                    </a:lnTo>
                    <a:lnTo>
                      <a:pt x="0" y="3"/>
                    </a:lnTo>
                    <a:lnTo>
                      <a:pt x="0" y="5"/>
                    </a:lnTo>
                    <a:lnTo>
                      <a:pt x="0" y="6"/>
                    </a:lnTo>
                    <a:lnTo>
                      <a:pt x="0" y="8"/>
                    </a:lnTo>
                    <a:lnTo>
                      <a:pt x="2" y="9"/>
                    </a:lnTo>
                    <a:lnTo>
                      <a:pt x="3" y="9"/>
                    </a:lnTo>
                    <a:lnTo>
                      <a:pt x="12" y="9"/>
                    </a:lnTo>
                    <a:lnTo>
                      <a:pt x="13" y="9"/>
                    </a:lnTo>
                    <a:lnTo>
                      <a:pt x="15" y="9"/>
                    </a:lnTo>
                    <a:lnTo>
                      <a:pt x="16" y="8"/>
                    </a:lnTo>
                    <a:lnTo>
                      <a:pt x="18" y="6"/>
                    </a:lnTo>
                    <a:lnTo>
                      <a:pt x="18" y="5"/>
                    </a:lnTo>
                    <a:lnTo>
                      <a:pt x="16" y="3"/>
                    </a:lnTo>
                    <a:lnTo>
                      <a:pt x="15" y="2"/>
                    </a:lnTo>
                    <a:lnTo>
                      <a:pt x="13" y="0"/>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685" name="Freeform 50"/>
              <p:cNvSpPr>
                <a:spLocks/>
              </p:cNvSpPr>
              <p:nvPr/>
            </p:nvSpPr>
            <p:spPr bwMode="auto">
              <a:xfrm>
                <a:off x="4016" y="2101"/>
                <a:ext cx="79" cy="9"/>
              </a:xfrm>
              <a:custGeom>
                <a:avLst/>
                <a:gdLst>
                  <a:gd name="T0" fmla="*/ 5 w 79"/>
                  <a:gd name="T1" fmla="*/ 0 h 9"/>
                  <a:gd name="T2" fmla="*/ 3 w 79"/>
                  <a:gd name="T3" fmla="*/ 0 h 9"/>
                  <a:gd name="T4" fmla="*/ 2 w 79"/>
                  <a:gd name="T5" fmla="*/ 2 h 9"/>
                  <a:gd name="T6" fmla="*/ 0 w 79"/>
                  <a:gd name="T7" fmla="*/ 3 h 9"/>
                  <a:gd name="T8" fmla="*/ 0 w 79"/>
                  <a:gd name="T9" fmla="*/ 5 h 9"/>
                  <a:gd name="T10" fmla="*/ 0 w 79"/>
                  <a:gd name="T11" fmla="*/ 6 h 9"/>
                  <a:gd name="T12" fmla="*/ 0 w 79"/>
                  <a:gd name="T13" fmla="*/ 8 h 9"/>
                  <a:gd name="T14" fmla="*/ 2 w 79"/>
                  <a:gd name="T15" fmla="*/ 9 h 9"/>
                  <a:gd name="T16" fmla="*/ 3 w 79"/>
                  <a:gd name="T17" fmla="*/ 9 h 9"/>
                  <a:gd name="T18" fmla="*/ 73 w 79"/>
                  <a:gd name="T19" fmla="*/ 9 h 9"/>
                  <a:gd name="T20" fmla="*/ 74 w 79"/>
                  <a:gd name="T21" fmla="*/ 9 h 9"/>
                  <a:gd name="T22" fmla="*/ 76 w 79"/>
                  <a:gd name="T23" fmla="*/ 9 h 9"/>
                  <a:gd name="T24" fmla="*/ 77 w 79"/>
                  <a:gd name="T25" fmla="*/ 8 h 9"/>
                  <a:gd name="T26" fmla="*/ 79 w 79"/>
                  <a:gd name="T27" fmla="*/ 6 h 9"/>
                  <a:gd name="T28" fmla="*/ 79 w 79"/>
                  <a:gd name="T29" fmla="*/ 5 h 9"/>
                  <a:gd name="T30" fmla="*/ 77 w 79"/>
                  <a:gd name="T31" fmla="*/ 3 h 9"/>
                  <a:gd name="T32" fmla="*/ 76 w 79"/>
                  <a:gd name="T33" fmla="*/ 2 h 9"/>
                  <a:gd name="T34" fmla="*/ 74 w 79"/>
                  <a:gd name="T35" fmla="*/ 0 h 9"/>
                  <a:gd name="T36" fmla="*/ 5 w 79"/>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79"/>
                  <a:gd name="T58" fmla="*/ 0 h 9"/>
                  <a:gd name="T59" fmla="*/ 79 w 79"/>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79" h="9">
                    <a:moveTo>
                      <a:pt x="5" y="0"/>
                    </a:moveTo>
                    <a:lnTo>
                      <a:pt x="3" y="0"/>
                    </a:lnTo>
                    <a:lnTo>
                      <a:pt x="2" y="2"/>
                    </a:lnTo>
                    <a:lnTo>
                      <a:pt x="0" y="3"/>
                    </a:lnTo>
                    <a:lnTo>
                      <a:pt x="0" y="5"/>
                    </a:lnTo>
                    <a:lnTo>
                      <a:pt x="0" y="6"/>
                    </a:lnTo>
                    <a:lnTo>
                      <a:pt x="0" y="8"/>
                    </a:lnTo>
                    <a:lnTo>
                      <a:pt x="2" y="9"/>
                    </a:lnTo>
                    <a:lnTo>
                      <a:pt x="3" y="9"/>
                    </a:lnTo>
                    <a:lnTo>
                      <a:pt x="73" y="9"/>
                    </a:lnTo>
                    <a:lnTo>
                      <a:pt x="74" y="9"/>
                    </a:lnTo>
                    <a:lnTo>
                      <a:pt x="76" y="9"/>
                    </a:lnTo>
                    <a:lnTo>
                      <a:pt x="77" y="8"/>
                    </a:lnTo>
                    <a:lnTo>
                      <a:pt x="79" y="6"/>
                    </a:lnTo>
                    <a:lnTo>
                      <a:pt x="79" y="5"/>
                    </a:lnTo>
                    <a:lnTo>
                      <a:pt x="77" y="3"/>
                    </a:lnTo>
                    <a:lnTo>
                      <a:pt x="76" y="2"/>
                    </a:lnTo>
                    <a:lnTo>
                      <a:pt x="74" y="0"/>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686" name="Freeform 51"/>
              <p:cNvSpPr>
                <a:spLocks/>
              </p:cNvSpPr>
              <p:nvPr/>
            </p:nvSpPr>
            <p:spPr bwMode="auto">
              <a:xfrm>
                <a:off x="4112" y="2101"/>
                <a:ext cx="17" cy="9"/>
              </a:xfrm>
              <a:custGeom>
                <a:avLst/>
                <a:gdLst>
                  <a:gd name="T0" fmla="*/ 4 w 17"/>
                  <a:gd name="T1" fmla="*/ 0 h 9"/>
                  <a:gd name="T2" fmla="*/ 3 w 17"/>
                  <a:gd name="T3" fmla="*/ 0 h 9"/>
                  <a:gd name="T4" fmla="*/ 1 w 17"/>
                  <a:gd name="T5" fmla="*/ 2 h 9"/>
                  <a:gd name="T6" fmla="*/ 0 w 17"/>
                  <a:gd name="T7" fmla="*/ 3 h 9"/>
                  <a:gd name="T8" fmla="*/ 0 w 17"/>
                  <a:gd name="T9" fmla="*/ 5 h 9"/>
                  <a:gd name="T10" fmla="*/ 0 w 17"/>
                  <a:gd name="T11" fmla="*/ 6 h 9"/>
                  <a:gd name="T12" fmla="*/ 0 w 17"/>
                  <a:gd name="T13" fmla="*/ 8 h 9"/>
                  <a:gd name="T14" fmla="*/ 1 w 17"/>
                  <a:gd name="T15" fmla="*/ 9 h 9"/>
                  <a:gd name="T16" fmla="*/ 3 w 17"/>
                  <a:gd name="T17" fmla="*/ 9 h 9"/>
                  <a:gd name="T18" fmla="*/ 12 w 17"/>
                  <a:gd name="T19" fmla="*/ 9 h 9"/>
                  <a:gd name="T20" fmla="*/ 13 w 17"/>
                  <a:gd name="T21" fmla="*/ 9 h 9"/>
                  <a:gd name="T22" fmla="*/ 15 w 17"/>
                  <a:gd name="T23" fmla="*/ 9 h 9"/>
                  <a:gd name="T24" fmla="*/ 16 w 17"/>
                  <a:gd name="T25" fmla="*/ 8 h 9"/>
                  <a:gd name="T26" fmla="*/ 17 w 17"/>
                  <a:gd name="T27" fmla="*/ 6 h 9"/>
                  <a:gd name="T28" fmla="*/ 17 w 17"/>
                  <a:gd name="T29" fmla="*/ 5 h 9"/>
                  <a:gd name="T30" fmla="*/ 16 w 17"/>
                  <a:gd name="T31" fmla="*/ 3 h 9"/>
                  <a:gd name="T32" fmla="*/ 15 w 17"/>
                  <a:gd name="T33" fmla="*/ 2 h 9"/>
                  <a:gd name="T34" fmla="*/ 13 w 17"/>
                  <a:gd name="T35" fmla="*/ 0 h 9"/>
                  <a:gd name="T36" fmla="*/ 4 w 17"/>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7"/>
                  <a:gd name="T58" fmla="*/ 0 h 9"/>
                  <a:gd name="T59" fmla="*/ 17 w 17"/>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7" h="9">
                    <a:moveTo>
                      <a:pt x="4" y="0"/>
                    </a:moveTo>
                    <a:lnTo>
                      <a:pt x="3" y="0"/>
                    </a:lnTo>
                    <a:lnTo>
                      <a:pt x="1" y="2"/>
                    </a:lnTo>
                    <a:lnTo>
                      <a:pt x="0" y="3"/>
                    </a:lnTo>
                    <a:lnTo>
                      <a:pt x="0" y="5"/>
                    </a:lnTo>
                    <a:lnTo>
                      <a:pt x="0" y="6"/>
                    </a:lnTo>
                    <a:lnTo>
                      <a:pt x="0" y="8"/>
                    </a:lnTo>
                    <a:lnTo>
                      <a:pt x="1" y="9"/>
                    </a:lnTo>
                    <a:lnTo>
                      <a:pt x="3" y="9"/>
                    </a:lnTo>
                    <a:lnTo>
                      <a:pt x="12" y="9"/>
                    </a:lnTo>
                    <a:lnTo>
                      <a:pt x="13" y="9"/>
                    </a:lnTo>
                    <a:lnTo>
                      <a:pt x="15" y="9"/>
                    </a:lnTo>
                    <a:lnTo>
                      <a:pt x="16" y="8"/>
                    </a:lnTo>
                    <a:lnTo>
                      <a:pt x="17" y="6"/>
                    </a:lnTo>
                    <a:lnTo>
                      <a:pt x="17" y="5"/>
                    </a:lnTo>
                    <a:lnTo>
                      <a:pt x="16" y="3"/>
                    </a:lnTo>
                    <a:lnTo>
                      <a:pt x="15" y="2"/>
                    </a:lnTo>
                    <a:lnTo>
                      <a:pt x="13"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687" name="Freeform 52"/>
              <p:cNvSpPr>
                <a:spLocks/>
              </p:cNvSpPr>
              <p:nvPr/>
            </p:nvSpPr>
            <p:spPr bwMode="auto">
              <a:xfrm>
                <a:off x="4147" y="2101"/>
                <a:ext cx="78" cy="9"/>
              </a:xfrm>
              <a:custGeom>
                <a:avLst/>
                <a:gdLst>
                  <a:gd name="T0" fmla="*/ 4 w 78"/>
                  <a:gd name="T1" fmla="*/ 0 h 9"/>
                  <a:gd name="T2" fmla="*/ 3 w 78"/>
                  <a:gd name="T3" fmla="*/ 0 h 9"/>
                  <a:gd name="T4" fmla="*/ 1 w 78"/>
                  <a:gd name="T5" fmla="*/ 2 h 9"/>
                  <a:gd name="T6" fmla="*/ 0 w 78"/>
                  <a:gd name="T7" fmla="*/ 3 h 9"/>
                  <a:gd name="T8" fmla="*/ 0 w 78"/>
                  <a:gd name="T9" fmla="*/ 5 h 9"/>
                  <a:gd name="T10" fmla="*/ 0 w 78"/>
                  <a:gd name="T11" fmla="*/ 6 h 9"/>
                  <a:gd name="T12" fmla="*/ 0 w 78"/>
                  <a:gd name="T13" fmla="*/ 8 h 9"/>
                  <a:gd name="T14" fmla="*/ 1 w 78"/>
                  <a:gd name="T15" fmla="*/ 9 h 9"/>
                  <a:gd name="T16" fmla="*/ 3 w 78"/>
                  <a:gd name="T17" fmla="*/ 9 h 9"/>
                  <a:gd name="T18" fmla="*/ 72 w 78"/>
                  <a:gd name="T19" fmla="*/ 9 h 9"/>
                  <a:gd name="T20" fmla="*/ 74 w 78"/>
                  <a:gd name="T21" fmla="*/ 9 h 9"/>
                  <a:gd name="T22" fmla="*/ 75 w 78"/>
                  <a:gd name="T23" fmla="*/ 9 h 9"/>
                  <a:gd name="T24" fmla="*/ 77 w 78"/>
                  <a:gd name="T25" fmla="*/ 8 h 9"/>
                  <a:gd name="T26" fmla="*/ 78 w 78"/>
                  <a:gd name="T27" fmla="*/ 6 h 9"/>
                  <a:gd name="T28" fmla="*/ 78 w 78"/>
                  <a:gd name="T29" fmla="*/ 5 h 9"/>
                  <a:gd name="T30" fmla="*/ 77 w 78"/>
                  <a:gd name="T31" fmla="*/ 3 h 9"/>
                  <a:gd name="T32" fmla="*/ 75 w 78"/>
                  <a:gd name="T33" fmla="*/ 2 h 9"/>
                  <a:gd name="T34" fmla="*/ 74 w 78"/>
                  <a:gd name="T35" fmla="*/ 0 h 9"/>
                  <a:gd name="T36" fmla="*/ 4 w 78"/>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78"/>
                  <a:gd name="T58" fmla="*/ 0 h 9"/>
                  <a:gd name="T59" fmla="*/ 78 w 78"/>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78" h="9">
                    <a:moveTo>
                      <a:pt x="4" y="0"/>
                    </a:moveTo>
                    <a:lnTo>
                      <a:pt x="3" y="0"/>
                    </a:lnTo>
                    <a:lnTo>
                      <a:pt x="1" y="2"/>
                    </a:lnTo>
                    <a:lnTo>
                      <a:pt x="0" y="3"/>
                    </a:lnTo>
                    <a:lnTo>
                      <a:pt x="0" y="5"/>
                    </a:lnTo>
                    <a:lnTo>
                      <a:pt x="0" y="6"/>
                    </a:lnTo>
                    <a:lnTo>
                      <a:pt x="0" y="8"/>
                    </a:lnTo>
                    <a:lnTo>
                      <a:pt x="1" y="9"/>
                    </a:lnTo>
                    <a:lnTo>
                      <a:pt x="3" y="9"/>
                    </a:lnTo>
                    <a:lnTo>
                      <a:pt x="72" y="9"/>
                    </a:lnTo>
                    <a:lnTo>
                      <a:pt x="74" y="9"/>
                    </a:lnTo>
                    <a:lnTo>
                      <a:pt x="75" y="9"/>
                    </a:lnTo>
                    <a:lnTo>
                      <a:pt x="77" y="8"/>
                    </a:lnTo>
                    <a:lnTo>
                      <a:pt x="78" y="6"/>
                    </a:lnTo>
                    <a:lnTo>
                      <a:pt x="78" y="5"/>
                    </a:lnTo>
                    <a:lnTo>
                      <a:pt x="77" y="3"/>
                    </a:lnTo>
                    <a:lnTo>
                      <a:pt x="75" y="2"/>
                    </a:lnTo>
                    <a:lnTo>
                      <a:pt x="74"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688" name="Freeform 53"/>
              <p:cNvSpPr>
                <a:spLocks/>
              </p:cNvSpPr>
              <p:nvPr/>
            </p:nvSpPr>
            <p:spPr bwMode="auto">
              <a:xfrm>
                <a:off x="4243" y="2101"/>
                <a:ext cx="17" cy="9"/>
              </a:xfrm>
              <a:custGeom>
                <a:avLst/>
                <a:gdLst>
                  <a:gd name="T0" fmla="*/ 4 w 17"/>
                  <a:gd name="T1" fmla="*/ 0 h 9"/>
                  <a:gd name="T2" fmla="*/ 3 w 17"/>
                  <a:gd name="T3" fmla="*/ 0 h 9"/>
                  <a:gd name="T4" fmla="*/ 1 w 17"/>
                  <a:gd name="T5" fmla="*/ 2 h 9"/>
                  <a:gd name="T6" fmla="*/ 0 w 17"/>
                  <a:gd name="T7" fmla="*/ 3 h 9"/>
                  <a:gd name="T8" fmla="*/ 0 w 17"/>
                  <a:gd name="T9" fmla="*/ 5 h 9"/>
                  <a:gd name="T10" fmla="*/ 0 w 17"/>
                  <a:gd name="T11" fmla="*/ 6 h 9"/>
                  <a:gd name="T12" fmla="*/ 0 w 17"/>
                  <a:gd name="T13" fmla="*/ 8 h 9"/>
                  <a:gd name="T14" fmla="*/ 1 w 17"/>
                  <a:gd name="T15" fmla="*/ 9 h 9"/>
                  <a:gd name="T16" fmla="*/ 3 w 17"/>
                  <a:gd name="T17" fmla="*/ 9 h 9"/>
                  <a:gd name="T18" fmla="*/ 11 w 17"/>
                  <a:gd name="T19" fmla="*/ 9 h 9"/>
                  <a:gd name="T20" fmla="*/ 13 w 17"/>
                  <a:gd name="T21" fmla="*/ 9 h 9"/>
                  <a:gd name="T22" fmla="*/ 14 w 17"/>
                  <a:gd name="T23" fmla="*/ 9 h 9"/>
                  <a:gd name="T24" fmla="*/ 16 w 17"/>
                  <a:gd name="T25" fmla="*/ 8 h 9"/>
                  <a:gd name="T26" fmla="*/ 17 w 17"/>
                  <a:gd name="T27" fmla="*/ 6 h 9"/>
                  <a:gd name="T28" fmla="*/ 17 w 17"/>
                  <a:gd name="T29" fmla="*/ 5 h 9"/>
                  <a:gd name="T30" fmla="*/ 16 w 17"/>
                  <a:gd name="T31" fmla="*/ 3 h 9"/>
                  <a:gd name="T32" fmla="*/ 14 w 17"/>
                  <a:gd name="T33" fmla="*/ 2 h 9"/>
                  <a:gd name="T34" fmla="*/ 13 w 17"/>
                  <a:gd name="T35" fmla="*/ 0 h 9"/>
                  <a:gd name="T36" fmla="*/ 4 w 17"/>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7"/>
                  <a:gd name="T58" fmla="*/ 0 h 9"/>
                  <a:gd name="T59" fmla="*/ 17 w 17"/>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7" h="9">
                    <a:moveTo>
                      <a:pt x="4" y="0"/>
                    </a:moveTo>
                    <a:lnTo>
                      <a:pt x="3" y="0"/>
                    </a:lnTo>
                    <a:lnTo>
                      <a:pt x="1" y="2"/>
                    </a:lnTo>
                    <a:lnTo>
                      <a:pt x="0" y="3"/>
                    </a:lnTo>
                    <a:lnTo>
                      <a:pt x="0" y="5"/>
                    </a:lnTo>
                    <a:lnTo>
                      <a:pt x="0" y="6"/>
                    </a:lnTo>
                    <a:lnTo>
                      <a:pt x="0" y="8"/>
                    </a:lnTo>
                    <a:lnTo>
                      <a:pt x="1" y="9"/>
                    </a:lnTo>
                    <a:lnTo>
                      <a:pt x="3" y="9"/>
                    </a:lnTo>
                    <a:lnTo>
                      <a:pt x="11" y="9"/>
                    </a:lnTo>
                    <a:lnTo>
                      <a:pt x="13" y="9"/>
                    </a:lnTo>
                    <a:lnTo>
                      <a:pt x="14" y="9"/>
                    </a:lnTo>
                    <a:lnTo>
                      <a:pt x="16" y="8"/>
                    </a:lnTo>
                    <a:lnTo>
                      <a:pt x="17" y="6"/>
                    </a:lnTo>
                    <a:lnTo>
                      <a:pt x="17" y="5"/>
                    </a:lnTo>
                    <a:lnTo>
                      <a:pt x="16" y="3"/>
                    </a:lnTo>
                    <a:lnTo>
                      <a:pt x="14" y="2"/>
                    </a:lnTo>
                    <a:lnTo>
                      <a:pt x="13"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689" name="Freeform 54"/>
              <p:cNvSpPr>
                <a:spLocks/>
              </p:cNvSpPr>
              <p:nvPr/>
            </p:nvSpPr>
            <p:spPr bwMode="auto">
              <a:xfrm>
                <a:off x="4278" y="2101"/>
                <a:ext cx="78" cy="9"/>
              </a:xfrm>
              <a:custGeom>
                <a:avLst/>
                <a:gdLst>
                  <a:gd name="T0" fmla="*/ 4 w 78"/>
                  <a:gd name="T1" fmla="*/ 0 h 9"/>
                  <a:gd name="T2" fmla="*/ 2 w 78"/>
                  <a:gd name="T3" fmla="*/ 0 h 9"/>
                  <a:gd name="T4" fmla="*/ 1 w 78"/>
                  <a:gd name="T5" fmla="*/ 2 h 9"/>
                  <a:gd name="T6" fmla="*/ 0 w 78"/>
                  <a:gd name="T7" fmla="*/ 3 h 9"/>
                  <a:gd name="T8" fmla="*/ 0 w 78"/>
                  <a:gd name="T9" fmla="*/ 5 h 9"/>
                  <a:gd name="T10" fmla="*/ 0 w 78"/>
                  <a:gd name="T11" fmla="*/ 6 h 9"/>
                  <a:gd name="T12" fmla="*/ 0 w 78"/>
                  <a:gd name="T13" fmla="*/ 8 h 9"/>
                  <a:gd name="T14" fmla="*/ 1 w 78"/>
                  <a:gd name="T15" fmla="*/ 9 h 9"/>
                  <a:gd name="T16" fmla="*/ 2 w 78"/>
                  <a:gd name="T17" fmla="*/ 9 h 9"/>
                  <a:gd name="T18" fmla="*/ 72 w 78"/>
                  <a:gd name="T19" fmla="*/ 9 h 9"/>
                  <a:gd name="T20" fmla="*/ 74 w 78"/>
                  <a:gd name="T21" fmla="*/ 9 h 9"/>
                  <a:gd name="T22" fmla="*/ 75 w 78"/>
                  <a:gd name="T23" fmla="*/ 9 h 9"/>
                  <a:gd name="T24" fmla="*/ 77 w 78"/>
                  <a:gd name="T25" fmla="*/ 8 h 9"/>
                  <a:gd name="T26" fmla="*/ 78 w 78"/>
                  <a:gd name="T27" fmla="*/ 6 h 9"/>
                  <a:gd name="T28" fmla="*/ 78 w 78"/>
                  <a:gd name="T29" fmla="*/ 5 h 9"/>
                  <a:gd name="T30" fmla="*/ 77 w 78"/>
                  <a:gd name="T31" fmla="*/ 3 h 9"/>
                  <a:gd name="T32" fmla="*/ 75 w 78"/>
                  <a:gd name="T33" fmla="*/ 2 h 9"/>
                  <a:gd name="T34" fmla="*/ 74 w 78"/>
                  <a:gd name="T35" fmla="*/ 0 h 9"/>
                  <a:gd name="T36" fmla="*/ 4 w 78"/>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78"/>
                  <a:gd name="T58" fmla="*/ 0 h 9"/>
                  <a:gd name="T59" fmla="*/ 78 w 78"/>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78" h="9">
                    <a:moveTo>
                      <a:pt x="4" y="0"/>
                    </a:moveTo>
                    <a:lnTo>
                      <a:pt x="2" y="0"/>
                    </a:lnTo>
                    <a:lnTo>
                      <a:pt x="1" y="2"/>
                    </a:lnTo>
                    <a:lnTo>
                      <a:pt x="0" y="3"/>
                    </a:lnTo>
                    <a:lnTo>
                      <a:pt x="0" y="5"/>
                    </a:lnTo>
                    <a:lnTo>
                      <a:pt x="0" y="6"/>
                    </a:lnTo>
                    <a:lnTo>
                      <a:pt x="0" y="8"/>
                    </a:lnTo>
                    <a:lnTo>
                      <a:pt x="1" y="9"/>
                    </a:lnTo>
                    <a:lnTo>
                      <a:pt x="2" y="9"/>
                    </a:lnTo>
                    <a:lnTo>
                      <a:pt x="72" y="9"/>
                    </a:lnTo>
                    <a:lnTo>
                      <a:pt x="74" y="9"/>
                    </a:lnTo>
                    <a:lnTo>
                      <a:pt x="75" y="9"/>
                    </a:lnTo>
                    <a:lnTo>
                      <a:pt x="77" y="8"/>
                    </a:lnTo>
                    <a:lnTo>
                      <a:pt x="78" y="6"/>
                    </a:lnTo>
                    <a:lnTo>
                      <a:pt x="78" y="5"/>
                    </a:lnTo>
                    <a:lnTo>
                      <a:pt x="77" y="3"/>
                    </a:lnTo>
                    <a:lnTo>
                      <a:pt x="75" y="2"/>
                    </a:lnTo>
                    <a:lnTo>
                      <a:pt x="74"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690" name="Freeform 55"/>
              <p:cNvSpPr>
                <a:spLocks/>
              </p:cNvSpPr>
              <p:nvPr/>
            </p:nvSpPr>
            <p:spPr bwMode="auto">
              <a:xfrm>
                <a:off x="4373" y="2101"/>
                <a:ext cx="18" cy="9"/>
              </a:xfrm>
              <a:custGeom>
                <a:avLst/>
                <a:gdLst>
                  <a:gd name="T0" fmla="*/ 5 w 18"/>
                  <a:gd name="T1" fmla="*/ 0 h 9"/>
                  <a:gd name="T2" fmla="*/ 3 w 18"/>
                  <a:gd name="T3" fmla="*/ 0 h 9"/>
                  <a:gd name="T4" fmla="*/ 2 w 18"/>
                  <a:gd name="T5" fmla="*/ 2 h 9"/>
                  <a:gd name="T6" fmla="*/ 0 w 18"/>
                  <a:gd name="T7" fmla="*/ 3 h 9"/>
                  <a:gd name="T8" fmla="*/ 0 w 18"/>
                  <a:gd name="T9" fmla="*/ 5 h 9"/>
                  <a:gd name="T10" fmla="*/ 0 w 18"/>
                  <a:gd name="T11" fmla="*/ 6 h 9"/>
                  <a:gd name="T12" fmla="*/ 0 w 18"/>
                  <a:gd name="T13" fmla="*/ 8 h 9"/>
                  <a:gd name="T14" fmla="*/ 2 w 18"/>
                  <a:gd name="T15" fmla="*/ 9 h 9"/>
                  <a:gd name="T16" fmla="*/ 3 w 18"/>
                  <a:gd name="T17" fmla="*/ 9 h 9"/>
                  <a:gd name="T18" fmla="*/ 12 w 18"/>
                  <a:gd name="T19" fmla="*/ 9 h 9"/>
                  <a:gd name="T20" fmla="*/ 14 w 18"/>
                  <a:gd name="T21" fmla="*/ 9 h 9"/>
                  <a:gd name="T22" fmla="*/ 15 w 18"/>
                  <a:gd name="T23" fmla="*/ 9 h 9"/>
                  <a:gd name="T24" fmla="*/ 16 w 18"/>
                  <a:gd name="T25" fmla="*/ 8 h 9"/>
                  <a:gd name="T26" fmla="*/ 18 w 18"/>
                  <a:gd name="T27" fmla="*/ 6 h 9"/>
                  <a:gd name="T28" fmla="*/ 18 w 18"/>
                  <a:gd name="T29" fmla="*/ 5 h 9"/>
                  <a:gd name="T30" fmla="*/ 16 w 18"/>
                  <a:gd name="T31" fmla="*/ 3 h 9"/>
                  <a:gd name="T32" fmla="*/ 15 w 18"/>
                  <a:gd name="T33" fmla="*/ 2 h 9"/>
                  <a:gd name="T34" fmla="*/ 14 w 18"/>
                  <a:gd name="T35" fmla="*/ 0 h 9"/>
                  <a:gd name="T36" fmla="*/ 5 w 18"/>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8"/>
                  <a:gd name="T58" fmla="*/ 0 h 9"/>
                  <a:gd name="T59" fmla="*/ 18 w 18"/>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8" h="9">
                    <a:moveTo>
                      <a:pt x="5" y="0"/>
                    </a:moveTo>
                    <a:lnTo>
                      <a:pt x="3" y="0"/>
                    </a:lnTo>
                    <a:lnTo>
                      <a:pt x="2" y="2"/>
                    </a:lnTo>
                    <a:lnTo>
                      <a:pt x="0" y="3"/>
                    </a:lnTo>
                    <a:lnTo>
                      <a:pt x="0" y="5"/>
                    </a:lnTo>
                    <a:lnTo>
                      <a:pt x="0" y="6"/>
                    </a:lnTo>
                    <a:lnTo>
                      <a:pt x="0" y="8"/>
                    </a:lnTo>
                    <a:lnTo>
                      <a:pt x="2" y="9"/>
                    </a:lnTo>
                    <a:lnTo>
                      <a:pt x="3" y="9"/>
                    </a:lnTo>
                    <a:lnTo>
                      <a:pt x="12" y="9"/>
                    </a:lnTo>
                    <a:lnTo>
                      <a:pt x="14" y="9"/>
                    </a:lnTo>
                    <a:lnTo>
                      <a:pt x="15" y="9"/>
                    </a:lnTo>
                    <a:lnTo>
                      <a:pt x="16" y="8"/>
                    </a:lnTo>
                    <a:lnTo>
                      <a:pt x="18" y="6"/>
                    </a:lnTo>
                    <a:lnTo>
                      <a:pt x="18" y="5"/>
                    </a:lnTo>
                    <a:lnTo>
                      <a:pt x="16" y="3"/>
                    </a:lnTo>
                    <a:lnTo>
                      <a:pt x="15" y="2"/>
                    </a:lnTo>
                    <a:lnTo>
                      <a:pt x="14" y="0"/>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691" name="Freeform 56"/>
              <p:cNvSpPr>
                <a:spLocks/>
              </p:cNvSpPr>
              <p:nvPr/>
            </p:nvSpPr>
            <p:spPr bwMode="auto">
              <a:xfrm>
                <a:off x="4408" y="2101"/>
                <a:ext cx="79" cy="9"/>
              </a:xfrm>
              <a:custGeom>
                <a:avLst/>
                <a:gdLst>
                  <a:gd name="T0" fmla="*/ 5 w 79"/>
                  <a:gd name="T1" fmla="*/ 0 h 9"/>
                  <a:gd name="T2" fmla="*/ 3 w 79"/>
                  <a:gd name="T3" fmla="*/ 0 h 9"/>
                  <a:gd name="T4" fmla="*/ 2 w 79"/>
                  <a:gd name="T5" fmla="*/ 2 h 9"/>
                  <a:gd name="T6" fmla="*/ 0 w 79"/>
                  <a:gd name="T7" fmla="*/ 3 h 9"/>
                  <a:gd name="T8" fmla="*/ 0 w 79"/>
                  <a:gd name="T9" fmla="*/ 5 h 9"/>
                  <a:gd name="T10" fmla="*/ 0 w 79"/>
                  <a:gd name="T11" fmla="*/ 6 h 9"/>
                  <a:gd name="T12" fmla="*/ 0 w 79"/>
                  <a:gd name="T13" fmla="*/ 8 h 9"/>
                  <a:gd name="T14" fmla="*/ 2 w 79"/>
                  <a:gd name="T15" fmla="*/ 9 h 9"/>
                  <a:gd name="T16" fmla="*/ 3 w 79"/>
                  <a:gd name="T17" fmla="*/ 9 h 9"/>
                  <a:gd name="T18" fmla="*/ 73 w 79"/>
                  <a:gd name="T19" fmla="*/ 9 h 9"/>
                  <a:gd name="T20" fmla="*/ 74 w 79"/>
                  <a:gd name="T21" fmla="*/ 9 h 9"/>
                  <a:gd name="T22" fmla="*/ 76 w 79"/>
                  <a:gd name="T23" fmla="*/ 9 h 9"/>
                  <a:gd name="T24" fmla="*/ 77 w 79"/>
                  <a:gd name="T25" fmla="*/ 8 h 9"/>
                  <a:gd name="T26" fmla="*/ 79 w 79"/>
                  <a:gd name="T27" fmla="*/ 6 h 9"/>
                  <a:gd name="T28" fmla="*/ 79 w 79"/>
                  <a:gd name="T29" fmla="*/ 5 h 9"/>
                  <a:gd name="T30" fmla="*/ 77 w 79"/>
                  <a:gd name="T31" fmla="*/ 3 h 9"/>
                  <a:gd name="T32" fmla="*/ 76 w 79"/>
                  <a:gd name="T33" fmla="*/ 2 h 9"/>
                  <a:gd name="T34" fmla="*/ 74 w 79"/>
                  <a:gd name="T35" fmla="*/ 0 h 9"/>
                  <a:gd name="T36" fmla="*/ 5 w 79"/>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79"/>
                  <a:gd name="T58" fmla="*/ 0 h 9"/>
                  <a:gd name="T59" fmla="*/ 79 w 79"/>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79" h="9">
                    <a:moveTo>
                      <a:pt x="5" y="0"/>
                    </a:moveTo>
                    <a:lnTo>
                      <a:pt x="3" y="0"/>
                    </a:lnTo>
                    <a:lnTo>
                      <a:pt x="2" y="2"/>
                    </a:lnTo>
                    <a:lnTo>
                      <a:pt x="0" y="3"/>
                    </a:lnTo>
                    <a:lnTo>
                      <a:pt x="0" y="5"/>
                    </a:lnTo>
                    <a:lnTo>
                      <a:pt x="0" y="6"/>
                    </a:lnTo>
                    <a:lnTo>
                      <a:pt x="0" y="8"/>
                    </a:lnTo>
                    <a:lnTo>
                      <a:pt x="2" y="9"/>
                    </a:lnTo>
                    <a:lnTo>
                      <a:pt x="3" y="9"/>
                    </a:lnTo>
                    <a:lnTo>
                      <a:pt x="73" y="9"/>
                    </a:lnTo>
                    <a:lnTo>
                      <a:pt x="74" y="9"/>
                    </a:lnTo>
                    <a:lnTo>
                      <a:pt x="76" y="9"/>
                    </a:lnTo>
                    <a:lnTo>
                      <a:pt x="77" y="8"/>
                    </a:lnTo>
                    <a:lnTo>
                      <a:pt x="79" y="6"/>
                    </a:lnTo>
                    <a:lnTo>
                      <a:pt x="79" y="5"/>
                    </a:lnTo>
                    <a:lnTo>
                      <a:pt x="77" y="3"/>
                    </a:lnTo>
                    <a:lnTo>
                      <a:pt x="76" y="2"/>
                    </a:lnTo>
                    <a:lnTo>
                      <a:pt x="74" y="0"/>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692" name="Freeform 57"/>
              <p:cNvSpPr>
                <a:spLocks/>
              </p:cNvSpPr>
              <p:nvPr/>
            </p:nvSpPr>
            <p:spPr bwMode="auto">
              <a:xfrm>
                <a:off x="4504" y="2101"/>
                <a:ext cx="18" cy="9"/>
              </a:xfrm>
              <a:custGeom>
                <a:avLst/>
                <a:gdLst>
                  <a:gd name="T0" fmla="*/ 5 w 18"/>
                  <a:gd name="T1" fmla="*/ 0 h 9"/>
                  <a:gd name="T2" fmla="*/ 3 w 18"/>
                  <a:gd name="T3" fmla="*/ 0 h 9"/>
                  <a:gd name="T4" fmla="*/ 2 w 18"/>
                  <a:gd name="T5" fmla="*/ 2 h 9"/>
                  <a:gd name="T6" fmla="*/ 0 w 18"/>
                  <a:gd name="T7" fmla="*/ 3 h 9"/>
                  <a:gd name="T8" fmla="*/ 0 w 18"/>
                  <a:gd name="T9" fmla="*/ 5 h 9"/>
                  <a:gd name="T10" fmla="*/ 0 w 18"/>
                  <a:gd name="T11" fmla="*/ 6 h 9"/>
                  <a:gd name="T12" fmla="*/ 0 w 18"/>
                  <a:gd name="T13" fmla="*/ 8 h 9"/>
                  <a:gd name="T14" fmla="*/ 2 w 18"/>
                  <a:gd name="T15" fmla="*/ 9 h 9"/>
                  <a:gd name="T16" fmla="*/ 3 w 18"/>
                  <a:gd name="T17" fmla="*/ 9 h 9"/>
                  <a:gd name="T18" fmla="*/ 12 w 18"/>
                  <a:gd name="T19" fmla="*/ 9 h 9"/>
                  <a:gd name="T20" fmla="*/ 13 w 18"/>
                  <a:gd name="T21" fmla="*/ 9 h 9"/>
                  <a:gd name="T22" fmla="*/ 15 w 18"/>
                  <a:gd name="T23" fmla="*/ 9 h 9"/>
                  <a:gd name="T24" fmla="*/ 16 w 18"/>
                  <a:gd name="T25" fmla="*/ 8 h 9"/>
                  <a:gd name="T26" fmla="*/ 18 w 18"/>
                  <a:gd name="T27" fmla="*/ 6 h 9"/>
                  <a:gd name="T28" fmla="*/ 18 w 18"/>
                  <a:gd name="T29" fmla="*/ 5 h 9"/>
                  <a:gd name="T30" fmla="*/ 16 w 18"/>
                  <a:gd name="T31" fmla="*/ 3 h 9"/>
                  <a:gd name="T32" fmla="*/ 15 w 18"/>
                  <a:gd name="T33" fmla="*/ 2 h 9"/>
                  <a:gd name="T34" fmla="*/ 13 w 18"/>
                  <a:gd name="T35" fmla="*/ 0 h 9"/>
                  <a:gd name="T36" fmla="*/ 5 w 18"/>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8"/>
                  <a:gd name="T58" fmla="*/ 0 h 9"/>
                  <a:gd name="T59" fmla="*/ 18 w 18"/>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8" h="9">
                    <a:moveTo>
                      <a:pt x="5" y="0"/>
                    </a:moveTo>
                    <a:lnTo>
                      <a:pt x="3" y="0"/>
                    </a:lnTo>
                    <a:lnTo>
                      <a:pt x="2" y="2"/>
                    </a:lnTo>
                    <a:lnTo>
                      <a:pt x="0" y="3"/>
                    </a:lnTo>
                    <a:lnTo>
                      <a:pt x="0" y="5"/>
                    </a:lnTo>
                    <a:lnTo>
                      <a:pt x="0" y="6"/>
                    </a:lnTo>
                    <a:lnTo>
                      <a:pt x="0" y="8"/>
                    </a:lnTo>
                    <a:lnTo>
                      <a:pt x="2" y="9"/>
                    </a:lnTo>
                    <a:lnTo>
                      <a:pt x="3" y="9"/>
                    </a:lnTo>
                    <a:lnTo>
                      <a:pt x="12" y="9"/>
                    </a:lnTo>
                    <a:lnTo>
                      <a:pt x="13" y="9"/>
                    </a:lnTo>
                    <a:lnTo>
                      <a:pt x="15" y="9"/>
                    </a:lnTo>
                    <a:lnTo>
                      <a:pt x="16" y="8"/>
                    </a:lnTo>
                    <a:lnTo>
                      <a:pt x="18" y="6"/>
                    </a:lnTo>
                    <a:lnTo>
                      <a:pt x="18" y="5"/>
                    </a:lnTo>
                    <a:lnTo>
                      <a:pt x="16" y="3"/>
                    </a:lnTo>
                    <a:lnTo>
                      <a:pt x="15" y="2"/>
                    </a:lnTo>
                    <a:lnTo>
                      <a:pt x="13" y="0"/>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693" name="Freeform 58"/>
              <p:cNvSpPr>
                <a:spLocks/>
              </p:cNvSpPr>
              <p:nvPr/>
            </p:nvSpPr>
            <p:spPr bwMode="auto">
              <a:xfrm>
                <a:off x="4539" y="2101"/>
                <a:ext cx="78" cy="9"/>
              </a:xfrm>
              <a:custGeom>
                <a:avLst/>
                <a:gdLst>
                  <a:gd name="T0" fmla="*/ 4 w 78"/>
                  <a:gd name="T1" fmla="*/ 0 h 9"/>
                  <a:gd name="T2" fmla="*/ 3 w 78"/>
                  <a:gd name="T3" fmla="*/ 0 h 9"/>
                  <a:gd name="T4" fmla="*/ 1 w 78"/>
                  <a:gd name="T5" fmla="*/ 2 h 9"/>
                  <a:gd name="T6" fmla="*/ 0 w 78"/>
                  <a:gd name="T7" fmla="*/ 3 h 9"/>
                  <a:gd name="T8" fmla="*/ 0 w 78"/>
                  <a:gd name="T9" fmla="*/ 5 h 9"/>
                  <a:gd name="T10" fmla="*/ 0 w 78"/>
                  <a:gd name="T11" fmla="*/ 6 h 9"/>
                  <a:gd name="T12" fmla="*/ 0 w 78"/>
                  <a:gd name="T13" fmla="*/ 8 h 9"/>
                  <a:gd name="T14" fmla="*/ 1 w 78"/>
                  <a:gd name="T15" fmla="*/ 9 h 9"/>
                  <a:gd name="T16" fmla="*/ 3 w 78"/>
                  <a:gd name="T17" fmla="*/ 9 h 9"/>
                  <a:gd name="T18" fmla="*/ 73 w 78"/>
                  <a:gd name="T19" fmla="*/ 9 h 9"/>
                  <a:gd name="T20" fmla="*/ 74 w 78"/>
                  <a:gd name="T21" fmla="*/ 9 h 9"/>
                  <a:gd name="T22" fmla="*/ 76 w 78"/>
                  <a:gd name="T23" fmla="*/ 9 h 9"/>
                  <a:gd name="T24" fmla="*/ 77 w 78"/>
                  <a:gd name="T25" fmla="*/ 8 h 9"/>
                  <a:gd name="T26" fmla="*/ 78 w 78"/>
                  <a:gd name="T27" fmla="*/ 6 h 9"/>
                  <a:gd name="T28" fmla="*/ 78 w 78"/>
                  <a:gd name="T29" fmla="*/ 5 h 9"/>
                  <a:gd name="T30" fmla="*/ 77 w 78"/>
                  <a:gd name="T31" fmla="*/ 3 h 9"/>
                  <a:gd name="T32" fmla="*/ 76 w 78"/>
                  <a:gd name="T33" fmla="*/ 2 h 9"/>
                  <a:gd name="T34" fmla="*/ 74 w 78"/>
                  <a:gd name="T35" fmla="*/ 0 h 9"/>
                  <a:gd name="T36" fmla="*/ 4 w 78"/>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78"/>
                  <a:gd name="T58" fmla="*/ 0 h 9"/>
                  <a:gd name="T59" fmla="*/ 78 w 78"/>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78" h="9">
                    <a:moveTo>
                      <a:pt x="4" y="0"/>
                    </a:moveTo>
                    <a:lnTo>
                      <a:pt x="3" y="0"/>
                    </a:lnTo>
                    <a:lnTo>
                      <a:pt x="1" y="2"/>
                    </a:lnTo>
                    <a:lnTo>
                      <a:pt x="0" y="3"/>
                    </a:lnTo>
                    <a:lnTo>
                      <a:pt x="0" y="5"/>
                    </a:lnTo>
                    <a:lnTo>
                      <a:pt x="0" y="6"/>
                    </a:lnTo>
                    <a:lnTo>
                      <a:pt x="0" y="8"/>
                    </a:lnTo>
                    <a:lnTo>
                      <a:pt x="1" y="9"/>
                    </a:lnTo>
                    <a:lnTo>
                      <a:pt x="3" y="9"/>
                    </a:lnTo>
                    <a:lnTo>
                      <a:pt x="73" y="9"/>
                    </a:lnTo>
                    <a:lnTo>
                      <a:pt x="74" y="9"/>
                    </a:lnTo>
                    <a:lnTo>
                      <a:pt x="76" y="9"/>
                    </a:lnTo>
                    <a:lnTo>
                      <a:pt x="77" y="8"/>
                    </a:lnTo>
                    <a:lnTo>
                      <a:pt x="78" y="6"/>
                    </a:lnTo>
                    <a:lnTo>
                      <a:pt x="78" y="5"/>
                    </a:lnTo>
                    <a:lnTo>
                      <a:pt x="77" y="3"/>
                    </a:lnTo>
                    <a:lnTo>
                      <a:pt x="76" y="2"/>
                    </a:lnTo>
                    <a:lnTo>
                      <a:pt x="74"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694" name="Freeform 59"/>
              <p:cNvSpPr>
                <a:spLocks/>
              </p:cNvSpPr>
              <p:nvPr/>
            </p:nvSpPr>
            <p:spPr bwMode="auto">
              <a:xfrm>
                <a:off x="4635" y="2101"/>
                <a:ext cx="17" cy="9"/>
              </a:xfrm>
              <a:custGeom>
                <a:avLst/>
                <a:gdLst>
                  <a:gd name="T0" fmla="*/ 4 w 17"/>
                  <a:gd name="T1" fmla="*/ 0 h 9"/>
                  <a:gd name="T2" fmla="*/ 3 w 17"/>
                  <a:gd name="T3" fmla="*/ 0 h 9"/>
                  <a:gd name="T4" fmla="*/ 1 w 17"/>
                  <a:gd name="T5" fmla="*/ 2 h 9"/>
                  <a:gd name="T6" fmla="*/ 0 w 17"/>
                  <a:gd name="T7" fmla="*/ 3 h 9"/>
                  <a:gd name="T8" fmla="*/ 0 w 17"/>
                  <a:gd name="T9" fmla="*/ 5 h 9"/>
                  <a:gd name="T10" fmla="*/ 0 w 17"/>
                  <a:gd name="T11" fmla="*/ 6 h 9"/>
                  <a:gd name="T12" fmla="*/ 0 w 17"/>
                  <a:gd name="T13" fmla="*/ 8 h 9"/>
                  <a:gd name="T14" fmla="*/ 1 w 17"/>
                  <a:gd name="T15" fmla="*/ 9 h 9"/>
                  <a:gd name="T16" fmla="*/ 3 w 17"/>
                  <a:gd name="T17" fmla="*/ 9 h 9"/>
                  <a:gd name="T18" fmla="*/ 11 w 17"/>
                  <a:gd name="T19" fmla="*/ 9 h 9"/>
                  <a:gd name="T20" fmla="*/ 13 w 17"/>
                  <a:gd name="T21" fmla="*/ 9 h 9"/>
                  <a:gd name="T22" fmla="*/ 14 w 17"/>
                  <a:gd name="T23" fmla="*/ 9 h 9"/>
                  <a:gd name="T24" fmla="*/ 16 w 17"/>
                  <a:gd name="T25" fmla="*/ 8 h 9"/>
                  <a:gd name="T26" fmla="*/ 17 w 17"/>
                  <a:gd name="T27" fmla="*/ 6 h 9"/>
                  <a:gd name="T28" fmla="*/ 17 w 17"/>
                  <a:gd name="T29" fmla="*/ 5 h 9"/>
                  <a:gd name="T30" fmla="*/ 16 w 17"/>
                  <a:gd name="T31" fmla="*/ 3 h 9"/>
                  <a:gd name="T32" fmla="*/ 14 w 17"/>
                  <a:gd name="T33" fmla="*/ 2 h 9"/>
                  <a:gd name="T34" fmla="*/ 13 w 17"/>
                  <a:gd name="T35" fmla="*/ 0 h 9"/>
                  <a:gd name="T36" fmla="*/ 4 w 17"/>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7"/>
                  <a:gd name="T58" fmla="*/ 0 h 9"/>
                  <a:gd name="T59" fmla="*/ 17 w 17"/>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7" h="9">
                    <a:moveTo>
                      <a:pt x="4" y="0"/>
                    </a:moveTo>
                    <a:lnTo>
                      <a:pt x="3" y="0"/>
                    </a:lnTo>
                    <a:lnTo>
                      <a:pt x="1" y="2"/>
                    </a:lnTo>
                    <a:lnTo>
                      <a:pt x="0" y="3"/>
                    </a:lnTo>
                    <a:lnTo>
                      <a:pt x="0" y="5"/>
                    </a:lnTo>
                    <a:lnTo>
                      <a:pt x="0" y="6"/>
                    </a:lnTo>
                    <a:lnTo>
                      <a:pt x="0" y="8"/>
                    </a:lnTo>
                    <a:lnTo>
                      <a:pt x="1" y="9"/>
                    </a:lnTo>
                    <a:lnTo>
                      <a:pt x="3" y="9"/>
                    </a:lnTo>
                    <a:lnTo>
                      <a:pt x="11" y="9"/>
                    </a:lnTo>
                    <a:lnTo>
                      <a:pt x="13" y="9"/>
                    </a:lnTo>
                    <a:lnTo>
                      <a:pt x="14" y="9"/>
                    </a:lnTo>
                    <a:lnTo>
                      <a:pt x="16" y="8"/>
                    </a:lnTo>
                    <a:lnTo>
                      <a:pt x="17" y="6"/>
                    </a:lnTo>
                    <a:lnTo>
                      <a:pt x="17" y="5"/>
                    </a:lnTo>
                    <a:lnTo>
                      <a:pt x="16" y="3"/>
                    </a:lnTo>
                    <a:lnTo>
                      <a:pt x="14" y="2"/>
                    </a:lnTo>
                    <a:lnTo>
                      <a:pt x="13"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grpSp>
        <p:grpSp>
          <p:nvGrpSpPr>
            <p:cNvPr id="363" name="Group 60"/>
            <p:cNvGrpSpPr>
              <a:grpSpLocks/>
            </p:cNvGrpSpPr>
            <p:nvPr/>
          </p:nvGrpSpPr>
          <p:grpSpPr bwMode="auto">
            <a:xfrm>
              <a:off x="5202592" y="2975056"/>
              <a:ext cx="1770063" cy="552450"/>
              <a:chOff x="2910" y="2263"/>
              <a:chExt cx="1115" cy="348"/>
            </a:xfrm>
          </p:grpSpPr>
          <p:sp>
            <p:nvSpPr>
              <p:cNvPr id="644" name="Freeform 61"/>
              <p:cNvSpPr>
                <a:spLocks/>
              </p:cNvSpPr>
              <p:nvPr/>
            </p:nvSpPr>
            <p:spPr bwMode="auto">
              <a:xfrm>
                <a:off x="2910" y="2263"/>
                <a:ext cx="1115" cy="348"/>
              </a:xfrm>
              <a:custGeom>
                <a:avLst/>
                <a:gdLst>
                  <a:gd name="T0" fmla="*/ 697 w 1115"/>
                  <a:gd name="T1" fmla="*/ 0 h 348"/>
                  <a:gd name="T2" fmla="*/ 0 w 1115"/>
                  <a:gd name="T3" fmla="*/ 0 h 348"/>
                  <a:gd name="T4" fmla="*/ 0 w 1115"/>
                  <a:gd name="T5" fmla="*/ 348 h 348"/>
                  <a:gd name="T6" fmla="*/ 1115 w 1115"/>
                  <a:gd name="T7" fmla="*/ 348 h 348"/>
                  <a:gd name="T8" fmla="*/ 1115 w 1115"/>
                  <a:gd name="T9" fmla="*/ 0 h 348"/>
                  <a:gd name="T10" fmla="*/ 1045 w 1115"/>
                  <a:gd name="T11" fmla="*/ 0 h 348"/>
                  <a:gd name="T12" fmla="*/ 1045 w 1115"/>
                  <a:gd name="T13" fmla="*/ 279 h 348"/>
                  <a:gd name="T14" fmla="*/ 139 w 1115"/>
                  <a:gd name="T15" fmla="*/ 279 h 348"/>
                  <a:gd name="T16" fmla="*/ 139 w 1115"/>
                  <a:gd name="T17" fmla="*/ 69 h 348"/>
                  <a:gd name="T18" fmla="*/ 697 w 1115"/>
                  <a:gd name="T19" fmla="*/ 69 h 348"/>
                  <a:gd name="T20" fmla="*/ 697 w 1115"/>
                  <a:gd name="T21" fmla="*/ 0 h 34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115"/>
                  <a:gd name="T34" fmla="*/ 0 h 348"/>
                  <a:gd name="T35" fmla="*/ 1115 w 1115"/>
                  <a:gd name="T36" fmla="*/ 348 h 34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115" h="348">
                    <a:moveTo>
                      <a:pt x="697" y="0"/>
                    </a:moveTo>
                    <a:lnTo>
                      <a:pt x="0" y="0"/>
                    </a:lnTo>
                    <a:lnTo>
                      <a:pt x="0" y="348"/>
                    </a:lnTo>
                    <a:lnTo>
                      <a:pt x="1115" y="348"/>
                    </a:lnTo>
                    <a:lnTo>
                      <a:pt x="1115" y="0"/>
                    </a:lnTo>
                    <a:lnTo>
                      <a:pt x="1045" y="0"/>
                    </a:lnTo>
                    <a:lnTo>
                      <a:pt x="1045" y="279"/>
                    </a:lnTo>
                    <a:lnTo>
                      <a:pt x="139" y="279"/>
                    </a:lnTo>
                    <a:lnTo>
                      <a:pt x="139" y="69"/>
                    </a:lnTo>
                    <a:lnTo>
                      <a:pt x="697" y="69"/>
                    </a:lnTo>
                    <a:lnTo>
                      <a:pt x="697" y="0"/>
                    </a:lnTo>
                    <a:close/>
                  </a:path>
                </a:pathLst>
              </a:custGeom>
              <a:solidFill>
                <a:srgbClr val="B2B2B2"/>
              </a:solidFill>
              <a:ln w="14288">
                <a:solidFill>
                  <a:srgbClr val="000000"/>
                </a:solidFill>
                <a:prstDash val="solid"/>
                <a:round/>
                <a:headEnd/>
                <a:tailEnd/>
              </a:ln>
            </p:spPr>
            <p:txBody>
              <a:bodyPr/>
              <a:lstStyle/>
              <a:p>
                <a:endParaRPr lang="en-GB"/>
              </a:p>
            </p:txBody>
          </p:sp>
          <p:sp>
            <p:nvSpPr>
              <p:cNvPr id="645" name="Line 62"/>
              <p:cNvSpPr>
                <a:spLocks noChangeShapeType="1"/>
              </p:cNvSpPr>
              <p:nvPr/>
            </p:nvSpPr>
            <p:spPr bwMode="auto">
              <a:xfrm flipV="1">
                <a:off x="3049" y="2332"/>
                <a:ext cx="558" cy="210"/>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646" name="Line 63"/>
              <p:cNvSpPr>
                <a:spLocks noChangeShapeType="1"/>
              </p:cNvSpPr>
              <p:nvPr/>
            </p:nvSpPr>
            <p:spPr bwMode="auto">
              <a:xfrm>
                <a:off x="3049" y="2332"/>
                <a:ext cx="558" cy="210"/>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GB"/>
              </a:p>
            </p:txBody>
          </p:sp>
        </p:grpSp>
        <p:grpSp>
          <p:nvGrpSpPr>
            <p:cNvPr id="364" name="Group 64"/>
            <p:cNvGrpSpPr>
              <a:grpSpLocks/>
            </p:cNvGrpSpPr>
            <p:nvPr/>
          </p:nvGrpSpPr>
          <p:grpSpPr bwMode="auto">
            <a:xfrm>
              <a:off x="5202592" y="1866981"/>
              <a:ext cx="1770063" cy="554038"/>
              <a:chOff x="2910" y="1565"/>
              <a:chExt cx="1115" cy="349"/>
            </a:xfrm>
          </p:grpSpPr>
          <p:sp>
            <p:nvSpPr>
              <p:cNvPr id="641" name="Freeform 65"/>
              <p:cNvSpPr>
                <a:spLocks/>
              </p:cNvSpPr>
              <p:nvPr/>
            </p:nvSpPr>
            <p:spPr bwMode="auto">
              <a:xfrm>
                <a:off x="2910" y="1565"/>
                <a:ext cx="1115" cy="349"/>
              </a:xfrm>
              <a:custGeom>
                <a:avLst/>
                <a:gdLst>
                  <a:gd name="T0" fmla="*/ 697 w 1115"/>
                  <a:gd name="T1" fmla="*/ 349 h 349"/>
                  <a:gd name="T2" fmla="*/ 0 w 1115"/>
                  <a:gd name="T3" fmla="*/ 349 h 349"/>
                  <a:gd name="T4" fmla="*/ 0 w 1115"/>
                  <a:gd name="T5" fmla="*/ 0 h 349"/>
                  <a:gd name="T6" fmla="*/ 1115 w 1115"/>
                  <a:gd name="T7" fmla="*/ 0 h 349"/>
                  <a:gd name="T8" fmla="*/ 1115 w 1115"/>
                  <a:gd name="T9" fmla="*/ 349 h 349"/>
                  <a:gd name="T10" fmla="*/ 1045 w 1115"/>
                  <a:gd name="T11" fmla="*/ 349 h 349"/>
                  <a:gd name="T12" fmla="*/ 1045 w 1115"/>
                  <a:gd name="T13" fmla="*/ 70 h 349"/>
                  <a:gd name="T14" fmla="*/ 139 w 1115"/>
                  <a:gd name="T15" fmla="*/ 70 h 349"/>
                  <a:gd name="T16" fmla="*/ 139 w 1115"/>
                  <a:gd name="T17" fmla="*/ 279 h 349"/>
                  <a:gd name="T18" fmla="*/ 697 w 1115"/>
                  <a:gd name="T19" fmla="*/ 279 h 349"/>
                  <a:gd name="T20" fmla="*/ 697 w 1115"/>
                  <a:gd name="T21" fmla="*/ 349 h 34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115"/>
                  <a:gd name="T34" fmla="*/ 0 h 349"/>
                  <a:gd name="T35" fmla="*/ 1115 w 1115"/>
                  <a:gd name="T36" fmla="*/ 349 h 34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115" h="349">
                    <a:moveTo>
                      <a:pt x="697" y="349"/>
                    </a:moveTo>
                    <a:lnTo>
                      <a:pt x="0" y="349"/>
                    </a:lnTo>
                    <a:lnTo>
                      <a:pt x="0" y="0"/>
                    </a:lnTo>
                    <a:lnTo>
                      <a:pt x="1115" y="0"/>
                    </a:lnTo>
                    <a:lnTo>
                      <a:pt x="1115" y="349"/>
                    </a:lnTo>
                    <a:lnTo>
                      <a:pt x="1045" y="349"/>
                    </a:lnTo>
                    <a:lnTo>
                      <a:pt x="1045" y="70"/>
                    </a:lnTo>
                    <a:lnTo>
                      <a:pt x="139" y="70"/>
                    </a:lnTo>
                    <a:lnTo>
                      <a:pt x="139" y="279"/>
                    </a:lnTo>
                    <a:lnTo>
                      <a:pt x="697" y="279"/>
                    </a:lnTo>
                    <a:lnTo>
                      <a:pt x="697" y="349"/>
                    </a:lnTo>
                    <a:close/>
                  </a:path>
                </a:pathLst>
              </a:custGeom>
              <a:solidFill>
                <a:srgbClr val="B2B2B2"/>
              </a:solidFill>
              <a:ln w="14288">
                <a:solidFill>
                  <a:srgbClr val="000000"/>
                </a:solidFill>
                <a:prstDash val="solid"/>
                <a:round/>
                <a:headEnd/>
                <a:tailEnd/>
              </a:ln>
            </p:spPr>
            <p:txBody>
              <a:bodyPr/>
              <a:lstStyle/>
              <a:p>
                <a:endParaRPr lang="en-GB"/>
              </a:p>
            </p:txBody>
          </p:sp>
          <p:sp>
            <p:nvSpPr>
              <p:cNvPr id="642" name="Line 66"/>
              <p:cNvSpPr>
                <a:spLocks noChangeShapeType="1"/>
              </p:cNvSpPr>
              <p:nvPr/>
            </p:nvSpPr>
            <p:spPr bwMode="auto">
              <a:xfrm flipV="1">
                <a:off x="3049" y="1635"/>
                <a:ext cx="558" cy="209"/>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643" name="Line 67"/>
              <p:cNvSpPr>
                <a:spLocks noChangeShapeType="1"/>
              </p:cNvSpPr>
              <p:nvPr/>
            </p:nvSpPr>
            <p:spPr bwMode="auto">
              <a:xfrm>
                <a:off x="3049" y="1635"/>
                <a:ext cx="558" cy="209"/>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GB"/>
              </a:p>
            </p:txBody>
          </p:sp>
        </p:grpSp>
        <p:sp>
          <p:nvSpPr>
            <p:cNvPr id="365" name="Freeform 68"/>
            <p:cNvSpPr>
              <a:spLocks/>
            </p:cNvSpPr>
            <p:nvPr/>
          </p:nvSpPr>
          <p:spPr bwMode="auto">
            <a:xfrm>
              <a:off x="2870555" y="2614694"/>
              <a:ext cx="5146675" cy="239713"/>
            </a:xfrm>
            <a:custGeom>
              <a:avLst/>
              <a:gdLst>
                <a:gd name="T0" fmla="*/ 71 w 3242"/>
                <a:gd name="T1" fmla="*/ 45 h 151"/>
                <a:gd name="T2" fmla="*/ 176 w 3242"/>
                <a:gd name="T3" fmla="*/ 15 h 151"/>
                <a:gd name="T4" fmla="*/ 238 w 3242"/>
                <a:gd name="T5" fmla="*/ 3 h 151"/>
                <a:gd name="T6" fmla="*/ 292 w 3242"/>
                <a:gd name="T7" fmla="*/ 1 h 151"/>
                <a:gd name="T8" fmla="*/ 339 w 3242"/>
                <a:gd name="T9" fmla="*/ 13 h 151"/>
                <a:gd name="T10" fmla="*/ 398 w 3242"/>
                <a:gd name="T11" fmla="*/ 41 h 151"/>
                <a:gd name="T12" fmla="*/ 436 w 3242"/>
                <a:gd name="T13" fmla="*/ 57 h 151"/>
                <a:gd name="T14" fmla="*/ 506 w 3242"/>
                <a:gd name="T15" fmla="*/ 78 h 151"/>
                <a:gd name="T16" fmla="*/ 567 w 3242"/>
                <a:gd name="T17" fmla="*/ 96 h 151"/>
                <a:gd name="T18" fmla="*/ 593 w 3242"/>
                <a:gd name="T19" fmla="*/ 102 h 151"/>
                <a:gd name="T20" fmla="*/ 626 w 3242"/>
                <a:gd name="T21" fmla="*/ 108 h 151"/>
                <a:gd name="T22" fmla="*/ 654 w 3242"/>
                <a:gd name="T23" fmla="*/ 112 h 151"/>
                <a:gd name="T24" fmla="*/ 678 w 3242"/>
                <a:gd name="T25" fmla="*/ 115 h 151"/>
                <a:gd name="T26" fmla="*/ 686 w 3242"/>
                <a:gd name="T27" fmla="*/ 116 h 151"/>
                <a:gd name="T28" fmla="*/ 684 w 3242"/>
                <a:gd name="T29" fmla="*/ 121 h 151"/>
                <a:gd name="T30" fmla="*/ 689 w 3242"/>
                <a:gd name="T31" fmla="*/ 122 h 151"/>
                <a:gd name="T32" fmla="*/ 703 w 3242"/>
                <a:gd name="T33" fmla="*/ 125 h 151"/>
                <a:gd name="T34" fmla="*/ 725 w 3242"/>
                <a:gd name="T35" fmla="*/ 126 h 151"/>
                <a:gd name="T36" fmla="*/ 748 w 3242"/>
                <a:gd name="T37" fmla="*/ 126 h 151"/>
                <a:gd name="T38" fmla="*/ 777 w 3242"/>
                <a:gd name="T39" fmla="*/ 128 h 151"/>
                <a:gd name="T40" fmla="*/ 814 w 3242"/>
                <a:gd name="T41" fmla="*/ 129 h 151"/>
                <a:gd name="T42" fmla="*/ 859 w 3242"/>
                <a:gd name="T43" fmla="*/ 131 h 151"/>
                <a:gd name="T44" fmla="*/ 914 w 3242"/>
                <a:gd name="T45" fmla="*/ 131 h 151"/>
                <a:gd name="T46" fmla="*/ 981 w 3242"/>
                <a:gd name="T47" fmla="*/ 132 h 151"/>
                <a:gd name="T48" fmla="*/ 1059 w 3242"/>
                <a:gd name="T49" fmla="*/ 135 h 151"/>
                <a:gd name="T50" fmla="*/ 1146 w 3242"/>
                <a:gd name="T51" fmla="*/ 137 h 151"/>
                <a:gd name="T52" fmla="*/ 1242 w 3242"/>
                <a:gd name="T53" fmla="*/ 138 h 151"/>
                <a:gd name="T54" fmla="*/ 1396 w 3242"/>
                <a:gd name="T55" fmla="*/ 141 h 151"/>
                <a:gd name="T56" fmla="*/ 1617 w 3242"/>
                <a:gd name="T57" fmla="*/ 145 h 151"/>
                <a:gd name="T58" fmla="*/ 1840 w 3242"/>
                <a:gd name="T59" fmla="*/ 148 h 151"/>
                <a:gd name="T60" fmla="*/ 2058 w 3242"/>
                <a:gd name="T61" fmla="*/ 151 h 151"/>
                <a:gd name="T62" fmla="*/ 2160 w 3242"/>
                <a:gd name="T63" fmla="*/ 151 h 151"/>
                <a:gd name="T64" fmla="*/ 2256 w 3242"/>
                <a:gd name="T65" fmla="*/ 151 h 151"/>
                <a:gd name="T66" fmla="*/ 2344 w 3242"/>
                <a:gd name="T67" fmla="*/ 150 h 151"/>
                <a:gd name="T68" fmla="*/ 2423 w 3242"/>
                <a:gd name="T69" fmla="*/ 148 h 151"/>
                <a:gd name="T70" fmla="*/ 2564 w 3242"/>
                <a:gd name="T71" fmla="*/ 142 h 151"/>
                <a:gd name="T72" fmla="*/ 2693 w 3242"/>
                <a:gd name="T73" fmla="*/ 134 h 151"/>
                <a:gd name="T74" fmla="*/ 2809 w 3242"/>
                <a:gd name="T75" fmla="*/ 122 h 151"/>
                <a:gd name="T76" fmla="*/ 2915 w 3242"/>
                <a:gd name="T77" fmla="*/ 109 h 151"/>
                <a:gd name="T78" fmla="*/ 3011 w 3242"/>
                <a:gd name="T79" fmla="*/ 96 h 151"/>
                <a:gd name="T80" fmla="*/ 3098 w 3242"/>
                <a:gd name="T81" fmla="*/ 84 h 151"/>
                <a:gd name="T82" fmla="*/ 3174 w 3242"/>
                <a:gd name="T83" fmla="*/ 74 h 151"/>
                <a:gd name="T84" fmla="*/ 3242 w 3242"/>
                <a:gd name="T85" fmla="*/ 65 h 151"/>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3242"/>
                <a:gd name="T130" fmla="*/ 0 h 151"/>
                <a:gd name="T131" fmla="*/ 3242 w 3242"/>
                <a:gd name="T132" fmla="*/ 151 h 151"/>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3242" h="151">
                  <a:moveTo>
                    <a:pt x="0" y="70"/>
                  </a:moveTo>
                  <a:lnTo>
                    <a:pt x="71" y="45"/>
                  </a:lnTo>
                  <a:lnTo>
                    <a:pt x="143" y="23"/>
                  </a:lnTo>
                  <a:lnTo>
                    <a:pt x="176" y="15"/>
                  </a:lnTo>
                  <a:lnTo>
                    <a:pt x="208" y="7"/>
                  </a:lnTo>
                  <a:lnTo>
                    <a:pt x="238" y="3"/>
                  </a:lnTo>
                  <a:lnTo>
                    <a:pt x="266" y="0"/>
                  </a:lnTo>
                  <a:lnTo>
                    <a:pt x="292" y="1"/>
                  </a:lnTo>
                  <a:lnTo>
                    <a:pt x="317" y="6"/>
                  </a:lnTo>
                  <a:lnTo>
                    <a:pt x="339" y="13"/>
                  </a:lnTo>
                  <a:lnTo>
                    <a:pt x="360" y="22"/>
                  </a:lnTo>
                  <a:lnTo>
                    <a:pt x="398" y="41"/>
                  </a:lnTo>
                  <a:lnTo>
                    <a:pt x="417" y="49"/>
                  </a:lnTo>
                  <a:lnTo>
                    <a:pt x="436" y="57"/>
                  </a:lnTo>
                  <a:lnTo>
                    <a:pt x="472" y="68"/>
                  </a:lnTo>
                  <a:lnTo>
                    <a:pt x="506" y="78"/>
                  </a:lnTo>
                  <a:lnTo>
                    <a:pt x="536" y="89"/>
                  </a:lnTo>
                  <a:lnTo>
                    <a:pt x="567" y="96"/>
                  </a:lnTo>
                  <a:lnTo>
                    <a:pt x="580" y="99"/>
                  </a:lnTo>
                  <a:lnTo>
                    <a:pt x="593" y="102"/>
                  </a:lnTo>
                  <a:lnTo>
                    <a:pt x="615" y="106"/>
                  </a:lnTo>
                  <a:lnTo>
                    <a:pt x="626" y="108"/>
                  </a:lnTo>
                  <a:lnTo>
                    <a:pt x="638" y="109"/>
                  </a:lnTo>
                  <a:lnTo>
                    <a:pt x="654" y="112"/>
                  </a:lnTo>
                  <a:lnTo>
                    <a:pt x="671" y="113"/>
                  </a:lnTo>
                  <a:lnTo>
                    <a:pt x="678" y="115"/>
                  </a:lnTo>
                  <a:lnTo>
                    <a:pt x="683" y="116"/>
                  </a:lnTo>
                  <a:lnTo>
                    <a:pt x="686" y="116"/>
                  </a:lnTo>
                  <a:lnTo>
                    <a:pt x="686" y="118"/>
                  </a:lnTo>
                  <a:lnTo>
                    <a:pt x="684" y="121"/>
                  </a:lnTo>
                  <a:lnTo>
                    <a:pt x="686" y="121"/>
                  </a:lnTo>
                  <a:lnTo>
                    <a:pt x="689" y="122"/>
                  </a:lnTo>
                  <a:lnTo>
                    <a:pt x="693" y="124"/>
                  </a:lnTo>
                  <a:lnTo>
                    <a:pt x="703" y="125"/>
                  </a:lnTo>
                  <a:lnTo>
                    <a:pt x="716" y="125"/>
                  </a:lnTo>
                  <a:lnTo>
                    <a:pt x="725" y="126"/>
                  </a:lnTo>
                  <a:lnTo>
                    <a:pt x="735" y="126"/>
                  </a:lnTo>
                  <a:lnTo>
                    <a:pt x="748" y="126"/>
                  </a:lnTo>
                  <a:lnTo>
                    <a:pt x="761" y="128"/>
                  </a:lnTo>
                  <a:lnTo>
                    <a:pt x="777" y="128"/>
                  </a:lnTo>
                  <a:lnTo>
                    <a:pt x="793" y="129"/>
                  </a:lnTo>
                  <a:lnTo>
                    <a:pt x="814" y="129"/>
                  </a:lnTo>
                  <a:lnTo>
                    <a:pt x="835" y="129"/>
                  </a:lnTo>
                  <a:lnTo>
                    <a:pt x="859" y="131"/>
                  </a:lnTo>
                  <a:lnTo>
                    <a:pt x="885" y="131"/>
                  </a:lnTo>
                  <a:lnTo>
                    <a:pt x="914" y="131"/>
                  </a:lnTo>
                  <a:lnTo>
                    <a:pt x="946" y="132"/>
                  </a:lnTo>
                  <a:lnTo>
                    <a:pt x="981" y="132"/>
                  </a:lnTo>
                  <a:lnTo>
                    <a:pt x="1018" y="134"/>
                  </a:lnTo>
                  <a:lnTo>
                    <a:pt x="1059" y="135"/>
                  </a:lnTo>
                  <a:lnTo>
                    <a:pt x="1101" y="135"/>
                  </a:lnTo>
                  <a:lnTo>
                    <a:pt x="1146" y="137"/>
                  </a:lnTo>
                  <a:lnTo>
                    <a:pt x="1193" y="138"/>
                  </a:lnTo>
                  <a:lnTo>
                    <a:pt x="1242" y="138"/>
                  </a:lnTo>
                  <a:lnTo>
                    <a:pt x="1291" y="139"/>
                  </a:lnTo>
                  <a:lnTo>
                    <a:pt x="1396" y="141"/>
                  </a:lnTo>
                  <a:lnTo>
                    <a:pt x="1505" y="144"/>
                  </a:lnTo>
                  <a:lnTo>
                    <a:pt x="1617" y="145"/>
                  </a:lnTo>
                  <a:lnTo>
                    <a:pt x="1728" y="147"/>
                  </a:lnTo>
                  <a:lnTo>
                    <a:pt x="1840" y="148"/>
                  </a:lnTo>
                  <a:lnTo>
                    <a:pt x="1951" y="150"/>
                  </a:lnTo>
                  <a:lnTo>
                    <a:pt x="2058" y="151"/>
                  </a:lnTo>
                  <a:lnTo>
                    <a:pt x="2110" y="151"/>
                  </a:lnTo>
                  <a:lnTo>
                    <a:pt x="2160" y="151"/>
                  </a:lnTo>
                  <a:lnTo>
                    <a:pt x="2209" y="151"/>
                  </a:lnTo>
                  <a:lnTo>
                    <a:pt x="2256" y="151"/>
                  </a:lnTo>
                  <a:lnTo>
                    <a:pt x="2301" y="150"/>
                  </a:lnTo>
                  <a:lnTo>
                    <a:pt x="2344" y="150"/>
                  </a:lnTo>
                  <a:lnTo>
                    <a:pt x="2385" y="150"/>
                  </a:lnTo>
                  <a:lnTo>
                    <a:pt x="2423" y="148"/>
                  </a:lnTo>
                  <a:lnTo>
                    <a:pt x="2495" y="145"/>
                  </a:lnTo>
                  <a:lnTo>
                    <a:pt x="2564" y="142"/>
                  </a:lnTo>
                  <a:lnTo>
                    <a:pt x="2629" y="138"/>
                  </a:lnTo>
                  <a:lnTo>
                    <a:pt x="2693" y="134"/>
                  </a:lnTo>
                  <a:lnTo>
                    <a:pt x="2752" y="128"/>
                  </a:lnTo>
                  <a:lnTo>
                    <a:pt x="2809" y="122"/>
                  </a:lnTo>
                  <a:lnTo>
                    <a:pt x="2864" y="116"/>
                  </a:lnTo>
                  <a:lnTo>
                    <a:pt x="2915" y="109"/>
                  </a:lnTo>
                  <a:lnTo>
                    <a:pt x="2964" y="103"/>
                  </a:lnTo>
                  <a:lnTo>
                    <a:pt x="3011" y="96"/>
                  </a:lnTo>
                  <a:lnTo>
                    <a:pt x="3056" y="90"/>
                  </a:lnTo>
                  <a:lnTo>
                    <a:pt x="3098" y="84"/>
                  </a:lnTo>
                  <a:lnTo>
                    <a:pt x="3137" y="78"/>
                  </a:lnTo>
                  <a:lnTo>
                    <a:pt x="3174" y="74"/>
                  </a:lnTo>
                  <a:lnTo>
                    <a:pt x="3208" y="70"/>
                  </a:lnTo>
                  <a:lnTo>
                    <a:pt x="3242" y="65"/>
                  </a:lnTo>
                </a:path>
              </a:pathLst>
            </a:custGeom>
            <a:noFill/>
            <a:ln w="142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366" name="Freeform 69"/>
            <p:cNvSpPr>
              <a:spLocks/>
            </p:cNvSpPr>
            <p:nvPr/>
          </p:nvSpPr>
          <p:spPr bwMode="auto">
            <a:xfrm>
              <a:off x="2905480" y="2587706"/>
              <a:ext cx="5146675" cy="239713"/>
            </a:xfrm>
            <a:custGeom>
              <a:avLst/>
              <a:gdLst>
                <a:gd name="T0" fmla="*/ 71 w 3242"/>
                <a:gd name="T1" fmla="*/ 106 h 151"/>
                <a:gd name="T2" fmla="*/ 176 w 3242"/>
                <a:gd name="T3" fmla="*/ 136 h 151"/>
                <a:gd name="T4" fmla="*/ 238 w 3242"/>
                <a:gd name="T5" fmla="*/ 148 h 151"/>
                <a:gd name="T6" fmla="*/ 292 w 3242"/>
                <a:gd name="T7" fmla="*/ 149 h 151"/>
                <a:gd name="T8" fmla="*/ 338 w 3242"/>
                <a:gd name="T9" fmla="*/ 138 h 151"/>
                <a:gd name="T10" fmla="*/ 398 w 3242"/>
                <a:gd name="T11" fmla="*/ 110 h 151"/>
                <a:gd name="T12" fmla="*/ 436 w 3242"/>
                <a:gd name="T13" fmla="*/ 94 h 151"/>
                <a:gd name="T14" fmla="*/ 505 w 3242"/>
                <a:gd name="T15" fmla="*/ 72 h 151"/>
                <a:gd name="T16" fmla="*/ 566 w 3242"/>
                <a:gd name="T17" fmla="*/ 55 h 151"/>
                <a:gd name="T18" fmla="*/ 593 w 3242"/>
                <a:gd name="T19" fmla="*/ 49 h 151"/>
                <a:gd name="T20" fmla="*/ 626 w 3242"/>
                <a:gd name="T21" fmla="*/ 43 h 151"/>
                <a:gd name="T22" fmla="*/ 654 w 3242"/>
                <a:gd name="T23" fmla="*/ 39 h 151"/>
                <a:gd name="T24" fmla="*/ 678 w 3242"/>
                <a:gd name="T25" fmla="*/ 36 h 151"/>
                <a:gd name="T26" fmla="*/ 686 w 3242"/>
                <a:gd name="T27" fmla="*/ 34 h 151"/>
                <a:gd name="T28" fmla="*/ 684 w 3242"/>
                <a:gd name="T29" fmla="*/ 32 h 151"/>
                <a:gd name="T30" fmla="*/ 688 w 3242"/>
                <a:gd name="T31" fmla="*/ 29 h 151"/>
                <a:gd name="T32" fmla="*/ 703 w 3242"/>
                <a:gd name="T33" fmla="*/ 27 h 151"/>
                <a:gd name="T34" fmla="*/ 725 w 3242"/>
                <a:gd name="T35" fmla="*/ 24 h 151"/>
                <a:gd name="T36" fmla="*/ 748 w 3242"/>
                <a:gd name="T37" fmla="*/ 24 h 151"/>
                <a:gd name="T38" fmla="*/ 777 w 3242"/>
                <a:gd name="T39" fmla="*/ 23 h 151"/>
                <a:gd name="T40" fmla="*/ 813 w 3242"/>
                <a:gd name="T41" fmla="*/ 21 h 151"/>
                <a:gd name="T42" fmla="*/ 858 w 3242"/>
                <a:gd name="T43" fmla="*/ 20 h 151"/>
                <a:gd name="T44" fmla="*/ 914 w 3242"/>
                <a:gd name="T45" fmla="*/ 20 h 151"/>
                <a:gd name="T46" fmla="*/ 980 w 3242"/>
                <a:gd name="T47" fmla="*/ 18 h 151"/>
                <a:gd name="T48" fmla="*/ 1059 w 3242"/>
                <a:gd name="T49" fmla="*/ 16 h 151"/>
                <a:gd name="T50" fmla="*/ 1146 w 3242"/>
                <a:gd name="T51" fmla="*/ 14 h 151"/>
                <a:gd name="T52" fmla="*/ 1242 w 3242"/>
                <a:gd name="T53" fmla="*/ 13 h 151"/>
                <a:gd name="T54" fmla="*/ 1396 w 3242"/>
                <a:gd name="T55" fmla="*/ 10 h 151"/>
                <a:gd name="T56" fmla="*/ 1616 w 3242"/>
                <a:gd name="T57" fmla="*/ 5 h 151"/>
                <a:gd name="T58" fmla="*/ 1840 w 3242"/>
                <a:gd name="T59" fmla="*/ 2 h 151"/>
                <a:gd name="T60" fmla="*/ 2058 w 3242"/>
                <a:gd name="T61" fmla="*/ 0 h 151"/>
                <a:gd name="T62" fmla="*/ 2160 w 3242"/>
                <a:gd name="T63" fmla="*/ 0 h 151"/>
                <a:gd name="T64" fmla="*/ 2255 w 3242"/>
                <a:gd name="T65" fmla="*/ 0 h 151"/>
                <a:gd name="T66" fmla="*/ 2344 w 3242"/>
                <a:gd name="T67" fmla="*/ 1 h 151"/>
                <a:gd name="T68" fmla="*/ 2422 w 3242"/>
                <a:gd name="T69" fmla="*/ 2 h 151"/>
                <a:gd name="T70" fmla="*/ 2563 w 3242"/>
                <a:gd name="T71" fmla="*/ 8 h 151"/>
                <a:gd name="T72" fmla="*/ 2693 w 3242"/>
                <a:gd name="T73" fmla="*/ 17 h 151"/>
                <a:gd name="T74" fmla="*/ 2809 w 3242"/>
                <a:gd name="T75" fmla="*/ 29 h 151"/>
                <a:gd name="T76" fmla="*/ 2915 w 3242"/>
                <a:gd name="T77" fmla="*/ 42 h 151"/>
                <a:gd name="T78" fmla="*/ 3011 w 3242"/>
                <a:gd name="T79" fmla="*/ 55 h 151"/>
                <a:gd name="T80" fmla="*/ 3098 w 3242"/>
                <a:gd name="T81" fmla="*/ 66 h 151"/>
                <a:gd name="T82" fmla="*/ 3173 w 3242"/>
                <a:gd name="T83" fmla="*/ 77 h 151"/>
                <a:gd name="T84" fmla="*/ 3242 w 3242"/>
                <a:gd name="T85" fmla="*/ 85 h 151"/>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3242"/>
                <a:gd name="T130" fmla="*/ 0 h 151"/>
                <a:gd name="T131" fmla="*/ 3242 w 3242"/>
                <a:gd name="T132" fmla="*/ 151 h 151"/>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3242" h="151">
                  <a:moveTo>
                    <a:pt x="0" y="81"/>
                  </a:moveTo>
                  <a:lnTo>
                    <a:pt x="71" y="106"/>
                  </a:lnTo>
                  <a:lnTo>
                    <a:pt x="142" y="127"/>
                  </a:lnTo>
                  <a:lnTo>
                    <a:pt x="176" y="136"/>
                  </a:lnTo>
                  <a:lnTo>
                    <a:pt x="208" y="143"/>
                  </a:lnTo>
                  <a:lnTo>
                    <a:pt x="238" y="148"/>
                  </a:lnTo>
                  <a:lnTo>
                    <a:pt x="266" y="151"/>
                  </a:lnTo>
                  <a:lnTo>
                    <a:pt x="292" y="149"/>
                  </a:lnTo>
                  <a:lnTo>
                    <a:pt x="317" y="145"/>
                  </a:lnTo>
                  <a:lnTo>
                    <a:pt x="338" y="138"/>
                  </a:lnTo>
                  <a:lnTo>
                    <a:pt x="360" y="129"/>
                  </a:lnTo>
                  <a:lnTo>
                    <a:pt x="398" y="110"/>
                  </a:lnTo>
                  <a:lnTo>
                    <a:pt x="417" y="101"/>
                  </a:lnTo>
                  <a:lnTo>
                    <a:pt x="436" y="94"/>
                  </a:lnTo>
                  <a:lnTo>
                    <a:pt x="472" y="82"/>
                  </a:lnTo>
                  <a:lnTo>
                    <a:pt x="505" y="72"/>
                  </a:lnTo>
                  <a:lnTo>
                    <a:pt x="536" y="62"/>
                  </a:lnTo>
                  <a:lnTo>
                    <a:pt x="566" y="55"/>
                  </a:lnTo>
                  <a:lnTo>
                    <a:pt x="579" y="52"/>
                  </a:lnTo>
                  <a:lnTo>
                    <a:pt x="593" y="49"/>
                  </a:lnTo>
                  <a:lnTo>
                    <a:pt x="614" y="45"/>
                  </a:lnTo>
                  <a:lnTo>
                    <a:pt x="626" y="43"/>
                  </a:lnTo>
                  <a:lnTo>
                    <a:pt x="638" y="42"/>
                  </a:lnTo>
                  <a:lnTo>
                    <a:pt x="654" y="39"/>
                  </a:lnTo>
                  <a:lnTo>
                    <a:pt x="671" y="37"/>
                  </a:lnTo>
                  <a:lnTo>
                    <a:pt x="678" y="36"/>
                  </a:lnTo>
                  <a:lnTo>
                    <a:pt x="683" y="36"/>
                  </a:lnTo>
                  <a:lnTo>
                    <a:pt x="686" y="34"/>
                  </a:lnTo>
                  <a:lnTo>
                    <a:pt x="686" y="33"/>
                  </a:lnTo>
                  <a:lnTo>
                    <a:pt x="684" y="32"/>
                  </a:lnTo>
                  <a:lnTo>
                    <a:pt x="686" y="30"/>
                  </a:lnTo>
                  <a:lnTo>
                    <a:pt x="688" y="29"/>
                  </a:lnTo>
                  <a:lnTo>
                    <a:pt x="693" y="27"/>
                  </a:lnTo>
                  <a:lnTo>
                    <a:pt x="703" y="27"/>
                  </a:lnTo>
                  <a:lnTo>
                    <a:pt x="716" y="26"/>
                  </a:lnTo>
                  <a:lnTo>
                    <a:pt x="725" y="24"/>
                  </a:lnTo>
                  <a:lnTo>
                    <a:pt x="735" y="24"/>
                  </a:lnTo>
                  <a:lnTo>
                    <a:pt x="748" y="24"/>
                  </a:lnTo>
                  <a:lnTo>
                    <a:pt x="761" y="23"/>
                  </a:lnTo>
                  <a:lnTo>
                    <a:pt x="777" y="23"/>
                  </a:lnTo>
                  <a:lnTo>
                    <a:pt x="793" y="23"/>
                  </a:lnTo>
                  <a:lnTo>
                    <a:pt x="813" y="21"/>
                  </a:lnTo>
                  <a:lnTo>
                    <a:pt x="835" y="21"/>
                  </a:lnTo>
                  <a:lnTo>
                    <a:pt x="858" y="20"/>
                  </a:lnTo>
                  <a:lnTo>
                    <a:pt x="884" y="20"/>
                  </a:lnTo>
                  <a:lnTo>
                    <a:pt x="914" y="20"/>
                  </a:lnTo>
                  <a:lnTo>
                    <a:pt x="945" y="18"/>
                  </a:lnTo>
                  <a:lnTo>
                    <a:pt x="980" y="18"/>
                  </a:lnTo>
                  <a:lnTo>
                    <a:pt x="1018" y="17"/>
                  </a:lnTo>
                  <a:lnTo>
                    <a:pt x="1059" y="16"/>
                  </a:lnTo>
                  <a:lnTo>
                    <a:pt x="1101" y="16"/>
                  </a:lnTo>
                  <a:lnTo>
                    <a:pt x="1146" y="14"/>
                  </a:lnTo>
                  <a:lnTo>
                    <a:pt x="1192" y="13"/>
                  </a:lnTo>
                  <a:lnTo>
                    <a:pt x="1242" y="13"/>
                  </a:lnTo>
                  <a:lnTo>
                    <a:pt x="1291" y="11"/>
                  </a:lnTo>
                  <a:lnTo>
                    <a:pt x="1396" y="10"/>
                  </a:lnTo>
                  <a:lnTo>
                    <a:pt x="1505" y="7"/>
                  </a:lnTo>
                  <a:lnTo>
                    <a:pt x="1616" y="5"/>
                  </a:lnTo>
                  <a:lnTo>
                    <a:pt x="1728" y="4"/>
                  </a:lnTo>
                  <a:lnTo>
                    <a:pt x="1840" y="2"/>
                  </a:lnTo>
                  <a:lnTo>
                    <a:pt x="1950" y="1"/>
                  </a:lnTo>
                  <a:lnTo>
                    <a:pt x="2058" y="0"/>
                  </a:lnTo>
                  <a:lnTo>
                    <a:pt x="2110" y="0"/>
                  </a:lnTo>
                  <a:lnTo>
                    <a:pt x="2160" y="0"/>
                  </a:lnTo>
                  <a:lnTo>
                    <a:pt x="2209" y="0"/>
                  </a:lnTo>
                  <a:lnTo>
                    <a:pt x="2255" y="0"/>
                  </a:lnTo>
                  <a:lnTo>
                    <a:pt x="2300" y="1"/>
                  </a:lnTo>
                  <a:lnTo>
                    <a:pt x="2344" y="1"/>
                  </a:lnTo>
                  <a:lnTo>
                    <a:pt x="2385" y="1"/>
                  </a:lnTo>
                  <a:lnTo>
                    <a:pt x="2422" y="2"/>
                  </a:lnTo>
                  <a:lnTo>
                    <a:pt x="2495" y="5"/>
                  </a:lnTo>
                  <a:lnTo>
                    <a:pt x="2563" y="8"/>
                  </a:lnTo>
                  <a:lnTo>
                    <a:pt x="2629" y="13"/>
                  </a:lnTo>
                  <a:lnTo>
                    <a:pt x="2693" y="17"/>
                  </a:lnTo>
                  <a:lnTo>
                    <a:pt x="2752" y="23"/>
                  </a:lnTo>
                  <a:lnTo>
                    <a:pt x="2809" y="29"/>
                  </a:lnTo>
                  <a:lnTo>
                    <a:pt x="2864" y="34"/>
                  </a:lnTo>
                  <a:lnTo>
                    <a:pt x="2915" y="42"/>
                  </a:lnTo>
                  <a:lnTo>
                    <a:pt x="2964" y="48"/>
                  </a:lnTo>
                  <a:lnTo>
                    <a:pt x="3011" y="55"/>
                  </a:lnTo>
                  <a:lnTo>
                    <a:pt x="3056" y="61"/>
                  </a:lnTo>
                  <a:lnTo>
                    <a:pt x="3098" y="66"/>
                  </a:lnTo>
                  <a:lnTo>
                    <a:pt x="3137" y="72"/>
                  </a:lnTo>
                  <a:lnTo>
                    <a:pt x="3173" y="77"/>
                  </a:lnTo>
                  <a:lnTo>
                    <a:pt x="3208" y="81"/>
                  </a:lnTo>
                  <a:lnTo>
                    <a:pt x="3242" y="85"/>
                  </a:lnTo>
                </a:path>
              </a:pathLst>
            </a:custGeom>
            <a:noFill/>
            <a:ln w="142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grpSp>
          <p:nvGrpSpPr>
            <p:cNvPr id="367" name="Group 70"/>
            <p:cNvGrpSpPr>
              <a:grpSpLocks/>
            </p:cNvGrpSpPr>
            <p:nvPr/>
          </p:nvGrpSpPr>
          <p:grpSpPr bwMode="auto">
            <a:xfrm>
              <a:off x="6301142" y="2787731"/>
              <a:ext cx="542925" cy="187325"/>
              <a:chOff x="3602" y="2145"/>
              <a:chExt cx="342" cy="118"/>
            </a:xfrm>
          </p:grpSpPr>
          <p:sp>
            <p:nvSpPr>
              <p:cNvPr id="617" name="Freeform 71"/>
              <p:cNvSpPr>
                <a:spLocks/>
              </p:cNvSpPr>
              <p:nvPr/>
            </p:nvSpPr>
            <p:spPr bwMode="auto">
              <a:xfrm>
                <a:off x="3602" y="2254"/>
                <a:ext cx="9" cy="9"/>
              </a:xfrm>
              <a:custGeom>
                <a:avLst/>
                <a:gdLst>
                  <a:gd name="T0" fmla="*/ 3 w 9"/>
                  <a:gd name="T1" fmla="*/ 1 h 9"/>
                  <a:gd name="T2" fmla="*/ 2 w 9"/>
                  <a:gd name="T3" fmla="*/ 3 h 9"/>
                  <a:gd name="T4" fmla="*/ 0 w 9"/>
                  <a:gd name="T5" fmla="*/ 4 h 9"/>
                  <a:gd name="T6" fmla="*/ 0 w 9"/>
                  <a:gd name="T7" fmla="*/ 4 h 9"/>
                  <a:gd name="T8" fmla="*/ 2 w 9"/>
                  <a:gd name="T9" fmla="*/ 6 h 9"/>
                  <a:gd name="T10" fmla="*/ 3 w 9"/>
                  <a:gd name="T11" fmla="*/ 7 h 9"/>
                  <a:gd name="T12" fmla="*/ 5 w 9"/>
                  <a:gd name="T13" fmla="*/ 9 h 9"/>
                  <a:gd name="T14" fmla="*/ 5 w 9"/>
                  <a:gd name="T15" fmla="*/ 9 h 9"/>
                  <a:gd name="T16" fmla="*/ 8 w 9"/>
                  <a:gd name="T17" fmla="*/ 9 h 9"/>
                  <a:gd name="T18" fmla="*/ 8 w 9"/>
                  <a:gd name="T19" fmla="*/ 7 h 9"/>
                  <a:gd name="T20" fmla="*/ 9 w 9"/>
                  <a:gd name="T21" fmla="*/ 6 h 9"/>
                  <a:gd name="T22" fmla="*/ 9 w 9"/>
                  <a:gd name="T23" fmla="*/ 4 h 9"/>
                  <a:gd name="T24" fmla="*/ 9 w 9"/>
                  <a:gd name="T25" fmla="*/ 3 h 9"/>
                  <a:gd name="T26" fmla="*/ 9 w 9"/>
                  <a:gd name="T27" fmla="*/ 1 h 9"/>
                  <a:gd name="T28" fmla="*/ 8 w 9"/>
                  <a:gd name="T29" fmla="*/ 0 h 9"/>
                  <a:gd name="T30" fmla="*/ 6 w 9"/>
                  <a:gd name="T31" fmla="*/ 0 h 9"/>
                  <a:gd name="T32" fmla="*/ 5 w 9"/>
                  <a:gd name="T33" fmla="*/ 0 h 9"/>
                  <a:gd name="T34" fmla="*/ 3 w 9"/>
                  <a:gd name="T35" fmla="*/ 0 h 9"/>
                  <a:gd name="T36" fmla="*/ 3 w 9"/>
                  <a:gd name="T37" fmla="*/ 1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9"/>
                  <a:gd name="T58" fmla="*/ 0 h 9"/>
                  <a:gd name="T59" fmla="*/ 9 w 9"/>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9" h="9">
                    <a:moveTo>
                      <a:pt x="3" y="1"/>
                    </a:moveTo>
                    <a:lnTo>
                      <a:pt x="2" y="3"/>
                    </a:lnTo>
                    <a:lnTo>
                      <a:pt x="0" y="4"/>
                    </a:lnTo>
                    <a:lnTo>
                      <a:pt x="2" y="6"/>
                    </a:lnTo>
                    <a:lnTo>
                      <a:pt x="3" y="7"/>
                    </a:lnTo>
                    <a:lnTo>
                      <a:pt x="5" y="9"/>
                    </a:lnTo>
                    <a:lnTo>
                      <a:pt x="8" y="9"/>
                    </a:lnTo>
                    <a:lnTo>
                      <a:pt x="8" y="7"/>
                    </a:lnTo>
                    <a:lnTo>
                      <a:pt x="9" y="6"/>
                    </a:lnTo>
                    <a:lnTo>
                      <a:pt x="9" y="4"/>
                    </a:lnTo>
                    <a:lnTo>
                      <a:pt x="9" y="3"/>
                    </a:lnTo>
                    <a:lnTo>
                      <a:pt x="9" y="1"/>
                    </a:lnTo>
                    <a:lnTo>
                      <a:pt x="8" y="0"/>
                    </a:lnTo>
                    <a:lnTo>
                      <a:pt x="6" y="0"/>
                    </a:lnTo>
                    <a:lnTo>
                      <a:pt x="5" y="0"/>
                    </a:lnTo>
                    <a:lnTo>
                      <a:pt x="3" y="0"/>
                    </a:lnTo>
                    <a:lnTo>
                      <a:pt x="3"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618" name="Freeform 72"/>
              <p:cNvSpPr>
                <a:spLocks/>
              </p:cNvSpPr>
              <p:nvPr/>
            </p:nvSpPr>
            <p:spPr bwMode="auto">
              <a:xfrm>
                <a:off x="3615" y="2244"/>
                <a:ext cx="9" cy="8"/>
              </a:xfrm>
              <a:custGeom>
                <a:avLst/>
                <a:gdLst>
                  <a:gd name="T0" fmla="*/ 3 w 9"/>
                  <a:gd name="T1" fmla="*/ 0 h 8"/>
                  <a:gd name="T2" fmla="*/ 2 w 9"/>
                  <a:gd name="T3" fmla="*/ 1 h 8"/>
                  <a:gd name="T4" fmla="*/ 0 w 9"/>
                  <a:gd name="T5" fmla="*/ 3 h 8"/>
                  <a:gd name="T6" fmla="*/ 0 w 9"/>
                  <a:gd name="T7" fmla="*/ 4 h 8"/>
                  <a:gd name="T8" fmla="*/ 2 w 9"/>
                  <a:gd name="T9" fmla="*/ 6 h 8"/>
                  <a:gd name="T10" fmla="*/ 3 w 9"/>
                  <a:gd name="T11" fmla="*/ 7 h 8"/>
                  <a:gd name="T12" fmla="*/ 5 w 9"/>
                  <a:gd name="T13" fmla="*/ 8 h 8"/>
                  <a:gd name="T14" fmla="*/ 6 w 9"/>
                  <a:gd name="T15" fmla="*/ 8 h 8"/>
                  <a:gd name="T16" fmla="*/ 8 w 9"/>
                  <a:gd name="T17" fmla="*/ 7 h 8"/>
                  <a:gd name="T18" fmla="*/ 8 w 9"/>
                  <a:gd name="T19" fmla="*/ 7 h 8"/>
                  <a:gd name="T20" fmla="*/ 9 w 9"/>
                  <a:gd name="T21" fmla="*/ 6 h 8"/>
                  <a:gd name="T22" fmla="*/ 9 w 9"/>
                  <a:gd name="T23" fmla="*/ 4 h 8"/>
                  <a:gd name="T24" fmla="*/ 9 w 9"/>
                  <a:gd name="T25" fmla="*/ 3 h 8"/>
                  <a:gd name="T26" fmla="*/ 9 w 9"/>
                  <a:gd name="T27" fmla="*/ 1 h 8"/>
                  <a:gd name="T28" fmla="*/ 8 w 9"/>
                  <a:gd name="T29" fmla="*/ 0 h 8"/>
                  <a:gd name="T30" fmla="*/ 6 w 9"/>
                  <a:gd name="T31" fmla="*/ 0 h 8"/>
                  <a:gd name="T32" fmla="*/ 5 w 9"/>
                  <a:gd name="T33" fmla="*/ 0 h 8"/>
                  <a:gd name="T34" fmla="*/ 3 w 9"/>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3" y="0"/>
                    </a:moveTo>
                    <a:lnTo>
                      <a:pt x="2" y="1"/>
                    </a:lnTo>
                    <a:lnTo>
                      <a:pt x="0" y="3"/>
                    </a:lnTo>
                    <a:lnTo>
                      <a:pt x="0" y="4"/>
                    </a:lnTo>
                    <a:lnTo>
                      <a:pt x="2" y="6"/>
                    </a:lnTo>
                    <a:lnTo>
                      <a:pt x="3" y="7"/>
                    </a:lnTo>
                    <a:lnTo>
                      <a:pt x="5" y="8"/>
                    </a:lnTo>
                    <a:lnTo>
                      <a:pt x="6" y="8"/>
                    </a:lnTo>
                    <a:lnTo>
                      <a:pt x="8" y="7"/>
                    </a:lnTo>
                    <a:lnTo>
                      <a:pt x="9" y="6"/>
                    </a:lnTo>
                    <a:lnTo>
                      <a:pt x="9" y="4"/>
                    </a:lnTo>
                    <a:lnTo>
                      <a:pt x="9" y="3"/>
                    </a:lnTo>
                    <a:lnTo>
                      <a:pt x="9" y="1"/>
                    </a:lnTo>
                    <a:lnTo>
                      <a:pt x="8" y="0"/>
                    </a:lnTo>
                    <a:lnTo>
                      <a:pt x="6" y="0"/>
                    </a:lnTo>
                    <a:lnTo>
                      <a:pt x="5"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619" name="Freeform 73"/>
              <p:cNvSpPr>
                <a:spLocks/>
              </p:cNvSpPr>
              <p:nvPr/>
            </p:nvSpPr>
            <p:spPr bwMode="auto">
              <a:xfrm>
                <a:off x="3628" y="2232"/>
                <a:ext cx="9" cy="9"/>
              </a:xfrm>
              <a:custGeom>
                <a:avLst/>
                <a:gdLst>
                  <a:gd name="T0" fmla="*/ 3 w 9"/>
                  <a:gd name="T1" fmla="*/ 0 h 9"/>
                  <a:gd name="T2" fmla="*/ 2 w 9"/>
                  <a:gd name="T3" fmla="*/ 2 h 9"/>
                  <a:gd name="T4" fmla="*/ 0 w 9"/>
                  <a:gd name="T5" fmla="*/ 3 h 9"/>
                  <a:gd name="T6" fmla="*/ 0 w 9"/>
                  <a:gd name="T7" fmla="*/ 5 h 9"/>
                  <a:gd name="T8" fmla="*/ 2 w 9"/>
                  <a:gd name="T9" fmla="*/ 6 h 9"/>
                  <a:gd name="T10" fmla="*/ 3 w 9"/>
                  <a:gd name="T11" fmla="*/ 7 h 9"/>
                  <a:gd name="T12" fmla="*/ 5 w 9"/>
                  <a:gd name="T13" fmla="*/ 9 h 9"/>
                  <a:gd name="T14" fmla="*/ 6 w 9"/>
                  <a:gd name="T15" fmla="*/ 9 h 9"/>
                  <a:gd name="T16" fmla="*/ 8 w 9"/>
                  <a:gd name="T17" fmla="*/ 7 h 9"/>
                  <a:gd name="T18" fmla="*/ 8 w 9"/>
                  <a:gd name="T19" fmla="*/ 7 h 9"/>
                  <a:gd name="T20" fmla="*/ 9 w 9"/>
                  <a:gd name="T21" fmla="*/ 6 h 9"/>
                  <a:gd name="T22" fmla="*/ 9 w 9"/>
                  <a:gd name="T23" fmla="*/ 5 h 9"/>
                  <a:gd name="T24" fmla="*/ 9 w 9"/>
                  <a:gd name="T25" fmla="*/ 3 h 9"/>
                  <a:gd name="T26" fmla="*/ 9 w 9"/>
                  <a:gd name="T27" fmla="*/ 2 h 9"/>
                  <a:gd name="T28" fmla="*/ 8 w 9"/>
                  <a:gd name="T29" fmla="*/ 0 h 9"/>
                  <a:gd name="T30" fmla="*/ 6 w 9"/>
                  <a:gd name="T31" fmla="*/ 0 h 9"/>
                  <a:gd name="T32" fmla="*/ 5 w 9"/>
                  <a:gd name="T33" fmla="*/ 0 h 9"/>
                  <a:gd name="T34" fmla="*/ 3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3" y="0"/>
                    </a:moveTo>
                    <a:lnTo>
                      <a:pt x="2" y="2"/>
                    </a:lnTo>
                    <a:lnTo>
                      <a:pt x="0" y="3"/>
                    </a:lnTo>
                    <a:lnTo>
                      <a:pt x="0" y="5"/>
                    </a:lnTo>
                    <a:lnTo>
                      <a:pt x="2" y="6"/>
                    </a:lnTo>
                    <a:lnTo>
                      <a:pt x="3" y="7"/>
                    </a:lnTo>
                    <a:lnTo>
                      <a:pt x="5" y="9"/>
                    </a:lnTo>
                    <a:lnTo>
                      <a:pt x="6" y="9"/>
                    </a:lnTo>
                    <a:lnTo>
                      <a:pt x="8" y="7"/>
                    </a:lnTo>
                    <a:lnTo>
                      <a:pt x="9" y="6"/>
                    </a:lnTo>
                    <a:lnTo>
                      <a:pt x="9" y="5"/>
                    </a:lnTo>
                    <a:lnTo>
                      <a:pt x="9" y="3"/>
                    </a:lnTo>
                    <a:lnTo>
                      <a:pt x="9" y="2"/>
                    </a:lnTo>
                    <a:lnTo>
                      <a:pt x="8" y="0"/>
                    </a:lnTo>
                    <a:lnTo>
                      <a:pt x="6" y="0"/>
                    </a:lnTo>
                    <a:lnTo>
                      <a:pt x="5"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620" name="Freeform 74"/>
              <p:cNvSpPr>
                <a:spLocks/>
              </p:cNvSpPr>
              <p:nvPr/>
            </p:nvSpPr>
            <p:spPr bwMode="auto">
              <a:xfrm>
                <a:off x="3641" y="2221"/>
                <a:ext cx="9" cy="8"/>
              </a:xfrm>
              <a:custGeom>
                <a:avLst/>
                <a:gdLst>
                  <a:gd name="T0" fmla="*/ 3 w 9"/>
                  <a:gd name="T1" fmla="*/ 0 h 8"/>
                  <a:gd name="T2" fmla="*/ 2 w 9"/>
                  <a:gd name="T3" fmla="*/ 1 h 8"/>
                  <a:gd name="T4" fmla="*/ 0 w 9"/>
                  <a:gd name="T5" fmla="*/ 2 h 8"/>
                  <a:gd name="T6" fmla="*/ 0 w 9"/>
                  <a:gd name="T7" fmla="*/ 4 h 8"/>
                  <a:gd name="T8" fmla="*/ 2 w 9"/>
                  <a:gd name="T9" fmla="*/ 5 h 8"/>
                  <a:gd name="T10" fmla="*/ 3 w 9"/>
                  <a:gd name="T11" fmla="*/ 7 h 8"/>
                  <a:gd name="T12" fmla="*/ 5 w 9"/>
                  <a:gd name="T13" fmla="*/ 8 h 8"/>
                  <a:gd name="T14" fmla="*/ 6 w 9"/>
                  <a:gd name="T15" fmla="*/ 8 h 8"/>
                  <a:gd name="T16" fmla="*/ 8 w 9"/>
                  <a:gd name="T17" fmla="*/ 7 h 8"/>
                  <a:gd name="T18" fmla="*/ 8 w 9"/>
                  <a:gd name="T19" fmla="*/ 7 h 8"/>
                  <a:gd name="T20" fmla="*/ 9 w 9"/>
                  <a:gd name="T21" fmla="*/ 5 h 8"/>
                  <a:gd name="T22" fmla="*/ 9 w 9"/>
                  <a:gd name="T23" fmla="*/ 4 h 8"/>
                  <a:gd name="T24" fmla="*/ 9 w 9"/>
                  <a:gd name="T25" fmla="*/ 2 h 8"/>
                  <a:gd name="T26" fmla="*/ 9 w 9"/>
                  <a:gd name="T27" fmla="*/ 1 h 8"/>
                  <a:gd name="T28" fmla="*/ 8 w 9"/>
                  <a:gd name="T29" fmla="*/ 0 h 8"/>
                  <a:gd name="T30" fmla="*/ 6 w 9"/>
                  <a:gd name="T31" fmla="*/ 0 h 8"/>
                  <a:gd name="T32" fmla="*/ 5 w 9"/>
                  <a:gd name="T33" fmla="*/ 0 h 8"/>
                  <a:gd name="T34" fmla="*/ 3 w 9"/>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3" y="0"/>
                    </a:moveTo>
                    <a:lnTo>
                      <a:pt x="2" y="1"/>
                    </a:lnTo>
                    <a:lnTo>
                      <a:pt x="0" y="2"/>
                    </a:lnTo>
                    <a:lnTo>
                      <a:pt x="0" y="4"/>
                    </a:lnTo>
                    <a:lnTo>
                      <a:pt x="2" y="5"/>
                    </a:lnTo>
                    <a:lnTo>
                      <a:pt x="3" y="7"/>
                    </a:lnTo>
                    <a:lnTo>
                      <a:pt x="5" y="8"/>
                    </a:lnTo>
                    <a:lnTo>
                      <a:pt x="6" y="8"/>
                    </a:lnTo>
                    <a:lnTo>
                      <a:pt x="8" y="7"/>
                    </a:lnTo>
                    <a:lnTo>
                      <a:pt x="9" y="5"/>
                    </a:lnTo>
                    <a:lnTo>
                      <a:pt x="9" y="4"/>
                    </a:lnTo>
                    <a:lnTo>
                      <a:pt x="9" y="2"/>
                    </a:lnTo>
                    <a:lnTo>
                      <a:pt x="9" y="1"/>
                    </a:lnTo>
                    <a:lnTo>
                      <a:pt x="8" y="0"/>
                    </a:lnTo>
                    <a:lnTo>
                      <a:pt x="6" y="0"/>
                    </a:lnTo>
                    <a:lnTo>
                      <a:pt x="5"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621" name="Freeform 75"/>
              <p:cNvSpPr>
                <a:spLocks/>
              </p:cNvSpPr>
              <p:nvPr/>
            </p:nvSpPr>
            <p:spPr bwMode="auto">
              <a:xfrm>
                <a:off x="3655" y="2209"/>
                <a:ext cx="8" cy="9"/>
              </a:xfrm>
              <a:custGeom>
                <a:avLst/>
                <a:gdLst>
                  <a:gd name="T0" fmla="*/ 2 w 8"/>
                  <a:gd name="T1" fmla="*/ 0 h 9"/>
                  <a:gd name="T2" fmla="*/ 1 w 8"/>
                  <a:gd name="T3" fmla="*/ 1 h 9"/>
                  <a:gd name="T4" fmla="*/ 0 w 8"/>
                  <a:gd name="T5" fmla="*/ 3 h 9"/>
                  <a:gd name="T6" fmla="*/ 0 w 8"/>
                  <a:gd name="T7" fmla="*/ 4 h 9"/>
                  <a:gd name="T8" fmla="*/ 1 w 8"/>
                  <a:gd name="T9" fmla="*/ 6 h 9"/>
                  <a:gd name="T10" fmla="*/ 2 w 8"/>
                  <a:gd name="T11" fmla="*/ 7 h 9"/>
                  <a:gd name="T12" fmla="*/ 4 w 8"/>
                  <a:gd name="T13" fmla="*/ 9 h 9"/>
                  <a:gd name="T14" fmla="*/ 5 w 8"/>
                  <a:gd name="T15" fmla="*/ 9 h 9"/>
                  <a:gd name="T16" fmla="*/ 7 w 8"/>
                  <a:gd name="T17" fmla="*/ 7 h 9"/>
                  <a:gd name="T18" fmla="*/ 7 w 8"/>
                  <a:gd name="T19" fmla="*/ 7 h 9"/>
                  <a:gd name="T20" fmla="*/ 8 w 8"/>
                  <a:gd name="T21" fmla="*/ 6 h 9"/>
                  <a:gd name="T22" fmla="*/ 8 w 8"/>
                  <a:gd name="T23" fmla="*/ 4 h 9"/>
                  <a:gd name="T24" fmla="*/ 8 w 8"/>
                  <a:gd name="T25" fmla="*/ 3 h 9"/>
                  <a:gd name="T26" fmla="*/ 8 w 8"/>
                  <a:gd name="T27" fmla="*/ 1 h 9"/>
                  <a:gd name="T28" fmla="*/ 7 w 8"/>
                  <a:gd name="T29" fmla="*/ 0 h 9"/>
                  <a:gd name="T30" fmla="*/ 5 w 8"/>
                  <a:gd name="T31" fmla="*/ 0 h 9"/>
                  <a:gd name="T32" fmla="*/ 4 w 8"/>
                  <a:gd name="T33" fmla="*/ 0 h 9"/>
                  <a:gd name="T34" fmla="*/ 2 w 8"/>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2" y="0"/>
                    </a:moveTo>
                    <a:lnTo>
                      <a:pt x="1" y="1"/>
                    </a:lnTo>
                    <a:lnTo>
                      <a:pt x="0" y="3"/>
                    </a:lnTo>
                    <a:lnTo>
                      <a:pt x="0" y="4"/>
                    </a:lnTo>
                    <a:lnTo>
                      <a:pt x="1" y="6"/>
                    </a:lnTo>
                    <a:lnTo>
                      <a:pt x="2" y="7"/>
                    </a:lnTo>
                    <a:lnTo>
                      <a:pt x="4" y="9"/>
                    </a:lnTo>
                    <a:lnTo>
                      <a:pt x="5" y="9"/>
                    </a:lnTo>
                    <a:lnTo>
                      <a:pt x="7" y="7"/>
                    </a:lnTo>
                    <a:lnTo>
                      <a:pt x="8" y="6"/>
                    </a:lnTo>
                    <a:lnTo>
                      <a:pt x="8" y="4"/>
                    </a:lnTo>
                    <a:lnTo>
                      <a:pt x="8" y="3"/>
                    </a:lnTo>
                    <a:lnTo>
                      <a:pt x="8" y="1"/>
                    </a:lnTo>
                    <a:lnTo>
                      <a:pt x="7" y="0"/>
                    </a:lnTo>
                    <a:lnTo>
                      <a:pt x="5" y="0"/>
                    </a:lnTo>
                    <a:lnTo>
                      <a:pt x="4" y="0"/>
                    </a:lnTo>
                    <a:lnTo>
                      <a:pt x="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622" name="Freeform 76"/>
              <p:cNvSpPr>
                <a:spLocks/>
              </p:cNvSpPr>
              <p:nvPr/>
            </p:nvSpPr>
            <p:spPr bwMode="auto">
              <a:xfrm>
                <a:off x="3669" y="2197"/>
                <a:ext cx="9" cy="9"/>
              </a:xfrm>
              <a:custGeom>
                <a:avLst/>
                <a:gdLst>
                  <a:gd name="T0" fmla="*/ 2 w 9"/>
                  <a:gd name="T1" fmla="*/ 0 h 9"/>
                  <a:gd name="T2" fmla="*/ 0 w 9"/>
                  <a:gd name="T3" fmla="*/ 2 h 9"/>
                  <a:gd name="T4" fmla="*/ 0 w 9"/>
                  <a:gd name="T5" fmla="*/ 3 h 9"/>
                  <a:gd name="T6" fmla="*/ 0 w 9"/>
                  <a:gd name="T7" fmla="*/ 5 h 9"/>
                  <a:gd name="T8" fmla="*/ 0 w 9"/>
                  <a:gd name="T9" fmla="*/ 6 h 9"/>
                  <a:gd name="T10" fmla="*/ 2 w 9"/>
                  <a:gd name="T11" fmla="*/ 8 h 9"/>
                  <a:gd name="T12" fmla="*/ 3 w 9"/>
                  <a:gd name="T13" fmla="*/ 9 h 9"/>
                  <a:gd name="T14" fmla="*/ 4 w 9"/>
                  <a:gd name="T15" fmla="*/ 9 h 9"/>
                  <a:gd name="T16" fmla="*/ 6 w 9"/>
                  <a:gd name="T17" fmla="*/ 8 h 9"/>
                  <a:gd name="T18" fmla="*/ 6 w 9"/>
                  <a:gd name="T19" fmla="*/ 8 h 9"/>
                  <a:gd name="T20" fmla="*/ 7 w 9"/>
                  <a:gd name="T21" fmla="*/ 6 h 9"/>
                  <a:gd name="T22" fmla="*/ 9 w 9"/>
                  <a:gd name="T23" fmla="*/ 5 h 9"/>
                  <a:gd name="T24" fmla="*/ 9 w 9"/>
                  <a:gd name="T25" fmla="*/ 3 h 9"/>
                  <a:gd name="T26" fmla="*/ 7 w 9"/>
                  <a:gd name="T27" fmla="*/ 2 h 9"/>
                  <a:gd name="T28" fmla="*/ 6 w 9"/>
                  <a:gd name="T29" fmla="*/ 0 h 9"/>
                  <a:gd name="T30" fmla="*/ 4 w 9"/>
                  <a:gd name="T31" fmla="*/ 0 h 9"/>
                  <a:gd name="T32" fmla="*/ 3 w 9"/>
                  <a:gd name="T33" fmla="*/ 0 h 9"/>
                  <a:gd name="T34" fmla="*/ 2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2" y="0"/>
                    </a:moveTo>
                    <a:lnTo>
                      <a:pt x="0" y="2"/>
                    </a:lnTo>
                    <a:lnTo>
                      <a:pt x="0" y="3"/>
                    </a:lnTo>
                    <a:lnTo>
                      <a:pt x="0" y="5"/>
                    </a:lnTo>
                    <a:lnTo>
                      <a:pt x="0" y="6"/>
                    </a:lnTo>
                    <a:lnTo>
                      <a:pt x="2" y="8"/>
                    </a:lnTo>
                    <a:lnTo>
                      <a:pt x="3" y="9"/>
                    </a:lnTo>
                    <a:lnTo>
                      <a:pt x="4" y="9"/>
                    </a:lnTo>
                    <a:lnTo>
                      <a:pt x="6" y="8"/>
                    </a:lnTo>
                    <a:lnTo>
                      <a:pt x="7" y="6"/>
                    </a:lnTo>
                    <a:lnTo>
                      <a:pt x="9" y="5"/>
                    </a:lnTo>
                    <a:lnTo>
                      <a:pt x="9" y="3"/>
                    </a:lnTo>
                    <a:lnTo>
                      <a:pt x="7" y="2"/>
                    </a:lnTo>
                    <a:lnTo>
                      <a:pt x="6" y="0"/>
                    </a:lnTo>
                    <a:lnTo>
                      <a:pt x="4" y="0"/>
                    </a:lnTo>
                    <a:lnTo>
                      <a:pt x="3" y="0"/>
                    </a:lnTo>
                    <a:lnTo>
                      <a:pt x="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623" name="Freeform 77"/>
              <p:cNvSpPr>
                <a:spLocks/>
              </p:cNvSpPr>
              <p:nvPr/>
            </p:nvSpPr>
            <p:spPr bwMode="auto">
              <a:xfrm>
                <a:off x="3682" y="2187"/>
                <a:ext cx="9" cy="9"/>
              </a:xfrm>
              <a:custGeom>
                <a:avLst/>
                <a:gdLst>
                  <a:gd name="T0" fmla="*/ 2 w 9"/>
                  <a:gd name="T1" fmla="*/ 0 h 9"/>
                  <a:gd name="T2" fmla="*/ 0 w 9"/>
                  <a:gd name="T3" fmla="*/ 2 h 9"/>
                  <a:gd name="T4" fmla="*/ 0 w 9"/>
                  <a:gd name="T5" fmla="*/ 3 h 9"/>
                  <a:gd name="T6" fmla="*/ 0 w 9"/>
                  <a:gd name="T7" fmla="*/ 4 h 9"/>
                  <a:gd name="T8" fmla="*/ 0 w 9"/>
                  <a:gd name="T9" fmla="*/ 6 h 9"/>
                  <a:gd name="T10" fmla="*/ 2 w 9"/>
                  <a:gd name="T11" fmla="*/ 7 h 9"/>
                  <a:gd name="T12" fmla="*/ 3 w 9"/>
                  <a:gd name="T13" fmla="*/ 9 h 9"/>
                  <a:gd name="T14" fmla="*/ 5 w 9"/>
                  <a:gd name="T15" fmla="*/ 9 h 9"/>
                  <a:gd name="T16" fmla="*/ 6 w 9"/>
                  <a:gd name="T17" fmla="*/ 7 h 9"/>
                  <a:gd name="T18" fmla="*/ 6 w 9"/>
                  <a:gd name="T19" fmla="*/ 7 h 9"/>
                  <a:gd name="T20" fmla="*/ 7 w 9"/>
                  <a:gd name="T21" fmla="*/ 6 h 9"/>
                  <a:gd name="T22" fmla="*/ 9 w 9"/>
                  <a:gd name="T23" fmla="*/ 4 h 9"/>
                  <a:gd name="T24" fmla="*/ 9 w 9"/>
                  <a:gd name="T25" fmla="*/ 3 h 9"/>
                  <a:gd name="T26" fmla="*/ 7 w 9"/>
                  <a:gd name="T27" fmla="*/ 2 h 9"/>
                  <a:gd name="T28" fmla="*/ 6 w 9"/>
                  <a:gd name="T29" fmla="*/ 0 h 9"/>
                  <a:gd name="T30" fmla="*/ 5 w 9"/>
                  <a:gd name="T31" fmla="*/ 0 h 9"/>
                  <a:gd name="T32" fmla="*/ 3 w 9"/>
                  <a:gd name="T33" fmla="*/ 0 h 9"/>
                  <a:gd name="T34" fmla="*/ 2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2" y="0"/>
                    </a:moveTo>
                    <a:lnTo>
                      <a:pt x="0" y="2"/>
                    </a:lnTo>
                    <a:lnTo>
                      <a:pt x="0" y="3"/>
                    </a:lnTo>
                    <a:lnTo>
                      <a:pt x="0" y="4"/>
                    </a:lnTo>
                    <a:lnTo>
                      <a:pt x="0" y="6"/>
                    </a:lnTo>
                    <a:lnTo>
                      <a:pt x="2" y="7"/>
                    </a:lnTo>
                    <a:lnTo>
                      <a:pt x="3" y="9"/>
                    </a:lnTo>
                    <a:lnTo>
                      <a:pt x="5" y="9"/>
                    </a:lnTo>
                    <a:lnTo>
                      <a:pt x="6" y="7"/>
                    </a:lnTo>
                    <a:lnTo>
                      <a:pt x="7" y="6"/>
                    </a:lnTo>
                    <a:lnTo>
                      <a:pt x="9" y="4"/>
                    </a:lnTo>
                    <a:lnTo>
                      <a:pt x="9" y="3"/>
                    </a:lnTo>
                    <a:lnTo>
                      <a:pt x="7" y="2"/>
                    </a:lnTo>
                    <a:lnTo>
                      <a:pt x="6" y="0"/>
                    </a:lnTo>
                    <a:lnTo>
                      <a:pt x="5" y="0"/>
                    </a:lnTo>
                    <a:lnTo>
                      <a:pt x="3" y="0"/>
                    </a:lnTo>
                    <a:lnTo>
                      <a:pt x="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624" name="Freeform 78"/>
              <p:cNvSpPr>
                <a:spLocks/>
              </p:cNvSpPr>
              <p:nvPr/>
            </p:nvSpPr>
            <p:spPr bwMode="auto">
              <a:xfrm>
                <a:off x="3697" y="2175"/>
                <a:ext cx="8" cy="9"/>
              </a:xfrm>
              <a:custGeom>
                <a:avLst/>
                <a:gdLst>
                  <a:gd name="T0" fmla="*/ 1 w 8"/>
                  <a:gd name="T1" fmla="*/ 2 h 9"/>
                  <a:gd name="T2" fmla="*/ 0 w 8"/>
                  <a:gd name="T3" fmla="*/ 3 h 9"/>
                  <a:gd name="T4" fmla="*/ 0 w 8"/>
                  <a:gd name="T5" fmla="*/ 5 h 9"/>
                  <a:gd name="T6" fmla="*/ 0 w 8"/>
                  <a:gd name="T7" fmla="*/ 6 h 9"/>
                  <a:gd name="T8" fmla="*/ 0 w 8"/>
                  <a:gd name="T9" fmla="*/ 8 h 9"/>
                  <a:gd name="T10" fmla="*/ 1 w 8"/>
                  <a:gd name="T11" fmla="*/ 9 h 9"/>
                  <a:gd name="T12" fmla="*/ 3 w 8"/>
                  <a:gd name="T13" fmla="*/ 9 h 9"/>
                  <a:gd name="T14" fmla="*/ 4 w 8"/>
                  <a:gd name="T15" fmla="*/ 9 h 9"/>
                  <a:gd name="T16" fmla="*/ 5 w 8"/>
                  <a:gd name="T17" fmla="*/ 9 h 9"/>
                  <a:gd name="T18" fmla="*/ 5 w 8"/>
                  <a:gd name="T19" fmla="*/ 9 h 9"/>
                  <a:gd name="T20" fmla="*/ 7 w 8"/>
                  <a:gd name="T21" fmla="*/ 8 h 9"/>
                  <a:gd name="T22" fmla="*/ 8 w 8"/>
                  <a:gd name="T23" fmla="*/ 6 h 9"/>
                  <a:gd name="T24" fmla="*/ 8 w 8"/>
                  <a:gd name="T25" fmla="*/ 5 h 9"/>
                  <a:gd name="T26" fmla="*/ 7 w 8"/>
                  <a:gd name="T27" fmla="*/ 3 h 9"/>
                  <a:gd name="T28" fmla="*/ 5 w 8"/>
                  <a:gd name="T29" fmla="*/ 2 h 9"/>
                  <a:gd name="T30" fmla="*/ 4 w 8"/>
                  <a:gd name="T31" fmla="*/ 0 h 9"/>
                  <a:gd name="T32" fmla="*/ 3 w 8"/>
                  <a:gd name="T33" fmla="*/ 0 h 9"/>
                  <a:gd name="T34" fmla="*/ 1 w 8"/>
                  <a:gd name="T35" fmla="*/ 2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1" y="2"/>
                    </a:moveTo>
                    <a:lnTo>
                      <a:pt x="0" y="3"/>
                    </a:lnTo>
                    <a:lnTo>
                      <a:pt x="0" y="5"/>
                    </a:lnTo>
                    <a:lnTo>
                      <a:pt x="0" y="6"/>
                    </a:lnTo>
                    <a:lnTo>
                      <a:pt x="0" y="8"/>
                    </a:lnTo>
                    <a:lnTo>
                      <a:pt x="1" y="9"/>
                    </a:lnTo>
                    <a:lnTo>
                      <a:pt x="3" y="9"/>
                    </a:lnTo>
                    <a:lnTo>
                      <a:pt x="4" y="9"/>
                    </a:lnTo>
                    <a:lnTo>
                      <a:pt x="5" y="9"/>
                    </a:lnTo>
                    <a:lnTo>
                      <a:pt x="7" y="8"/>
                    </a:lnTo>
                    <a:lnTo>
                      <a:pt x="8" y="6"/>
                    </a:lnTo>
                    <a:lnTo>
                      <a:pt x="8" y="5"/>
                    </a:lnTo>
                    <a:lnTo>
                      <a:pt x="7" y="3"/>
                    </a:lnTo>
                    <a:lnTo>
                      <a:pt x="5" y="2"/>
                    </a:lnTo>
                    <a:lnTo>
                      <a:pt x="4" y="0"/>
                    </a:lnTo>
                    <a:lnTo>
                      <a:pt x="3" y="0"/>
                    </a:lnTo>
                    <a:lnTo>
                      <a:pt x="1"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625" name="Freeform 79"/>
              <p:cNvSpPr>
                <a:spLocks/>
              </p:cNvSpPr>
              <p:nvPr/>
            </p:nvSpPr>
            <p:spPr bwMode="auto">
              <a:xfrm>
                <a:off x="3711" y="2167"/>
                <a:ext cx="9" cy="8"/>
              </a:xfrm>
              <a:custGeom>
                <a:avLst/>
                <a:gdLst>
                  <a:gd name="T0" fmla="*/ 2 w 9"/>
                  <a:gd name="T1" fmla="*/ 0 h 8"/>
                  <a:gd name="T2" fmla="*/ 0 w 9"/>
                  <a:gd name="T3" fmla="*/ 1 h 8"/>
                  <a:gd name="T4" fmla="*/ 0 w 9"/>
                  <a:gd name="T5" fmla="*/ 3 h 8"/>
                  <a:gd name="T6" fmla="*/ 0 w 9"/>
                  <a:gd name="T7" fmla="*/ 4 h 8"/>
                  <a:gd name="T8" fmla="*/ 0 w 9"/>
                  <a:gd name="T9" fmla="*/ 6 h 8"/>
                  <a:gd name="T10" fmla="*/ 2 w 9"/>
                  <a:gd name="T11" fmla="*/ 7 h 8"/>
                  <a:gd name="T12" fmla="*/ 3 w 9"/>
                  <a:gd name="T13" fmla="*/ 8 h 8"/>
                  <a:gd name="T14" fmla="*/ 5 w 9"/>
                  <a:gd name="T15" fmla="*/ 8 h 8"/>
                  <a:gd name="T16" fmla="*/ 6 w 9"/>
                  <a:gd name="T17" fmla="*/ 7 h 8"/>
                  <a:gd name="T18" fmla="*/ 6 w 9"/>
                  <a:gd name="T19" fmla="*/ 7 h 8"/>
                  <a:gd name="T20" fmla="*/ 7 w 9"/>
                  <a:gd name="T21" fmla="*/ 6 h 8"/>
                  <a:gd name="T22" fmla="*/ 9 w 9"/>
                  <a:gd name="T23" fmla="*/ 4 h 8"/>
                  <a:gd name="T24" fmla="*/ 9 w 9"/>
                  <a:gd name="T25" fmla="*/ 3 h 8"/>
                  <a:gd name="T26" fmla="*/ 7 w 9"/>
                  <a:gd name="T27" fmla="*/ 1 h 8"/>
                  <a:gd name="T28" fmla="*/ 6 w 9"/>
                  <a:gd name="T29" fmla="*/ 0 h 8"/>
                  <a:gd name="T30" fmla="*/ 5 w 9"/>
                  <a:gd name="T31" fmla="*/ 0 h 8"/>
                  <a:gd name="T32" fmla="*/ 3 w 9"/>
                  <a:gd name="T33" fmla="*/ 0 h 8"/>
                  <a:gd name="T34" fmla="*/ 2 w 9"/>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2" y="0"/>
                    </a:moveTo>
                    <a:lnTo>
                      <a:pt x="0" y="1"/>
                    </a:lnTo>
                    <a:lnTo>
                      <a:pt x="0" y="3"/>
                    </a:lnTo>
                    <a:lnTo>
                      <a:pt x="0" y="4"/>
                    </a:lnTo>
                    <a:lnTo>
                      <a:pt x="0" y="6"/>
                    </a:lnTo>
                    <a:lnTo>
                      <a:pt x="2" y="7"/>
                    </a:lnTo>
                    <a:lnTo>
                      <a:pt x="3" y="8"/>
                    </a:lnTo>
                    <a:lnTo>
                      <a:pt x="5" y="8"/>
                    </a:lnTo>
                    <a:lnTo>
                      <a:pt x="6" y="7"/>
                    </a:lnTo>
                    <a:lnTo>
                      <a:pt x="7" y="6"/>
                    </a:lnTo>
                    <a:lnTo>
                      <a:pt x="9" y="4"/>
                    </a:lnTo>
                    <a:lnTo>
                      <a:pt x="9" y="3"/>
                    </a:lnTo>
                    <a:lnTo>
                      <a:pt x="7" y="1"/>
                    </a:lnTo>
                    <a:lnTo>
                      <a:pt x="6" y="0"/>
                    </a:lnTo>
                    <a:lnTo>
                      <a:pt x="5" y="0"/>
                    </a:lnTo>
                    <a:lnTo>
                      <a:pt x="3" y="0"/>
                    </a:lnTo>
                    <a:lnTo>
                      <a:pt x="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626" name="Freeform 80"/>
              <p:cNvSpPr>
                <a:spLocks/>
              </p:cNvSpPr>
              <p:nvPr/>
            </p:nvSpPr>
            <p:spPr bwMode="auto">
              <a:xfrm>
                <a:off x="3726" y="2158"/>
                <a:ext cx="8" cy="9"/>
              </a:xfrm>
              <a:custGeom>
                <a:avLst/>
                <a:gdLst>
                  <a:gd name="T0" fmla="*/ 3 w 8"/>
                  <a:gd name="T1" fmla="*/ 0 h 9"/>
                  <a:gd name="T2" fmla="*/ 1 w 8"/>
                  <a:gd name="T3" fmla="*/ 0 h 9"/>
                  <a:gd name="T4" fmla="*/ 0 w 8"/>
                  <a:gd name="T5" fmla="*/ 2 h 9"/>
                  <a:gd name="T6" fmla="*/ 0 w 8"/>
                  <a:gd name="T7" fmla="*/ 3 h 9"/>
                  <a:gd name="T8" fmla="*/ 0 w 8"/>
                  <a:gd name="T9" fmla="*/ 4 h 9"/>
                  <a:gd name="T10" fmla="*/ 0 w 8"/>
                  <a:gd name="T11" fmla="*/ 6 h 9"/>
                  <a:gd name="T12" fmla="*/ 1 w 8"/>
                  <a:gd name="T13" fmla="*/ 7 h 9"/>
                  <a:gd name="T14" fmla="*/ 3 w 8"/>
                  <a:gd name="T15" fmla="*/ 9 h 9"/>
                  <a:gd name="T16" fmla="*/ 4 w 8"/>
                  <a:gd name="T17" fmla="*/ 9 h 9"/>
                  <a:gd name="T18" fmla="*/ 4 w 8"/>
                  <a:gd name="T19" fmla="*/ 9 h 9"/>
                  <a:gd name="T20" fmla="*/ 6 w 8"/>
                  <a:gd name="T21" fmla="*/ 7 h 9"/>
                  <a:gd name="T22" fmla="*/ 7 w 8"/>
                  <a:gd name="T23" fmla="*/ 6 h 9"/>
                  <a:gd name="T24" fmla="*/ 8 w 8"/>
                  <a:gd name="T25" fmla="*/ 4 h 9"/>
                  <a:gd name="T26" fmla="*/ 8 w 8"/>
                  <a:gd name="T27" fmla="*/ 3 h 9"/>
                  <a:gd name="T28" fmla="*/ 7 w 8"/>
                  <a:gd name="T29" fmla="*/ 2 h 9"/>
                  <a:gd name="T30" fmla="*/ 6 w 8"/>
                  <a:gd name="T31" fmla="*/ 0 h 9"/>
                  <a:gd name="T32" fmla="*/ 4 w 8"/>
                  <a:gd name="T33" fmla="*/ 0 h 9"/>
                  <a:gd name="T34" fmla="*/ 3 w 8"/>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3" y="0"/>
                    </a:moveTo>
                    <a:lnTo>
                      <a:pt x="1" y="0"/>
                    </a:lnTo>
                    <a:lnTo>
                      <a:pt x="0" y="2"/>
                    </a:lnTo>
                    <a:lnTo>
                      <a:pt x="0" y="3"/>
                    </a:lnTo>
                    <a:lnTo>
                      <a:pt x="0" y="4"/>
                    </a:lnTo>
                    <a:lnTo>
                      <a:pt x="0" y="6"/>
                    </a:lnTo>
                    <a:lnTo>
                      <a:pt x="1" y="7"/>
                    </a:lnTo>
                    <a:lnTo>
                      <a:pt x="3" y="9"/>
                    </a:lnTo>
                    <a:lnTo>
                      <a:pt x="4" y="9"/>
                    </a:lnTo>
                    <a:lnTo>
                      <a:pt x="6" y="7"/>
                    </a:lnTo>
                    <a:lnTo>
                      <a:pt x="7" y="6"/>
                    </a:lnTo>
                    <a:lnTo>
                      <a:pt x="8" y="4"/>
                    </a:lnTo>
                    <a:lnTo>
                      <a:pt x="8" y="3"/>
                    </a:lnTo>
                    <a:lnTo>
                      <a:pt x="7" y="2"/>
                    </a:lnTo>
                    <a:lnTo>
                      <a:pt x="6" y="0"/>
                    </a:lnTo>
                    <a:lnTo>
                      <a:pt x="4"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627" name="Freeform 81"/>
              <p:cNvSpPr>
                <a:spLocks/>
              </p:cNvSpPr>
              <p:nvPr/>
            </p:nvSpPr>
            <p:spPr bwMode="auto">
              <a:xfrm>
                <a:off x="3742" y="2151"/>
                <a:ext cx="8" cy="9"/>
              </a:xfrm>
              <a:custGeom>
                <a:avLst/>
                <a:gdLst>
                  <a:gd name="T0" fmla="*/ 3 w 8"/>
                  <a:gd name="T1" fmla="*/ 0 h 9"/>
                  <a:gd name="T2" fmla="*/ 1 w 8"/>
                  <a:gd name="T3" fmla="*/ 0 h 9"/>
                  <a:gd name="T4" fmla="*/ 0 w 8"/>
                  <a:gd name="T5" fmla="*/ 1 h 9"/>
                  <a:gd name="T6" fmla="*/ 0 w 8"/>
                  <a:gd name="T7" fmla="*/ 3 h 9"/>
                  <a:gd name="T8" fmla="*/ 0 w 8"/>
                  <a:gd name="T9" fmla="*/ 4 h 9"/>
                  <a:gd name="T10" fmla="*/ 0 w 8"/>
                  <a:gd name="T11" fmla="*/ 6 h 9"/>
                  <a:gd name="T12" fmla="*/ 1 w 8"/>
                  <a:gd name="T13" fmla="*/ 7 h 9"/>
                  <a:gd name="T14" fmla="*/ 3 w 8"/>
                  <a:gd name="T15" fmla="*/ 9 h 9"/>
                  <a:gd name="T16" fmla="*/ 4 w 8"/>
                  <a:gd name="T17" fmla="*/ 9 h 9"/>
                  <a:gd name="T18" fmla="*/ 4 w 8"/>
                  <a:gd name="T19" fmla="*/ 9 h 9"/>
                  <a:gd name="T20" fmla="*/ 5 w 8"/>
                  <a:gd name="T21" fmla="*/ 7 h 9"/>
                  <a:gd name="T22" fmla="*/ 7 w 8"/>
                  <a:gd name="T23" fmla="*/ 6 h 9"/>
                  <a:gd name="T24" fmla="*/ 8 w 8"/>
                  <a:gd name="T25" fmla="*/ 4 h 9"/>
                  <a:gd name="T26" fmla="*/ 8 w 8"/>
                  <a:gd name="T27" fmla="*/ 3 h 9"/>
                  <a:gd name="T28" fmla="*/ 7 w 8"/>
                  <a:gd name="T29" fmla="*/ 1 h 9"/>
                  <a:gd name="T30" fmla="*/ 5 w 8"/>
                  <a:gd name="T31" fmla="*/ 0 h 9"/>
                  <a:gd name="T32" fmla="*/ 4 w 8"/>
                  <a:gd name="T33" fmla="*/ 0 h 9"/>
                  <a:gd name="T34" fmla="*/ 3 w 8"/>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3" y="0"/>
                    </a:moveTo>
                    <a:lnTo>
                      <a:pt x="1" y="0"/>
                    </a:lnTo>
                    <a:lnTo>
                      <a:pt x="0" y="1"/>
                    </a:lnTo>
                    <a:lnTo>
                      <a:pt x="0" y="3"/>
                    </a:lnTo>
                    <a:lnTo>
                      <a:pt x="0" y="4"/>
                    </a:lnTo>
                    <a:lnTo>
                      <a:pt x="0" y="6"/>
                    </a:lnTo>
                    <a:lnTo>
                      <a:pt x="1" y="7"/>
                    </a:lnTo>
                    <a:lnTo>
                      <a:pt x="3" y="9"/>
                    </a:lnTo>
                    <a:lnTo>
                      <a:pt x="4" y="9"/>
                    </a:lnTo>
                    <a:lnTo>
                      <a:pt x="5" y="7"/>
                    </a:lnTo>
                    <a:lnTo>
                      <a:pt x="7" y="6"/>
                    </a:lnTo>
                    <a:lnTo>
                      <a:pt x="8" y="4"/>
                    </a:lnTo>
                    <a:lnTo>
                      <a:pt x="8" y="3"/>
                    </a:lnTo>
                    <a:lnTo>
                      <a:pt x="7" y="1"/>
                    </a:lnTo>
                    <a:lnTo>
                      <a:pt x="5" y="0"/>
                    </a:lnTo>
                    <a:lnTo>
                      <a:pt x="4"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628" name="Freeform 82"/>
              <p:cNvSpPr>
                <a:spLocks/>
              </p:cNvSpPr>
              <p:nvPr/>
            </p:nvSpPr>
            <p:spPr bwMode="auto">
              <a:xfrm>
                <a:off x="3758" y="2146"/>
                <a:ext cx="8" cy="9"/>
              </a:xfrm>
              <a:custGeom>
                <a:avLst/>
                <a:gdLst>
                  <a:gd name="T0" fmla="*/ 5 w 8"/>
                  <a:gd name="T1" fmla="*/ 0 h 9"/>
                  <a:gd name="T2" fmla="*/ 4 w 8"/>
                  <a:gd name="T3" fmla="*/ 0 h 9"/>
                  <a:gd name="T4" fmla="*/ 3 w 8"/>
                  <a:gd name="T5" fmla="*/ 0 h 9"/>
                  <a:gd name="T6" fmla="*/ 1 w 8"/>
                  <a:gd name="T7" fmla="*/ 2 h 9"/>
                  <a:gd name="T8" fmla="*/ 0 w 8"/>
                  <a:gd name="T9" fmla="*/ 3 h 9"/>
                  <a:gd name="T10" fmla="*/ 0 w 8"/>
                  <a:gd name="T11" fmla="*/ 5 h 9"/>
                  <a:gd name="T12" fmla="*/ 1 w 8"/>
                  <a:gd name="T13" fmla="*/ 6 h 9"/>
                  <a:gd name="T14" fmla="*/ 3 w 8"/>
                  <a:gd name="T15" fmla="*/ 8 h 9"/>
                  <a:gd name="T16" fmla="*/ 4 w 8"/>
                  <a:gd name="T17" fmla="*/ 9 h 9"/>
                  <a:gd name="T18" fmla="*/ 4 w 8"/>
                  <a:gd name="T19" fmla="*/ 9 h 9"/>
                  <a:gd name="T20" fmla="*/ 5 w 8"/>
                  <a:gd name="T21" fmla="*/ 9 h 9"/>
                  <a:gd name="T22" fmla="*/ 7 w 8"/>
                  <a:gd name="T23" fmla="*/ 8 h 9"/>
                  <a:gd name="T24" fmla="*/ 8 w 8"/>
                  <a:gd name="T25" fmla="*/ 6 h 9"/>
                  <a:gd name="T26" fmla="*/ 8 w 8"/>
                  <a:gd name="T27" fmla="*/ 5 h 9"/>
                  <a:gd name="T28" fmla="*/ 8 w 8"/>
                  <a:gd name="T29" fmla="*/ 3 h 9"/>
                  <a:gd name="T30" fmla="*/ 8 w 8"/>
                  <a:gd name="T31" fmla="*/ 2 h 9"/>
                  <a:gd name="T32" fmla="*/ 7 w 8"/>
                  <a:gd name="T33" fmla="*/ 0 h 9"/>
                  <a:gd name="T34" fmla="*/ 5 w 8"/>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5" y="0"/>
                    </a:moveTo>
                    <a:lnTo>
                      <a:pt x="4" y="0"/>
                    </a:lnTo>
                    <a:lnTo>
                      <a:pt x="3" y="0"/>
                    </a:lnTo>
                    <a:lnTo>
                      <a:pt x="1" y="2"/>
                    </a:lnTo>
                    <a:lnTo>
                      <a:pt x="0" y="3"/>
                    </a:lnTo>
                    <a:lnTo>
                      <a:pt x="0" y="5"/>
                    </a:lnTo>
                    <a:lnTo>
                      <a:pt x="1" y="6"/>
                    </a:lnTo>
                    <a:lnTo>
                      <a:pt x="3" y="8"/>
                    </a:lnTo>
                    <a:lnTo>
                      <a:pt x="4" y="9"/>
                    </a:lnTo>
                    <a:lnTo>
                      <a:pt x="5" y="9"/>
                    </a:lnTo>
                    <a:lnTo>
                      <a:pt x="7" y="8"/>
                    </a:lnTo>
                    <a:lnTo>
                      <a:pt x="8" y="6"/>
                    </a:lnTo>
                    <a:lnTo>
                      <a:pt x="8" y="5"/>
                    </a:lnTo>
                    <a:lnTo>
                      <a:pt x="8" y="3"/>
                    </a:lnTo>
                    <a:lnTo>
                      <a:pt x="8" y="2"/>
                    </a:lnTo>
                    <a:lnTo>
                      <a:pt x="7" y="0"/>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629" name="Freeform 83"/>
              <p:cNvSpPr>
                <a:spLocks/>
              </p:cNvSpPr>
              <p:nvPr/>
            </p:nvSpPr>
            <p:spPr bwMode="auto">
              <a:xfrm>
                <a:off x="3775" y="2145"/>
                <a:ext cx="9" cy="9"/>
              </a:xfrm>
              <a:custGeom>
                <a:avLst/>
                <a:gdLst>
                  <a:gd name="T0" fmla="*/ 6 w 9"/>
                  <a:gd name="T1" fmla="*/ 0 h 9"/>
                  <a:gd name="T2" fmla="*/ 4 w 9"/>
                  <a:gd name="T3" fmla="*/ 0 h 9"/>
                  <a:gd name="T4" fmla="*/ 3 w 9"/>
                  <a:gd name="T5" fmla="*/ 1 h 9"/>
                  <a:gd name="T6" fmla="*/ 2 w 9"/>
                  <a:gd name="T7" fmla="*/ 3 h 9"/>
                  <a:gd name="T8" fmla="*/ 0 w 9"/>
                  <a:gd name="T9" fmla="*/ 4 h 9"/>
                  <a:gd name="T10" fmla="*/ 0 w 9"/>
                  <a:gd name="T11" fmla="*/ 6 h 9"/>
                  <a:gd name="T12" fmla="*/ 2 w 9"/>
                  <a:gd name="T13" fmla="*/ 7 h 9"/>
                  <a:gd name="T14" fmla="*/ 3 w 9"/>
                  <a:gd name="T15" fmla="*/ 9 h 9"/>
                  <a:gd name="T16" fmla="*/ 4 w 9"/>
                  <a:gd name="T17" fmla="*/ 9 h 9"/>
                  <a:gd name="T18" fmla="*/ 4 w 9"/>
                  <a:gd name="T19" fmla="*/ 9 h 9"/>
                  <a:gd name="T20" fmla="*/ 6 w 9"/>
                  <a:gd name="T21" fmla="*/ 9 h 9"/>
                  <a:gd name="T22" fmla="*/ 7 w 9"/>
                  <a:gd name="T23" fmla="*/ 9 h 9"/>
                  <a:gd name="T24" fmla="*/ 9 w 9"/>
                  <a:gd name="T25" fmla="*/ 7 h 9"/>
                  <a:gd name="T26" fmla="*/ 9 w 9"/>
                  <a:gd name="T27" fmla="*/ 6 h 9"/>
                  <a:gd name="T28" fmla="*/ 9 w 9"/>
                  <a:gd name="T29" fmla="*/ 4 h 9"/>
                  <a:gd name="T30" fmla="*/ 9 w 9"/>
                  <a:gd name="T31" fmla="*/ 3 h 9"/>
                  <a:gd name="T32" fmla="*/ 7 w 9"/>
                  <a:gd name="T33" fmla="*/ 1 h 9"/>
                  <a:gd name="T34" fmla="*/ 6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6" y="0"/>
                    </a:moveTo>
                    <a:lnTo>
                      <a:pt x="4" y="0"/>
                    </a:lnTo>
                    <a:lnTo>
                      <a:pt x="3" y="1"/>
                    </a:lnTo>
                    <a:lnTo>
                      <a:pt x="2" y="3"/>
                    </a:lnTo>
                    <a:lnTo>
                      <a:pt x="0" y="4"/>
                    </a:lnTo>
                    <a:lnTo>
                      <a:pt x="0" y="6"/>
                    </a:lnTo>
                    <a:lnTo>
                      <a:pt x="2" y="7"/>
                    </a:lnTo>
                    <a:lnTo>
                      <a:pt x="3" y="9"/>
                    </a:lnTo>
                    <a:lnTo>
                      <a:pt x="4" y="9"/>
                    </a:lnTo>
                    <a:lnTo>
                      <a:pt x="6" y="9"/>
                    </a:lnTo>
                    <a:lnTo>
                      <a:pt x="7" y="9"/>
                    </a:lnTo>
                    <a:lnTo>
                      <a:pt x="9" y="7"/>
                    </a:lnTo>
                    <a:lnTo>
                      <a:pt x="9" y="6"/>
                    </a:lnTo>
                    <a:lnTo>
                      <a:pt x="9" y="4"/>
                    </a:lnTo>
                    <a:lnTo>
                      <a:pt x="9" y="3"/>
                    </a:lnTo>
                    <a:lnTo>
                      <a:pt x="7" y="1"/>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630" name="Freeform 84"/>
              <p:cNvSpPr>
                <a:spLocks/>
              </p:cNvSpPr>
              <p:nvPr/>
            </p:nvSpPr>
            <p:spPr bwMode="auto">
              <a:xfrm>
                <a:off x="3793" y="2149"/>
                <a:ext cx="8" cy="9"/>
              </a:xfrm>
              <a:custGeom>
                <a:avLst/>
                <a:gdLst>
                  <a:gd name="T0" fmla="*/ 4 w 8"/>
                  <a:gd name="T1" fmla="*/ 0 h 9"/>
                  <a:gd name="T2" fmla="*/ 2 w 8"/>
                  <a:gd name="T3" fmla="*/ 0 h 9"/>
                  <a:gd name="T4" fmla="*/ 1 w 8"/>
                  <a:gd name="T5" fmla="*/ 2 h 9"/>
                  <a:gd name="T6" fmla="*/ 0 w 8"/>
                  <a:gd name="T7" fmla="*/ 3 h 9"/>
                  <a:gd name="T8" fmla="*/ 0 w 8"/>
                  <a:gd name="T9" fmla="*/ 5 h 9"/>
                  <a:gd name="T10" fmla="*/ 0 w 8"/>
                  <a:gd name="T11" fmla="*/ 6 h 9"/>
                  <a:gd name="T12" fmla="*/ 0 w 8"/>
                  <a:gd name="T13" fmla="*/ 8 h 9"/>
                  <a:gd name="T14" fmla="*/ 1 w 8"/>
                  <a:gd name="T15" fmla="*/ 9 h 9"/>
                  <a:gd name="T16" fmla="*/ 2 w 8"/>
                  <a:gd name="T17" fmla="*/ 9 h 9"/>
                  <a:gd name="T18" fmla="*/ 2 w 8"/>
                  <a:gd name="T19" fmla="*/ 9 h 9"/>
                  <a:gd name="T20" fmla="*/ 4 w 8"/>
                  <a:gd name="T21" fmla="*/ 9 h 9"/>
                  <a:gd name="T22" fmla="*/ 5 w 8"/>
                  <a:gd name="T23" fmla="*/ 9 h 9"/>
                  <a:gd name="T24" fmla="*/ 7 w 8"/>
                  <a:gd name="T25" fmla="*/ 8 h 9"/>
                  <a:gd name="T26" fmla="*/ 8 w 8"/>
                  <a:gd name="T27" fmla="*/ 6 h 9"/>
                  <a:gd name="T28" fmla="*/ 8 w 8"/>
                  <a:gd name="T29" fmla="*/ 5 h 9"/>
                  <a:gd name="T30" fmla="*/ 7 w 8"/>
                  <a:gd name="T31" fmla="*/ 3 h 9"/>
                  <a:gd name="T32" fmla="*/ 5 w 8"/>
                  <a:gd name="T33" fmla="*/ 2 h 9"/>
                  <a:gd name="T34" fmla="*/ 4 w 8"/>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4" y="0"/>
                    </a:moveTo>
                    <a:lnTo>
                      <a:pt x="2" y="0"/>
                    </a:lnTo>
                    <a:lnTo>
                      <a:pt x="1" y="2"/>
                    </a:lnTo>
                    <a:lnTo>
                      <a:pt x="0" y="3"/>
                    </a:lnTo>
                    <a:lnTo>
                      <a:pt x="0" y="5"/>
                    </a:lnTo>
                    <a:lnTo>
                      <a:pt x="0" y="6"/>
                    </a:lnTo>
                    <a:lnTo>
                      <a:pt x="0" y="8"/>
                    </a:lnTo>
                    <a:lnTo>
                      <a:pt x="1" y="9"/>
                    </a:lnTo>
                    <a:lnTo>
                      <a:pt x="2" y="9"/>
                    </a:lnTo>
                    <a:lnTo>
                      <a:pt x="4" y="9"/>
                    </a:lnTo>
                    <a:lnTo>
                      <a:pt x="5" y="9"/>
                    </a:lnTo>
                    <a:lnTo>
                      <a:pt x="7" y="8"/>
                    </a:lnTo>
                    <a:lnTo>
                      <a:pt x="8" y="6"/>
                    </a:lnTo>
                    <a:lnTo>
                      <a:pt x="8" y="5"/>
                    </a:lnTo>
                    <a:lnTo>
                      <a:pt x="7" y="3"/>
                    </a:lnTo>
                    <a:lnTo>
                      <a:pt x="5" y="2"/>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631" name="Freeform 85"/>
              <p:cNvSpPr>
                <a:spLocks/>
              </p:cNvSpPr>
              <p:nvPr/>
            </p:nvSpPr>
            <p:spPr bwMode="auto">
              <a:xfrm>
                <a:off x="3808" y="2157"/>
                <a:ext cx="9" cy="8"/>
              </a:xfrm>
              <a:custGeom>
                <a:avLst/>
                <a:gdLst>
                  <a:gd name="T0" fmla="*/ 6 w 9"/>
                  <a:gd name="T1" fmla="*/ 0 h 8"/>
                  <a:gd name="T2" fmla="*/ 5 w 9"/>
                  <a:gd name="T3" fmla="*/ 0 h 8"/>
                  <a:gd name="T4" fmla="*/ 3 w 9"/>
                  <a:gd name="T5" fmla="*/ 0 h 8"/>
                  <a:gd name="T6" fmla="*/ 2 w 9"/>
                  <a:gd name="T7" fmla="*/ 1 h 8"/>
                  <a:gd name="T8" fmla="*/ 0 w 9"/>
                  <a:gd name="T9" fmla="*/ 3 h 8"/>
                  <a:gd name="T10" fmla="*/ 0 w 9"/>
                  <a:gd name="T11" fmla="*/ 4 h 8"/>
                  <a:gd name="T12" fmla="*/ 2 w 9"/>
                  <a:gd name="T13" fmla="*/ 5 h 8"/>
                  <a:gd name="T14" fmla="*/ 3 w 9"/>
                  <a:gd name="T15" fmla="*/ 7 h 8"/>
                  <a:gd name="T16" fmla="*/ 5 w 9"/>
                  <a:gd name="T17" fmla="*/ 8 h 8"/>
                  <a:gd name="T18" fmla="*/ 5 w 9"/>
                  <a:gd name="T19" fmla="*/ 8 h 8"/>
                  <a:gd name="T20" fmla="*/ 6 w 9"/>
                  <a:gd name="T21" fmla="*/ 8 h 8"/>
                  <a:gd name="T22" fmla="*/ 8 w 9"/>
                  <a:gd name="T23" fmla="*/ 7 h 8"/>
                  <a:gd name="T24" fmla="*/ 9 w 9"/>
                  <a:gd name="T25" fmla="*/ 5 h 8"/>
                  <a:gd name="T26" fmla="*/ 9 w 9"/>
                  <a:gd name="T27" fmla="*/ 4 h 8"/>
                  <a:gd name="T28" fmla="*/ 9 w 9"/>
                  <a:gd name="T29" fmla="*/ 3 h 8"/>
                  <a:gd name="T30" fmla="*/ 9 w 9"/>
                  <a:gd name="T31" fmla="*/ 1 h 8"/>
                  <a:gd name="T32" fmla="*/ 8 w 9"/>
                  <a:gd name="T33" fmla="*/ 0 h 8"/>
                  <a:gd name="T34" fmla="*/ 6 w 9"/>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6" y="0"/>
                    </a:moveTo>
                    <a:lnTo>
                      <a:pt x="5" y="0"/>
                    </a:lnTo>
                    <a:lnTo>
                      <a:pt x="3" y="0"/>
                    </a:lnTo>
                    <a:lnTo>
                      <a:pt x="2" y="1"/>
                    </a:lnTo>
                    <a:lnTo>
                      <a:pt x="0" y="3"/>
                    </a:lnTo>
                    <a:lnTo>
                      <a:pt x="0" y="4"/>
                    </a:lnTo>
                    <a:lnTo>
                      <a:pt x="2" y="5"/>
                    </a:lnTo>
                    <a:lnTo>
                      <a:pt x="3" y="7"/>
                    </a:lnTo>
                    <a:lnTo>
                      <a:pt x="5" y="8"/>
                    </a:lnTo>
                    <a:lnTo>
                      <a:pt x="6" y="8"/>
                    </a:lnTo>
                    <a:lnTo>
                      <a:pt x="8" y="7"/>
                    </a:lnTo>
                    <a:lnTo>
                      <a:pt x="9" y="5"/>
                    </a:lnTo>
                    <a:lnTo>
                      <a:pt x="9" y="4"/>
                    </a:lnTo>
                    <a:lnTo>
                      <a:pt x="9" y="3"/>
                    </a:lnTo>
                    <a:lnTo>
                      <a:pt x="9" y="1"/>
                    </a:lnTo>
                    <a:lnTo>
                      <a:pt x="8" y="0"/>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632" name="Freeform 86"/>
              <p:cNvSpPr>
                <a:spLocks/>
              </p:cNvSpPr>
              <p:nvPr/>
            </p:nvSpPr>
            <p:spPr bwMode="auto">
              <a:xfrm>
                <a:off x="3824" y="2165"/>
                <a:ext cx="9" cy="9"/>
              </a:xfrm>
              <a:custGeom>
                <a:avLst/>
                <a:gdLst>
                  <a:gd name="T0" fmla="*/ 6 w 9"/>
                  <a:gd name="T1" fmla="*/ 0 h 9"/>
                  <a:gd name="T2" fmla="*/ 5 w 9"/>
                  <a:gd name="T3" fmla="*/ 0 h 9"/>
                  <a:gd name="T4" fmla="*/ 3 w 9"/>
                  <a:gd name="T5" fmla="*/ 0 h 9"/>
                  <a:gd name="T6" fmla="*/ 2 w 9"/>
                  <a:gd name="T7" fmla="*/ 0 h 9"/>
                  <a:gd name="T8" fmla="*/ 0 w 9"/>
                  <a:gd name="T9" fmla="*/ 2 h 9"/>
                  <a:gd name="T10" fmla="*/ 0 w 9"/>
                  <a:gd name="T11" fmla="*/ 3 h 9"/>
                  <a:gd name="T12" fmla="*/ 0 w 9"/>
                  <a:gd name="T13" fmla="*/ 5 h 9"/>
                  <a:gd name="T14" fmla="*/ 0 w 9"/>
                  <a:gd name="T15" fmla="*/ 6 h 9"/>
                  <a:gd name="T16" fmla="*/ 2 w 9"/>
                  <a:gd name="T17" fmla="*/ 8 h 9"/>
                  <a:gd name="T18" fmla="*/ 2 w 9"/>
                  <a:gd name="T19" fmla="*/ 8 h 9"/>
                  <a:gd name="T20" fmla="*/ 3 w 9"/>
                  <a:gd name="T21" fmla="*/ 9 h 9"/>
                  <a:gd name="T22" fmla="*/ 5 w 9"/>
                  <a:gd name="T23" fmla="*/ 9 h 9"/>
                  <a:gd name="T24" fmla="*/ 6 w 9"/>
                  <a:gd name="T25" fmla="*/ 8 h 9"/>
                  <a:gd name="T26" fmla="*/ 8 w 9"/>
                  <a:gd name="T27" fmla="*/ 6 h 9"/>
                  <a:gd name="T28" fmla="*/ 9 w 9"/>
                  <a:gd name="T29" fmla="*/ 5 h 9"/>
                  <a:gd name="T30" fmla="*/ 9 w 9"/>
                  <a:gd name="T31" fmla="*/ 3 h 9"/>
                  <a:gd name="T32" fmla="*/ 8 w 9"/>
                  <a:gd name="T33" fmla="*/ 2 h 9"/>
                  <a:gd name="T34" fmla="*/ 6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6" y="0"/>
                    </a:moveTo>
                    <a:lnTo>
                      <a:pt x="5" y="0"/>
                    </a:lnTo>
                    <a:lnTo>
                      <a:pt x="3" y="0"/>
                    </a:lnTo>
                    <a:lnTo>
                      <a:pt x="2" y="0"/>
                    </a:lnTo>
                    <a:lnTo>
                      <a:pt x="0" y="2"/>
                    </a:lnTo>
                    <a:lnTo>
                      <a:pt x="0" y="3"/>
                    </a:lnTo>
                    <a:lnTo>
                      <a:pt x="0" y="5"/>
                    </a:lnTo>
                    <a:lnTo>
                      <a:pt x="0" y="6"/>
                    </a:lnTo>
                    <a:lnTo>
                      <a:pt x="2" y="8"/>
                    </a:lnTo>
                    <a:lnTo>
                      <a:pt x="3" y="9"/>
                    </a:lnTo>
                    <a:lnTo>
                      <a:pt x="5" y="9"/>
                    </a:lnTo>
                    <a:lnTo>
                      <a:pt x="6" y="8"/>
                    </a:lnTo>
                    <a:lnTo>
                      <a:pt x="8" y="6"/>
                    </a:lnTo>
                    <a:lnTo>
                      <a:pt x="9" y="5"/>
                    </a:lnTo>
                    <a:lnTo>
                      <a:pt x="9" y="3"/>
                    </a:lnTo>
                    <a:lnTo>
                      <a:pt x="8" y="2"/>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633" name="Freeform 87"/>
              <p:cNvSpPr>
                <a:spLocks/>
              </p:cNvSpPr>
              <p:nvPr/>
            </p:nvSpPr>
            <p:spPr bwMode="auto">
              <a:xfrm>
                <a:off x="3839" y="2174"/>
                <a:ext cx="9" cy="9"/>
              </a:xfrm>
              <a:custGeom>
                <a:avLst/>
                <a:gdLst>
                  <a:gd name="T0" fmla="*/ 6 w 9"/>
                  <a:gd name="T1" fmla="*/ 0 h 9"/>
                  <a:gd name="T2" fmla="*/ 4 w 9"/>
                  <a:gd name="T3" fmla="*/ 0 h 9"/>
                  <a:gd name="T4" fmla="*/ 3 w 9"/>
                  <a:gd name="T5" fmla="*/ 0 h 9"/>
                  <a:gd name="T6" fmla="*/ 1 w 9"/>
                  <a:gd name="T7" fmla="*/ 0 h 9"/>
                  <a:gd name="T8" fmla="*/ 0 w 9"/>
                  <a:gd name="T9" fmla="*/ 1 h 9"/>
                  <a:gd name="T10" fmla="*/ 0 w 9"/>
                  <a:gd name="T11" fmla="*/ 3 h 9"/>
                  <a:gd name="T12" fmla="*/ 0 w 9"/>
                  <a:gd name="T13" fmla="*/ 4 h 9"/>
                  <a:gd name="T14" fmla="*/ 0 w 9"/>
                  <a:gd name="T15" fmla="*/ 6 h 9"/>
                  <a:gd name="T16" fmla="*/ 1 w 9"/>
                  <a:gd name="T17" fmla="*/ 7 h 9"/>
                  <a:gd name="T18" fmla="*/ 1 w 9"/>
                  <a:gd name="T19" fmla="*/ 7 h 9"/>
                  <a:gd name="T20" fmla="*/ 3 w 9"/>
                  <a:gd name="T21" fmla="*/ 9 h 9"/>
                  <a:gd name="T22" fmla="*/ 4 w 9"/>
                  <a:gd name="T23" fmla="*/ 9 h 9"/>
                  <a:gd name="T24" fmla="*/ 6 w 9"/>
                  <a:gd name="T25" fmla="*/ 7 h 9"/>
                  <a:gd name="T26" fmla="*/ 7 w 9"/>
                  <a:gd name="T27" fmla="*/ 6 h 9"/>
                  <a:gd name="T28" fmla="*/ 9 w 9"/>
                  <a:gd name="T29" fmla="*/ 4 h 9"/>
                  <a:gd name="T30" fmla="*/ 9 w 9"/>
                  <a:gd name="T31" fmla="*/ 3 h 9"/>
                  <a:gd name="T32" fmla="*/ 7 w 9"/>
                  <a:gd name="T33" fmla="*/ 1 h 9"/>
                  <a:gd name="T34" fmla="*/ 6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6" y="0"/>
                    </a:moveTo>
                    <a:lnTo>
                      <a:pt x="4" y="0"/>
                    </a:lnTo>
                    <a:lnTo>
                      <a:pt x="3" y="0"/>
                    </a:lnTo>
                    <a:lnTo>
                      <a:pt x="1" y="0"/>
                    </a:lnTo>
                    <a:lnTo>
                      <a:pt x="0" y="1"/>
                    </a:lnTo>
                    <a:lnTo>
                      <a:pt x="0" y="3"/>
                    </a:lnTo>
                    <a:lnTo>
                      <a:pt x="0" y="4"/>
                    </a:lnTo>
                    <a:lnTo>
                      <a:pt x="0" y="6"/>
                    </a:lnTo>
                    <a:lnTo>
                      <a:pt x="1" y="7"/>
                    </a:lnTo>
                    <a:lnTo>
                      <a:pt x="3" y="9"/>
                    </a:lnTo>
                    <a:lnTo>
                      <a:pt x="4" y="9"/>
                    </a:lnTo>
                    <a:lnTo>
                      <a:pt x="6" y="7"/>
                    </a:lnTo>
                    <a:lnTo>
                      <a:pt x="7" y="6"/>
                    </a:lnTo>
                    <a:lnTo>
                      <a:pt x="9" y="4"/>
                    </a:lnTo>
                    <a:lnTo>
                      <a:pt x="9" y="3"/>
                    </a:lnTo>
                    <a:lnTo>
                      <a:pt x="7" y="1"/>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634" name="Freeform 88"/>
              <p:cNvSpPr>
                <a:spLocks/>
              </p:cNvSpPr>
              <p:nvPr/>
            </p:nvSpPr>
            <p:spPr bwMode="auto">
              <a:xfrm>
                <a:off x="3852" y="2184"/>
                <a:ext cx="9" cy="9"/>
              </a:xfrm>
              <a:custGeom>
                <a:avLst/>
                <a:gdLst>
                  <a:gd name="T0" fmla="*/ 7 w 9"/>
                  <a:gd name="T1" fmla="*/ 0 h 9"/>
                  <a:gd name="T2" fmla="*/ 6 w 9"/>
                  <a:gd name="T3" fmla="*/ 0 h 9"/>
                  <a:gd name="T4" fmla="*/ 4 w 9"/>
                  <a:gd name="T5" fmla="*/ 0 h 9"/>
                  <a:gd name="T6" fmla="*/ 3 w 9"/>
                  <a:gd name="T7" fmla="*/ 0 h 9"/>
                  <a:gd name="T8" fmla="*/ 2 w 9"/>
                  <a:gd name="T9" fmla="*/ 2 h 9"/>
                  <a:gd name="T10" fmla="*/ 0 w 9"/>
                  <a:gd name="T11" fmla="*/ 3 h 9"/>
                  <a:gd name="T12" fmla="*/ 0 w 9"/>
                  <a:gd name="T13" fmla="*/ 5 h 9"/>
                  <a:gd name="T14" fmla="*/ 2 w 9"/>
                  <a:gd name="T15" fmla="*/ 6 h 9"/>
                  <a:gd name="T16" fmla="*/ 3 w 9"/>
                  <a:gd name="T17" fmla="*/ 7 h 9"/>
                  <a:gd name="T18" fmla="*/ 3 w 9"/>
                  <a:gd name="T19" fmla="*/ 7 h 9"/>
                  <a:gd name="T20" fmla="*/ 4 w 9"/>
                  <a:gd name="T21" fmla="*/ 9 h 9"/>
                  <a:gd name="T22" fmla="*/ 6 w 9"/>
                  <a:gd name="T23" fmla="*/ 9 h 9"/>
                  <a:gd name="T24" fmla="*/ 7 w 9"/>
                  <a:gd name="T25" fmla="*/ 7 h 9"/>
                  <a:gd name="T26" fmla="*/ 9 w 9"/>
                  <a:gd name="T27" fmla="*/ 6 h 9"/>
                  <a:gd name="T28" fmla="*/ 9 w 9"/>
                  <a:gd name="T29" fmla="*/ 5 h 9"/>
                  <a:gd name="T30" fmla="*/ 9 w 9"/>
                  <a:gd name="T31" fmla="*/ 3 h 9"/>
                  <a:gd name="T32" fmla="*/ 9 w 9"/>
                  <a:gd name="T33" fmla="*/ 2 h 9"/>
                  <a:gd name="T34" fmla="*/ 7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7" y="0"/>
                    </a:moveTo>
                    <a:lnTo>
                      <a:pt x="6" y="0"/>
                    </a:lnTo>
                    <a:lnTo>
                      <a:pt x="4" y="0"/>
                    </a:lnTo>
                    <a:lnTo>
                      <a:pt x="3" y="0"/>
                    </a:lnTo>
                    <a:lnTo>
                      <a:pt x="2" y="2"/>
                    </a:lnTo>
                    <a:lnTo>
                      <a:pt x="0" y="3"/>
                    </a:lnTo>
                    <a:lnTo>
                      <a:pt x="0" y="5"/>
                    </a:lnTo>
                    <a:lnTo>
                      <a:pt x="2" y="6"/>
                    </a:lnTo>
                    <a:lnTo>
                      <a:pt x="3" y="7"/>
                    </a:lnTo>
                    <a:lnTo>
                      <a:pt x="4" y="9"/>
                    </a:lnTo>
                    <a:lnTo>
                      <a:pt x="6" y="9"/>
                    </a:lnTo>
                    <a:lnTo>
                      <a:pt x="7" y="7"/>
                    </a:lnTo>
                    <a:lnTo>
                      <a:pt x="9" y="6"/>
                    </a:lnTo>
                    <a:lnTo>
                      <a:pt x="9" y="5"/>
                    </a:lnTo>
                    <a:lnTo>
                      <a:pt x="9" y="3"/>
                    </a:lnTo>
                    <a:lnTo>
                      <a:pt x="9" y="2"/>
                    </a:lnTo>
                    <a:lnTo>
                      <a:pt x="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635" name="Freeform 89"/>
              <p:cNvSpPr>
                <a:spLocks/>
              </p:cNvSpPr>
              <p:nvPr/>
            </p:nvSpPr>
            <p:spPr bwMode="auto">
              <a:xfrm>
                <a:off x="3867" y="2194"/>
                <a:ext cx="8" cy="9"/>
              </a:xfrm>
              <a:custGeom>
                <a:avLst/>
                <a:gdLst>
                  <a:gd name="T0" fmla="*/ 7 w 8"/>
                  <a:gd name="T1" fmla="*/ 2 h 9"/>
                  <a:gd name="T2" fmla="*/ 5 w 8"/>
                  <a:gd name="T3" fmla="*/ 0 h 9"/>
                  <a:gd name="T4" fmla="*/ 4 w 8"/>
                  <a:gd name="T5" fmla="*/ 0 h 9"/>
                  <a:gd name="T6" fmla="*/ 2 w 8"/>
                  <a:gd name="T7" fmla="*/ 2 h 9"/>
                  <a:gd name="T8" fmla="*/ 1 w 8"/>
                  <a:gd name="T9" fmla="*/ 3 h 9"/>
                  <a:gd name="T10" fmla="*/ 0 w 8"/>
                  <a:gd name="T11" fmla="*/ 5 h 9"/>
                  <a:gd name="T12" fmla="*/ 0 w 8"/>
                  <a:gd name="T13" fmla="*/ 6 h 9"/>
                  <a:gd name="T14" fmla="*/ 1 w 8"/>
                  <a:gd name="T15" fmla="*/ 8 h 9"/>
                  <a:gd name="T16" fmla="*/ 2 w 8"/>
                  <a:gd name="T17" fmla="*/ 9 h 9"/>
                  <a:gd name="T18" fmla="*/ 2 w 8"/>
                  <a:gd name="T19" fmla="*/ 9 h 9"/>
                  <a:gd name="T20" fmla="*/ 4 w 8"/>
                  <a:gd name="T21" fmla="*/ 9 h 9"/>
                  <a:gd name="T22" fmla="*/ 5 w 8"/>
                  <a:gd name="T23" fmla="*/ 9 h 9"/>
                  <a:gd name="T24" fmla="*/ 7 w 8"/>
                  <a:gd name="T25" fmla="*/ 9 h 9"/>
                  <a:gd name="T26" fmla="*/ 8 w 8"/>
                  <a:gd name="T27" fmla="*/ 8 h 9"/>
                  <a:gd name="T28" fmla="*/ 8 w 8"/>
                  <a:gd name="T29" fmla="*/ 6 h 9"/>
                  <a:gd name="T30" fmla="*/ 8 w 8"/>
                  <a:gd name="T31" fmla="*/ 5 h 9"/>
                  <a:gd name="T32" fmla="*/ 8 w 8"/>
                  <a:gd name="T33" fmla="*/ 3 h 9"/>
                  <a:gd name="T34" fmla="*/ 7 w 8"/>
                  <a:gd name="T35" fmla="*/ 2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7" y="2"/>
                    </a:moveTo>
                    <a:lnTo>
                      <a:pt x="5" y="0"/>
                    </a:lnTo>
                    <a:lnTo>
                      <a:pt x="4" y="0"/>
                    </a:lnTo>
                    <a:lnTo>
                      <a:pt x="2" y="2"/>
                    </a:lnTo>
                    <a:lnTo>
                      <a:pt x="1" y="3"/>
                    </a:lnTo>
                    <a:lnTo>
                      <a:pt x="0" y="5"/>
                    </a:lnTo>
                    <a:lnTo>
                      <a:pt x="0" y="6"/>
                    </a:lnTo>
                    <a:lnTo>
                      <a:pt x="1" y="8"/>
                    </a:lnTo>
                    <a:lnTo>
                      <a:pt x="2" y="9"/>
                    </a:lnTo>
                    <a:lnTo>
                      <a:pt x="4" y="9"/>
                    </a:lnTo>
                    <a:lnTo>
                      <a:pt x="5" y="9"/>
                    </a:lnTo>
                    <a:lnTo>
                      <a:pt x="7" y="9"/>
                    </a:lnTo>
                    <a:lnTo>
                      <a:pt x="8" y="8"/>
                    </a:lnTo>
                    <a:lnTo>
                      <a:pt x="8" y="6"/>
                    </a:lnTo>
                    <a:lnTo>
                      <a:pt x="8" y="5"/>
                    </a:lnTo>
                    <a:lnTo>
                      <a:pt x="8" y="3"/>
                    </a:lnTo>
                    <a:lnTo>
                      <a:pt x="7"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636" name="Freeform 90"/>
              <p:cNvSpPr>
                <a:spLocks/>
              </p:cNvSpPr>
              <p:nvPr/>
            </p:nvSpPr>
            <p:spPr bwMode="auto">
              <a:xfrm>
                <a:off x="3880" y="2206"/>
                <a:ext cx="8" cy="9"/>
              </a:xfrm>
              <a:custGeom>
                <a:avLst/>
                <a:gdLst>
                  <a:gd name="T0" fmla="*/ 7 w 8"/>
                  <a:gd name="T1" fmla="*/ 0 h 9"/>
                  <a:gd name="T2" fmla="*/ 5 w 8"/>
                  <a:gd name="T3" fmla="*/ 0 h 9"/>
                  <a:gd name="T4" fmla="*/ 4 w 8"/>
                  <a:gd name="T5" fmla="*/ 0 h 9"/>
                  <a:gd name="T6" fmla="*/ 3 w 8"/>
                  <a:gd name="T7" fmla="*/ 0 h 9"/>
                  <a:gd name="T8" fmla="*/ 1 w 8"/>
                  <a:gd name="T9" fmla="*/ 1 h 9"/>
                  <a:gd name="T10" fmla="*/ 0 w 8"/>
                  <a:gd name="T11" fmla="*/ 3 h 9"/>
                  <a:gd name="T12" fmla="*/ 0 w 8"/>
                  <a:gd name="T13" fmla="*/ 4 h 9"/>
                  <a:gd name="T14" fmla="*/ 1 w 8"/>
                  <a:gd name="T15" fmla="*/ 6 h 9"/>
                  <a:gd name="T16" fmla="*/ 3 w 8"/>
                  <a:gd name="T17" fmla="*/ 7 h 9"/>
                  <a:gd name="T18" fmla="*/ 3 w 8"/>
                  <a:gd name="T19" fmla="*/ 7 h 9"/>
                  <a:gd name="T20" fmla="*/ 4 w 8"/>
                  <a:gd name="T21" fmla="*/ 9 h 9"/>
                  <a:gd name="T22" fmla="*/ 5 w 8"/>
                  <a:gd name="T23" fmla="*/ 9 h 9"/>
                  <a:gd name="T24" fmla="*/ 7 w 8"/>
                  <a:gd name="T25" fmla="*/ 7 h 9"/>
                  <a:gd name="T26" fmla="*/ 8 w 8"/>
                  <a:gd name="T27" fmla="*/ 6 h 9"/>
                  <a:gd name="T28" fmla="*/ 8 w 8"/>
                  <a:gd name="T29" fmla="*/ 4 h 9"/>
                  <a:gd name="T30" fmla="*/ 8 w 8"/>
                  <a:gd name="T31" fmla="*/ 3 h 9"/>
                  <a:gd name="T32" fmla="*/ 8 w 8"/>
                  <a:gd name="T33" fmla="*/ 1 h 9"/>
                  <a:gd name="T34" fmla="*/ 7 w 8"/>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7" y="0"/>
                    </a:moveTo>
                    <a:lnTo>
                      <a:pt x="5" y="0"/>
                    </a:lnTo>
                    <a:lnTo>
                      <a:pt x="4" y="0"/>
                    </a:lnTo>
                    <a:lnTo>
                      <a:pt x="3" y="0"/>
                    </a:lnTo>
                    <a:lnTo>
                      <a:pt x="1" y="1"/>
                    </a:lnTo>
                    <a:lnTo>
                      <a:pt x="0" y="3"/>
                    </a:lnTo>
                    <a:lnTo>
                      <a:pt x="0" y="4"/>
                    </a:lnTo>
                    <a:lnTo>
                      <a:pt x="1" y="6"/>
                    </a:lnTo>
                    <a:lnTo>
                      <a:pt x="3" y="7"/>
                    </a:lnTo>
                    <a:lnTo>
                      <a:pt x="4" y="9"/>
                    </a:lnTo>
                    <a:lnTo>
                      <a:pt x="5" y="9"/>
                    </a:lnTo>
                    <a:lnTo>
                      <a:pt x="7" y="7"/>
                    </a:lnTo>
                    <a:lnTo>
                      <a:pt x="8" y="6"/>
                    </a:lnTo>
                    <a:lnTo>
                      <a:pt x="8" y="4"/>
                    </a:lnTo>
                    <a:lnTo>
                      <a:pt x="8" y="3"/>
                    </a:lnTo>
                    <a:lnTo>
                      <a:pt x="8" y="1"/>
                    </a:lnTo>
                    <a:lnTo>
                      <a:pt x="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637" name="Freeform 91"/>
              <p:cNvSpPr>
                <a:spLocks/>
              </p:cNvSpPr>
              <p:nvPr/>
            </p:nvSpPr>
            <p:spPr bwMode="auto">
              <a:xfrm>
                <a:off x="3894" y="2216"/>
                <a:ext cx="9" cy="9"/>
              </a:xfrm>
              <a:custGeom>
                <a:avLst/>
                <a:gdLst>
                  <a:gd name="T0" fmla="*/ 6 w 9"/>
                  <a:gd name="T1" fmla="*/ 2 h 9"/>
                  <a:gd name="T2" fmla="*/ 5 w 9"/>
                  <a:gd name="T3" fmla="*/ 0 h 9"/>
                  <a:gd name="T4" fmla="*/ 3 w 9"/>
                  <a:gd name="T5" fmla="*/ 0 h 9"/>
                  <a:gd name="T6" fmla="*/ 2 w 9"/>
                  <a:gd name="T7" fmla="*/ 2 h 9"/>
                  <a:gd name="T8" fmla="*/ 0 w 9"/>
                  <a:gd name="T9" fmla="*/ 3 h 9"/>
                  <a:gd name="T10" fmla="*/ 0 w 9"/>
                  <a:gd name="T11" fmla="*/ 5 h 9"/>
                  <a:gd name="T12" fmla="*/ 0 w 9"/>
                  <a:gd name="T13" fmla="*/ 6 h 9"/>
                  <a:gd name="T14" fmla="*/ 0 w 9"/>
                  <a:gd name="T15" fmla="*/ 7 h 9"/>
                  <a:gd name="T16" fmla="*/ 2 w 9"/>
                  <a:gd name="T17" fmla="*/ 9 h 9"/>
                  <a:gd name="T18" fmla="*/ 2 w 9"/>
                  <a:gd name="T19" fmla="*/ 9 h 9"/>
                  <a:gd name="T20" fmla="*/ 3 w 9"/>
                  <a:gd name="T21" fmla="*/ 9 h 9"/>
                  <a:gd name="T22" fmla="*/ 5 w 9"/>
                  <a:gd name="T23" fmla="*/ 9 h 9"/>
                  <a:gd name="T24" fmla="*/ 6 w 9"/>
                  <a:gd name="T25" fmla="*/ 9 h 9"/>
                  <a:gd name="T26" fmla="*/ 7 w 9"/>
                  <a:gd name="T27" fmla="*/ 7 h 9"/>
                  <a:gd name="T28" fmla="*/ 9 w 9"/>
                  <a:gd name="T29" fmla="*/ 6 h 9"/>
                  <a:gd name="T30" fmla="*/ 9 w 9"/>
                  <a:gd name="T31" fmla="*/ 5 h 9"/>
                  <a:gd name="T32" fmla="*/ 7 w 9"/>
                  <a:gd name="T33" fmla="*/ 3 h 9"/>
                  <a:gd name="T34" fmla="*/ 6 w 9"/>
                  <a:gd name="T35" fmla="*/ 2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6" y="2"/>
                    </a:moveTo>
                    <a:lnTo>
                      <a:pt x="5" y="0"/>
                    </a:lnTo>
                    <a:lnTo>
                      <a:pt x="3" y="0"/>
                    </a:lnTo>
                    <a:lnTo>
                      <a:pt x="2" y="2"/>
                    </a:lnTo>
                    <a:lnTo>
                      <a:pt x="0" y="3"/>
                    </a:lnTo>
                    <a:lnTo>
                      <a:pt x="0" y="5"/>
                    </a:lnTo>
                    <a:lnTo>
                      <a:pt x="0" y="6"/>
                    </a:lnTo>
                    <a:lnTo>
                      <a:pt x="0" y="7"/>
                    </a:lnTo>
                    <a:lnTo>
                      <a:pt x="2" y="9"/>
                    </a:lnTo>
                    <a:lnTo>
                      <a:pt x="3" y="9"/>
                    </a:lnTo>
                    <a:lnTo>
                      <a:pt x="5" y="9"/>
                    </a:lnTo>
                    <a:lnTo>
                      <a:pt x="6" y="9"/>
                    </a:lnTo>
                    <a:lnTo>
                      <a:pt x="7" y="7"/>
                    </a:lnTo>
                    <a:lnTo>
                      <a:pt x="9" y="6"/>
                    </a:lnTo>
                    <a:lnTo>
                      <a:pt x="9" y="5"/>
                    </a:lnTo>
                    <a:lnTo>
                      <a:pt x="7" y="3"/>
                    </a:lnTo>
                    <a:lnTo>
                      <a:pt x="6"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638" name="Freeform 92"/>
              <p:cNvSpPr>
                <a:spLocks/>
              </p:cNvSpPr>
              <p:nvPr/>
            </p:nvSpPr>
            <p:spPr bwMode="auto">
              <a:xfrm>
                <a:off x="3907" y="2228"/>
                <a:ext cx="9" cy="9"/>
              </a:xfrm>
              <a:custGeom>
                <a:avLst/>
                <a:gdLst>
                  <a:gd name="T0" fmla="*/ 8 w 9"/>
                  <a:gd name="T1" fmla="*/ 0 h 9"/>
                  <a:gd name="T2" fmla="*/ 6 w 9"/>
                  <a:gd name="T3" fmla="*/ 0 h 9"/>
                  <a:gd name="T4" fmla="*/ 5 w 9"/>
                  <a:gd name="T5" fmla="*/ 0 h 9"/>
                  <a:gd name="T6" fmla="*/ 3 w 9"/>
                  <a:gd name="T7" fmla="*/ 0 h 9"/>
                  <a:gd name="T8" fmla="*/ 2 w 9"/>
                  <a:gd name="T9" fmla="*/ 1 h 9"/>
                  <a:gd name="T10" fmla="*/ 0 w 9"/>
                  <a:gd name="T11" fmla="*/ 3 h 9"/>
                  <a:gd name="T12" fmla="*/ 0 w 9"/>
                  <a:gd name="T13" fmla="*/ 4 h 9"/>
                  <a:gd name="T14" fmla="*/ 2 w 9"/>
                  <a:gd name="T15" fmla="*/ 6 h 9"/>
                  <a:gd name="T16" fmla="*/ 3 w 9"/>
                  <a:gd name="T17" fmla="*/ 7 h 9"/>
                  <a:gd name="T18" fmla="*/ 3 w 9"/>
                  <a:gd name="T19" fmla="*/ 7 h 9"/>
                  <a:gd name="T20" fmla="*/ 5 w 9"/>
                  <a:gd name="T21" fmla="*/ 9 h 9"/>
                  <a:gd name="T22" fmla="*/ 6 w 9"/>
                  <a:gd name="T23" fmla="*/ 9 h 9"/>
                  <a:gd name="T24" fmla="*/ 8 w 9"/>
                  <a:gd name="T25" fmla="*/ 7 h 9"/>
                  <a:gd name="T26" fmla="*/ 9 w 9"/>
                  <a:gd name="T27" fmla="*/ 6 h 9"/>
                  <a:gd name="T28" fmla="*/ 9 w 9"/>
                  <a:gd name="T29" fmla="*/ 4 h 9"/>
                  <a:gd name="T30" fmla="*/ 9 w 9"/>
                  <a:gd name="T31" fmla="*/ 3 h 9"/>
                  <a:gd name="T32" fmla="*/ 9 w 9"/>
                  <a:gd name="T33" fmla="*/ 1 h 9"/>
                  <a:gd name="T34" fmla="*/ 8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8" y="0"/>
                    </a:moveTo>
                    <a:lnTo>
                      <a:pt x="6" y="0"/>
                    </a:lnTo>
                    <a:lnTo>
                      <a:pt x="5" y="0"/>
                    </a:lnTo>
                    <a:lnTo>
                      <a:pt x="3" y="0"/>
                    </a:lnTo>
                    <a:lnTo>
                      <a:pt x="2" y="1"/>
                    </a:lnTo>
                    <a:lnTo>
                      <a:pt x="0" y="3"/>
                    </a:lnTo>
                    <a:lnTo>
                      <a:pt x="0" y="4"/>
                    </a:lnTo>
                    <a:lnTo>
                      <a:pt x="2" y="6"/>
                    </a:lnTo>
                    <a:lnTo>
                      <a:pt x="3" y="7"/>
                    </a:lnTo>
                    <a:lnTo>
                      <a:pt x="5" y="9"/>
                    </a:lnTo>
                    <a:lnTo>
                      <a:pt x="6" y="9"/>
                    </a:lnTo>
                    <a:lnTo>
                      <a:pt x="8" y="7"/>
                    </a:lnTo>
                    <a:lnTo>
                      <a:pt x="9" y="6"/>
                    </a:lnTo>
                    <a:lnTo>
                      <a:pt x="9" y="4"/>
                    </a:lnTo>
                    <a:lnTo>
                      <a:pt x="9" y="3"/>
                    </a:lnTo>
                    <a:lnTo>
                      <a:pt x="9" y="1"/>
                    </a:lnTo>
                    <a:lnTo>
                      <a:pt x="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639" name="Freeform 93"/>
              <p:cNvSpPr>
                <a:spLocks/>
              </p:cNvSpPr>
              <p:nvPr/>
            </p:nvSpPr>
            <p:spPr bwMode="auto">
              <a:xfrm>
                <a:off x="3920" y="2238"/>
                <a:ext cx="9" cy="9"/>
              </a:xfrm>
              <a:custGeom>
                <a:avLst/>
                <a:gdLst>
                  <a:gd name="T0" fmla="*/ 8 w 9"/>
                  <a:gd name="T1" fmla="*/ 1 h 9"/>
                  <a:gd name="T2" fmla="*/ 6 w 9"/>
                  <a:gd name="T3" fmla="*/ 0 h 9"/>
                  <a:gd name="T4" fmla="*/ 5 w 9"/>
                  <a:gd name="T5" fmla="*/ 0 h 9"/>
                  <a:gd name="T6" fmla="*/ 3 w 9"/>
                  <a:gd name="T7" fmla="*/ 1 h 9"/>
                  <a:gd name="T8" fmla="*/ 2 w 9"/>
                  <a:gd name="T9" fmla="*/ 3 h 9"/>
                  <a:gd name="T10" fmla="*/ 0 w 9"/>
                  <a:gd name="T11" fmla="*/ 4 h 9"/>
                  <a:gd name="T12" fmla="*/ 0 w 9"/>
                  <a:gd name="T13" fmla="*/ 6 h 9"/>
                  <a:gd name="T14" fmla="*/ 2 w 9"/>
                  <a:gd name="T15" fmla="*/ 7 h 9"/>
                  <a:gd name="T16" fmla="*/ 3 w 9"/>
                  <a:gd name="T17" fmla="*/ 9 h 9"/>
                  <a:gd name="T18" fmla="*/ 3 w 9"/>
                  <a:gd name="T19" fmla="*/ 9 h 9"/>
                  <a:gd name="T20" fmla="*/ 5 w 9"/>
                  <a:gd name="T21" fmla="*/ 9 h 9"/>
                  <a:gd name="T22" fmla="*/ 6 w 9"/>
                  <a:gd name="T23" fmla="*/ 9 h 9"/>
                  <a:gd name="T24" fmla="*/ 8 w 9"/>
                  <a:gd name="T25" fmla="*/ 9 h 9"/>
                  <a:gd name="T26" fmla="*/ 9 w 9"/>
                  <a:gd name="T27" fmla="*/ 7 h 9"/>
                  <a:gd name="T28" fmla="*/ 9 w 9"/>
                  <a:gd name="T29" fmla="*/ 6 h 9"/>
                  <a:gd name="T30" fmla="*/ 9 w 9"/>
                  <a:gd name="T31" fmla="*/ 4 h 9"/>
                  <a:gd name="T32" fmla="*/ 9 w 9"/>
                  <a:gd name="T33" fmla="*/ 3 h 9"/>
                  <a:gd name="T34" fmla="*/ 8 w 9"/>
                  <a:gd name="T35" fmla="*/ 1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8" y="1"/>
                    </a:moveTo>
                    <a:lnTo>
                      <a:pt x="6" y="0"/>
                    </a:lnTo>
                    <a:lnTo>
                      <a:pt x="5" y="0"/>
                    </a:lnTo>
                    <a:lnTo>
                      <a:pt x="3" y="1"/>
                    </a:lnTo>
                    <a:lnTo>
                      <a:pt x="2" y="3"/>
                    </a:lnTo>
                    <a:lnTo>
                      <a:pt x="0" y="4"/>
                    </a:lnTo>
                    <a:lnTo>
                      <a:pt x="0" y="6"/>
                    </a:lnTo>
                    <a:lnTo>
                      <a:pt x="2" y="7"/>
                    </a:lnTo>
                    <a:lnTo>
                      <a:pt x="3" y="9"/>
                    </a:lnTo>
                    <a:lnTo>
                      <a:pt x="5" y="9"/>
                    </a:lnTo>
                    <a:lnTo>
                      <a:pt x="6" y="9"/>
                    </a:lnTo>
                    <a:lnTo>
                      <a:pt x="8" y="9"/>
                    </a:lnTo>
                    <a:lnTo>
                      <a:pt x="9" y="7"/>
                    </a:lnTo>
                    <a:lnTo>
                      <a:pt x="9" y="6"/>
                    </a:lnTo>
                    <a:lnTo>
                      <a:pt x="9" y="4"/>
                    </a:lnTo>
                    <a:lnTo>
                      <a:pt x="9" y="3"/>
                    </a:lnTo>
                    <a:lnTo>
                      <a:pt x="8"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640" name="Freeform 94"/>
              <p:cNvSpPr>
                <a:spLocks/>
              </p:cNvSpPr>
              <p:nvPr/>
            </p:nvSpPr>
            <p:spPr bwMode="auto">
              <a:xfrm>
                <a:off x="3935" y="2250"/>
                <a:ext cx="9" cy="8"/>
              </a:xfrm>
              <a:custGeom>
                <a:avLst/>
                <a:gdLst>
                  <a:gd name="T0" fmla="*/ 6 w 9"/>
                  <a:gd name="T1" fmla="*/ 0 h 8"/>
                  <a:gd name="T2" fmla="*/ 4 w 9"/>
                  <a:gd name="T3" fmla="*/ 0 h 8"/>
                  <a:gd name="T4" fmla="*/ 3 w 9"/>
                  <a:gd name="T5" fmla="*/ 0 h 8"/>
                  <a:gd name="T6" fmla="*/ 1 w 9"/>
                  <a:gd name="T7" fmla="*/ 0 h 8"/>
                  <a:gd name="T8" fmla="*/ 0 w 9"/>
                  <a:gd name="T9" fmla="*/ 1 h 8"/>
                  <a:gd name="T10" fmla="*/ 0 w 9"/>
                  <a:gd name="T11" fmla="*/ 2 h 8"/>
                  <a:gd name="T12" fmla="*/ 0 w 9"/>
                  <a:gd name="T13" fmla="*/ 4 h 8"/>
                  <a:gd name="T14" fmla="*/ 0 w 9"/>
                  <a:gd name="T15" fmla="*/ 5 h 8"/>
                  <a:gd name="T16" fmla="*/ 1 w 9"/>
                  <a:gd name="T17" fmla="*/ 7 h 8"/>
                  <a:gd name="T18" fmla="*/ 1 w 9"/>
                  <a:gd name="T19" fmla="*/ 7 h 8"/>
                  <a:gd name="T20" fmla="*/ 3 w 9"/>
                  <a:gd name="T21" fmla="*/ 8 h 8"/>
                  <a:gd name="T22" fmla="*/ 4 w 9"/>
                  <a:gd name="T23" fmla="*/ 8 h 8"/>
                  <a:gd name="T24" fmla="*/ 6 w 9"/>
                  <a:gd name="T25" fmla="*/ 7 h 8"/>
                  <a:gd name="T26" fmla="*/ 7 w 9"/>
                  <a:gd name="T27" fmla="*/ 5 h 8"/>
                  <a:gd name="T28" fmla="*/ 9 w 9"/>
                  <a:gd name="T29" fmla="*/ 4 h 8"/>
                  <a:gd name="T30" fmla="*/ 9 w 9"/>
                  <a:gd name="T31" fmla="*/ 2 h 8"/>
                  <a:gd name="T32" fmla="*/ 7 w 9"/>
                  <a:gd name="T33" fmla="*/ 1 h 8"/>
                  <a:gd name="T34" fmla="*/ 6 w 9"/>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6" y="0"/>
                    </a:moveTo>
                    <a:lnTo>
                      <a:pt x="4" y="0"/>
                    </a:lnTo>
                    <a:lnTo>
                      <a:pt x="3" y="0"/>
                    </a:lnTo>
                    <a:lnTo>
                      <a:pt x="1" y="0"/>
                    </a:lnTo>
                    <a:lnTo>
                      <a:pt x="0" y="1"/>
                    </a:lnTo>
                    <a:lnTo>
                      <a:pt x="0" y="2"/>
                    </a:lnTo>
                    <a:lnTo>
                      <a:pt x="0" y="4"/>
                    </a:lnTo>
                    <a:lnTo>
                      <a:pt x="0" y="5"/>
                    </a:lnTo>
                    <a:lnTo>
                      <a:pt x="1" y="7"/>
                    </a:lnTo>
                    <a:lnTo>
                      <a:pt x="3" y="8"/>
                    </a:lnTo>
                    <a:lnTo>
                      <a:pt x="4" y="8"/>
                    </a:lnTo>
                    <a:lnTo>
                      <a:pt x="6" y="7"/>
                    </a:lnTo>
                    <a:lnTo>
                      <a:pt x="7" y="5"/>
                    </a:lnTo>
                    <a:lnTo>
                      <a:pt x="9" y="4"/>
                    </a:lnTo>
                    <a:lnTo>
                      <a:pt x="9" y="2"/>
                    </a:lnTo>
                    <a:lnTo>
                      <a:pt x="7" y="1"/>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grpSp>
        <p:grpSp>
          <p:nvGrpSpPr>
            <p:cNvPr id="368" name="Group 95"/>
            <p:cNvGrpSpPr>
              <a:grpSpLocks/>
            </p:cNvGrpSpPr>
            <p:nvPr/>
          </p:nvGrpSpPr>
          <p:grpSpPr bwMode="auto">
            <a:xfrm>
              <a:off x="6294792" y="2894094"/>
              <a:ext cx="546100" cy="122238"/>
              <a:chOff x="3598" y="2212"/>
              <a:chExt cx="344" cy="77"/>
            </a:xfrm>
          </p:grpSpPr>
          <p:sp>
            <p:nvSpPr>
              <p:cNvPr id="595" name="Freeform 96"/>
              <p:cNvSpPr>
                <a:spLocks/>
              </p:cNvSpPr>
              <p:nvPr/>
            </p:nvSpPr>
            <p:spPr bwMode="auto">
              <a:xfrm>
                <a:off x="3598" y="2280"/>
                <a:ext cx="9" cy="9"/>
              </a:xfrm>
              <a:custGeom>
                <a:avLst/>
                <a:gdLst>
                  <a:gd name="T0" fmla="*/ 4 w 9"/>
                  <a:gd name="T1" fmla="*/ 0 h 9"/>
                  <a:gd name="T2" fmla="*/ 3 w 9"/>
                  <a:gd name="T3" fmla="*/ 2 h 9"/>
                  <a:gd name="T4" fmla="*/ 1 w 9"/>
                  <a:gd name="T5" fmla="*/ 3 h 9"/>
                  <a:gd name="T6" fmla="*/ 0 w 9"/>
                  <a:gd name="T7" fmla="*/ 4 h 9"/>
                  <a:gd name="T8" fmla="*/ 0 w 9"/>
                  <a:gd name="T9" fmla="*/ 4 h 9"/>
                  <a:gd name="T10" fmla="*/ 1 w 9"/>
                  <a:gd name="T11" fmla="*/ 6 h 9"/>
                  <a:gd name="T12" fmla="*/ 3 w 9"/>
                  <a:gd name="T13" fmla="*/ 7 h 9"/>
                  <a:gd name="T14" fmla="*/ 4 w 9"/>
                  <a:gd name="T15" fmla="*/ 9 h 9"/>
                  <a:gd name="T16" fmla="*/ 6 w 9"/>
                  <a:gd name="T17" fmla="*/ 9 h 9"/>
                  <a:gd name="T18" fmla="*/ 6 w 9"/>
                  <a:gd name="T19" fmla="*/ 9 h 9"/>
                  <a:gd name="T20" fmla="*/ 7 w 9"/>
                  <a:gd name="T21" fmla="*/ 7 h 9"/>
                  <a:gd name="T22" fmla="*/ 9 w 9"/>
                  <a:gd name="T23" fmla="*/ 6 h 9"/>
                  <a:gd name="T24" fmla="*/ 9 w 9"/>
                  <a:gd name="T25" fmla="*/ 4 h 9"/>
                  <a:gd name="T26" fmla="*/ 9 w 9"/>
                  <a:gd name="T27" fmla="*/ 3 h 9"/>
                  <a:gd name="T28" fmla="*/ 9 w 9"/>
                  <a:gd name="T29" fmla="*/ 2 h 9"/>
                  <a:gd name="T30" fmla="*/ 7 w 9"/>
                  <a:gd name="T31" fmla="*/ 0 h 9"/>
                  <a:gd name="T32" fmla="*/ 6 w 9"/>
                  <a:gd name="T33" fmla="*/ 0 h 9"/>
                  <a:gd name="T34" fmla="*/ 4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4" y="0"/>
                    </a:moveTo>
                    <a:lnTo>
                      <a:pt x="3" y="2"/>
                    </a:lnTo>
                    <a:lnTo>
                      <a:pt x="1" y="3"/>
                    </a:lnTo>
                    <a:lnTo>
                      <a:pt x="0" y="4"/>
                    </a:lnTo>
                    <a:lnTo>
                      <a:pt x="1" y="6"/>
                    </a:lnTo>
                    <a:lnTo>
                      <a:pt x="3" y="7"/>
                    </a:lnTo>
                    <a:lnTo>
                      <a:pt x="4" y="9"/>
                    </a:lnTo>
                    <a:lnTo>
                      <a:pt x="6" y="9"/>
                    </a:lnTo>
                    <a:lnTo>
                      <a:pt x="7" y="7"/>
                    </a:lnTo>
                    <a:lnTo>
                      <a:pt x="9" y="6"/>
                    </a:lnTo>
                    <a:lnTo>
                      <a:pt x="9" y="4"/>
                    </a:lnTo>
                    <a:lnTo>
                      <a:pt x="9" y="3"/>
                    </a:lnTo>
                    <a:lnTo>
                      <a:pt x="9" y="2"/>
                    </a:lnTo>
                    <a:lnTo>
                      <a:pt x="7" y="0"/>
                    </a:lnTo>
                    <a:lnTo>
                      <a:pt x="6"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96" name="Freeform 97"/>
              <p:cNvSpPr>
                <a:spLocks/>
              </p:cNvSpPr>
              <p:nvPr/>
            </p:nvSpPr>
            <p:spPr bwMode="auto">
              <a:xfrm>
                <a:off x="3614" y="2273"/>
                <a:ext cx="9" cy="9"/>
              </a:xfrm>
              <a:custGeom>
                <a:avLst/>
                <a:gdLst>
                  <a:gd name="T0" fmla="*/ 1 w 9"/>
                  <a:gd name="T1" fmla="*/ 0 h 9"/>
                  <a:gd name="T2" fmla="*/ 0 w 9"/>
                  <a:gd name="T3" fmla="*/ 1 h 9"/>
                  <a:gd name="T4" fmla="*/ 0 w 9"/>
                  <a:gd name="T5" fmla="*/ 3 h 9"/>
                  <a:gd name="T6" fmla="*/ 0 w 9"/>
                  <a:gd name="T7" fmla="*/ 4 h 9"/>
                  <a:gd name="T8" fmla="*/ 0 w 9"/>
                  <a:gd name="T9" fmla="*/ 6 h 9"/>
                  <a:gd name="T10" fmla="*/ 1 w 9"/>
                  <a:gd name="T11" fmla="*/ 7 h 9"/>
                  <a:gd name="T12" fmla="*/ 3 w 9"/>
                  <a:gd name="T13" fmla="*/ 9 h 9"/>
                  <a:gd name="T14" fmla="*/ 4 w 9"/>
                  <a:gd name="T15" fmla="*/ 9 h 9"/>
                  <a:gd name="T16" fmla="*/ 6 w 9"/>
                  <a:gd name="T17" fmla="*/ 7 h 9"/>
                  <a:gd name="T18" fmla="*/ 6 w 9"/>
                  <a:gd name="T19" fmla="*/ 7 h 9"/>
                  <a:gd name="T20" fmla="*/ 7 w 9"/>
                  <a:gd name="T21" fmla="*/ 6 h 9"/>
                  <a:gd name="T22" fmla="*/ 9 w 9"/>
                  <a:gd name="T23" fmla="*/ 4 h 9"/>
                  <a:gd name="T24" fmla="*/ 9 w 9"/>
                  <a:gd name="T25" fmla="*/ 3 h 9"/>
                  <a:gd name="T26" fmla="*/ 7 w 9"/>
                  <a:gd name="T27" fmla="*/ 1 h 9"/>
                  <a:gd name="T28" fmla="*/ 6 w 9"/>
                  <a:gd name="T29" fmla="*/ 0 h 9"/>
                  <a:gd name="T30" fmla="*/ 4 w 9"/>
                  <a:gd name="T31" fmla="*/ 0 h 9"/>
                  <a:gd name="T32" fmla="*/ 3 w 9"/>
                  <a:gd name="T33" fmla="*/ 0 h 9"/>
                  <a:gd name="T34" fmla="*/ 1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1" y="0"/>
                    </a:moveTo>
                    <a:lnTo>
                      <a:pt x="0" y="1"/>
                    </a:lnTo>
                    <a:lnTo>
                      <a:pt x="0" y="3"/>
                    </a:lnTo>
                    <a:lnTo>
                      <a:pt x="0" y="4"/>
                    </a:lnTo>
                    <a:lnTo>
                      <a:pt x="0" y="6"/>
                    </a:lnTo>
                    <a:lnTo>
                      <a:pt x="1" y="7"/>
                    </a:lnTo>
                    <a:lnTo>
                      <a:pt x="3" y="9"/>
                    </a:lnTo>
                    <a:lnTo>
                      <a:pt x="4" y="9"/>
                    </a:lnTo>
                    <a:lnTo>
                      <a:pt x="6" y="7"/>
                    </a:lnTo>
                    <a:lnTo>
                      <a:pt x="7" y="6"/>
                    </a:lnTo>
                    <a:lnTo>
                      <a:pt x="9" y="4"/>
                    </a:lnTo>
                    <a:lnTo>
                      <a:pt x="9" y="3"/>
                    </a:lnTo>
                    <a:lnTo>
                      <a:pt x="7" y="1"/>
                    </a:lnTo>
                    <a:lnTo>
                      <a:pt x="6" y="0"/>
                    </a:lnTo>
                    <a:lnTo>
                      <a:pt x="4" y="0"/>
                    </a:lnTo>
                    <a:lnTo>
                      <a:pt x="3" y="0"/>
                    </a:lnTo>
                    <a:lnTo>
                      <a:pt x="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97" name="Freeform 98"/>
              <p:cNvSpPr>
                <a:spLocks/>
              </p:cNvSpPr>
              <p:nvPr/>
            </p:nvSpPr>
            <p:spPr bwMode="auto">
              <a:xfrm>
                <a:off x="3628" y="2264"/>
                <a:ext cx="9" cy="9"/>
              </a:xfrm>
              <a:custGeom>
                <a:avLst/>
                <a:gdLst>
                  <a:gd name="T0" fmla="*/ 3 w 9"/>
                  <a:gd name="T1" fmla="*/ 0 h 9"/>
                  <a:gd name="T2" fmla="*/ 2 w 9"/>
                  <a:gd name="T3" fmla="*/ 2 h 9"/>
                  <a:gd name="T4" fmla="*/ 0 w 9"/>
                  <a:gd name="T5" fmla="*/ 3 h 9"/>
                  <a:gd name="T6" fmla="*/ 0 w 9"/>
                  <a:gd name="T7" fmla="*/ 4 h 9"/>
                  <a:gd name="T8" fmla="*/ 2 w 9"/>
                  <a:gd name="T9" fmla="*/ 6 h 9"/>
                  <a:gd name="T10" fmla="*/ 3 w 9"/>
                  <a:gd name="T11" fmla="*/ 7 h 9"/>
                  <a:gd name="T12" fmla="*/ 5 w 9"/>
                  <a:gd name="T13" fmla="*/ 9 h 9"/>
                  <a:gd name="T14" fmla="*/ 6 w 9"/>
                  <a:gd name="T15" fmla="*/ 9 h 9"/>
                  <a:gd name="T16" fmla="*/ 8 w 9"/>
                  <a:gd name="T17" fmla="*/ 7 h 9"/>
                  <a:gd name="T18" fmla="*/ 8 w 9"/>
                  <a:gd name="T19" fmla="*/ 7 h 9"/>
                  <a:gd name="T20" fmla="*/ 9 w 9"/>
                  <a:gd name="T21" fmla="*/ 6 h 9"/>
                  <a:gd name="T22" fmla="*/ 9 w 9"/>
                  <a:gd name="T23" fmla="*/ 4 h 9"/>
                  <a:gd name="T24" fmla="*/ 9 w 9"/>
                  <a:gd name="T25" fmla="*/ 3 h 9"/>
                  <a:gd name="T26" fmla="*/ 9 w 9"/>
                  <a:gd name="T27" fmla="*/ 2 h 9"/>
                  <a:gd name="T28" fmla="*/ 8 w 9"/>
                  <a:gd name="T29" fmla="*/ 0 h 9"/>
                  <a:gd name="T30" fmla="*/ 6 w 9"/>
                  <a:gd name="T31" fmla="*/ 0 h 9"/>
                  <a:gd name="T32" fmla="*/ 5 w 9"/>
                  <a:gd name="T33" fmla="*/ 0 h 9"/>
                  <a:gd name="T34" fmla="*/ 3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3" y="0"/>
                    </a:moveTo>
                    <a:lnTo>
                      <a:pt x="2" y="2"/>
                    </a:lnTo>
                    <a:lnTo>
                      <a:pt x="0" y="3"/>
                    </a:lnTo>
                    <a:lnTo>
                      <a:pt x="0" y="4"/>
                    </a:lnTo>
                    <a:lnTo>
                      <a:pt x="2" y="6"/>
                    </a:lnTo>
                    <a:lnTo>
                      <a:pt x="3" y="7"/>
                    </a:lnTo>
                    <a:lnTo>
                      <a:pt x="5" y="9"/>
                    </a:lnTo>
                    <a:lnTo>
                      <a:pt x="6" y="9"/>
                    </a:lnTo>
                    <a:lnTo>
                      <a:pt x="8" y="7"/>
                    </a:lnTo>
                    <a:lnTo>
                      <a:pt x="9" y="6"/>
                    </a:lnTo>
                    <a:lnTo>
                      <a:pt x="9" y="4"/>
                    </a:lnTo>
                    <a:lnTo>
                      <a:pt x="9" y="3"/>
                    </a:lnTo>
                    <a:lnTo>
                      <a:pt x="9" y="2"/>
                    </a:lnTo>
                    <a:lnTo>
                      <a:pt x="8" y="0"/>
                    </a:lnTo>
                    <a:lnTo>
                      <a:pt x="6" y="0"/>
                    </a:lnTo>
                    <a:lnTo>
                      <a:pt x="5"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98" name="Freeform 99"/>
              <p:cNvSpPr>
                <a:spLocks/>
              </p:cNvSpPr>
              <p:nvPr/>
            </p:nvSpPr>
            <p:spPr bwMode="auto">
              <a:xfrm>
                <a:off x="3644" y="2255"/>
                <a:ext cx="9" cy="9"/>
              </a:xfrm>
              <a:custGeom>
                <a:avLst/>
                <a:gdLst>
                  <a:gd name="T0" fmla="*/ 2 w 9"/>
                  <a:gd name="T1" fmla="*/ 0 h 9"/>
                  <a:gd name="T2" fmla="*/ 0 w 9"/>
                  <a:gd name="T3" fmla="*/ 2 h 9"/>
                  <a:gd name="T4" fmla="*/ 0 w 9"/>
                  <a:gd name="T5" fmla="*/ 3 h 9"/>
                  <a:gd name="T6" fmla="*/ 0 w 9"/>
                  <a:gd name="T7" fmla="*/ 5 h 9"/>
                  <a:gd name="T8" fmla="*/ 0 w 9"/>
                  <a:gd name="T9" fmla="*/ 6 h 9"/>
                  <a:gd name="T10" fmla="*/ 2 w 9"/>
                  <a:gd name="T11" fmla="*/ 8 h 9"/>
                  <a:gd name="T12" fmla="*/ 3 w 9"/>
                  <a:gd name="T13" fmla="*/ 9 h 9"/>
                  <a:gd name="T14" fmla="*/ 5 w 9"/>
                  <a:gd name="T15" fmla="*/ 9 h 9"/>
                  <a:gd name="T16" fmla="*/ 6 w 9"/>
                  <a:gd name="T17" fmla="*/ 8 h 9"/>
                  <a:gd name="T18" fmla="*/ 6 w 9"/>
                  <a:gd name="T19" fmla="*/ 8 h 9"/>
                  <a:gd name="T20" fmla="*/ 8 w 9"/>
                  <a:gd name="T21" fmla="*/ 6 h 9"/>
                  <a:gd name="T22" fmla="*/ 9 w 9"/>
                  <a:gd name="T23" fmla="*/ 5 h 9"/>
                  <a:gd name="T24" fmla="*/ 9 w 9"/>
                  <a:gd name="T25" fmla="*/ 3 h 9"/>
                  <a:gd name="T26" fmla="*/ 8 w 9"/>
                  <a:gd name="T27" fmla="*/ 2 h 9"/>
                  <a:gd name="T28" fmla="*/ 6 w 9"/>
                  <a:gd name="T29" fmla="*/ 0 h 9"/>
                  <a:gd name="T30" fmla="*/ 5 w 9"/>
                  <a:gd name="T31" fmla="*/ 0 h 9"/>
                  <a:gd name="T32" fmla="*/ 3 w 9"/>
                  <a:gd name="T33" fmla="*/ 0 h 9"/>
                  <a:gd name="T34" fmla="*/ 2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2" y="0"/>
                    </a:moveTo>
                    <a:lnTo>
                      <a:pt x="0" y="2"/>
                    </a:lnTo>
                    <a:lnTo>
                      <a:pt x="0" y="3"/>
                    </a:lnTo>
                    <a:lnTo>
                      <a:pt x="0" y="5"/>
                    </a:lnTo>
                    <a:lnTo>
                      <a:pt x="0" y="6"/>
                    </a:lnTo>
                    <a:lnTo>
                      <a:pt x="2" y="8"/>
                    </a:lnTo>
                    <a:lnTo>
                      <a:pt x="3" y="9"/>
                    </a:lnTo>
                    <a:lnTo>
                      <a:pt x="5" y="9"/>
                    </a:lnTo>
                    <a:lnTo>
                      <a:pt x="6" y="8"/>
                    </a:lnTo>
                    <a:lnTo>
                      <a:pt x="8" y="6"/>
                    </a:lnTo>
                    <a:lnTo>
                      <a:pt x="9" y="5"/>
                    </a:lnTo>
                    <a:lnTo>
                      <a:pt x="9" y="3"/>
                    </a:lnTo>
                    <a:lnTo>
                      <a:pt x="8" y="2"/>
                    </a:lnTo>
                    <a:lnTo>
                      <a:pt x="6" y="0"/>
                    </a:lnTo>
                    <a:lnTo>
                      <a:pt x="5" y="0"/>
                    </a:lnTo>
                    <a:lnTo>
                      <a:pt x="3" y="0"/>
                    </a:lnTo>
                    <a:lnTo>
                      <a:pt x="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99" name="Freeform 100"/>
              <p:cNvSpPr>
                <a:spLocks/>
              </p:cNvSpPr>
              <p:nvPr/>
            </p:nvSpPr>
            <p:spPr bwMode="auto">
              <a:xfrm>
                <a:off x="3659" y="2247"/>
                <a:ext cx="9" cy="8"/>
              </a:xfrm>
              <a:custGeom>
                <a:avLst/>
                <a:gdLst>
                  <a:gd name="T0" fmla="*/ 3 w 9"/>
                  <a:gd name="T1" fmla="*/ 0 h 8"/>
                  <a:gd name="T2" fmla="*/ 1 w 9"/>
                  <a:gd name="T3" fmla="*/ 1 h 8"/>
                  <a:gd name="T4" fmla="*/ 0 w 9"/>
                  <a:gd name="T5" fmla="*/ 3 h 8"/>
                  <a:gd name="T6" fmla="*/ 0 w 9"/>
                  <a:gd name="T7" fmla="*/ 4 h 8"/>
                  <a:gd name="T8" fmla="*/ 1 w 9"/>
                  <a:gd name="T9" fmla="*/ 5 h 8"/>
                  <a:gd name="T10" fmla="*/ 3 w 9"/>
                  <a:gd name="T11" fmla="*/ 7 h 8"/>
                  <a:gd name="T12" fmla="*/ 4 w 9"/>
                  <a:gd name="T13" fmla="*/ 8 h 8"/>
                  <a:gd name="T14" fmla="*/ 6 w 9"/>
                  <a:gd name="T15" fmla="*/ 8 h 8"/>
                  <a:gd name="T16" fmla="*/ 7 w 9"/>
                  <a:gd name="T17" fmla="*/ 7 h 8"/>
                  <a:gd name="T18" fmla="*/ 7 w 9"/>
                  <a:gd name="T19" fmla="*/ 7 h 8"/>
                  <a:gd name="T20" fmla="*/ 9 w 9"/>
                  <a:gd name="T21" fmla="*/ 5 h 8"/>
                  <a:gd name="T22" fmla="*/ 9 w 9"/>
                  <a:gd name="T23" fmla="*/ 4 h 8"/>
                  <a:gd name="T24" fmla="*/ 9 w 9"/>
                  <a:gd name="T25" fmla="*/ 3 h 8"/>
                  <a:gd name="T26" fmla="*/ 9 w 9"/>
                  <a:gd name="T27" fmla="*/ 1 h 8"/>
                  <a:gd name="T28" fmla="*/ 7 w 9"/>
                  <a:gd name="T29" fmla="*/ 0 h 8"/>
                  <a:gd name="T30" fmla="*/ 6 w 9"/>
                  <a:gd name="T31" fmla="*/ 0 h 8"/>
                  <a:gd name="T32" fmla="*/ 4 w 9"/>
                  <a:gd name="T33" fmla="*/ 0 h 8"/>
                  <a:gd name="T34" fmla="*/ 3 w 9"/>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3" y="0"/>
                    </a:moveTo>
                    <a:lnTo>
                      <a:pt x="1" y="1"/>
                    </a:lnTo>
                    <a:lnTo>
                      <a:pt x="0" y="3"/>
                    </a:lnTo>
                    <a:lnTo>
                      <a:pt x="0" y="4"/>
                    </a:lnTo>
                    <a:lnTo>
                      <a:pt x="1" y="5"/>
                    </a:lnTo>
                    <a:lnTo>
                      <a:pt x="3" y="7"/>
                    </a:lnTo>
                    <a:lnTo>
                      <a:pt x="4" y="8"/>
                    </a:lnTo>
                    <a:lnTo>
                      <a:pt x="6" y="8"/>
                    </a:lnTo>
                    <a:lnTo>
                      <a:pt x="7" y="7"/>
                    </a:lnTo>
                    <a:lnTo>
                      <a:pt x="9" y="5"/>
                    </a:lnTo>
                    <a:lnTo>
                      <a:pt x="9" y="4"/>
                    </a:lnTo>
                    <a:lnTo>
                      <a:pt x="9" y="3"/>
                    </a:lnTo>
                    <a:lnTo>
                      <a:pt x="9" y="1"/>
                    </a:lnTo>
                    <a:lnTo>
                      <a:pt x="7" y="0"/>
                    </a:lnTo>
                    <a:lnTo>
                      <a:pt x="6" y="0"/>
                    </a:lnTo>
                    <a:lnTo>
                      <a:pt x="4"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600" name="Freeform 101"/>
              <p:cNvSpPr>
                <a:spLocks/>
              </p:cNvSpPr>
              <p:nvPr/>
            </p:nvSpPr>
            <p:spPr bwMode="auto">
              <a:xfrm>
                <a:off x="3675" y="2238"/>
                <a:ext cx="9" cy="9"/>
              </a:xfrm>
              <a:custGeom>
                <a:avLst/>
                <a:gdLst>
                  <a:gd name="T0" fmla="*/ 3 w 9"/>
                  <a:gd name="T1" fmla="*/ 0 h 9"/>
                  <a:gd name="T2" fmla="*/ 1 w 9"/>
                  <a:gd name="T3" fmla="*/ 1 h 9"/>
                  <a:gd name="T4" fmla="*/ 0 w 9"/>
                  <a:gd name="T5" fmla="*/ 3 h 9"/>
                  <a:gd name="T6" fmla="*/ 0 w 9"/>
                  <a:gd name="T7" fmla="*/ 4 h 9"/>
                  <a:gd name="T8" fmla="*/ 0 w 9"/>
                  <a:gd name="T9" fmla="*/ 6 h 9"/>
                  <a:gd name="T10" fmla="*/ 0 w 9"/>
                  <a:gd name="T11" fmla="*/ 7 h 9"/>
                  <a:gd name="T12" fmla="*/ 1 w 9"/>
                  <a:gd name="T13" fmla="*/ 9 h 9"/>
                  <a:gd name="T14" fmla="*/ 3 w 9"/>
                  <a:gd name="T15" fmla="*/ 9 h 9"/>
                  <a:gd name="T16" fmla="*/ 4 w 9"/>
                  <a:gd name="T17" fmla="*/ 9 h 9"/>
                  <a:gd name="T18" fmla="*/ 4 w 9"/>
                  <a:gd name="T19" fmla="*/ 9 h 9"/>
                  <a:gd name="T20" fmla="*/ 6 w 9"/>
                  <a:gd name="T21" fmla="*/ 9 h 9"/>
                  <a:gd name="T22" fmla="*/ 7 w 9"/>
                  <a:gd name="T23" fmla="*/ 7 h 9"/>
                  <a:gd name="T24" fmla="*/ 9 w 9"/>
                  <a:gd name="T25" fmla="*/ 6 h 9"/>
                  <a:gd name="T26" fmla="*/ 9 w 9"/>
                  <a:gd name="T27" fmla="*/ 4 h 9"/>
                  <a:gd name="T28" fmla="*/ 7 w 9"/>
                  <a:gd name="T29" fmla="*/ 3 h 9"/>
                  <a:gd name="T30" fmla="*/ 6 w 9"/>
                  <a:gd name="T31" fmla="*/ 1 h 9"/>
                  <a:gd name="T32" fmla="*/ 4 w 9"/>
                  <a:gd name="T33" fmla="*/ 0 h 9"/>
                  <a:gd name="T34" fmla="*/ 3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3" y="0"/>
                    </a:moveTo>
                    <a:lnTo>
                      <a:pt x="1" y="1"/>
                    </a:lnTo>
                    <a:lnTo>
                      <a:pt x="0" y="3"/>
                    </a:lnTo>
                    <a:lnTo>
                      <a:pt x="0" y="4"/>
                    </a:lnTo>
                    <a:lnTo>
                      <a:pt x="0" y="6"/>
                    </a:lnTo>
                    <a:lnTo>
                      <a:pt x="0" y="7"/>
                    </a:lnTo>
                    <a:lnTo>
                      <a:pt x="1" y="9"/>
                    </a:lnTo>
                    <a:lnTo>
                      <a:pt x="3" y="9"/>
                    </a:lnTo>
                    <a:lnTo>
                      <a:pt x="4" y="9"/>
                    </a:lnTo>
                    <a:lnTo>
                      <a:pt x="6" y="9"/>
                    </a:lnTo>
                    <a:lnTo>
                      <a:pt x="7" y="7"/>
                    </a:lnTo>
                    <a:lnTo>
                      <a:pt x="9" y="6"/>
                    </a:lnTo>
                    <a:lnTo>
                      <a:pt x="9" y="4"/>
                    </a:lnTo>
                    <a:lnTo>
                      <a:pt x="7" y="3"/>
                    </a:lnTo>
                    <a:lnTo>
                      <a:pt x="6" y="1"/>
                    </a:lnTo>
                    <a:lnTo>
                      <a:pt x="4"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601" name="Freeform 102"/>
              <p:cNvSpPr>
                <a:spLocks/>
              </p:cNvSpPr>
              <p:nvPr/>
            </p:nvSpPr>
            <p:spPr bwMode="auto">
              <a:xfrm>
                <a:off x="3691" y="2231"/>
                <a:ext cx="9" cy="8"/>
              </a:xfrm>
              <a:custGeom>
                <a:avLst/>
                <a:gdLst>
                  <a:gd name="T0" fmla="*/ 3 w 9"/>
                  <a:gd name="T1" fmla="*/ 0 h 8"/>
                  <a:gd name="T2" fmla="*/ 1 w 9"/>
                  <a:gd name="T3" fmla="*/ 1 h 8"/>
                  <a:gd name="T4" fmla="*/ 0 w 9"/>
                  <a:gd name="T5" fmla="*/ 3 h 8"/>
                  <a:gd name="T6" fmla="*/ 0 w 9"/>
                  <a:gd name="T7" fmla="*/ 4 h 8"/>
                  <a:gd name="T8" fmla="*/ 0 w 9"/>
                  <a:gd name="T9" fmla="*/ 6 h 8"/>
                  <a:gd name="T10" fmla="*/ 0 w 9"/>
                  <a:gd name="T11" fmla="*/ 7 h 8"/>
                  <a:gd name="T12" fmla="*/ 1 w 9"/>
                  <a:gd name="T13" fmla="*/ 8 h 8"/>
                  <a:gd name="T14" fmla="*/ 3 w 9"/>
                  <a:gd name="T15" fmla="*/ 8 h 8"/>
                  <a:gd name="T16" fmla="*/ 4 w 9"/>
                  <a:gd name="T17" fmla="*/ 8 h 8"/>
                  <a:gd name="T18" fmla="*/ 4 w 9"/>
                  <a:gd name="T19" fmla="*/ 8 h 8"/>
                  <a:gd name="T20" fmla="*/ 6 w 9"/>
                  <a:gd name="T21" fmla="*/ 8 h 8"/>
                  <a:gd name="T22" fmla="*/ 7 w 9"/>
                  <a:gd name="T23" fmla="*/ 7 h 8"/>
                  <a:gd name="T24" fmla="*/ 9 w 9"/>
                  <a:gd name="T25" fmla="*/ 6 h 8"/>
                  <a:gd name="T26" fmla="*/ 9 w 9"/>
                  <a:gd name="T27" fmla="*/ 4 h 8"/>
                  <a:gd name="T28" fmla="*/ 7 w 9"/>
                  <a:gd name="T29" fmla="*/ 3 h 8"/>
                  <a:gd name="T30" fmla="*/ 6 w 9"/>
                  <a:gd name="T31" fmla="*/ 1 h 8"/>
                  <a:gd name="T32" fmla="*/ 4 w 9"/>
                  <a:gd name="T33" fmla="*/ 0 h 8"/>
                  <a:gd name="T34" fmla="*/ 3 w 9"/>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3" y="0"/>
                    </a:moveTo>
                    <a:lnTo>
                      <a:pt x="1" y="1"/>
                    </a:lnTo>
                    <a:lnTo>
                      <a:pt x="0" y="3"/>
                    </a:lnTo>
                    <a:lnTo>
                      <a:pt x="0" y="4"/>
                    </a:lnTo>
                    <a:lnTo>
                      <a:pt x="0" y="6"/>
                    </a:lnTo>
                    <a:lnTo>
                      <a:pt x="0" y="7"/>
                    </a:lnTo>
                    <a:lnTo>
                      <a:pt x="1" y="8"/>
                    </a:lnTo>
                    <a:lnTo>
                      <a:pt x="3" y="8"/>
                    </a:lnTo>
                    <a:lnTo>
                      <a:pt x="4" y="8"/>
                    </a:lnTo>
                    <a:lnTo>
                      <a:pt x="6" y="8"/>
                    </a:lnTo>
                    <a:lnTo>
                      <a:pt x="7" y="7"/>
                    </a:lnTo>
                    <a:lnTo>
                      <a:pt x="9" y="6"/>
                    </a:lnTo>
                    <a:lnTo>
                      <a:pt x="9" y="4"/>
                    </a:lnTo>
                    <a:lnTo>
                      <a:pt x="7" y="3"/>
                    </a:lnTo>
                    <a:lnTo>
                      <a:pt x="6" y="1"/>
                    </a:lnTo>
                    <a:lnTo>
                      <a:pt x="4"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602" name="Freeform 103"/>
              <p:cNvSpPr>
                <a:spLocks/>
              </p:cNvSpPr>
              <p:nvPr/>
            </p:nvSpPr>
            <p:spPr bwMode="auto">
              <a:xfrm>
                <a:off x="3707" y="2225"/>
                <a:ext cx="9" cy="9"/>
              </a:xfrm>
              <a:custGeom>
                <a:avLst/>
                <a:gdLst>
                  <a:gd name="T0" fmla="*/ 3 w 9"/>
                  <a:gd name="T1" fmla="*/ 0 h 9"/>
                  <a:gd name="T2" fmla="*/ 1 w 9"/>
                  <a:gd name="T3" fmla="*/ 0 h 9"/>
                  <a:gd name="T4" fmla="*/ 0 w 9"/>
                  <a:gd name="T5" fmla="*/ 1 h 9"/>
                  <a:gd name="T6" fmla="*/ 0 w 9"/>
                  <a:gd name="T7" fmla="*/ 3 h 9"/>
                  <a:gd name="T8" fmla="*/ 0 w 9"/>
                  <a:gd name="T9" fmla="*/ 4 h 9"/>
                  <a:gd name="T10" fmla="*/ 0 w 9"/>
                  <a:gd name="T11" fmla="*/ 6 h 9"/>
                  <a:gd name="T12" fmla="*/ 1 w 9"/>
                  <a:gd name="T13" fmla="*/ 7 h 9"/>
                  <a:gd name="T14" fmla="*/ 3 w 9"/>
                  <a:gd name="T15" fmla="*/ 9 h 9"/>
                  <a:gd name="T16" fmla="*/ 4 w 9"/>
                  <a:gd name="T17" fmla="*/ 9 h 9"/>
                  <a:gd name="T18" fmla="*/ 4 w 9"/>
                  <a:gd name="T19" fmla="*/ 9 h 9"/>
                  <a:gd name="T20" fmla="*/ 6 w 9"/>
                  <a:gd name="T21" fmla="*/ 7 h 9"/>
                  <a:gd name="T22" fmla="*/ 7 w 9"/>
                  <a:gd name="T23" fmla="*/ 6 h 9"/>
                  <a:gd name="T24" fmla="*/ 9 w 9"/>
                  <a:gd name="T25" fmla="*/ 4 h 9"/>
                  <a:gd name="T26" fmla="*/ 9 w 9"/>
                  <a:gd name="T27" fmla="*/ 3 h 9"/>
                  <a:gd name="T28" fmla="*/ 7 w 9"/>
                  <a:gd name="T29" fmla="*/ 1 h 9"/>
                  <a:gd name="T30" fmla="*/ 6 w 9"/>
                  <a:gd name="T31" fmla="*/ 0 h 9"/>
                  <a:gd name="T32" fmla="*/ 4 w 9"/>
                  <a:gd name="T33" fmla="*/ 0 h 9"/>
                  <a:gd name="T34" fmla="*/ 3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3" y="0"/>
                    </a:moveTo>
                    <a:lnTo>
                      <a:pt x="1" y="0"/>
                    </a:lnTo>
                    <a:lnTo>
                      <a:pt x="0" y="1"/>
                    </a:lnTo>
                    <a:lnTo>
                      <a:pt x="0" y="3"/>
                    </a:lnTo>
                    <a:lnTo>
                      <a:pt x="0" y="4"/>
                    </a:lnTo>
                    <a:lnTo>
                      <a:pt x="0" y="6"/>
                    </a:lnTo>
                    <a:lnTo>
                      <a:pt x="1" y="7"/>
                    </a:lnTo>
                    <a:lnTo>
                      <a:pt x="3" y="9"/>
                    </a:lnTo>
                    <a:lnTo>
                      <a:pt x="4" y="9"/>
                    </a:lnTo>
                    <a:lnTo>
                      <a:pt x="6" y="7"/>
                    </a:lnTo>
                    <a:lnTo>
                      <a:pt x="7" y="6"/>
                    </a:lnTo>
                    <a:lnTo>
                      <a:pt x="9" y="4"/>
                    </a:lnTo>
                    <a:lnTo>
                      <a:pt x="9" y="3"/>
                    </a:lnTo>
                    <a:lnTo>
                      <a:pt x="7" y="1"/>
                    </a:lnTo>
                    <a:lnTo>
                      <a:pt x="6" y="0"/>
                    </a:lnTo>
                    <a:lnTo>
                      <a:pt x="4"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603" name="Freeform 104"/>
              <p:cNvSpPr>
                <a:spLocks/>
              </p:cNvSpPr>
              <p:nvPr/>
            </p:nvSpPr>
            <p:spPr bwMode="auto">
              <a:xfrm>
                <a:off x="3723" y="2218"/>
                <a:ext cx="9" cy="8"/>
              </a:xfrm>
              <a:custGeom>
                <a:avLst/>
                <a:gdLst>
                  <a:gd name="T0" fmla="*/ 3 w 9"/>
                  <a:gd name="T1" fmla="*/ 0 h 8"/>
                  <a:gd name="T2" fmla="*/ 1 w 9"/>
                  <a:gd name="T3" fmla="*/ 1 h 8"/>
                  <a:gd name="T4" fmla="*/ 0 w 9"/>
                  <a:gd name="T5" fmla="*/ 3 h 8"/>
                  <a:gd name="T6" fmla="*/ 0 w 9"/>
                  <a:gd name="T7" fmla="*/ 4 h 8"/>
                  <a:gd name="T8" fmla="*/ 0 w 9"/>
                  <a:gd name="T9" fmla="*/ 5 h 8"/>
                  <a:gd name="T10" fmla="*/ 0 w 9"/>
                  <a:gd name="T11" fmla="*/ 7 h 8"/>
                  <a:gd name="T12" fmla="*/ 1 w 9"/>
                  <a:gd name="T13" fmla="*/ 8 h 8"/>
                  <a:gd name="T14" fmla="*/ 3 w 9"/>
                  <a:gd name="T15" fmla="*/ 8 h 8"/>
                  <a:gd name="T16" fmla="*/ 4 w 9"/>
                  <a:gd name="T17" fmla="*/ 8 h 8"/>
                  <a:gd name="T18" fmla="*/ 4 w 9"/>
                  <a:gd name="T19" fmla="*/ 8 h 8"/>
                  <a:gd name="T20" fmla="*/ 6 w 9"/>
                  <a:gd name="T21" fmla="*/ 8 h 8"/>
                  <a:gd name="T22" fmla="*/ 7 w 9"/>
                  <a:gd name="T23" fmla="*/ 7 h 8"/>
                  <a:gd name="T24" fmla="*/ 9 w 9"/>
                  <a:gd name="T25" fmla="*/ 5 h 8"/>
                  <a:gd name="T26" fmla="*/ 9 w 9"/>
                  <a:gd name="T27" fmla="*/ 4 h 8"/>
                  <a:gd name="T28" fmla="*/ 7 w 9"/>
                  <a:gd name="T29" fmla="*/ 3 h 8"/>
                  <a:gd name="T30" fmla="*/ 6 w 9"/>
                  <a:gd name="T31" fmla="*/ 1 h 8"/>
                  <a:gd name="T32" fmla="*/ 4 w 9"/>
                  <a:gd name="T33" fmla="*/ 0 h 8"/>
                  <a:gd name="T34" fmla="*/ 3 w 9"/>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3" y="0"/>
                    </a:moveTo>
                    <a:lnTo>
                      <a:pt x="1" y="1"/>
                    </a:lnTo>
                    <a:lnTo>
                      <a:pt x="0" y="3"/>
                    </a:lnTo>
                    <a:lnTo>
                      <a:pt x="0" y="4"/>
                    </a:lnTo>
                    <a:lnTo>
                      <a:pt x="0" y="5"/>
                    </a:lnTo>
                    <a:lnTo>
                      <a:pt x="0" y="7"/>
                    </a:lnTo>
                    <a:lnTo>
                      <a:pt x="1" y="8"/>
                    </a:lnTo>
                    <a:lnTo>
                      <a:pt x="3" y="8"/>
                    </a:lnTo>
                    <a:lnTo>
                      <a:pt x="4" y="8"/>
                    </a:lnTo>
                    <a:lnTo>
                      <a:pt x="6" y="8"/>
                    </a:lnTo>
                    <a:lnTo>
                      <a:pt x="7" y="7"/>
                    </a:lnTo>
                    <a:lnTo>
                      <a:pt x="9" y="5"/>
                    </a:lnTo>
                    <a:lnTo>
                      <a:pt x="9" y="4"/>
                    </a:lnTo>
                    <a:lnTo>
                      <a:pt x="7" y="3"/>
                    </a:lnTo>
                    <a:lnTo>
                      <a:pt x="6" y="1"/>
                    </a:lnTo>
                    <a:lnTo>
                      <a:pt x="4"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604" name="Freeform 105"/>
              <p:cNvSpPr>
                <a:spLocks/>
              </p:cNvSpPr>
              <p:nvPr/>
            </p:nvSpPr>
            <p:spPr bwMode="auto">
              <a:xfrm>
                <a:off x="3739" y="2213"/>
                <a:ext cx="8" cy="9"/>
              </a:xfrm>
              <a:custGeom>
                <a:avLst/>
                <a:gdLst>
                  <a:gd name="T0" fmla="*/ 4 w 8"/>
                  <a:gd name="T1" fmla="*/ 0 h 9"/>
                  <a:gd name="T2" fmla="*/ 3 w 8"/>
                  <a:gd name="T3" fmla="*/ 2 h 9"/>
                  <a:gd name="T4" fmla="*/ 1 w 8"/>
                  <a:gd name="T5" fmla="*/ 3 h 9"/>
                  <a:gd name="T6" fmla="*/ 0 w 8"/>
                  <a:gd name="T7" fmla="*/ 5 h 9"/>
                  <a:gd name="T8" fmla="*/ 0 w 8"/>
                  <a:gd name="T9" fmla="*/ 6 h 9"/>
                  <a:gd name="T10" fmla="*/ 1 w 8"/>
                  <a:gd name="T11" fmla="*/ 8 h 9"/>
                  <a:gd name="T12" fmla="*/ 3 w 8"/>
                  <a:gd name="T13" fmla="*/ 9 h 9"/>
                  <a:gd name="T14" fmla="*/ 4 w 8"/>
                  <a:gd name="T15" fmla="*/ 9 h 9"/>
                  <a:gd name="T16" fmla="*/ 6 w 8"/>
                  <a:gd name="T17" fmla="*/ 9 h 9"/>
                  <a:gd name="T18" fmla="*/ 6 w 8"/>
                  <a:gd name="T19" fmla="*/ 9 h 9"/>
                  <a:gd name="T20" fmla="*/ 7 w 8"/>
                  <a:gd name="T21" fmla="*/ 9 h 9"/>
                  <a:gd name="T22" fmla="*/ 8 w 8"/>
                  <a:gd name="T23" fmla="*/ 8 h 9"/>
                  <a:gd name="T24" fmla="*/ 8 w 8"/>
                  <a:gd name="T25" fmla="*/ 6 h 9"/>
                  <a:gd name="T26" fmla="*/ 8 w 8"/>
                  <a:gd name="T27" fmla="*/ 5 h 9"/>
                  <a:gd name="T28" fmla="*/ 8 w 8"/>
                  <a:gd name="T29" fmla="*/ 3 h 9"/>
                  <a:gd name="T30" fmla="*/ 7 w 8"/>
                  <a:gd name="T31" fmla="*/ 2 h 9"/>
                  <a:gd name="T32" fmla="*/ 6 w 8"/>
                  <a:gd name="T33" fmla="*/ 0 h 9"/>
                  <a:gd name="T34" fmla="*/ 4 w 8"/>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4" y="0"/>
                    </a:moveTo>
                    <a:lnTo>
                      <a:pt x="3" y="2"/>
                    </a:lnTo>
                    <a:lnTo>
                      <a:pt x="1" y="3"/>
                    </a:lnTo>
                    <a:lnTo>
                      <a:pt x="0" y="5"/>
                    </a:lnTo>
                    <a:lnTo>
                      <a:pt x="0" y="6"/>
                    </a:lnTo>
                    <a:lnTo>
                      <a:pt x="1" y="8"/>
                    </a:lnTo>
                    <a:lnTo>
                      <a:pt x="3" y="9"/>
                    </a:lnTo>
                    <a:lnTo>
                      <a:pt x="4" y="9"/>
                    </a:lnTo>
                    <a:lnTo>
                      <a:pt x="6" y="9"/>
                    </a:lnTo>
                    <a:lnTo>
                      <a:pt x="7" y="9"/>
                    </a:lnTo>
                    <a:lnTo>
                      <a:pt x="8" y="8"/>
                    </a:lnTo>
                    <a:lnTo>
                      <a:pt x="8" y="6"/>
                    </a:lnTo>
                    <a:lnTo>
                      <a:pt x="8" y="5"/>
                    </a:lnTo>
                    <a:lnTo>
                      <a:pt x="8" y="3"/>
                    </a:lnTo>
                    <a:lnTo>
                      <a:pt x="7" y="2"/>
                    </a:lnTo>
                    <a:lnTo>
                      <a:pt x="6"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605" name="Freeform 106"/>
              <p:cNvSpPr>
                <a:spLocks/>
              </p:cNvSpPr>
              <p:nvPr/>
            </p:nvSpPr>
            <p:spPr bwMode="auto">
              <a:xfrm>
                <a:off x="3756" y="2212"/>
                <a:ext cx="9" cy="9"/>
              </a:xfrm>
              <a:custGeom>
                <a:avLst/>
                <a:gdLst>
                  <a:gd name="T0" fmla="*/ 6 w 9"/>
                  <a:gd name="T1" fmla="*/ 0 h 9"/>
                  <a:gd name="T2" fmla="*/ 5 w 9"/>
                  <a:gd name="T3" fmla="*/ 0 h 9"/>
                  <a:gd name="T4" fmla="*/ 3 w 9"/>
                  <a:gd name="T5" fmla="*/ 0 h 9"/>
                  <a:gd name="T6" fmla="*/ 2 w 9"/>
                  <a:gd name="T7" fmla="*/ 1 h 9"/>
                  <a:gd name="T8" fmla="*/ 0 w 9"/>
                  <a:gd name="T9" fmla="*/ 3 h 9"/>
                  <a:gd name="T10" fmla="*/ 0 w 9"/>
                  <a:gd name="T11" fmla="*/ 4 h 9"/>
                  <a:gd name="T12" fmla="*/ 2 w 9"/>
                  <a:gd name="T13" fmla="*/ 6 h 9"/>
                  <a:gd name="T14" fmla="*/ 3 w 9"/>
                  <a:gd name="T15" fmla="*/ 7 h 9"/>
                  <a:gd name="T16" fmla="*/ 5 w 9"/>
                  <a:gd name="T17" fmla="*/ 9 h 9"/>
                  <a:gd name="T18" fmla="*/ 5 w 9"/>
                  <a:gd name="T19" fmla="*/ 9 h 9"/>
                  <a:gd name="T20" fmla="*/ 6 w 9"/>
                  <a:gd name="T21" fmla="*/ 9 h 9"/>
                  <a:gd name="T22" fmla="*/ 7 w 9"/>
                  <a:gd name="T23" fmla="*/ 7 h 9"/>
                  <a:gd name="T24" fmla="*/ 9 w 9"/>
                  <a:gd name="T25" fmla="*/ 6 h 9"/>
                  <a:gd name="T26" fmla="*/ 9 w 9"/>
                  <a:gd name="T27" fmla="*/ 4 h 9"/>
                  <a:gd name="T28" fmla="*/ 9 w 9"/>
                  <a:gd name="T29" fmla="*/ 3 h 9"/>
                  <a:gd name="T30" fmla="*/ 9 w 9"/>
                  <a:gd name="T31" fmla="*/ 1 h 9"/>
                  <a:gd name="T32" fmla="*/ 7 w 9"/>
                  <a:gd name="T33" fmla="*/ 0 h 9"/>
                  <a:gd name="T34" fmla="*/ 6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6" y="0"/>
                    </a:moveTo>
                    <a:lnTo>
                      <a:pt x="5" y="0"/>
                    </a:lnTo>
                    <a:lnTo>
                      <a:pt x="3" y="0"/>
                    </a:lnTo>
                    <a:lnTo>
                      <a:pt x="2" y="1"/>
                    </a:lnTo>
                    <a:lnTo>
                      <a:pt x="0" y="3"/>
                    </a:lnTo>
                    <a:lnTo>
                      <a:pt x="0" y="4"/>
                    </a:lnTo>
                    <a:lnTo>
                      <a:pt x="2" y="6"/>
                    </a:lnTo>
                    <a:lnTo>
                      <a:pt x="3" y="7"/>
                    </a:lnTo>
                    <a:lnTo>
                      <a:pt x="5" y="9"/>
                    </a:lnTo>
                    <a:lnTo>
                      <a:pt x="6" y="9"/>
                    </a:lnTo>
                    <a:lnTo>
                      <a:pt x="7" y="7"/>
                    </a:lnTo>
                    <a:lnTo>
                      <a:pt x="9" y="6"/>
                    </a:lnTo>
                    <a:lnTo>
                      <a:pt x="9" y="4"/>
                    </a:lnTo>
                    <a:lnTo>
                      <a:pt x="9" y="3"/>
                    </a:lnTo>
                    <a:lnTo>
                      <a:pt x="9" y="1"/>
                    </a:lnTo>
                    <a:lnTo>
                      <a:pt x="7" y="0"/>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606" name="Freeform 107"/>
              <p:cNvSpPr>
                <a:spLocks/>
              </p:cNvSpPr>
              <p:nvPr/>
            </p:nvSpPr>
            <p:spPr bwMode="auto">
              <a:xfrm>
                <a:off x="3774" y="2212"/>
                <a:ext cx="8" cy="9"/>
              </a:xfrm>
              <a:custGeom>
                <a:avLst/>
                <a:gdLst>
                  <a:gd name="T0" fmla="*/ 5 w 8"/>
                  <a:gd name="T1" fmla="*/ 0 h 9"/>
                  <a:gd name="T2" fmla="*/ 4 w 8"/>
                  <a:gd name="T3" fmla="*/ 0 h 9"/>
                  <a:gd name="T4" fmla="*/ 3 w 8"/>
                  <a:gd name="T5" fmla="*/ 0 h 9"/>
                  <a:gd name="T6" fmla="*/ 1 w 8"/>
                  <a:gd name="T7" fmla="*/ 1 h 9"/>
                  <a:gd name="T8" fmla="*/ 0 w 8"/>
                  <a:gd name="T9" fmla="*/ 3 h 9"/>
                  <a:gd name="T10" fmla="*/ 0 w 8"/>
                  <a:gd name="T11" fmla="*/ 4 h 9"/>
                  <a:gd name="T12" fmla="*/ 1 w 8"/>
                  <a:gd name="T13" fmla="*/ 6 h 9"/>
                  <a:gd name="T14" fmla="*/ 3 w 8"/>
                  <a:gd name="T15" fmla="*/ 7 h 9"/>
                  <a:gd name="T16" fmla="*/ 4 w 8"/>
                  <a:gd name="T17" fmla="*/ 9 h 9"/>
                  <a:gd name="T18" fmla="*/ 4 w 8"/>
                  <a:gd name="T19" fmla="*/ 9 h 9"/>
                  <a:gd name="T20" fmla="*/ 5 w 8"/>
                  <a:gd name="T21" fmla="*/ 9 h 9"/>
                  <a:gd name="T22" fmla="*/ 7 w 8"/>
                  <a:gd name="T23" fmla="*/ 7 h 9"/>
                  <a:gd name="T24" fmla="*/ 8 w 8"/>
                  <a:gd name="T25" fmla="*/ 6 h 9"/>
                  <a:gd name="T26" fmla="*/ 8 w 8"/>
                  <a:gd name="T27" fmla="*/ 4 h 9"/>
                  <a:gd name="T28" fmla="*/ 8 w 8"/>
                  <a:gd name="T29" fmla="*/ 3 h 9"/>
                  <a:gd name="T30" fmla="*/ 8 w 8"/>
                  <a:gd name="T31" fmla="*/ 1 h 9"/>
                  <a:gd name="T32" fmla="*/ 7 w 8"/>
                  <a:gd name="T33" fmla="*/ 0 h 9"/>
                  <a:gd name="T34" fmla="*/ 5 w 8"/>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5" y="0"/>
                    </a:moveTo>
                    <a:lnTo>
                      <a:pt x="4" y="0"/>
                    </a:lnTo>
                    <a:lnTo>
                      <a:pt x="3" y="0"/>
                    </a:lnTo>
                    <a:lnTo>
                      <a:pt x="1" y="1"/>
                    </a:lnTo>
                    <a:lnTo>
                      <a:pt x="0" y="3"/>
                    </a:lnTo>
                    <a:lnTo>
                      <a:pt x="0" y="4"/>
                    </a:lnTo>
                    <a:lnTo>
                      <a:pt x="1" y="6"/>
                    </a:lnTo>
                    <a:lnTo>
                      <a:pt x="3" y="7"/>
                    </a:lnTo>
                    <a:lnTo>
                      <a:pt x="4" y="9"/>
                    </a:lnTo>
                    <a:lnTo>
                      <a:pt x="5" y="9"/>
                    </a:lnTo>
                    <a:lnTo>
                      <a:pt x="7" y="7"/>
                    </a:lnTo>
                    <a:lnTo>
                      <a:pt x="8" y="6"/>
                    </a:lnTo>
                    <a:lnTo>
                      <a:pt x="8" y="4"/>
                    </a:lnTo>
                    <a:lnTo>
                      <a:pt x="8" y="3"/>
                    </a:lnTo>
                    <a:lnTo>
                      <a:pt x="8" y="1"/>
                    </a:lnTo>
                    <a:lnTo>
                      <a:pt x="7" y="0"/>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607" name="Freeform 108"/>
              <p:cNvSpPr>
                <a:spLocks/>
              </p:cNvSpPr>
              <p:nvPr/>
            </p:nvSpPr>
            <p:spPr bwMode="auto">
              <a:xfrm>
                <a:off x="3791" y="2215"/>
                <a:ext cx="9" cy="8"/>
              </a:xfrm>
              <a:custGeom>
                <a:avLst/>
                <a:gdLst>
                  <a:gd name="T0" fmla="*/ 6 w 9"/>
                  <a:gd name="T1" fmla="*/ 0 h 8"/>
                  <a:gd name="T2" fmla="*/ 4 w 9"/>
                  <a:gd name="T3" fmla="*/ 0 h 8"/>
                  <a:gd name="T4" fmla="*/ 3 w 9"/>
                  <a:gd name="T5" fmla="*/ 0 h 8"/>
                  <a:gd name="T6" fmla="*/ 2 w 9"/>
                  <a:gd name="T7" fmla="*/ 1 h 8"/>
                  <a:gd name="T8" fmla="*/ 0 w 9"/>
                  <a:gd name="T9" fmla="*/ 3 h 8"/>
                  <a:gd name="T10" fmla="*/ 0 w 9"/>
                  <a:gd name="T11" fmla="*/ 4 h 8"/>
                  <a:gd name="T12" fmla="*/ 2 w 9"/>
                  <a:gd name="T13" fmla="*/ 6 h 8"/>
                  <a:gd name="T14" fmla="*/ 3 w 9"/>
                  <a:gd name="T15" fmla="*/ 7 h 8"/>
                  <a:gd name="T16" fmla="*/ 4 w 9"/>
                  <a:gd name="T17" fmla="*/ 8 h 8"/>
                  <a:gd name="T18" fmla="*/ 4 w 9"/>
                  <a:gd name="T19" fmla="*/ 8 h 8"/>
                  <a:gd name="T20" fmla="*/ 6 w 9"/>
                  <a:gd name="T21" fmla="*/ 8 h 8"/>
                  <a:gd name="T22" fmla="*/ 7 w 9"/>
                  <a:gd name="T23" fmla="*/ 7 h 8"/>
                  <a:gd name="T24" fmla="*/ 9 w 9"/>
                  <a:gd name="T25" fmla="*/ 6 h 8"/>
                  <a:gd name="T26" fmla="*/ 9 w 9"/>
                  <a:gd name="T27" fmla="*/ 4 h 8"/>
                  <a:gd name="T28" fmla="*/ 9 w 9"/>
                  <a:gd name="T29" fmla="*/ 3 h 8"/>
                  <a:gd name="T30" fmla="*/ 9 w 9"/>
                  <a:gd name="T31" fmla="*/ 1 h 8"/>
                  <a:gd name="T32" fmla="*/ 7 w 9"/>
                  <a:gd name="T33" fmla="*/ 0 h 8"/>
                  <a:gd name="T34" fmla="*/ 6 w 9"/>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6" y="0"/>
                    </a:moveTo>
                    <a:lnTo>
                      <a:pt x="4" y="0"/>
                    </a:lnTo>
                    <a:lnTo>
                      <a:pt x="3" y="0"/>
                    </a:lnTo>
                    <a:lnTo>
                      <a:pt x="2" y="1"/>
                    </a:lnTo>
                    <a:lnTo>
                      <a:pt x="0" y="3"/>
                    </a:lnTo>
                    <a:lnTo>
                      <a:pt x="0" y="4"/>
                    </a:lnTo>
                    <a:lnTo>
                      <a:pt x="2" y="6"/>
                    </a:lnTo>
                    <a:lnTo>
                      <a:pt x="3" y="7"/>
                    </a:lnTo>
                    <a:lnTo>
                      <a:pt x="4" y="8"/>
                    </a:lnTo>
                    <a:lnTo>
                      <a:pt x="6" y="8"/>
                    </a:lnTo>
                    <a:lnTo>
                      <a:pt x="7" y="7"/>
                    </a:lnTo>
                    <a:lnTo>
                      <a:pt x="9" y="6"/>
                    </a:lnTo>
                    <a:lnTo>
                      <a:pt x="9" y="4"/>
                    </a:lnTo>
                    <a:lnTo>
                      <a:pt x="9" y="3"/>
                    </a:lnTo>
                    <a:lnTo>
                      <a:pt x="9" y="1"/>
                    </a:lnTo>
                    <a:lnTo>
                      <a:pt x="7" y="0"/>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608" name="Freeform 109"/>
              <p:cNvSpPr>
                <a:spLocks/>
              </p:cNvSpPr>
              <p:nvPr/>
            </p:nvSpPr>
            <p:spPr bwMode="auto">
              <a:xfrm>
                <a:off x="3808" y="2219"/>
                <a:ext cx="9" cy="9"/>
              </a:xfrm>
              <a:custGeom>
                <a:avLst/>
                <a:gdLst>
                  <a:gd name="T0" fmla="*/ 5 w 9"/>
                  <a:gd name="T1" fmla="*/ 0 h 9"/>
                  <a:gd name="T2" fmla="*/ 3 w 9"/>
                  <a:gd name="T3" fmla="*/ 0 h 9"/>
                  <a:gd name="T4" fmla="*/ 2 w 9"/>
                  <a:gd name="T5" fmla="*/ 0 h 9"/>
                  <a:gd name="T6" fmla="*/ 0 w 9"/>
                  <a:gd name="T7" fmla="*/ 2 h 9"/>
                  <a:gd name="T8" fmla="*/ 0 w 9"/>
                  <a:gd name="T9" fmla="*/ 3 h 9"/>
                  <a:gd name="T10" fmla="*/ 0 w 9"/>
                  <a:gd name="T11" fmla="*/ 4 h 9"/>
                  <a:gd name="T12" fmla="*/ 0 w 9"/>
                  <a:gd name="T13" fmla="*/ 6 h 9"/>
                  <a:gd name="T14" fmla="*/ 2 w 9"/>
                  <a:gd name="T15" fmla="*/ 7 h 9"/>
                  <a:gd name="T16" fmla="*/ 3 w 9"/>
                  <a:gd name="T17" fmla="*/ 9 h 9"/>
                  <a:gd name="T18" fmla="*/ 3 w 9"/>
                  <a:gd name="T19" fmla="*/ 9 h 9"/>
                  <a:gd name="T20" fmla="*/ 5 w 9"/>
                  <a:gd name="T21" fmla="*/ 9 h 9"/>
                  <a:gd name="T22" fmla="*/ 6 w 9"/>
                  <a:gd name="T23" fmla="*/ 7 h 9"/>
                  <a:gd name="T24" fmla="*/ 8 w 9"/>
                  <a:gd name="T25" fmla="*/ 6 h 9"/>
                  <a:gd name="T26" fmla="*/ 9 w 9"/>
                  <a:gd name="T27" fmla="*/ 4 h 9"/>
                  <a:gd name="T28" fmla="*/ 9 w 9"/>
                  <a:gd name="T29" fmla="*/ 3 h 9"/>
                  <a:gd name="T30" fmla="*/ 8 w 9"/>
                  <a:gd name="T31" fmla="*/ 2 h 9"/>
                  <a:gd name="T32" fmla="*/ 6 w 9"/>
                  <a:gd name="T33" fmla="*/ 0 h 9"/>
                  <a:gd name="T34" fmla="*/ 5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5" y="0"/>
                    </a:moveTo>
                    <a:lnTo>
                      <a:pt x="3" y="0"/>
                    </a:lnTo>
                    <a:lnTo>
                      <a:pt x="2" y="0"/>
                    </a:lnTo>
                    <a:lnTo>
                      <a:pt x="0" y="2"/>
                    </a:lnTo>
                    <a:lnTo>
                      <a:pt x="0" y="3"/>
                    </a:lnTo>
                    <a:lnTo>
                      <a:pt x="0" y="4"/>
                    </a:lnTo>
                    <a:lnTo>
                      <a:pt x="0" y="6"/>
                    </a:lnTo>
                    <a:lnTo>
                      <a:pt x="2" y="7"/>
                    </a:lnTo>
                    <a:lnTo>
                      <a:pt x="3" y="9"/>
                    </a:lnTo>
                    <a:lnTo>
                      <a:pt x="5" y="9"/>
                    </a:lnTo>
                    <a:lnTo>
                      <a:pt x="6" y="7"/>
                    </a:lnTo>
                    <a:lnTo>
                      <a:pt x="8" y="6"/>
                    </a:lnTo>
                    <a:lnTo>
                      <a:pt x="9" y="4"/>
                    </a:lnTo>
                    <a:lnTo>
                      <a:pt x="9" y="3"/>
                    </a:lnTo>
                    <a:lnTo>
                      <a:pt x="8" y="2"/>
                    </a:lnTo>
                    <a:lnTo>
                      <a:pt x="6" y="0"/>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609" name="Freeform 110"/>
              <p:cNvSpPr>
                <a:spLocks/>
              </p:cNvSpPr>
              <p:nvPr/>
            </p:nvSpPr>
            <p:spPr bwMode="auto">
              <a:xfrm>
                <a:off x="3824" y="2225"/>
                <a:ext cx="9" cy="9"/>
              </a:xfrm>
              <a:custGeom>
                <a:avLst/>
                <a:gdLst>
                  <a:gd name="T0" fmla="*/ 5 w 9"/>
                  <a:gd name="T1" fmla="*/ 0 h 9"/>
                  <a:gd name="T2" fmla="*/ 3 w 9"/>
                  <a:gd name="T3" fmla="*/ 0 h 9"/>
                  <a:gd name="T4" fmla="*/ 2 w 9"/>
                  <a:gd name="T5" fmla="*/ 1 h 9"/>
                  <a:gd name="T6" fmla="*/ 0 w 9"/>
                  <a:gd name="T7" fmla="*/ 3 h 9"/>
                  <a:gd name="T8" fmla="*/ 0 w 9"/>
                  <a:gd name="T9" fmla="*/ 4 h 9"/>
                  <a:gd name="T10" fmla="*/ 0 w 9"/>
                  <a:gd name="T11" fmla="*/ 6 h 9"/>
                  <a:gd name="T12" fmla="*/ 0 w 9"/>
                  <a:gd name="T13" fmla="*/ 7 h 9"/>
                  <a:gd name="T14" fmla="*/ 2 w 9"/>
                  <a:gd name="T15" fmla="*/ 9 h 9"/>
                  <a:gd name="T16" fmla="*/ 3 w 9"/>
                  <a:gd name="T17" fmla="*/ 9 h 9"/>
                  <a:gd name="T18" fmla="*/ 3 w 9"/>
                  <a:gd name="T19" fmla="*/ 9 h 9"/>
                  <a:gd name="T20" fmla="*/ 5 w 9"/>
                  <a:gd name="T21" fmla="*/ 9 h 9"/>
                  <a:gd name="T22" fmla="*/ 6 w 9"/>
                  <a:gd name="T23" fmla="*/ 9 h 9"/>
                  <a:gd name="T24" fmla="*/ 8 w 9"/>
                  <a:gd name="T25" fmla="*/ 7 h 9"/>
                  <a:gd name="T26" fmla="*/ 9 w 9"/>
                  <a:gd name="T27" fmla="*/ 6 h 9"/>
                  <a:gd name="T28" fmla="*/ 9 w 9"/>
                  <a:gd name="T29" fmla="*/ 4 h 9"/>
                  <a:gd name="T30" fmla="*/ 8 w 9"/>
                  <a:gd name="T31" fmla="*/ 3 h 9"/>
                  <a:gd name="T32" fmla="*/ 6 w 9"/>
                  <a:gd name="T33" fmla="*/ 1 h 9"/>
                  <a:gd name="T34" fmla="*/ 5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5" y="0"/>
                    </a:moveTo>
                    <a:lnTo>
                      <a:pt x="3" y="0"/>
                    </a:lnTo>
                    <a:lnTo>
                      <a:pt x="2" y="1"/>
                    </a:lnTo>
                    <a:lnTo>
                      <a:pt x="0" y="3"/>
                    </a:lnTo>
                    <a:lnTo>
                      <a:pt x="0" y="4"/>
                    </a:lnTo>
                    <a:lnTo>
                      <a:pt x="0" y="6"/>
                    </a:lnTo>
                    <a:lnTo>
                      <a:pt x="0" y="7"/>
                    </a:lnTo>
                    <a:lnTo>
                      <a:pt x="2" y="9"/>
                    </a:lnTo>
                    <a:lnTo>
                      <a:pt x="3" y="9"/>
                    </a:lnTo>
                    <a:lnTo>
                      <a:pt x="5" y="9"/>
                    </a:lnTo>
                    <a:lnTo>
                      <a:pt x="6" y="9"/>
                    </a:lnTo>
                    <a:lnTo>
                      <a:pt x="8" y="7"/>
                    </a:lnTo>
                    <a:lnTo>
                      <a:pt x="9" y="6"/>
                    </a:lnTo>
                    <a:lnTo>
                      <a:pt x="9" y="4"/>
                    </a:lnTo>
                    <a:lnTo>
                      <a:pt x="8" y="3"/>
                    </a:lnTo>
                    <a:lnTo>
                      <a:pt x="6"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610" name="Freeform 111"/>
              <p:cNvSpPr>
                <a:spLocks/>
              </p:cNvSpPr>
              <p:nvPr/>
            </p:nvSpPr>
            <p:spPr bwMode="auto">
              <a:xfrm>
                <a:off x="3840" y="2232"/>
                <a:ext cx="9" cy="9"/>
              </a:xfrm>
              <a:custGeom>
                <a:avLst/>
                <a:gdLst>
                  <a:gd name="T0" fmla="*/ 5 w 9"/>
                  <a:gd name="T1" fmla="*/ 0 h 9"/>
                  <a:gd name="T2" fmla="*/ 3 w 9"/>
                  <a:gd name="T3" fmla="*/ 0 h 9"/>
                  <a:gd name="T4" fmla="*/ 2 w 9"/>
                  <a:gd name="T5" fmla="*/ 0 h 9"/>
                  <a:gd name="T6" fmla="*/ 0 w 9"/>
                  <a:gd name="T7" fmla="*/ 2 h 9"/>
                  <a:gd name="T8" fmla="*/ 0 w 9"/>
                  <a:gd name="T9" fmla="*/ 3 h 9"/>
                  <a:gd name="T10" fmla="*/ 0 w 9"/>
                  <a:gd name="T11" fmla="*/ 5 h 9"/>
                  <a:gd name="T12" fmla="*/ 0 w 9"/>
                  <a:gd name="T13" fmla="*/ 6 h 9"/>
                  <a:gd name="T14" fmla="*/ 2 w 9"/>
                  <a:gd name="T15" fmla="*/ 7 h 9"/>
                  <a:gd name="T16" fmla="*/ 3 w 9"/>
                  <a:gd name="T17" fmla="*/ 9 h 9"/>
                  <a:gd name="T18" fmla="*/ 3 w 9"/>
                  <a:gd name="T19" fmla="*/ 9 h 9"/>
                  <a:gd name="T20" fmla="*/ 5 w 9"/>
                  <a:gd name="T21" fmla="*/ 9 h 9"/>
                  <a:gd name="T22" fmla="*/ 6 w 9"/>
                  <a:gd name="T23" fmla="*/ 7 h 9"/>
                  <a:gd name="T24" fmla="*/ 8 w 9"/>
                  <a:gd name="T25" fmla="*/ 6 h 9"/>
                  <a:gd name="T26" fmla="*/ 9 w 9"/>
                  <a:gd name="T27" fmla="*/ 5 h 9"/>
                  <a:gd name="T28" fmla="*/ 9 w 9"/>
                  <a:gd name="T29" fmla="*/ 3 h 9"/>
                  <a:gd name="T30" fmla="*/ 8 w 9"/>
                  <a:gd name="T31" fmla="*/ 2 h 9"/>
                  <a:gd name="T32" fmla="*/ 6 w 9"/>
                  <a:gd name="T33" fmla="*/ 0 h 9"/>
                  <a:gd name="T34" fmla="*/ 5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5" y="0"/>
                    </a:moveTo>
                    <a:lnTo>
                      <a:pt x="3" y="0"/>
                    </a:lnTo>
                    <a:lnTo>
                      <a:pt x="2" y="0"/>
                    </a:lnTo>
                    <a:lnTo>
                      <a:pt x="0" y="2"/>
                    </a:lnTo>
                    <a:lnTo>
                      <a:pt x="0" y="3"/>
                    </a:lnTo>
                    <a:lnTo>
                      <a:pt x="0" y="5"/>
                    </a:lnTo>
                    <a:lnTo>
                      <a:pt x="0" y="6"/>
                    </a:lnTo>
                    <a:lnTo>
                      <a:pt x="2" y="7"/>
                    </a:lnTo>
                    <a:lnTo>
                      <a:pt x="3" y="9"/>
                    </a:lnTo>
                    <a:lnTo>
                      <a:pt x="5" y="9"/>
                    </a:lnTo>
                    <a:lnTo>
                      <a:pt x="6" y="7"/>
                    </a:lnTo>
                    <a:lnTo>
                      <a:pt x="8" y="6"/>
                    </a:lnTo>
                    <a:lnTo>
                      <a:pt x="9" y="5"/>
                    </a:lnTo>
                    <a:lnTo>
                      <a:pt x="9" y="3"/>
                    </a:lnTo>
                    <a:lnTo>
                      <a:pt x="8" y="2"/>
                    </a:lnTo>
                    <a:lnTo>
                      <a:pt x="6" y="0"/>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611" name="Freeform 112"/>
              <p:cNvSpPr>
                <a:spLocks/>
              </p:cNvSpPr>
              <p:nvPr/>
            </p:nvSpPr>
            <p:spPr bwMode="auto">
              <a:xfrm>
                <a:off x="3856" y="2239"/>
                <a:ext cx="9" cy="9"/>
              </a:xfrm>
              <a:custGeom>
                <a:avLst/>
                <a:gdLst>
                  <a:gd name="T0" fmla="*/ 5 w 9"/>
                  <a:gd name="T1" fmla="*/ 0 h 9"/>
                  <a:gd name="T2" fmla="*/ 3 w 9"/>
                  <a:gd name="T3" fmla="*/ 0 h 9"/>
                  <a:gd name="T4" fmla="*/ 2 w 9"/>
                  <a:gd name="T5" fmla="*/ 0 h 9"/>
                  <a:gd name="T6" fmla="*/ 0 w 9"/>
                  <a:gd name="T7" fmla="*/ 2 h 9"/>
                  <a:gd name="T8" fmla="*/ 0 w 9"/>
                  <a:gd name="T9" fmla="*/ 3 h 9"/>
                  <a:gd name="T10" fmla="*/ 0 w 9"/>
                  <a:gd name="T11" fmla="*/ 5 h 9"/>
                  <a:gd name="T12" fmla="*/ 0 w 9"/>
                  <a:gd name="T13" fmla="*/ 6 h 9"/>
                  <a:gd name="T14" fmla="*/ 2 w 9"/>
                  <a:gd name="T15" fmla="*/ 8 h 9"/>
                  <a:gd name="T16" fmla="*/ 3 w 9"/>
                  <a:gd name="T17" fmla="*/ 9 h 9"/>
                  <a:gd name="T18" fmla="*/ 3 w 9"/>
                  <a:gd name="T19" fmla="*/ 9 h 9"/>
                  <a:gd name="T20" fmla="*/ 5 w 9"/>
                  <a:gd name="T21" fmla="*/ 9 h 9"/>
                  <a:gd name="T22" fmla="*/ 6 w 9"/>
                  <a:gd name="T23" fmla="*/ 8 h 9"/>
                  <a:gd name="T24" fmla="*/ 8 w 9"/>
                  <a:gd name="T25" fmla="*/ 6 h 9"/>
                  <a:gd name="T26" fmla="*/ 9 w 9"/>
                  <a:gd name="T27" fmla="*/ 5 h 9"/>
                  <a:gd name="T28" fmla="*/ 9 w 9"/>
                  <a:gd name="T29" fmla="*/ 3 h 9"/>
                  <a:gd name="T30" fmla="*/ 8 w 9"/>
                  <a:gd name="T31" fmla="*/ 2 h 9"/>
                  <a:gd name="T32" fmla="*/ 6 w 9"/>
                  <a:gd name="T33" fmla="*/ 0 h 9"/>
                  <a:gd name="T34" fmla="*/ 5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5" y="0"/>
                    </a:moveTo>
                    <a:lnTo>
                      <a:pt x="3" y="0"/>
                    </a:lnTo>
                    <a:lnTo>
                      <a:pt x="2" y="0"/>
                    </a:lnTo>
                    <a:lnTo>
                      <a:pt x="0" y="2"/>
                    </a:lnTo>
                    <a:lnTo>
                      <a:pt x="0" y="3"/>
                    </a:lnTo>
                    <a:lnTo>
                      <a:pt x="0" y="5"/>
                    </a:lnTo>
                    <a:lnTo>
                      <a:pt x="0" y="6"/>
                    </a:lnTo>
                    <a:lnTo>
                      <a:pt x="2" y="8"/>
                    </a:lnTo>
                    <a:lnTo>
                      <a:pt x="3" y="9"/>
                    </a:lnTo>
                    <a:lnTo>
                      <a:pt x="5" y="9"/>
                    </a:lnTo>
                    <a:lnTo>
                      <a:pt x="6" y="8"/>
                    </a:lnTo>
                    <a:lnTo>
                      <a:pt x="8" y="6"/>
                    </a:lnTo>
                    <a:lnTo>
                      <a:pt x="9" y="5"/>
                    </a:lnTo>
                    <a:lnTo>
                      <a:pt x="9" y="3"/>
                    </a:lnTo>
                    <a:lnTo>
                      <a:pt x="8" y="2"/>
                    </a:lnTo>
                    <a:lnTo>
                      <a:pt x="6" y="0"/>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612" name="Freeform 113"/>
              <p:cNvSpPr>
                <a:spLocks/>
              </p:cNvSpPr>
              <p:nvPr/>
            </p:nvSpPr>
            <p:spPr bwMode="auto">
              <a:xfrm>
                <a:off x="3872" y="2247"/>
                <a:ext cx="9" cy="8"/>
              </a:xfrm>
              <a:custGeom>
                <a:avLst/>
                <a:gdLst>
                  <a:gd name="T0" fmla="*/ 6 w 9"/>
                  <a:gd name="T1" fmla="*/ 0 h 8"/>
                  <a:gd name="T2" fmla="*/ 5 w 9"/>
                  <a:gd name="T3" fmla="*/ 0 h 8"/>
                  <a:gd name="T4" fmla="*/ 3 w 9"/>
                  <a:gd name="T5" fmla="*/ 0 h 8"/>
                  <a:gd name="T6" fmla="*/ 2 w 9"/>
                  <a:gd name="T7" fmla="*/ 0 h 8"/>
                  <a:gd name="T8" fmla="*/ 0 w 9"/>
                  <a:gd name="T9" fmla="*/ 1 h 8"/>
                  <a:gd name="T10" fmla="*/ 0 w 9"/>
                  <a:gd name="T11" fmla="*/ 3 h 8"/>
                  <a:gd name="T12" fmla="*/ 0 w 9"/>
                  <a:gd name="T13" fmla="*/ 4 h 8"/>
                  <a:gd name="T14" fmla="*/ 0 w 9"/>
                  <a:gd name="T15" fmla="*/ 5 h 8"/>
                  <a:gd name="T16" fmla="*/ 2 w 9"/>
                  <a:gd name="T17" fmla="*/ 7 h 8"/>
                  <a:gd name="T18" fmla="*/ 2 w 9"/>
                  <a:gd name="T19" fmla="*/ 7 h 8"/>
                  <a:gd name="T20" fmla="*/ 3 w 9"/>
                  <a:gd name="T21" fmla="*/ 8 h 8"/>
                  <a:gd name="T22" fmla="*/ 5 w 9"/>
                  <a:gd name="T23" fmla="*/ 8 h 8"/>
                  <a:gd name="T24" fmla="*/ 6 w 9"/>
                  <a:gd name="T25" fmla="*/ 7 h 8"/>
                  <a:gd name="T26" fmla="*/ 8 w 9"/>
                  <a:gd name="T27" fmla="*/ 5 h 8"/>
                  <a:gd name="T28" fmla="*/ 9 w 9"/>
                  <a:gd name="T29" fmla="*/ 4 h 8"/>
                  <a:gd name="T30" fmla="*/ 9 w 9"/>
                  <a:gd name="T31" fmla="*/ 3 h 8"/>
                  <a:gd name="T32" fmla="*/ 8 w 9"/>
                  <a:gd name="T33" fmla="*/ 1 h 8"/>
                  <a:gd name="T34" fmla="*/ 6 w 9"/>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6" y="0"/>
                    </a:moveTo>
                    <a:lnTo>
                      <a:pt x="5" y="0"/>
                    </a:lnTo>
                    <a:lnTo>
                      <a:pt x="3" y="0"/>
                    </a:lnTo>
                    <a:lnTo>
                      <a:pt x="2" y="0"/>
                    </a:lnTo>
                    <a:lnTo>
                      <a:pt x="0" y="1"/>
                    </a:lnTo>
                    <a:lnTo>
                      <a:pt x="0" y="3"/>
                    </a:lnTo>
                    <a:lnTo>
                      <a:pt x="0" y="4"/>
                    </a:lnTo>
                    <a:lnTo>
                      <a:pt x="0" y="5"/>
                    </a:lnTo>
                    <a:lnTo>
                      <a:pt x="2" y="7"/>
                    </a:lnTo>
                    <a:lnTo>
                      <a:pt x="3" y="8"/>
                    </a:lnTo>
                    <a:lnTo>
                      <a:pt x="5" y="8"/>
                    </a:lnTo>
                    <a:lnTo>
                      <a:pt x="6" y="7"/>
                    </a:lnTo>
                    <a:lnTo>
                      <a:pt x="8" y="5"/>
                    </a:lnTo>
                    <a:lnTo>
                      <a:pt x="9" y="4"/>
                    </a:lnTo>
                    <a:lnTo>
                      <a:pt x="9" y="3"/>
                    </a:lnTo>
                    <a:lnTo>
                      <a:pt x="8" y="1"/>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613" name="Freeform 114"/>
              <p:cNvSpPr>
                <a:spLocks/>
              </p:cNvSpPr>
              <p:nvPr/>
            </p:nvSpPr>
            <p:spPr bwMode="auto">
              <a:xfrm>
                <a:off x="3887" y="2254"/>
                <a:ext cx="9" cy="9"/>
              </a:xfrm>
              <a:custGeom>
                <a:avLst/>
                <a:gdLst>
                  <a:gd name="T0" fmla="*/ 7 w 9"/>
                  <a:gd name="T1" fmla="*/ 1 h 9"/>
                  <a:gd name="T2" fmla="*/ 6 w 9"/>
                  <a:gd name="T3" fmla="*/ 0 h 9"/>
                  <a:gd name="T4" fmla="*/ 4 w 9"/>
                  <a:gd name="T5" fmla="*/ 0 h 9"/>
                  <a:gd name="T6" fmla="*/ 3 w 9"/>
                  <a:gd name="T7" fmla="*/ 1 h 9"/>
                  <a:gd name="T8" fmla="*/ 1 w 9"/>
                  <a:gd name="T9" fmla="*/ 3 h 9"/>
                  <a:gd name="T10" fmla="*/ 0 w 9"/>
                  <a:gd name="T11" fmla="*/ 4 h 9"/>
                  <a:gd name="T12" fmla="*/ 0 w 9"/>
                  <a:gd name="T13" fmla="*/ 6 h 9"/>
                  <a:gd name="T14" fmla="*/ 1 w 9"/>
                  <a:gd name="T15" fmla="*/ 7 h 9"/>
                  <a:gd name="T16" fmla="*/ 3 w 9"/>
                  <a:gd name="T17" fmla="*/ 9 h 9"/>
                  <a:gd name="T18" fmla="*/ 3 w 9"/>
                  <a:gd name="T19" fmla="*/ 9 h 9"/>
                  <a:gd name="T20" fmla="*/ 4 w 9"/>
                  <a:gd name="T21" fmla="*/ 9 h 9"/>
                  <a:gd name="T22" fmla="*/ 6 w 9"/>
                  <a:gd name="T23" fmla="*/ 9 h 9"/>
                  <a:gd name="T24" fmla="*/ 7 w 9"/>
                  <a:gd name="T25" fmla="*/ 9 h 9"/>
                  <a:gd name="T26" fmla="*/ 9 w 9"/>
                  <a:gd name="T27" fmla="*/ 7 h 9"/>
                  <a:gd name="T28" fmla="*/ 9 w 9"/>
                  <a:gd name="T29" fmla="*/ 6 h 9"/>
                  <a:gd name="T30" fmla="*/ 9 w 9"/>
                  <a:gd name="T31" fmla="*/ 4 h 9"/>
                  <a:gd name="T32" fmla="*/ 9 w 9"/>
                  <a:gd name="T33" fmla="*/ 3 h 9"/>
                  <a:gd name="T34" fmla="*/ 7 w 9"/>
                  <a:gd name="T35" fmla="*/ 1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7" y="1"/>
                    </a:moveTo>
                    <a:lnTo>
                      <a:pt x="6" y="0"/>
                    </a:lnTo>
                    <a:lnTo>
                      <a:pt x="4" y="0"/>
                    </a:lnTo>
                    <a:lnTo>
                      <a:pt x="3" y="1"/>
                    </a:lnTo>
                    <a:lnTo>
                      <a:pt x="1" y="3"/>
                    </a:lnTo>
                    <a:lnTo>
                      <a:pt x="0" y="4"/>
                    </a:lnTo>
                    <a:lnTo>
                      <a:pt x="0" y="6"/>
                    </a:lnTo>
                    <a:lnTo>
                      <a:pt x="1" y="7"/>
                    </a:lnTo>
                    <a:lnTo>
                      <a:pt x="3" y="9"/>
                    </a:lnTo>
                    <a:lnTo>
                      <a:pt x="4" y="9"/>
                    </a:lnTo>
                    <a:lnTo>
                      <a:pt x="6" y="9"/>
                    </a:lnTo>
                    <a:lnTo>
                      <a:pt x="7" y="9"/>
                    </a:lnTo>
                    <a:lnTo>
                      <a:pt x="9" y="7"/>
                    </a:lnTo>
                    <a:lnTo>
                      <a:pt x="9" y="6"/>
                    </a:lnTo>
                    <a:lnTo>
                      <a:pt x="9" y="4"/>
                    </a:lnTo>
                    <a:lnTo>
                      <a:pt x="9" y="3"/>
                    </a:lnTo>
                    <a:lnTo>
                      <a:pt x="7"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614" name="Freeform 115"/>
              <p:cNvSpPr>
                <a:spLocks/>
              </p:cNvSpPr>
              <p:nvPr/>
            </p:nvSpPr>
            <p:spPr bwMode="auto">
              <a:xfrm>
                <a:off x="3903" y="2263"/>
                <a:ext cx="9" cy="8"/>
              </a:xfrm>
              <a:custGeom>
                <a:avLst/>
                <a:gdLst>
                  <a:gd name="T0" fmla="*/ 6 w 9"/>
                  <a:gd name="T1" fmla="*/ 1 h 8"/>
                  <a:gd name="T2" fmla="*/ 4 w 9"/>
                  <a:gd name="T3" fmla="*/ 0 h 8"/>
                  <a:gd name="T4" fmla="*/ 3 w 9"/>
                  <a:gd name="T5" fmla="*/ 0 h 8"/>
                  <a:gd name="T6" fmla="*/ 1 w 9"/>
                  <a:gd name="T7" fmla="*/ 1 h 8"/>
                  <a:gd name="T8" fmla="*/ 0 w 9"/>
                  <a:gd name="T9" fmla="*/ 3 h 8"/>
                  <a:gd name="T10" fmla="*/ 0 w 9"/>
                  <a:gd name="T11" fmla="*/ 4 h 8"/>
                  <a:gd name="T12" fmla="*/ 0 w 9"/>
                  <a:gd name="T13" fmla="*/ 5 h 8"/>
                  <a:gd name="T14" fmla="*/ 0 w 9"/>
                  <a:gd name="T15" fmla="*/ 7 h 8"/>
                  <a:gd name="T16" fmla="*/ 1 w 9"/>
                  <a:gd name="T17" fmla="*/ 8 h 8"/>
                  <a:gd name="T18" fmla="*/ 1 w 9"/>
                  <a:gd name="T19" fmla="*/ 8 h 8"/>
                  <a:gd name="T20" fmla="*/ 3 w 9"/>
                  <a:gd name="T21" fmla="*/ 8 h 8"/>
                  <a:gd name="T22" fmla="*/ 4 w 9"/>
                  <a:gd name="T23" fmla="*/ 8 h 8"/>
                  <a:gd name="T24" fmla="*/ 6 w 9"/>
                  <a:gd name="T25" fmla="*/ 8 h 8"/>
                  <a:gd name="T26" fmla="*/ 7 w 9"/>
                  <a:gd name="T27" fmla="*/ 7 h 8"/>
                  <a:gd name="T28" fmla="*/ 9 w 9"/>
                  <a:gd name="T29" fmla="*/ 5 h 8"/>
                  <a:gd name="T30" fmla="*/ 9 w 9"/>
                  <a:gd name="T31" fmla="*/ 4 h 8"/>
                  <a:gd name="T32" fmla="*/ 7 w 9"/>
                  <a:gd name="T33" fmla="*/ 3 h 8"/>
                  <a:gd name="T34" fmla="*/ 6 w 9"/>
                  <a:gd name="T35" fmla="*/ 1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6" y="1"/>
                    </a:moveTo>
                    <a:lnTo>
                      <a:pt x="4" y="0"/>
                    </a:lnTo>
                    <a:lnTo>
                      <a:pt x="3" y="0"/>
                    </a:lnTo>
                    <a:lnTo>
                      <a:pt x="1" y="1"/>
                    </a:lnTo>
                    <a:lnTo>
                      <a:pt x="0" y="3"/>
                    </a:lnTo>
                    <a:lnTo>
                      <a:pt x="0" y="4"/>
                    </a:lnTo>
                    <a:lnTo>
                      <a:pt x="0" y="5"/>
                    </a:lnTo>
                    <a:lnTo>
                      <a:pt x="0" y="7"/>
                    </a:lnTo>
                    <a:lnTo>
                      <a:pt x="1" y="8"/>
                    </a:lnTo>
                    <a:lnTo>
                      <a:pt x="3" y="8"/>
                    </a:lnTo>
                    <a:lnTo>
                      <a:pt x="4" y="8"/>
                    </a:lnTo>
                    <a:lnTo>
                      <a:pt x="6" y="8"/>
                    </a:lnTo>
                    <a:lnTo>
                      <a:pt x="7" y="7"/>
                    </a:lnTo>
                    <a:lnTo>
                      <a:pt x="9" y="5"/>
                    </a:lnTo>
                    <a:lnTo>
                      <a:pt x="9" y="4"/>
                    </a:lnTo>
                    <a:lnTo>
                      <a:pt x="7" y="3"/>
                    </a:lnTo>
                    <a:lnTo>
                      <a:pt x="6"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615" name="Freeform 116"/>
              <p:cNvSpPr>
                <a:spLocks/>
              </p:cNvSpPr>
              <p:nvPr/>
            </p:nvSpPr>
            <p:spPr bwMode="auto">
              <a:xfrm>
                <a:off x="3917" y="2271"/>
                <a:ext cx="9" cy="9"/>
              </a:xfrm>
              <a:custGeom>
                <a:avLst/>
                <a:gdLst>
                  <a:gd name="T0" fmla="*/ 8 w 9"/>
                  <a:gd name="T1" fmla="*/ 0 h 9"/>
                  <a:gd name="T2" fmla="*/ 6 w 9"/>
                  <a:gd name="T3" fmla="*/ 0 h 9"/>
                  <a:gd name="T4" fmla="*/ 5 w 9"/>
                  <a:gd name="T5" fmla="*/ 0 h 9"/>
                  <a:gd name="T6" fmla="*/ 3 w 9"/>
                  <a:gd name="T7" fmla="*/ 0 h 9"/>
                  <a:gd name="T8" fmla="*/ 2 w 9"/>
                  <a:gd name="T9" fmla="*/ 2 h 9"/>
                  <a:gd name="T10" fmla="*/ 0 w 9"/>
                  <a:gd name="T11" fmla="*/ 3 h 9"/>
                  <a:gd name="T12" fmla="*/ 0 w 9"/>
                  <a:gd name="T13" fmla="*/ 5 h 9"/>
                  <a:gd name="T14" fmla="*/ 2 w 9"/>
                  <a:gd name="T15" fmla="*/ 6 h 9"/>
                  <a:gd name="T16" fmla="*/ 3 w 9"/>
                  <a:gd name="T17" fmla="*/ 8 h 9"/>
                  <a:gd name="T18" fmla="*/ 3 w 9"/>
                  <a:gd name="T19" fmla="*/ 8 h 9"/>
                  <a:gd name="T20" fmla="*/ 5 w 9"/>
                  <a:gd name="T21" fmla="*/ 9 h 9"/>
                  <a:gd name="T22" fmla="*/ 6 w 9"/>
                  <a:gd name="T23" fmla="*/ 9 h 9"/>
                  <a:gd name="T24" fmla="*/ 8 w 9"/>
                  <a:gd name="T25" fmla="*/ 8 h 9"/>
                  <a:gd name="T26" fmla="*/ 9 w 9"/>
                  <a:gd name="T27" fmla="*/ 6 h 9"/>
                  <a:gd name="T28" fmla="*/ 9 w 9"/>
                  <a:gd name="T29" fmla="*/ 5 h 9"/>
                  <a:gd name="T30" fmla="*/ 9 w 9"/>
                  <a:gd name="T31" fmla="*/ 3 h 9"/>
                  <a:gd name="T32" fmla="*/ 9 w 9"/>
                  <a:gd name="T33" fmla="*/ 2 h 9"/>
                  <a:gd name="T34" fmla="*/ 8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8" y="0"/>
                    </a:moveTo>
                    <a:lnTo>
                      <a:pt x="6" y="0"/>
                    </a:lnTo>
                    <a:lnTo>
                      <a:pt x="5" y="0"/>
                    </a:lnTo>
                    <a:lnTo>
                      <a:pt x="3" y="0"/>
                    </a:lnTo>
                    <a:lnTo>
                      <a:pt x="2" y="2"/>
                    </a:lnTo>
                    <a:lnTo>
                      <a:pt x="0" y="3"/>
                    </a:lnTo>
                    <a:lnTo>
                      <a:pt x="0" y="5"/>
                    </a:lnTo>
                    <a:lnTo>
                      <a:pt x="2" y="6"/>
                    </a:lnTo>
                    <a:lnTo>
                      <a:pt x="3" y="8"/>
                    </a:lnTo>
                    <a:lnTo>
                      <a:pt x="5" y="9"/>
                    </a:lnTo>
                    <a:lnTo>
                      <a:pt x="6" y="9"/>
                    </a:lnTo>
                    <a:lnTo>
                      <a:pt x="8" y="8"/>
                    </a:lnTo>
                    <a:lnTo>
                      <a:pt x="9" y="6"/>
                    </a:lnTo>
                    <a:lnTo>
                      <a:pt x="9" y="5"/>
                    </a:lnTo>
                    <a:lnTo>
                      <a:pt x="9" y="3"/>
                    </a:lnTo>
                    <a:lnTo>
                      <a:pt x="9" y="2"/>
                    </a:lnTo>
                    <a:lnTo>
                      <a:pt x="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616" name="Freeform 117"/>
              <p:cNvSpPr>
                <a:spLocks/>
              </p:cNvSpPr>
              <p:nvPr/>
            </p:nvSpPr>
            <p:spPr bwMode="auto">
              <a:xfrm>
                <a:off x="3933" y="2279"/>
                <a:ext cx="9" cy="8"/>
              </a:xfrm>
              <a:custGeom>
                <a:avLst/>
                <a:gdLst>
                  <a:gd name="T0" fmla="*/ 6 w 9"/>
                  <a:gd name="T1" fmla="*/ 0 h 8"/>
                  <a:gd name="T2" fmla="*/ 5 w 9"/>
                  <a:gd name="T3" fmla="*/ 0 h 8"/>
                  <a:gd name="T4" fmla="*/ 3 w 9"/>
                  <a:gd name="T5" fmla="*/ 0 h 8"/>
                  <a:gd name="T6" fmla="*/ 2 w 9"/>
                  <a:gd name="T7" fmla="*/ 1 h 8"/>
                  <a:gd name="T8" fmla="*/ 0 w 9"/>
                  <a:gd name="T9" fmla="*/ 3 h 8"/>
                  <a:gd name="T10" fmla="*/ 0 w 9"/>
                  <a:gd name="T11" fmla="*/ 4 h 8"/>
                  <a:gd name="T12" fmla="*/ 2 w 9"/>
                  <a:gd name="T13" fmla="*/ 5 h 8"/>
                  <a:gd name="T14" fmla="*/ 3 w 9"/>
                  <a:gd name="T15" fmla="*/ 7 h 8"/>
                  <a:gd name="T16" fmla="*/ 5 w 9"/>
                  <a:gd name="T17" fmla="*/ 8 h 8"/>
                  <a:gd name="T18" fmla="*/ 5 w 9"/>
                  <a:gd name="T19" fmla="*/ 8 h 8"/>
                  <a:gd name="T20" fmla="*/ 6 w 9"/>
                  <a:gd name="T21" fmla="*/ 8 h 8"/>
                  <a:gd name="T22" fmla="*/ 8 w 9"/>
                  <a:gd name="T23" fmla="*/ 7 h 8"/>
                  <a:gd name="T24" fmla="*/ 9 w 9"/>
                  <a:gd name="T25" fmla="*/ 5 h 8"/>
                  <a:gd name="T26" fmla="*/ 9 w 9"/>
                  <a:gd name="T27" fmla="*/ 4 h 8"/>
                  <a:gd name="T28" fmla="*/ 9 w 9"/>
                  <a:gd name="T29" fmla="*/ 3 h 8"/>
                  <a:gd name="T30" fmla="*/ 9 w 9"/>
                  <a:gd name="T31" fmla="*/ 1 h 8"/>
                  <a:gd name="T32" fmla="*/ 8 w 9"/>
                  <a:gd name="T33" fmla="*/ 0 h 8"/>
                  <a:gd name="T34" fmla="*/ 6 w 9"/>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6" y="0"/>
                    </a:moveTo>
                    <a:lnTo>
                      <a:pt x="5" y="0"/>
                    </a:lnTo>
                    <a:lnTo>
                      <a:pt x="3" y="0"/>
                    </a:lnTo>
                    <a:lnTo>
                      <a:pt x="2" y="1"/>
                    </a:lnTo>
                    <a:lnTo>
                      <a:pt x="0" y="3"/>
                    </a:lnTo>
                    <a:lnTo>
                      <a:pt x="0" y="4"/>
                    </a:lnTo>
                    <a:lnTo>
                      <a:pt x="2" y="5"/>
                    </a:lnTo>
                    <a:lnTo>
                      <a:pt x="3" y="7"/>
                    </a:lnTo>
                    <a:lnTo>
                      <a:pt x="5" y="8"/>
                    </a:lnTo>
                    <a:lnTo>
                      <a:pt x="6" y="8"/>
                    </a:lnTo>
                    <a:lnTo>
                      <a:pt x="8" y="7"/>
                    </a:lnTo>
                    <a:lnTo>
                      <a:pt x="9" y="5"/>
                    </a:lnTo>
                    <a:lnTo>
                      <a:pt x="9" y="4"/>
                    </a:lnTo>
                    <a:lnTo>
                      <a:pt x="9" y="3"/>
                    </a:lnTo>
                    <a:lnTo>
                      <a:pt x="9" y="1"/>
                    </a:lnTo>
                    <a:lnTo>
                      <a:pt x="8" y="0"/>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grpSp>
        <p:grpSp>
          <p:nvGrpSpPr>
            <p:cNvPr id="369" name="Group 118"/>
            <p:cNvGrpSpPr>
              <a:grpSpLocks/>
            </p:cNvGrpSpPr>
            <p:nvPr/>
          </p:nvGrpSpPr>
          <p:grpSpPr bwMode="auto">
            <a:xfrm>
              <a:off x="6294792" y="3036969"/>
              <a:ext cx="541338" cy="187325"/>
              <a:chOff x="3598" y="2302"/>
              <a:chExt cx="341" cy="118"/>
            </a:xfrm>
          </p:grpSpPr>
          <p:sp>
            <p:nvSpPr>
              <p:cNvPr id="571" name="Freeform 119"/>
              <p:cNvSpPr>
                <a:spLocks/>
              </p:cNvSpPr>
              <p:nvPr/>
            </p:nvSpPr>
            <p:spPr bwMode="auto">
              <a:xfrm>
                <a:off x="3598" y="2302"/>
                <a:ext cx="9" cy="9"/>
              </a:xfrm>
              <a:custGeom>
                <a:avLst/>
                <a:gdLst>
                  <a:gd name="T0" fmla="*/ 7 w 9"/>
                  <a:gd name="T1" fmla="*/ 1 h 9"/>
                  <a:gd name="T2" fmla="*/ 4 w 9"/>
                  <a:gd name="T3" fmla="*/ 0 h 9"/>
                  <a:gd name="T4" fmla="*/ 4 w 9"/>
                  <a:gd name="T5" fmla="*/ 0 h 9"/>
                  <a:gd name="T6" fmla="*/ 3 w 9"/>
                  <a:gd name="T7" fmla="*/ 1 h 9"/>
                  <a:gd name="T8" fmla="*/ 1 w 9"/>
                  <a:gd name="T9" fmla="*/ 3 h 9"/>
                  <a:gd name="T10" fmla="*/ 0 w 9"/>
                  <a:gd name="T11" fmla="*/ 4 h 9"/>
                  <a:gd name="T12" fmla="*/ 0 w 9"/>
                  <a:gd name="T13" fmla="*/ 4 h 9"/>
                  <a:gd name="T14" fmla="*/ 1 w 9"/>
                  <a:gd name="T15" fmla="*/ 6 h 9"/>
                  <a:gd name="T16" fmla="*/ 3 w 9"/>
                  <a:gd name="T17" fmla="*/ 9 h 9"/>
                  <a:gd name="T18" fmla="*/ 3 w 9"/>
                  <a:gd name="T19" fmla="*/ 9 h 9"/>
                  <a:gd name="T20" fmla="*/ 4 w 9"/>
                  <a:gd name="T21" fmla="*/ 9 h 9"/>
                  <a:gd name="T22" fmla="*/ 4 w 9"/>
                  <a:gd name="T23" fmla="*/ 9 h 9"/>
                  <a:gd name="T24" fmla="*/ 6 w 9"/>
                  <a:gd name="T25" fmla="*/ 7 h 9"/>
                  <a:gd name="T26" fmla="*/ 7 w 9"/>
                  <a:gd name="T27" fmla="*/ 6 h 9"/>
                  <a:gd name="T28" fmla="*/ 9 w 9"/>
                  <a:gd name="T29" fmla="*/ 4 h 9"/>
                  <a:gd name="T30" fmla="*/ 9 w 9"/>
                  <a:gd name="T31" fmla="*/ 4 h 9"/>
                  <a:gd name="T32" fmla="*/ 7 w 9"/>
                  <a:gd name="T33" fmla="*/ 3 h 9"/>
                  <a:gd name="T34" fmla="*/ 7 w 9"/>
                  <a:gd name="T35" fmla="*/ 1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7" y="1"/>
                    </a:moveTo>
                    <a:lnTo>
                      <a:pt x="4" y="0"/>
                    </a:lnTo>
                    <a:lnTo>
                      <a:pt x="3" y="1"/>
                    </a:lnTo>
                    <a:lnTo>
                      <a:pt x="1" y="3"/>
                    </a:lnTo>
                    <a:lnTo>
                      <a:pt x="0" y="4"/>
                    </a:lnTo>
                    <a:lnTo>
                      <a:pt x="1" y="6"/>
                    </a:lnTo>
                    <a:lnTo>
                      <a:pt x="3" y="9"/>
                    </a:lnTo>
                    <a:lnTo>
                      <a:pt x="4" y="9"/>
                    </a:lnTo>
                    <a:lnTo>
                      <a:pt x="6" y="7"/>
                    </a:lnTo>
                    <a:lnTo>
                      <a:pt x="7" y="6"/>
                    </a:lnTo>
                    <a:lnTo>
                      <a:pt x="9" y="4"/>
                    </a:lnTo>
                    <a:lnTo>
                      <a:pt x="7" y="3"/>
                    </a:lnTo>
                    <a:lnTo>
                      <a:pt x="7"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72" name="Freeform 120"/>
              <p:cNvSpPr>
                <a:spLocks/>
              </p:cNvSpPr>
              <p:nvPr/>
            </p:nvSpPr>
            <p:spPr bwMode="auto">
              <a:xfrm>
                <a:off x="3611" y="2312"/>
                <a:ext cx="9" cy="9"/>
              </a:xfrm>
              <a:custGeom>
                <a:avLst/>
                <a:gdLst>
                  <a:gd name="T0" fmla="*/ 7 w 9"/>
                  <a:gd name="T1" fmla="*/ 2 h 9"/>
                  <a:gd name="T2" fmla="*/ 6 w 9"/>
                  <a:gd name="T3" fmla="*/ 0 h 9"/>
                  <a:gd name="T4" fmla="*/ 4 w 9"/>
                  <a:gd name="T5" fmla="*/ 0 h 9"/>
                  <a:gd name="T6" fmla="*/ 3 w 9"/>
                  <a:gd name="T7" fmla="*/ 2 h 9"/>
                  <a:gd name="T8" fmla="*/ 1 w 9"/>
                  <a:gd name="T9" fmla="*/ 3 h 9"/>
                  <a:gd name="T10" fmla="*/ 0 w 9"/>
                  <a:gd name="T11" fmla="*/ 4 h 9"/>
                  <a:gd name="T12" fmla="*/ 0 w 9"/>
                  <a:gd name="T13" fmla="*/ 6 h 9"/>
                  <a:gd name="T14" fmla="*/ 1 w 9"/>
                  <a:gd name="T15" fmla="*/ 7 h 9"/>
                  <a:gd name="T16" fmla="*/ 3 w 9"/>
                  <a:gd name="T17" fmla="*/ 9 h 9"/>
                  <a:gd name="T18" fmla="*/ 3 w 9"/>
                  <a:gd name="T19" fmla="*/ 9 h 9"/>
                  <a:gd name="T20" fmla="*/ 4 w 9"/>
                  <a:gd name="T21" fmla="*/ 9 h 9"/>
                  <a:gd name="T22" fmla="*/ 6 w 9"/>
                  <a:gd name="T23" fmla="*/ 9 h 9"/>
                  <a:gd name="T24" fmla="*/ 7 w 9"/>
                  <a:gd name="T25" fmla="*/ 9 h 9"/>
                  <a:gd name="T26" fmla="*/ 9 w 9"/>
                  <a:gd name="T27" fmla="*/ 7 h 9"/>
                  <a:gd name="T28" fmla="*/ 9 w 9"/>
                  <a:gd name="T29" fmla="*/ 6 h 9"/>
                  <a:gd name="T30" fmla="*/ 9 w 9"/>
                  <a:gd name="T31" fmla="*/ 4 h 9"/>
                  <a:gd name="T32" fmla="*/ 9 w 9"/>
                  <a:gd name="T33" fmla="*/ 3 h 9"/>
                  <a:gd name="T34" fmla="*/ 7 w 9"/>
                  <a:gd name="T35" fmla="*/ 2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7" y="2"/>
                    </a:moveTo>
                    <a:lnTo>
                      <a:pt x="6" y="0"/>
                    </a:lnTo>
                    <a:lnTo>
                      <a:pt x="4" y="0"/>
                    </a:lnTo>
                    <a:lnTo>
                      <a:pt x="3" y="2"/>
                    </a:lnTo>
                    <a:lnTo>
                      <a:pt x="1" y="3"/>
                    </a:lnTo>
                    <a:lnTo>
                      <a:pt x="0" y="4"/>
                    </a:lnTo>
                    <a:lnTo>
                      <a:pt x="0" y="6"/>
                    </a:lnTo>
                    <a:lnTo>
                      <a:pt x="1" y="7"/>
                    </a:lnTo>
                    <a:lnTo>
                      <a:pt x="3" y="9"/>
                    </a:lnTo>
                    <a:lnTo>
                      <a:pt x="4" y="9"/>
                    </a:lnTo>
                    <a:lnTo>
                      <a:pt x="6" y="9"/>
                    </a:lnTo>
                    <a:lnTo>
                      <a:pt x="7" y="9"/>
                    </a:lnTo>
                    <a:lnTo>
                      <a:pt x="9" y="7"/>
                    </a:lnTo>
                    <a:lnTo>
                      <a:pt x="9" y="6"/>
                    </a:lnTo>
                    <a:lnTo>
                      <a:pt x="9" y="4"/>
                    </a:lnTo>
                    <a:lnTo>
                      <a:pt x="9" y="3"/>
                    </a:lnTo>
                    <a:lnTo>
                      <a:pt x="7"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73" name="Freeform 121"/>
              <p:cNvSpPr>
                <a:spLocks/>
              </p:cNvSpPr>
              <p:nvPr/>
            </p:nvSpPr>
            <p:spPr bwMode="auto">
              <a:xfrm>
                <a:off x="3624" y="2324"/>
                <a:ext cx="9" cy="8"/>
              </a:xfrm>
              <a:custGeom>
                <a:avLst/>
                <a:gdLst>
                  <a:gd name="T0" fmla="*/ 7 w 9"/>
                  <a:gd name="T1" fmla="*/ 1 h 8"/>
                  <a:gd name="T2" fmla="*/ 6 w 9"/>
                  <a:gd name="T3" fmla="*/ 0 h 8"/>
                  <a:gd name="T4" fmla="*/ 4 w 9"/>
                  <a:gd name="T5" fmla="*/ 0 h 8"/>
                  <a:gd name="T6" fmla="*/ 3 w 9"/>
                  <a:gd name="T7" fmla="*/ 1 h 8"/>
                  <a:gd name="T8" fmla="*/ 2 w 9"/>
                  <a:gd name="T9" fmla="*/ 3 h 8"/>
                  <a:gd name="T10" fmla="*/ 0 w 9"/>
                  <a:gd name="T11" fmla="*/ 4 h 8"/>
                  <a:gd name="T12" fmla="*/ 0 w 9"/>
                  <a:gd name="T13" fmla="*/ 6 h 8"/>
                  <a:gd name="T14" fmla="*/ 2 w 9"/>
                  <a:gd name="T15" fmla="*/ 7 h 8"/>
                  <a:gd name="T16" fmla="*/ 3 w 9"/>
                  <a:gd name="T17" fmla="*/ 8 h 8"/>
                  <a:gd name="T18" fmla="*/ 3 w 9"/>
                  <a:gd name="T19" fmla="*/ 8 h 8"/>
                  <a:gd name="T20" fmla="*/ 4 w 9"/>
                  <a:gd name="T21" fmla="*/ 8 h 8"/>
                  <a:gd name="T22" fmla="*/ 6 w 9"/>
                  <a:gd name="T23" fmla="*/ 8 h 8"/>
                  <a:gd name="T24" fmla="*/ 7 w 9"/>
                  <a:gd name="T25" fmla="*/ 8 h 8"/>
                  <a:gd name="T26" fmla="*/ 9 w 9"/>
                  <a:gd name="T27" fmla="*/ 7 h 8"/>
                  <a:gd name="T28" fmla="*/ 9 w 9"/>
                  <a:gd name="T29" fmla="*/ 6 h 8"/>
                  <a:gd name="T30" fmla="*/ 9 w 9"/>
                  <a:gd name="T31" fmla="*/ 4 h 8"/>
                  <a:gd name="T32" fmla="*/ 9 w 9"/>
                  <a:gd name="T33" fmla="*/ 3 h 8"/>
                  <a:gd name="T34" fmla="*/ 7 w 9"/>
                  <a:gd name="T35" fmla="*/ 1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7" y="1"/>
                    </a:moveTo>
                    <a:lnTo>
                      <a:pt x="6" y="0"/>
                    </a:lnTo>
                    <a:lnTo>
                      <a:pt x="4" y="0"/>
                    </a:lnTo>
                    <a:lnTo>
                      <a:pt x="3" y="1"/>
                    </a:lnTo>
                    <a:lnTo>
                      <a:pt x="2" y="3"/>
                    </a:lnTo>
                    <a:lnTo>
                      <a:pt x="0" y="4"/>
                    </a:lnTo>
                    <a:lnTo>
                      <a:pt x="0" y="6"/>
                    </a:lnTo>
                    <a:lnTo>
                      <a:pt x="2" y="7"/>
                    </a:lnTo>
                    <a:lnTo>
                      <a:pt x="3" y="8"/>
                    </a:lnTo>
                    <a:lnTo>
                      <a:pt x="4" y="8"/>
                    </a:lnTo>
                    <a:lnTo>
                      <a:pt x="6" y="8"/>
                    </a:lnTo>
                    <a:lnTo>
                      <a:pt x="7" y="8"/>
                    </a:lnTo>
                    <a:lnTo>
                      <a:pt x="9" y="7"/>
                    </a:lnTo>
                    <a:lnTo>
                      <a:pt x="9" y="6"/>
                    </a:lnTo>
                    <a:lnTo>
                      <a:pt x="9" y="4"/>
                    </a:lnTo>
                    <a:lnTo>
                      <a:pt x="9" y="3"/>
                    </a:lnTo>
                    <a:lnTo>
                      <a:pt x="7"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74" name="Freeform 122"/>
              <p:cNvSpPr>
                <a:spLocks/>
              </p:cNvSpPr>
              <p:nvPr/>
            </p:nvSpPr>
            <p:spPr bwMode="auto">
              <a:xfrm>
                <a:off x="3637" y="2335"/>
                <a:ext cx="9" cy="9"/>
              </a:xfrm>
              <a:custGeom>
                <a:avLst/>
                <a:gdLst>
                  <a:gd name="T0" fmla="*/ 7 w 9"/>
                  <a:gd name="T1" fmla="*/ 2 h 9"/>
                  <a:gd name="T2" fmla="*/ 6 w 9"/>
                  <a:gd name="T3" fmla="*/ 0 h 9"/>
                  <a:gd name="T4" fmla="*/ 4 w 9"/>
                  <a:gd name="T5" fmla="*/ 0 h 9"/>
                  <a:gd name="T6" fmla="*/ 3 w 9"/>
                  <a:gd name="T7" fmla="*/ 2 h 9"/>
                  <a:gd name="T8" fmla="*/ 2 w 9"/>
                  <a:gd name="T9" fmla="*/ 3 h 9"/>
                  <a:gd name="T10" fmla="*/ 0 w 9"/>
                  <a:gd name="T11" fmla="*/ 5 h 9"/>
                  <a:gd name="T12" fmla="*/ 0 w 9"/>
                  <a:gd name="T13" fmla="*/ 6 h 9"/>
                  <a:gd name="T14" fmla="*/ 2 w 9"/>
                  <a:gd name="T15" fmla="*/ 8 h 9"/>
                  <a:gd name="T16" fmla="*/ 3 w 9"/>
                  <a:gd name="T17" fmla="*/ 9 h 9"/>
                  <a:gd name="T18" fmla="*/ 3 w 9"/>
                  <a:gd name="T19" fmla="*/ 9 h 9"/>
                  <a:gd name="T20" fmla="*/ 4 w 9"/>
                  <a:gd name="T21" fmla="*/ 9 h 9"/>
                  <a:gd name="T22" fmla="*/ 6 w 9"/>
                  <a:gd name="T23" fmla="*/ 9 h 9"/>
                  <a:gd name="T24" fmla="*/ 7 w 9"/>
                  <a:gd name="T25" fmla="*/ 9 h 9"/>
                  <a:gd name="T26" fmla="*/ 9 w 9"/>
                  <a:gd name="T27" fmla="*/ 8 h 9"/>
                  <a:gd name="T28" fmla="*/ 9 w 9"/>
                  <a:gd name="T29" fmla="*/ 6 h 9"/>
                  <a:gd name="T30" fmla="*/ 9 w 9"/>
                  <a:gd name="T31" fmla="*/ 5 h 9"/>
                  <a:gd name="T32" fmla="*/ 9 w 9"/>
                  <a:gd name="T33" fmla="*/ 3 h 9"/>
                  <a:gd name="T34" fmla="*/ 7 w 9"/>
                  <a:gd name="T35" fmla="*/ 2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7" y="2"/>
                    </a:moveTo>
                    <a:lnTo>
                      <a:pt x="6" y="0"/>
                    </a:lnTo>
                    <a:lnTo>
                      <a:pt x="4" y="0"/>
                    </a:lnTo>
                    <a:lnTo>
                      <a:pt x="3" y="2"/>
                    </a:lnTo>
                    <a:lnTo>
                      <a:pt x="2" y="3"/>
                    </a:lnTo>
                    <a:lnTo>
                      <a:pt x="0" y="5"/>
                    </a:lnTo>
                    <a:lnTo>
                      <a:pt x="0" y="6"/>
                    </a:lnTo>
                    <a:lnTo>
                      <a:pt x="2" y="8"/>
                    </a:lnTo>
                    <a:lnTo>
                      <a:pt x="3" y="9"/>
                    </a:lnTo>
                    <a:lnTo>
                      <a:pt x="4" y="9"/>
                    </a:lnTo>
                    <a:lnTo>
                      <a:pt x="6" y="9"/>
                    </a:lnTo>
                    <a:lnTo>
                      <a:pt x="7" y="9"/>
                    </a:lnTo>
                    <a:lnTo>
                      <a:pt x="9" y="8"/>
                    </a:lnTo>
                    <a:lnTo>
                      <a:pt x="9" y="6"/>
                    </a:lnTo>
                    <a:lnTo>
                      <a:pt x="9" y="5"/>
                    </a:lnTo>
                    <a:lnTo>
                      <a:pt x="9" y="3"/>
                    </a:lnTo>
                    <a:lnTo>
                      <a:pt x="7"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75" name="Freeform 123"/>
              <p:cNvSpPr>
                <a:spLocks/>
              </p:cNvSpPr>
              <p:nvPr/>
            </p:nvSpPr>
            <p:spPr bwMode="auto">
              <a:xfrm>
                <a:off x="3650" y="2347"/>
                <a:ext cx="9" cy="9"/>
              </a:xfrm>
              <a:custGeom>
                <a:avLst/>
                <a:gdLst>
                  <a:gd name="T0" fmla="*/ 7 w 9"/>
                  <a:gd name="T1" fmla="*/ 1 h 9"/>
                  <a:gd name="T2" fmla="*/ 6 w 9"/>
                  <a:gd name="T3" fmla="*/ 0 h 9"/>
                  <a:gd name="T4" fmla="*/ 5 w 9"/>
                  <a:gd name="T5" fmla="*/ 0 h 9"/>
                  <a:gd name="T6" fmla="*/ 3 w 9"/>
                  <a:gd name="T7" fmla="*/ 1 h 9"/>
                  <a:gd name="T8" fmla="*/ 2 w 9"/>
                  <a:gd name="T9" fmla="*/ 3 h 9"/>
                  <a:gd name="T10" fmla="*/ 0 w 9"/>
                  <a:gd name="T11" fmla="*/ 4 h 9"/>
                  <a:gd name="T12" fmla="*/ 0 w 9"/>
                  <a:gd name="T13" fmla="*/ 6 h 9"/>
                  <a:gd name="T14" fmla="*/ 2 w 9"/>
                  <a:gd name="T15" fmla="*/ 7 h 9"/>
                  <a:gd name="T16" fmla="*/ 3 w 9"/>
                  <a:gd name="T17" fmla="*/ 9 h 9"/>
                  <a:gd name="T18" fmla="*/ 3 w 9"/>
                  <a:gd name="T19" fmla="*/ 9 h 9"/>
                  <a:gd name="T20" fmla="*/ 5 w 9"/>
                  <a:gd name="T21" fmla="*/ 9 h 9"/>
                  <a:gd name="T22" fmla="*/ 6 w 9"/>
                  <a:gd name="T23" fmla="*/ 9 h 9"/>
                  <a:gd name="T24" fmla="*/ 7 w 9"/>
                  <a:gd name="T25" fmla="*/ 9 h 9"/>
                  <a:gd name="T26" fmla="*/ 9 w 9"/>
                  <a:gd name="T27" fmla="*/ 7 h 9"/>
                  <a:gd name="T28" fmla="*/ 9 w 9"/>
                  <a:gd name="T29" fmla="*/ 6 h 9"/>
                  <a:gd name="T30" fmla="*/ 9 w 9"/>
                  <a:gd name="T31" fmla="*/ 4 h 9"/>
                  <a:gd name="T32" fmla="*/ 9 w 9"/>
                  <a:gd name="T33" fmla="*/ 3 h 9"/>
                  <a:gd name="T34" fmla="*/ 7 w 9"/>
                  <a:gd name="T35" fmla="*/ 1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7" y="1"/>
                    </a:moveTo>
                    <a:lnTo>
                      <a:pt x="6" y="0"/>
                    </a:lnTo>
                    <a:lnTo>
                      <a:pt x="5" y="0"/>
                    </a:lnTo>
                    <a:lnTo>
                      <a:pt x="3" y="1"/>
                    </a:lnTo>
                    <a:lnTo>
                      <a:pt x="2" y="3"/>
                    </a:lnTo>
                    <a:lnTo>
                      <a:pt x="0" y="4"/>
                    </a:lnTo>
                    <a:lnTo>
                      <a:pt x="0" y="6"/>
                    </a:lnTo>
                    <a:lnTo>
                      <a:pt x="2" y="7"/>
                    </a:lnTo>
                    <a:lnTo>
                      <a:pt x="3" y="9"/>
                    </a:lnTo>
                    <a:lnTo>
                      <a:pt x="5" y="9"/>
                    </a:lnTo>
                    <a:lnTo>
                      <a:pt x="6" y="9"/>
                    </a:lnTo>
                    <a:lnTo>
                      <a:pt x="7" y="9"/>
                    </a:lnTo>
                    <a:lnTo>
                      <a:pt x="9" y="7"/>
                    </a:lnTo>
                    <a:lnTo>
                      <a:pt x="9" y="6"/>
                    </a:lnTo>
                    <a:lnTo>
                      <a:pt x="9" y="4"/>
                    </a:lnTo>
                    <a:lnTo>
                      <a:pt x="9" y="3"/>
                    </a:lnTo>
                    <a:lnTo>
                      <a:pt x="7"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76" name="Freeform 124"/>
              <p:cNvSpPr>
                <a:spLocks/>
              </p:cNvSpPr>
              <p:nvPr/>
            </p:nvSpPr>
            <p:spPr bwMode="auto">
              <a:xfrm>
                <a:off x="3665" y="2359"/>
                <a:ext cx="8" cy="8"/>
              </a:xfrm>
              <a:custGeom>
                <a:avLst/>
                <a:gdLst>
                  <a:gd name="T0" fmla="*/ 6 w 8"/>
                  <a:gd name="T1" fmla="*/ 1 h 8"/>
                  <a:gd name="T2" fmla="*/ 4 w 8"/>
                  <a:gd name="T3" fmla="*/ 0 h 8"/>
                  <a:gd name="T4" fmla="*/ 3 w 8"/>
                  <a:gd name="T5" fmla="*/ 0 h 8"/>
                  <a:gd name="T6" fmla="*/ 1 w 8"/>
                  <a:gd name="T7" fmla="*/ 1 h 8"/>
                  <a:gd name="T8" fmla="*/ 0 w 8"/>
                  <a:gd name="T9" fmla="*/ 2 h 8"/>
                  <a:gd name="T10" fmla="*/ 0 w 8"/>
                  <a:gd name="T11" fmla="*/ 4 h 8"/>
                  <a:gd name="T12" fmla="*/ 0 w 8"/>
                  <a:gd name="T13" fmla="*/ 5 h 8"/>
                  <a:gd name="T14" fmla="*/ 0 w 8"/>
                  <a:gd name="T15" fmla="*/ 7 h 8"/>
                  <a:gd name="T16" fmla="*/ 1 w 8"/>
                  <a:gd name="T17" fmla="*/ 8 h 8"/>
                  <a:gd name="T18" fmla="*/ 1 w 8"/>
                  <a:gd name="T19" fmla="*/ 8 h 8"/>
                  <a:gd name="T20" fmla="*/ 3 w 8"/>
                  <a:gd name="T21" fmla="*/ 8 h 8"/>
                  <a:gd name="T22" fmla="*/ 4 w 8"/>
                  <a:gd name="T23" fmla="*/ 8 h 8"/>
                  <a:gd name="T24" fmla="*/ 6 w 8"/>
                  <a:gd name="T25" fmla="*/ 8 h 8"/>
                  <a:gd name="T26" fmla="*/ 7 w 8"/>
                  <a:gd name="T27" fmla="*/ 7 h 8"/>
                  <a:gd name="T28" fmla="*/ 8 w 8"/>
                  <a:gd name="T29" fmla="*/ 5 h 8"/>
                  <a:gd name="T30" fmla="*/ 8 w 8"/>
                  <a:gd name="T31" fmla="*/ 4 h 8"/>
                  <a:gd name="T32" fmla="*/ 7 w 8"/>
                  <a:gd name="T33" fmla="*/ 2 h 8"/>
                  <a:gd name="T34" fmla="*/ 6 w 8"/>
                  <a:gd name="T35" fmla="*/ 1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8"/>
                  <a:gd name="T56" fmla="*/ 8 w 8"/>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8">
                    <a:moveTo>
                      <a:pt x="6" y="1"/>
                    </a:moveTo>
                    <a:lnTo>
                      <a:pt x="4" y="0"/>
                    </a:lnTo>
                    <a:lnTo>
                      <a:pt x="3" y="0"/>
                    </a:lnTo>
                    <a:lnTo>
                      <a:pt x="1" y="1"/>
                    </a:lnTo>
                    <a:lnTo>
                      <a:pt x="0" y="2"/>
                    </a:lnTo>
                    <a:lnTo>
                      <a:pt x="0" y="4"/>
                    </a:lnTo>
                    <a:lnTo>
                      <a:pt x="0" y="5"/>
                    </a:lnTo>
                    <a:lnTo>
                      <a:pt x="0" y="7"/>
                    </a:lnTo>
                    <a:lnTo>
                      <a:pt x="1" y="8"/>
                    </a:lnTo>
                    <a:lnTo>
                      <a:pt x="3" y="8"/>
                    </a:lnTo>
                    <a:lnTo>
                      <a:pt x="4" y="8"/>
                    </a:lnTo>
                    <a:lnTo>
                      <a:pt x="6" y="8"/>
                    </a:lnTo>
                    <a:lnTo>
                      <a:pt x="7" y="7"/>
                    </a:lnTo>
                    <a:lnTo>
                      <a:pt x="8" y="5"/>
                    </a:lnTo>
                    <a:lnTo>
                      <a:pt x="8" y="4"/>
                    </a:lnTo>
                    <a:lnTo>
                      <a:pt x="7" y="2"/>
                    </a:lnTo>
                    <a:lnTo>
                      <a:pt x="6"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77" name="Freeform 125"/>
              <p:cNvSpPr>
                <a:spLocks/>
              </p:cNvSpPr>
              <p:nvPr/>
            </p:nvSpPr>
            <p:spPr bwMode="auto">
              <a:xfrm>
                <a:off x="3678" y="2369"/>
                <a:ext cx="9" cy="8"/>
              </a:xfrm>
              <a:custGeom>
                <a:avLst/>
                <a:gdLst>
                  <a:gd name="T0" fmla="*/ 6 w 9"/>
                  <a:gd name="T1" fmla="*/ 1 h 8"/>
                  <a:gd name="T2" fmla="*/ 4 w 9"/>
                  <a:gd name="T3" fmla="*/ 0 h 8"/>
                  <a:gd name="T4" fmla="*/ 3 w 9"/>
                  <a:gd name="T5" fmla="*/ 0 h 8"/>
                  <a:gd name="T6" fmla="*/ 1 w 9"/>
                  <a:gd name="T7" fmla="*/ 1 h 8"/>
                  <a:gd name="T8" fmla="*/ 0 w 9"/>
                  <a:gd name="T9" fmla="*/ 3 h 8"/>
                  <a:gd name="T10" fmla="*/ 0 w 9"/>
                  <a:gd name="T11" fmla="*/ 4 h 8"/>
                  <a:gd name="T12" fmla="*/ 0 w 9"/>
                  <a:gd name="T13" fmla="*/ 6 h 8"/>
                  <a:gd name="T14" fmla="*/ 0 w 9"/>
                  <a:gd name="T15" fmla="*/ 7 h 8"/>
                  <a:gd name="T16" fmla="*/ 1 w 9"/>
                  <a:gd name="T17" fmla="*/ 8 h 8"/>
                  <a:gd name="T18" fmla="*/ 1 w 9"/>
                  <a:gd name="T19" fmla="*/ 8 h 8"/>
                  <a:gd name="T20" fmla="*/ 3 w 9"/>
                  <a:gd name="T21" fmla="*/ 8 h 8"/>
                  <a:gd name="T22" fmla="*/ 4 w 9"/>
                  <a:gd name="T23" fmla="*/ 8 h 8"/>
                  <a:gd name="T24" fmla="*/ 6 w 9"/>
                  <a:gd name="T25" fmla="*/ 8 h 8"/>
                  <a:gd name="T26" fmla="*/ 7 w 9"/>
                  <a:gd name="T27" fmla="*/ 7 h 8"/>
                  <a:gd name="T28" fmla="*/ 9 w 9"/>
                  <a:gd name="T29" fmla="*/ 6 h 8"/>
                  <a:gd name="T30" fmla="*/ 9 w 9"/>
                  <a:gd name="T31" fmla="*/ 4 h 8"/>
                  <a:gd name="T32" fmla="*/ 7 w 9"/>
                  <a:gd name="T33" fmla="*/ 3 h 8"/>
                  <a:gd name="T34" fmla="*/ 6 w 9"/>
                  <a:gd name="T35" fmla="*/ 1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6" y="1"/>
                    </a:moveTo>
                    <a:lnTo>
                      <a:pt x="4" y="0"/>
                    </a:lnTo>
                    <a:lnTo>
                      <a:pt x="3" y="0"/>
                    </a:lnTo>
                    <a:lnTo>
                      <a:pt x="1" y="1"/>
                    </a:lnTo>
                    <a:lnTo>
                      <a:pt x="0" y="3"/>
                    </a:lnTo>
                    <a:lnTo>
                      <a:pt x="0" y="4"/>
                    </a:lnTo>
                    <a:lnTo>
                      <a:pt x="0" y="6"/>
                    </a:lnTo>
                    <a:lnTo>
                      <a:pt x="0" y="7"/>
                    </a:lnTo>
                    <a:lnTo>
                      <a:pt x="1" y="8"/>
                    </a:lnTo>
                    <a:lnTo>
                      <a:pt x="3" y="8"/>
                    </a:lnTo>
                    <a:lnTo>
                      <a:pt x="4" y="8"/>
                    </a:lnTo>
                    <a:lnTo>
                      <a:pt x="6" y="8"/>
                    </a:lnTo>
                    <a:lnTo>
                      <a:pt x="7" y="7"/>
                    </a:lnTo>
                    <a:lnTo>
                      <a:pt x="9" y="6"/>
                    </a:lnTo>
                    <a:lnTo>
                      <a:pt x="9" y="4"/>
                    </a:lnTo>
                    <a:lnTo>
                      <a:pt x="7" y="3"/>
                    </a:lnTo>
                    <a:lnTo>
                      <a:pt x="6"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78" name="Freeform 126"/>
              <p:cNvSpPr>
                <a:spLocks/>
              </p:cNvSpPr>
              <p:nvPr/>
            </p:nvSpPr>
            <p:spPr bwMode="auto">
              <a:xfrm>
                <a:off x="3692" y="2380"/>
                <a:ext cx="9" cy="9"/>
              </a:xfrm>
              <a:custGeom>
                <a:avLst/>
                <a:gdLst>
                  <a:gd name="T0" fmla="*/ 6 w 9"/>
                  <a:gd name="T1" fmla="*/ 0 h 9"/>
                  <a:gd name="T2" fmla="*/ 5 w 9"/>
                  <a:gd name="T3" fmla="*/ 0 h 9"/>
                  <a:gd name="T4" fmla="*/ 3 w 9"/>
                  <a:gd name="T5" fmla="*/ 0 h 9"/>
                  <a:gd name="T6" fmla="*/ 2 w 9"/>
                  <a:gd name="T7" fmla="*/ 0 h 9"/>
                  <a:gd name="T8" fmla="*/ 0 w 9"/>
                  <a:gd name="T9" fmla="*/ 2 h 9"/>
                  <a:gd name="T10" fmla="*/ 0 w 9"/>
                  <a:gd name="T11" fmla="*/ 3 h 9"/>
                  <a:gd name="T12" fmla="*/ 0 w 9"/>
                  <a:gd name="T13" fmla="*/ 5 h 9"/>
                  <a:gd name="T14" fmla="*/ 0 w 9"/>
                  <a:gd name="T15" fmla="*/ 6 h 9"/>
                  <a:gd name="T16" fmla="*/ 2 w 9"/>
                  <a:gd name="T17" fmla="*/ 8 h 9"/>
                  <a:gd name="T18" fmla="*/ 2 w 9"/>
                  <a:gd name="T19" fmla="*/ 8 h 9"/>
                  <a:gd name="T20" fmla="*/ 3 w 9"/>
                  <a:gd name="T21" fmla="*/ 9 h 9"/>
                  <a:gd name="T22" fmla="*/ 5 w 9"/>
                  <a:gd name="T23" fmla="*/ 9 h 9"/>
                  <a:gd name="T24" fmla="*/ 6 w 9"/>
                  <a:gd name="T25" fmla="*/ 8 h 9"/>
                  <a:gd name="T26" fmla="*/ 8 w 9"/>
                  <a:gd name="T27" fmla="*/ 6 h 9"/>
                  <a:gd name="T28" fmla="*/ 9 w 9"/>
                  <a:gd name="T29" fmla="*/ 5 h 9"/>
                  <a:gd name="T30" fmla="*/ 9 w 9"/>
                  <a:gd name="T31" fmla="*/ 3 h 9"/>
                  <a:gd name="T32" fmla="*/ 8 w 9"/>
                  <a:gd name="T33" fmla="*/ 2 h 9"/>
                  <a:gd name="T34" fmla="*/ 6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6" y="0"/>
                    </a:moveTo>
                    <a:lnTo>
                      <a:pt x="5" y="0"/>
                    </a:lnTo>
                    <a:lnTo>
                      <a:pt x="3" y="0"/>
                    </a:lnTo>
                    <a:lnTo>
                      <a:pt x="2" y="0"/>
                    </a:lnTo>
                    <a:lnTo>
                      <a:pt x="0" y="2"/>
                    </a:lnTo>
                    <a:lnTo>
                      <a:pt x="0" y="3"/>
                    </a:lnTo>
                    <a:lnTo>
                      <a:pt x="0" y="5"/>
                    </a:lnTo>
                    <a:lnTo>
                      <a:pt x="0" y="6"/>
                    </a:lnTo>
                    <a:lnTo>
                      <a:pt x="2" y="8"/>
                    </a:lnTo>
                    <a:lnTo>
                      <a:pt x="3" y="9"/>
                    </a:lnTo>
                    <a:lnTo>
                      <a:pt x="5" y="9"/>
                    </a:lnTo>
                    <a:lnTo>
                      <a:pt x="6" y="8"/>
                    </a:lnTo>
                    <a:lnTo>
                      <a:pt x="8" y="6"/>
                    </a:lnTo>
                    <a:lnTo>
                      <a:pt x="9" y="5"/>
                    </a:lnTo>
                    <a:lnTo>
                      <a:pt x="9" y="3"/>
                    </a:lnTo>
                    <a:lnTo>
                      <a:pt x="8" y="2"/>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79" name="Freeform 127"/>
              <p:cNvSpPr>
                <a:spLocks/>
              </p:cNvSpPr>
              <p:nvPr/>
            </p:nvSpPr>
            <p:spPr bwMode="auto">
              <a:xfrm>
                <a:off x="3707" y="2389"/>
                <a:ext cx="9" cy="9"/>
              </a:xfrm>
              <a:custGeom>
                <a:avLst/>
                <a:gdLst>
                  <a:gd name="T0" fmla="*/ 6 w 9"/>
                  <a:gd name="T1" fmla="*/ 2 h 9"/>
                  <a:gd name="T2" fmla="*/ 4 w 9"/>
                  <a:gd name="T3" fmla="*/ 0 h 9"/>
                  <a:gd name="T4" fmla="*/ 3 w 9"/>
                  <a:gd name="T5" fmla="*/ 0 h 9"/>
                  <a:gd name="T6" fmla="*/ 1 w 9"/>
                  <a:gd name="T7" fmla="*/ 2 h 9"/>
                  <a:gd name="T8" fmla="*/ 0 w 9"/>
                  <a:gd name="T9" fmla="*/ 3 h 9"/>
                  <a:gd name="T10" fmla="*/ 0 w 9"/>
                  <a:gd name="T11" fmla="*/ 4 h 9"/>
                  <a:gd name="T12" fmla="*/ 0 w 9"/>
                  <a:gd name="T13" fmla="*/ 6 h 9"/>
                  <a:gd name="T14" fmla="*/ 0 w 9"/>
                  <a:gd name="T15" fmla="*/ 7 h 9"/>
                  <a:gd name="T16" fmla="*/ 1 w 9"/>
                  <a:gd name="T17" fmla="*/ 9 h 9"/>
                  <a:gd name="T18" fmla="*/ 1 w 9"/>
                  <a:gd name="T19" fmla="*/ 9 h 9"/>
                  <a:gd name="T20" fmla="*/ 3 w 9"/>
                  <a:gd name="T21" fmla="*/ 9 h 9"/>
                  <a:gd name="T22" fmla="*/ 4 w 9"/>
                  <a:gd name="T23" fmla="*/ 9 h 9"/>
                  <a:gd name="T24" fmla="*/ 6 w 9"/>
                  <a:gd name="T25" fmla="*/ 9 h 9"/>
                  <a:gd name="T26" fmla="*/ 7 w 9"/>
                  <a:gd name="T27" fmla="*/ 7 h 9"/>
                  <a:gd name="T28" fmla="*/ 9 w 9"/>
                  <a:gd name="T29" fmla="*/ 6 h 9"/>
                  <a:gd name="T30" fmla="*/ 9 w 9"/>
                  <a:gd name="T31" fmla="*/ 4 h 9"/>
                  <a:gd name="T32" fmla="*/ 7 w 9"/>
                  <a:gd name="T33" fmla="*/ 3 h 9"/>
                  <a:gd name="T34" fmla="*/ 6 w 9"/>
                  <a:gd name="T35" fmla="*/ 2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6" y="2"/>
                    </a:moveTo>
                    <a:lnTo>
                      <a:pt x="4" y="0"/>
                    </a:lnTo>
                    <a:lnTo>
                      <a:pt x="3" y="0"/>
                    </a:lnTo>
                    <a:lnTo>
                      <a:pt x="1" y="2"/>
                    </a:lnTo>
                    <a:lnTo>
                      <a:pt x="0" y="3"/>
                    </a:lnTo>
                    <a:lnTo>
                      <a:pt x="0" y="4"/>
                    </a:lnTo>
                    <a:lnTo>
                      <a:pt x="0" y="6"/>
                    </a:lnTo>
                    <a:lnTo>
                      <a:pt x="0" y="7"/>
                    </a:lnTo>
                    <a:lnTo>
                      <a:pt x="1" y="9"/>
                    </a:lnTo>
                    <a:lnTo>
                      <a:pt x="3" y="9"/>
                    </a:lnTo>
                    <a:lnTo>
                      <a:pt x="4" y="9"/>
                    </a:lnTo>
                    <a:lnTo>
                      <a:pt x="6" y="9"/>
                    </a:lnTo>
                    <a:lnTo>
                      <a:pt x="7" y="7"/>
                    </a:lnTo>
                    <a:lnTo>
                      <a:pt x="9" y="6"/>
                    </a:lnTo>
                    <a:lnTo>
                      <a:pt x="9" y="4"/>
                    </a:lnTo>
                    <a:lnTo>
                      <a:pt x="7" y="3"/>
                    </a:lnTo>
                    <a:lnTo>
                      <a:pt x="6"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80" name="Freeform 128"/>
              <p:cNvSpPr>
                <a:spLocks/>
              </p:cNvSpPr>
              <p:nvPr/>
            </p:nvSpPr>
            <p:spPr bwMode="auto">
              <a:xfrm>
                <a:off x="3721" y="2398"/>
                <a:ext cx="9" cy="9"/>
              </a:xfrm>
              <a:custGeom>
                <a:avLst/>
                <a:gdLst>
                  <a:gd name="T0" fmla="*/ 5 w 9"/>
                  <a:gd name="T1" fmla="*/ 0 h 9"/>
                  <a:gd name="T2" fmla="*/ 3 w 9"/>
                  <a:gd name="T3" fmla="*/ 0 h 9"/>
                  <a:gd name="T4" fmla="*/ 2 w 9"/>
                  <a:gd name="T5" fmla="*/ 1 h 9"/>
                  <a:gd name="T6" fmla="*/ 0 w 9"/>
                  <a:gd name="T7" fmla="*/ 3 h 9"/>
                  <a:gd name="T8" fmla="*/ 0 w 9"/>
                  <a:gd name="T9" fmla="*/ 4 h 9"/>
                  <a:gd name="T10" fmla="*/ 0 w 9"/>
                  <a:gd name="T11" fmla="*/ 6 h 9"/>
                  <a:gd name="T12" fmla="*/ 0 w 9"/>
                  <a:gd name="T13" fmla="*/ 7 h 9"/>
                  <a:gd name="T14" fmla="*/ 2 w 9"/>
                  <a:gd name="T15" fmla="*/ 9 h 9"/>
                  <a:gd name="T16" fmla="*/ 3 w 9"/>
                  <a:gd name="T17" fmla="*/ 9 h 9"/>
                  <a:gd name="T18" fmla="*/ 3 w 9"/>
                  <a:gd name="T19" fmla="*/ 9 h 9"/>
                  <a:gd name="T20" fmla="*/ 5 w 9"/>
                  <a:gd name="T21" fmla="*/ 9 h 9"/>
                  <a:gd name="T22" fmla="*/ 6 w 9"/>
                  <a:gd name="T23" fmla="*/ 9 h 9"/>
                  <a:gd name="T24" fmla="*/ 8 w 9"/>
                  <a:gd name="T25" fmla="*/ 7 h 9"/>
                  <a:gd name="T26" fmla="*/ 9 w 9"/>
                  <a:gd name="T27" fmla="*/ 6 h 9"/>
                  <a:gd name="T28" fmla="*/ 9 w 9"/>
                  <a:gd name="T29" fmla="*/ 4 h 9"/>
                  <a:gd name="T30" fmla="*/ 8 w 9"/>
                  <a:gd name="T31" fmla="*/ 3 h 9"/>
                  <a:gd name="T32" fmla="*/ 6 w 9"/>
                  <a:gd name="T33" fmla="*/ 1 h 9"/>
                  <a:gd name="T34" fmla="*/ 5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5" y="0"/>
                    </a:moveTo>
                    <a:lnTo>
                      <a:pt x="3" y="0"/>
                    </a:lnTo>
                    <a:lnTo>
                      <a:pt x="2" y="1"/>
                    </a:lnTo>
                    <a:lnTo>
                      <a:pt x="0" y="3"/>
                    </a:lnTo>
                    <a:lnTo>
                      <a:pt x="0" y="4"/>
                    </a:lnTo>
                    <a:lnTo>
                      <a:pt x="0" y="6"/>
                    </a:lnTo>
                    <a:lnTo>
                      <a:pt x="0" y="7"/>
                    </a:lnTo>
                    <a:lnTo>
                      <a:pt x="2" y="9"/>
                    </a:lnTo>
                    <a:lnTo>
                      <a:pt x="3" y="9"/>
                    </a:lnTo>
                    <a:lnTo>
                      <a:pt x="5" y="9"/>
                    </a:lnTo>
                    <a:lnTo>
                      <a:pt x="6" y="9"/>
                    </a:lnTo>
                    <a:lnTo>
                      <a:pt x="8" y="7"/>
                    </a:lnTo>
                    <a:lnTo>
                      <a:pt x="9" y="6"/>
                    </a:lnTo>
                    <a:lnTo>
                      <a:pt x="9" y="4"/>
                    </a:lnTo>
                    <a:lnTo>
                      <a:pt x="8" y="3"/>
                    </a:lnTo>
                    <a:lnTo>
                      <a:pt x="6"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81" name="Freeform 129"/>
              <p:cNvSpPr>
                <a:spLocks/>
              </p:cNvSpPr>
              <p:nvPr/>
            </p:nvSpPr>
            <p:spPr bwMode="auto">
              <a:xfrm>
                <a:off x="3737" y="2405"/>
                <a:ext cx="9" cy="9"/>
              </a:xfrm>
              <a:custGeom>
                <a:avLst/>
                <a:gdLst>
                  <a:gd name="T0" fmla="*/ 5 w 9"/>
                  <a:gd name="T1" fmla="*/ 0 h 9"/>
                  <a:gd name="T2" fmla="*/ 3 w 9"/>
                  <a:gd name="T3" fmla="*/ 0 h 9"/>
                  <a:gd name="T4" fmla="*/ 2 w 9"/>
                  <a:gd name="T5" fmla="*/ 2 h 9"/>
                  <a:gd name="T6" fmla="*/ 0 w 9"/>
                  <a:gd name="T7" fmla="*/ 3 h 9"/>
                  <a:gd name="T8" fmla="*/ 0 w 9"/>
                  <a:gd name="T9" fmla="*/ 4 h 9"/>
                  <a:gd name="T10" fmla="*/ 0 w 9"/>
                  <a:gd name="T11" fmla="*/ 6 h 9"/>
                  <a:gd name="T12" fmla="*/ 0 w 9"/>
                  <a:gd name="T13" fmla="*/ 7 h 9"/>
                  <a:gd name="T14" fmla="*/ 2 w 9"/>
                  <a:gd name="T15" fmla="*/ 9 h 9"/>
                  <a:gd name="T16" fmla="*/ 3 w 9"/>
                  <a:gd name="T17" fmla="*/ 9 h 9"/>
                  <a:gd name="T18" fmla="*/ 3 w 9"/>
                  <a:gd name="T19" fmla="*/ 9 h 9"/>
                  <a:gd name="T20" fmla="*/ 5 w 9"/>
                  <a:gd name="T21" fmla="*/ 9 h 9"/>
                  <a:gd name="T22" fmla="*/ 6 w 9"/>
                  <a:gd name="T23" fmla="*/ 9 h 9"/>
                  <a:gd name="T24" fmla="*/ 8 w 9"/>
                  <a:gd name="T25" fmla="*/ 7 h 9"/>
                  <a:gd name="T26" fmla="*/ 9 w 9"/>
                  <a:gd name="T27" fmla="*/ 6 h 9"/>
                  <a:gd name="T28" fmla="*/ 9 w 9"/>
                  <a:gd name="T29" fmla="*/ 4 h 9"/>
                  <a:gd name="T30" fmla="*/ 8 w 9"/>
                  <a:gd name="T31" fmla="*/ 3 h 9"/>
                  <a:gd name="T32" fmla="*/ 6 w 9"/>
                  <a:gd name="T33" fmla="*/ 2 h 9"/>
                  <a:gd name="T34" fmla="*/ 5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5" y="0"/>
                    </a:moveTo>
                    <a:lnTo>
                      <a:pt x="3" y="0"/>
                    </a:lnTo>
                    <a:lnTo>
                      <a:pt x="2" y="2"/>
                    </a:lnTo>
                    <a:lnTo>
                      <a:pt x="0" y="3"/>
                    </a:lnTo>
                    <a:lnTo>
                      <a:pt x="0" y="4"/>
                    </a:lnTo>
                    <a:lnTo>
                      <a:pt x="0" y="6"/>
                    </a:lnTo>
                    <a:lnTo>
                      <a:pt x="0" y="7"/>
                    </a:lnTo>
                    <a:lnTo>
                      <a:pt x="2" y="9"/>
                    </a:lnTo>
                    <a:lnTo>
                      <a:pt x="3" y="9"/>
                    </a:lnTo>
                    <a:lnTo>
                      <a:pt x="5" y="9"/>
                    </a:lnTo>
                    <a:lnTo>
                      <a:pt x="6" y="9"/>
                    </a:lnTo>
                    <a:lnTo>
                      <a:pt x="8" y="7"/>
                    </a:lnTo>
                    <a:lnTo>
                      <a:pt x="9" y="6"/>
                    </a:lnTo>
                    <a:lnTo>
                      <a:pt x="9" y="4"/>
                    </a:lnTo>
                    <a:lnTo>
                      <a:pt x="8" y="3"/>
                    </a:lnTo>
                    <a:lnTo>
                      <a:pt x="6" y="2"/>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82" name="Freeform 130"/>
              <p:cNvSpPr>
                <a:spLocks/>
              </p:cNvSpPr>
              <p:nvPr/>
            </p:nvSpPr>
            <p:spPr bwMode="auto">
              <a:xfrm>
                <a:off x="3753" y="2409"/>
                <a:ext cx="9" cy="9"/>
              </a:xfrm>
              <a:custGeom>
                <a:avLst/>
                <a:gdLst>
                  <a:gd name="T0" fmla="*/ 6 w 9"/>
                  <a:gd name="T1" fmla="*/ 0 h 9"/>
                  <a:gd name="T2" fmla="*/ 5 w 9"/>
                  <a:gd name="T3" fmla="*/ 0 h 9"/>
                  <a:gd name="T4" fmla="*/ 3 w 9"/>
                  <a:gd name="T5" fmla="*/ 2 h 9"/>
                  <a:gd name="T6" fmla="*/ 2 w 9"/>
                  <a:gd name="T7" fmla="*/ 3 h 9"/>
                  <a:gd name="T8" fmla="*/ 0 w 9"/>
                  <a:gd name="T9" fmla="*/ 5 h 9"/>
                  <a:gd name="T10" fmla="*/ 0 w 9"/>
                  <a:gd name="T11" fmla="*/ 6 h 9"/>
                  <a:gd name="T12" fmla="*/ 2 w 9"/>
                  <a:gd name="T13" fmla="*/ 8 h 9"/>
                  <a:gd name="T14" fmla="*/ 3 w 9"/>
                  <a:gd name="T15" fmla="*/ 9 h 9"/>
                  <a:gd name="T16" fmla="*/ 5 w 9"/>
                  <a:gd name="T17" fmla="*/ 9 h 9"/>
                  <a:gd name="T18" fmla="*/ 5 w 9"/>
                  <a:gd name="T19" fmla="*/ 9 h 9"/>
                  <a:gd name="T20" fmla="*/ 6 w 9"/>
                  <a:gd name="T21" fmla="*/ 9 h 9"/>
                  <a:gd name="T22" fmla="*/ 8 w 9"/>
                  <a:gd name="T23" fmla="*/ 9 h 9"/>
                  <a:gd name="T24" fmla="*/ 9 w 9"/>
                  <a:gd name="T25" fmla="*/ 8 h 9"/>
                  <a:gd name="T26" fmla="*/ 9 w 9"/>
                  <a:gd name="T27" fmla="*/ 6 h 9"/>
                  <a:gd name="T28" fmla="*/ 9 w 9"/>
                  <a:gd name="T29" fmla="*/ 5 h 9"/>
                  <a:gd name="T30" fmla="*/ 9 w 9"/>
                  <a:gd name="T31" fmla="*/ 3 h 9"/>
                  <a:gd name="T32" fmla="*/ 8 w 9"/>
                  <a:gd name="T33" fmla="*/ 2 h 9"/>
                  <a:gd name="T34" fmla="*/ 6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6" y="0"/>
                    </a:moveTo>
                    <a:lnTo>
                      <a:pt x="5" y="0"/>
                    </a:lnTo>
                    <a:lnTo>
                      <a:pt x="3" y="2"/>
                    </a:lnTo>
                    <a:lnTo>
                      <a:pt x="2" y="3"/>
                    </a:lnTo>
                    <a:lnTo>
                      <a:pt x="0" y="5"/>
                    </a:lnTo>
                    <a:lnTo>
                      <a:pt x="0" y="6"/>
                    </a:lnTo>
                    <a:lnTo>
                      <a:pt x="2" y="8"/>
                    </a:lnTo>
                    <a:lnTo>
                      <a:pt x="3" y="9"/>
                    </a:lnTo>
                    <a:lnTo>
                      <a:pt x="5" y="9"/>
                    </a:lnTo>
                    <a:lnTo>
                      <a:pt x="6" y="9"/>
                    </a:lnTo>
                    <a:lnTo>
                      <a:pt x="8" y="9"/>
                    </a:lnTo>
                    <a:lnTo>
                      <a:pt x="9" y="8"/>
                    </a:lnTo>
                    <a:lnTo>
                      <a:pt x="9" y="6"/>
                    </a:lnTo>
                    <a:lnTo>
                      <a:pt x="9" y="5"/>
                    </a:lnTo>
                    <a:lnTo>
                      <a:pt x="9" y="3"/>
                    </a:lnTo>
                    <a:lnTo>
                      <a:pt x="8" y="2"/>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83" name="Freeform 131"/>
              <p:cNvSpPr>
                <a:spLocks/>
              </p:cNvSpPr>
              <p:nvPr/>
            </p:nvSpPr>
            <p:spPr bwMode="auto">
              <a:xfrm>
                <a:off x="3771" y="2411"/>
                <a:ext cx="8" cy="9"/>
              </a:xfrm>
              <a:custGeom>
                <a:avLst/>
                <a:gdLst>
                  <a:gd name="T0" fmla="*/ 6 w 8"/>
                  <a:gd name="T1" fmla="*/ 0 h 9"/>
                  <a:gd name="T2" fmla="*/ 4 w 8"/>
                  <a:gd name="T3" fmla="*/ 0 h 9"/>
                  <a:gd name="T4" fmla="*/ 3 w 8"/>
                  <a:gd name="T5" fmla="*/ 0 h 9"/>
                  <a:gd name="T6" fmla="*/ 1 w 8"/>
                  <a:gd name="T7" fmla="*/ 1 h 9"/>
                  <a:gd name="T8" fmla="*/ 0 w 8"/>
                  <a:gd name="T9" fmla="*/ 3 h 9"/>
                  <a:gd name="T10" fmla="*/ 0 w 8"/>
                  <a:gd name="T11" fmla="*/ 4 h 9"/>
                  <a:gd name="T12" fmla="*/ 1 w 8"/>
                  <a:gd name="T13" fmla="*/ 6 h 9"/>
                  <a:gd name="T14" fmla="*/ 3 w 8"/>
                  <a:gd name="T15" fmla="*/ 7 h 9"/>
                  <a:gd name="T16" fmla="*/ 4 w 8"/>
                  <a:gd name="T17" fmla="*/ 9 h 9"/>
                  <a:gd name="T18" fmla="*/ 4 w 8"/>
                  <a:gd name="T19" fmla="*/ 9 h 9"/>
                  <a:gd name="T20" fmla="*/ 6 w 8"/>
                  <a:gd name="T21" fmla="*/ 9 h 9"/>
                  <a:gd name="T22" fmla="*/ 7 w 8"/>
                  <a:gd name="T23" fmla="*/ 7 h 9"/>
                  <a:gd name="T24" fmla="*/ 8 w 8"/>
                  <a:gd name="T25" fmla="*/ 6 h 9"/>
                  <a:gd name="T26" fmla="*/ 8 w 8"/>
                  <a:gd name="T27" fmla="*/ 4 h 9"/>
                  <a:gd name="T28" fmla="*/ 8 w 8"/>
                  <a:gd name="T29" fmla="*/ 3 h 9"/>
                  <a:gd name="T30" fmla="*/ 8 w 8"/>
                  <a:gd name="T31" fmla="*/ 1 h 9"/>
                  <a:gd name="T32" fmla="*/ 7 w 8"/>
                  <a:gd name="T33" fmla="*/ 0 h 9"/>
                  <a:gd name="T34" fmla="*/ 6 w 8"/>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6" y="0"/>
                    </a:moveTo>
                    <a:lnTo>
                      <a:pt x="4" y="0"/>
                    </a:lnTo>
                    <a:lnTo>
                      <a:pt x="3" y="0"/>
                    </a:lnTo>
                    <a:lnTo>
                      <a:pt x="1" y="1"/>
                    </a:lnTo>
                    <a:lnTo>
                      <a:pt x="0" y="3"/>
                    </a:lnTo>
                    <a:lnTo>
                      <a:pt x="0" y="4"/>
                    </a:lnTo>
                    <a:lnTo>
                      <a:pt x="1" y="6"/>
                    </a:lnTo>
                    <a:lnTo>
                      <a:pt x="3" y="7"/>
                    </a:lnTo>
                    <a:lnTo>
                      <a:pt x="4" y="9"/>
                    </a:lnTo>
                    <a:lnTo>
                      <a:pt x="6" y="9"/>
                    </a:lnTo>
                    <a:lnTo>
                      <a:pt x="7" y="7"/>
                    </a:lnTo>
                    <a:lnTo>
                      <a:pt x="8" y="6"/>
                    </a:lnTo>
                    <a:lnTo>
                      <a:pt x="8" y="4"/>
                    </a:lnTo>
                    <a:lnTo>
                      <a:pt x="8" y="3"/>
                    </a:lnTo>
                    <a:lnTo>
                      <a:pt x="8" y="1"/>
                    </a:lnTo>
                    <a:lnTo>
                      <a:pt x="7" y="0"/>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84" name="Freeform 132"/>
              <p:cNvSpPr>
                <a:spLocks/>
              </p:cNvSpPr>
              <p:nvPr/>
            </p:nvSpPr>
            <p:spPr bwMode="auto">
              <a:xfrm>
                <a:off x="3788" y="2407"/>
                <a:ext cx="9" cy="8"/>
              </a:xfrm>
              <a:custGeom>
                <a:avLst/>
                <a:gdLst>
                  <a:gd name="T0" fmla="*/ 3 w 9"/>
                  <a:gd name="T1" fmla="*/ 0 h 8"/>
                  <a:gd name="T2" fmla="*/ 2 w 9"/>
                  <a:gd name="T3" fmla="*/ 0 h 8"/>
                  <a:gd name="T4" fmla="*/ 0 w 9"/>
                  <a:gd name="T5" fmla="*/ 1 h 8"/>
                  <a:gd name="T6" fmla="*/ 0 w 9"/>
                  <a:gd name="T7" fmla="*/ 2 h 8"/>
                  <a:gd name="T8" fmla="*/ 0 w 9"/>
                  <a:gd name="T9" fmla="*/ 4 h 8"/>
                  <a:gd name="T10" fmla="*/ 0 w 9"/>
                  <a:gd name="T11" fmla="*/ 5 h 8"/>
                  <a:gd name="T12" fmla="*/ 2 w 9"/>
                  <a:gd name="T13" fmla="*/ 7 h 8"/>
                  <a:gd name="T14" fmla="*/ 3 w 9"/>
                  <a:gd name="T15" fmla="*/ 8 h 8"/>
                  <a:gd name="T16" fmla="*/ 5 w 9"/>
                  <a:gd name="T17" fmla="*/ 8 h 8"/>
                  <a:gd name="T18" fmla="*/ 5 w 9"/>
                  <a:gd name="T19" fmla="*/ 8 h 8"/>
                  <a:gd name="T20" fmla="*/ 6 w 9"/>
                  <a:gd name="T21" fmla="*/ 7 h 8"/>
                  <a:gd name="T22" fmla="*/ 7 w 9"/>
                  <a:gd name="T23" fmla="*/ 5 h 8"/>
                  <a:gd name="T24" fmla="*/ 9 w 9"/>
                  <a:gd name="T25" fmla="*/ 4 h 8"/>
                  <a:gd name="T26" fmla="*/ 9 w 9"/>
                  <a:gd name="T27" fmla="*/ 2 h 8"/>
                  <a:gd name="T28" fmla="*/ 7 w 9"/>
                  <a:gd name="T29" fmla="*/ 1 h 8"/>
                  <a:gd name="T30" fmla="*/ 6 w 9"/>
                  <a:gd name="T31" fmla="*/ 0 h 8"/>
                  <a:gd name="T32" fmla="*/ 5 w 9"/>
                  <a:gd name="T33" fmla="*/ 0 h 8"/>
                  <a:gd name="T34" fmla="*/ 3 w 9"/>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3" y="0"/>
                    </a:moveTo>
                    <a:lnTo>
                      <a:pt x="2" y="0"/>
                    </a:lnTo>
                    <a:lnTo>
                      <a:pt x="0" y="1"/>
                    </a:lnTo>
                    <a:lnTo>
                      <a:pt x="0" y="2"/>
                    </a:lnTo>
                    <a:lnTo>
                      <a:pt x="0" y="4"/>
                    </a:lnTo>
                    <a:lnTo>
                      <a:pt x="0" y="5"/>
                    </a:lnTo>
                    <a:lnTo>
                      <a:pt x="2" y="7"/>
                    </a:lnTo>
                    <a:lnTo>
                      <a:pt x="3" y="8"/>
                    </a:lnTo>
                    <a:lnTo>
                      <a:pt x="5" y="8"/>
                    </a:lnTo>
                    <a:lnTo>
                      <a:pt x="6" y="7"/>
                    </a:lnTo>
                    <a:lnTo>
                      <a:pt x="7" y="5"/>
                    </a:lnTo>
                    <a:lnTo>
                      <a:pt x="9" y="4"/>
                    </a:lnTo>
                    <a:lnTo>
                      <a:pt x="9" y="2"/>
                    </a:lnTo>
                    <a:lnTo>
                      <a:pt x="7" y="1"/>
                    </a:lnTo>
                    <a:lnTo>
                      <a:pt x="6" y="0"/>
                    </a:lnTo>
                    <a:lnTo>
                      <a:pt x="5"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85" name="Freeform 133"/>
              <p:cNvSpPr>
                <a:spLocks/>
              </p:cNvSpPr>
              <p:nvPr/>
            </p:nvSpPr>
            <p:spPr bwMode="auto">
              <a:xfrm>
                <a:off x="3804" y="2399"/>
                <a:ext cx="9" cy="9"/>
              </a:xfrm>
              <a:custGeom>
                <a:avLst/>
                <a:gdLst>
                  <a:gd name="T0" fmla="*/ 4 w 9"/>
                  <a:gd name="T1" fmla="*/ 0 h 9"/>
                  <a:gd name="T2" fmla="*/ 3 w 9"/>
                  <a:gd name="T3" fmla="*/ 2 h 9"/>
                  <a:gd name="T4" fmla="*/ 2 w 9"/>
                  <a:gd name="T5" fmla="*/ 3 h 9"/>
                  <a:gd name="T6" fmla="*/ 0 w 9"/>
                  <a:gd name="T7" fmla="*/ 5 h 9"/>
                  <a:gd name="T8" fmla="*/ 0 w 9"/>
                  <a:gd name="T9" fmla="*/ 6 h 9"/>
                  <a:gd name="T10" fmla="*/ 2 w 9"/>
                  <a:gd name="T11" fmla="*/ 8 h 9"/>
                  <a:gd name="T12" fmla="*/ 3 w 9"/>
                  <a:gd name="T13" fmla="*/ 9 h 9"/>
                  <a:gd name="T14" fmla="*/ 4 w 9"/>
                  <a:gd name="T15" fmla="*/ 9 h 9"/>
                  <a:gd name="T16" fmla="*/ 6 w 9"/>
                  <a:gd name="T17" fmla="*/ 9 h 9"/>
                  <a:gd name="T18" fmla="*/ 6 w 9"/>
                  <a:gd name="T19" fmla="*/ 9 h 9"/>
                  <a:gd name="T20" fmla="*/ 7 w 9"/>
                  <a:gd name="T21" fmla="*/ 9 h 9"/>
                  <a:gd name="T22" fmla="*/ 9 w 9"/>
                  <a:gd name="T23" fmla="*/ 8 h 9"/>
                  <a:gd name="T24" fmla="*/ 9 w 9"/>
                  <a:gd name="T25" fmla="*/ 6 h 9"/>
                  <a:gd name="T26" fmla="*/ 9 w 9"/>
                  <a:gd name="T27" fmla="*/ 5 h 9"/>
                  <a:gd name="T28" fmla="*/ 9 w 9"/>
                  <a:gd name="T29" fmla="*/ 3 h 9"/>
                  <a:gd name="T30" fmla="*/ 7 w 9"/>
                  <a:gd name="T31" fmla="*/ 2 h 9"/>
                  <a:gd name="T32" fmla="*/ 6 w 9"/>
                  <a:gd name="T33" fmla="*/ 0 h 9"/>
                  <a:gd name="T34" fmla="*/ 4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4" y="0"/>
                    </a:moveTo>
                    <a:lnTo>
                      <a:pt x="3" y="2"/>
                    </a:lnTo>
                    <a:lnTo>
                      <a:pt x="2" y="3"/>
                    </a:lnTo>
                    <a:lnTo>
                      <a:pt x="0" y="5"/>
                    </a:lnTo>
                    <a:lnTo>
                      <a:pt x="0" y="6"/>
                    </a:lnTo>
                    <a:lnTo>
                      <a:pt x="2" y="8"/>
                    </a:lnTo>
                    <a:lnTo>
                      <a:pt x="3" y="9"/>
                    </a:lnTo>
                    <a:lnTo>
                      <a:pt x="4" y="9"/>
                    </a:lnTo>
                    <a:lnTo>
                      <a:pt x="6" y="9"/>
                    </a:lnTo>
                    <a:lnTo>
                      <a:pt x="7" y="9"/>
                    </a:lnTo>
                    <a:lnTo>
                      <a:pt x="9" y="8"/>
                    </a:lnTo>
                    <a:lnTo>
                      <a:pt x="9" y="6"/>
                    </a:lnTo>
                    <a:lnTo>
                      <a:pt x="9" y="5"/>
                    </a:lnTo>
                    <a:lnTo>
                      <a:pt x="9" y="3"/>
                    </a:lnTo>
                    <a:lnTo>
                      <a:pt x="7" y="2"/>
                    </a:lnTo>
                    <a:lnTo>
                      <a:pt x="6"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86" name="Freeform 134"/>
              <p:cNvSpPr>
                <a:spLocks/>
              </p:cNvSpPr>
              <p:nvPr/>
            </p:nvSpPr>
            <p:spPr bwMode="auto">
              <a:xfrm>
                <a:off x="3820" y="2391"/>
                <a:ext cx="9" cy="8"/>
              </a:xfrm>
              <a:custGeom>
                <a:avLst/>
                <a:gdLst>
                  <a:gd name="T0" fmla="*/ 2 w 9"/>
                  <a:gd name="T1" fmla="*/ 1 h 8"/>
                  <a:gd name="T2" fmla="*/ 0 w 9"/>
                  <a:gd name="T3" fmla="*/ 2 h 8"/>
                  <a:gd name="T4" fmla="*/ 0 w 9"/>
                  <a:gd name="T5" fmla="*/ 4 h 8"/>
                  <a:gd name="T6" fmla="*/ 0 w 9"/>
                  <a:gd name="T7" fmla="*/ 5 h 8"/>
                  <a:gd name="T8" fmla="*/ 0 w 9"/>
                  <a:gd name="T9" fmla="*/ 7 h 8"/>
                  <a:gd name="T10" fmla="*/ 2 w 9"/>
                  <a:gd name="T11" fmla="*/ 8 h 8"/>
                  <a:gd name="T12" fmla="*/ 3 w 9"/>
                  <a:gd name="T13" fmla="*/ 8 h 8"/>
                  <a:gd name="T14" fmla="*/ 4 w 9"/>
                  <a:gd name="T15" fmla="*/ 8 h 8"/>
                  <a:gd name="T16" fmla="*/ 6 w 9"/>
                  <a:gd name="T17" fmla="*/ 8 h 8"/>
                  <a:gd name="T18" fmla="*/ 6 w 9"/>
                  <a:gd name="T19" fmla="*/ 8 h 8"/>
                  <a:gd name="T20" fmla="*/ 7 w 9"/>
                  <a:gd name="T21" fmla="*/ 7 h 8"/>
                  <a:gd name="T22" fmla="*/ 9 w 9"/>
                  <a:gd name="T23" fmla="*/ 5 h 8"/>
                  <a:gd name="T24" fmla="*/ 9 w 9"/>
                  <a:gd name="T25" fmla="*/ 4 h 8"/>
                  <a:gd name="T26" fmla="*/ 7 w 9"/>
                  <a:gd name="T27" fmla="*/ 2 h 8"/>
                  <a:gd name="T28" fmla="*/ 6 w 9"/>
                  <a:gd name="T29" fmla="*/ 1 h 8"/>
                  <a:gd name="T30" fmla="*/ 4 w 9"/>
                  <a:gd name="T31" fmla="*/ 0 h 8"/>
                  <a:gd name="T32" fmla="*/ 3 w 9"/>
                  <a:gd name="T33" fmla="*/ 0 h 8"/>
                  <a:gd name="T34" fmla="*/ 2 w 9"/>
                  <a:gd name="T35" fmla="*/ 1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2" y="1"/>
                    </a:moveTo>
                    <a:lnTo>
                      <a:pt x="0" y="2"/>
                    </a:lnTo>
                    <a:lnTo>
                      <a:pt x="0" y="4"/>
                    </a:lnTo>
                    <a:lnTo>
                      <a:pt x="0" y="5"/>
                    </a:lnTo>
                    <a:lnTo>
                      <a:pt x="0" y="7"/>
                    </a:lnTo>
                    <a:lnTo>
                      <a:pt x="2" y="8"/>
                    </a:lnTo>
                    <a:lnTo>
                      <a:pt x="3" y="8"/>
                    </a:lnTo>
                    <a:lnTo>
                      <a:pt x="4" y="8"/>
                    </a:lnTo>
                    <a:lnTo>
                      <a:pt x="6" y="8"/>
                    </a:lnTo>
                    <a:lnTo>
                      <a:pt x="7" y="7"/>
                    </a:lnTo>
                    <a:lnTo>
                      <a:pt x="9" y="5"/>
                    </a:lnTo>
                    <a:lnTo>
                      <a:pt x="9" y="4"/>
                    </a:lnTo>
                    <a:lnTo>
                      <a:pt x="7" y="2"/>
                    </a:lnTo>
                    <a:lnTo>
                      <a:pt x="6" y="1"/>
                    </a:lnTo>
                    <a:lnTo>
                      <a:pt x="4" y="0"/>
                    </a:lnTo>
                    <a:lnTo>
                      <a:pt x="3" y="0"/>
                    </a:lnTo>
                    <a:lnTo>
                      <a:pt x="2"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87" name="Freeform 135"/>
              <p:cNvSpPr>
                <a:spLocks/>
              </p:cNvSpPr>
              <p:nvPr/>
            </p:nvSpPr>
            <p:spPr bwMode="auto">
              <a:xfrm>
                <a:off x="3835" y="2382"/>
                <a:ext cx="8" cy="9"/>
              </a:xfrm>
              <a:custGeom>
                <a:avLst/>
                <a:gdLst>
                  <a:gd name="T0" fmla="*/ 1 w 8"/>
                  <a:gd name="T1" fmla="*/ 1 h 9"/>
                  <a:gd name="T2" fmla="*/ 0 w 8"/>
                  <a:gd name="T3" fmla="*/ 3 h 9"/>
                  <a:gd name="T4" fmla="*/ 0 w 8"/>
                  <a:gd name="T5" fmla="*/ 4 h 9"/>
                  <a:gd name="T6" fmla="*/ 0 w 8"/>
                  <a:gd name="T7" fmla="*/ 6 h 9"/>
                  <a:gd name="T8" fmla="*/ 0 w 8"/>
                  <a:gd name="T9" fmla="*/ 7 h 9"/>
                  <a:gd name="T10" fmla="*/ 1 w 8"/>
                  <a:gd name="T11" fmla="*/ 9 h 9"/>
                  <a:gd name="T12" fmla="*/ 3 w 8"/>
                  <a:gd name="T13" fmla="*/ 9 h 9"/>
                  <a:gd name="T14" fmla="*/ 4 w 8"/>
                  <a:gd name="T15" fmla="*/ 9 h 9"/>
                  <a:gd name="T16" fmla="*/ 5 w 8"/>
                  <a:gd name="T17" fmla="*/ 9 h 9"/>
                  <a:gd name="T18" fmla="*/ 5 w 8"/>
                  <a:gd name="T19" fmla="*/ 9 h 9"/>
                  <a:gd name="T20" fmla="*/ 7 w 8"/>
                  <a:gd name="T21" fmla="*/ 7 h 9"/>
                  <a:gd name="T22" fmla="*/ 8 w 8"/>
                  <a:gd name="T23" fmla="*/ 6 h 9"/>
                  <a:gd name="T24" fmla="*/ 8 w 8"/>
                  <a:gd name="T25" fmla="*/ 4 h 9"/>
                  <a:gd name="T26" fmla="*/ 7 w 8"/>
                  <a:gd name="T27" fmla="*/ 3 h 9"/>
                  <a:gd name="T28" fmla="*/ 5 w 8"/>
                  <a:gd name="T29" fmla="*/ 1 h 9"/>
                  <a:gd name="T30" fmla="*/ 4 w 8"/>
                  <a:gd name="T31" fmla="*/ 0 h 9"/>
                  <a:gd name="T32" fmla="*/ 3 w 8"/>
                  <a:gd name="T33" fmla="*/ 0 h 9"/>
                  <a:gd name="T34" fmla="*/ 1 w 8"/>
                  <a:gd name="T35" fmla="*/ 1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1" y="1"/>
                    </a:moveTo>
                    <a:lnTo>
                      <a:pt x="0" y="3"/>
                    </a:lnTo>
                    <a:lnTo>
                      <a:pt x="0" y="4"/>
                    </a:lnTo>
                    <a:lnTo>
                      <a:pt x="0" y="6"/>
                    </a:lnTo>
                    <a:lnTo>
                      <a:pt x="0" y="7"/>
                    </a:lnTo>
                    <a:lnTo>
                      <a:pt x="1" y="9"/>
                    </a:lnTo>
                    <a:lnTo>
                      <a:pt x="3" y="9"/>
                    </a:lnTo>
                    <a:lnTo>
                      <a:pt x="4" y="9"/>
                    </a:lnTo>
                    <a:lnTo>
                      <a:pt x="5" y="9"/>
                    </a:lnTo>
                    <a:lnTo>
                      <a:pt x="7" y="7"/>
                    </a:lnTo>
                    <a:lnTo>
                      <a:pt x="8" y="6"/>
                    </a:lnTo>
                    <a:lnTo>
                      <a:pt x="8" y="4"/>
                    </a:lnTo>
                    <a:lnTo>
                      <a:pt x="7" y="3"/>
                    </a:lnTo>
                    <a:lnTo>
                      <a:pt x="5" y="1"/>
                    </a:lnTo>
                    <a:lnTo>
                      <a:pt x="4" y="0"/>
                    </a:lnTo>
                    <a:lnTo>
                      <a:pt x="3" y="0"/>
                    </a:lnTo>
                    <a:lnTo>
                      <a:pt x="1"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88" name="Freeform 136"/>
              <p:cNvSpPr>
                <a:spLocks/>
              </p:cNvSpPr>
              <p:nvPr/>
            </p:nvSpPr>
            <p:spPr bwMode="auto">
              <a:xfrm>
                <a:off x="3848" y="2372"/>
                <a:ext cx="8" cy="8"/>
              </a:xfrm>
              <a:custGeom>
                <a:avLst/>
                <a:gdLst>
                  <a:gd name="T0" fmla="*/ 3 w 8"/>
                  <a:gd name="T1" fmla="*/ 1 h 8"/>
                  <a:gd name="T2" fmla="*/ 1 w 8"/>
                  <a:gd name="T3" fmla="*/ 3 h 8"/>
                  <a:gd name="T4" fmla="*/ 0 w 8"/>
                  <a:gd name="T5" fmla="*/ 4 h 8"/>
                  <a:gd name="T6" fmla="*/ 0 w 8"/>
                  <a:gd name="T7" fmla="*/ 5 h 8"/>
                  <a:gd name="T8" fmla="*/ 1 w 8"/>
                  <a:gd name="T9" fmla="*/ 7 h 8"/>
                  <a:gd name="T10" fmla="*/ 3 w 8"/>
                  <a:gd name="T11" fmla="*/ 8 h 8"/>
                  <a:gd name="T12" fmla="*/ 4 w 8"/>
                  <a:gd name="T13" fmla="*/ 8 h 8"/>
                  <a:gd name="T14" fmla="*/ 6 w 8"/>
                  <a:gd name="T15" fmla="*/ 8 h 8"/>
                  <a:gd name="T16" fmla="*/ 7 w 8"/>
                  <a:gd name="T17" fmla="*/ 8 h 8"/>
                  <a:gd name="T18" fmla="*/ 7 w 8"/>
                  <a:gd name="T19" fmla="*/ 8 h 8"/>
                  <a:gd name="T20" fmla="*/ 8 w 8"/>
                  <a:gd name="T21" fmla="*/ 7 h 8"/>
                  <a:gd name="T22" fmla="*/ 8 w 8"/>
                  <a:gd name="T23" fmla="*/ 5 h 8"/>
                  <a:gd name="T24" fmla="*/ 8 w 8"/>
                  <a:gd name="T25" fmla="*/ 4 h 8"/>
                  <a:gd name="T26" fmla="*/ 8 w 8"/>
                  <a:gd name="T27" fmla="*/ 3 h 8"/>
                  <a:gd name="T28" fmla="*/ 7 w 8"/>
                  <a:gd name="T29" fmla="*/ 1 h 8"/>
                  <a:gd name="T30" fmla="*/ 6 w 8"/>
                  <a:gd name="T31" fmla="*/ 0 h 8"/>
                  <a:gd name="T32" fmla="*/ 4 w 8"/>
                  <a:gd name="T33" fmla="*/ 0 h 8"/>
                  <a:gd name="T34" fmla="*/ 3 w 8"/>
                  <a:gd name="T35" fmla="*/ 1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8"/>
                  <a:gd name="T56" fmla="*/ 8 w 8"/>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8">
                    <a:moveTo>
                      <a:pt x="3" y="1"/>
                    </a:moveTo>
                    <a:lnTo>
                      <a:pt x="1" y="3"/>
                    </a:lnTo>
                    <a:lnTo>
                      <a:pt x="0" y="4"/>
                    </a:lnTo>
                    <a:lnTo>
                      <a:pt x="0" y="5"/>
                    </a:lnTo>
                    <a:lnTo>
                      <a:pt x="1" y="7"/>
                    </a:lnTo>
                    <a:lnTo>
                      <a:pt x="3" y="8"/>
                    </a:lnTo>
                    <a:lnTo>
                      <a:pt x="4" y="8"/>
                    </a:lnTo>
                    <a:lnTo>
                      <a:pt x="6" y="8"/>
                    </a:lnTo>
                    <a:lnTo>
                      <a:pt x="7" y="8"/>
                    </a:lnTo>
                    <a:lnTo>
                      <a:pt x="8" y="7"/>
                    </a:lnTo>
                    <a:lnTo>
                      <a:pt x="8" y="5"/>
                    </a:lnTo>
                    <a:lnTo>
                      <a:pt x="8" y="4"/>
                    </a:lnTo>
                    <a:lnTo>
                      <a:pt x="8" y="3"/>
                    </a:lnTo>
                    <a:lnTo>
                      <a:pt x="7" y="1"/>
                    </a:lnTo>
                    <a:lnTo>
                      <a:pt x="6" y="0"/>
                    </a:lnTo>
                    <a:lnTo>
                      <a:pt x="4" y="0"/>
                    </a:lnTo>
                    <a:lnTo>
                      <a:pt x="3"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89" name="Freeform 137"/>
              <p:cNvSpPr>
                <a:spLocks/>
              </p:cNvSpPr>
              <p:nvPr/>
            </p:nvSpPr>
            <p:spPr bwMode="auto">
              <a:xfrm>
                <a:off x="3862" y="2361"/>
                <a:ext cx="9" cy="9"/>
              </a:xfrm>
              <a:custGeom>
                <a:avLst/>
                <a:gdLst>
                  <a:gd name="T0" fmla="*/ 3 w 9"/>
                  <a:gd name="T1" fmla="*/ 0 h 9"/>
                  <a:gd name="T2" fmla="*/ 2 w 9"/>
                  <a:gd name="T3" fmla="*/ 2 h 9"/>
                  <a:gd name="T4" fmla="*/ 0 w 9"/>
                  <a:gd name="T5" fmla="*/ 3 h 9"/>
                  <a:gd name="T6" fmla="*/ 0 w 9"/>
                  <a:gd name="T7" fmla="*/ 5 h 9"/>
                  <a:gd name="T8" fmla="*/ 2 w 9"/>
                  <a:gd name="T9" fmla="*/ 6 h 9"/>
                  <a:gd name="T10" fmla="*/ 3 w 9"/>
                  <a:gd name="T11" fmla="*/ 8 h 9"/>
                  <a:gd name="T12" fmla="*/ 5 w 9"/>
                  <a:gd name="T13" fmla="*/ 9 h 9"/>
                  <a:gd name="T14" fmla="*/ 6 w 9"/>
                  <a:gd name="T15" fmla="*/ 9 h 9"/>
                  <a:gd name="T16" fmla="*/ 7 w 9"/>
                  <a:gd name="T17" fmla="*/ 8 h 9"/>
                  <a:gd name="T18" fmla="*/ 7 w 9"/>
                  <a:gd name="T19" fmla="*/ 8 h 9"/>
                  <a:gd name="T20" fmla="*/ 9 w 9"/>
                  <a:gd name="T21" fmla="*/ 6 h 9"/>
                  <a:gd name="T22" fmla="*/ 9 w 9"/>
                  <a:gd name="T23" fmla="*/ 5 h 9"/>
                  <a:gd name="T24" fmla="*/ 9 w 9"/>
                  <a:gd name="T25" fmla="*/ 3 h 9"/>
                  <a:gd name="T26" fmla="*/ 9 w 9"/>
                  <a:gd name="T27" fmla="*/ 2 h 9"/>
                  <a:gd name="T28" fmla="*/ 7 w 9"/>
                  <a:gd name="T29" fmla="*/ 0 h 9"/>
                  <a:gd name="T30" fmla="*/ 6 w 9"/>
                  <a:gd name="T31" fmla="*/ 0 h 9"/>
                  <a:gd name="T32" fmla="*/ 5 w 9"/>
                  <a:gd name="T33" fmla="*/ 0 h 9"/>
                  <a:gd name="T34" fmla="*/ 3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3" y="0"/>
                    </a:moveTo>
                    <a:lnTo>
                      <a:pt x="2" y="2"/>
                    </a:lnTo>
                    <a:lnTo>
                      <a:pt x="0" y="3"/>
                    </a:lnTo>
                    <a:lnTo>
                      <a:pt x="0" y="5"/>
                    </a:lnTo>
                    <a:lnTo>
                      <a:pt x="2" y="6"/>
                    </a:lnTo>
                    <a:lnTo>
                      <a:pt x="3" y="8"/>
                    </a:lnTo>
                    <a:lnTo>
                      <a:pt x="5" y="9"/>
                    </a:lnTo>
                    <a:lnTo>
                      <a:pt x="6" y="9"/>
                    </a:lnTo>
                    <a:lnTo>
                      <a:pt x="7" y="8"/>
                    </a:lnTo>
                    <a:lnTo>
                      <a:pt x="9" y="6"/>
                    </a:lnTo>
                    <a:lnTo>
                      <a:pt x="9" y="5"/>
                    </a:lnTo>
                    <a:lnTo>
                      <a:pt x="9" y="3"/>
                    </a:lnTo>
                    <a:lnTo>
                      <a:pt x="9" y="2"/>
                    </a:lnTo>
                    <a:lnTo>
                      <a:pt x="7" y="0"/>
                    </a:lnTo>
                    <a:lnTo>
                      <a:pt x="6" y="0"/>
                    </a:lnTo>
                    <a:lnTo>
                      <a:pt x="5"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90" name="Freeform 138"/>
              <p:cNvSpPr>
                <a:spLocks/>
              </p:cNvSpPr>
              <p:nvPr/>
            </p:nvSpPr>
            <p:spPr bwMode="auto">
              <a:xfrm>
                <a:off x="3875" y="2350"/>
                <a:ext cx="9" cy="9"/>
              </a:xfrm>
              <a:custGeom>
                <a:avLst/>
                <a:gdLst>
                  <a:gd name="T0" fmla="*/ 3 w 9"/>
                  <a:gd name="T1" fmla="*/ 1 h 9"/>
                  <a:gd name="T2" fmla="*/ 2 w 9"/>
                  <a:gd name="T3" fmla="*/ 3 h 9"/>
                  <a:gd name="T4" fmla="*/ 0 w 9"/>
                  <a:gd name="T5" fmla="*/ 4 h 9"/>
                  <a:gd name="T6" fmla="*/ 0 w 9"/>
                  <a:gd name="T7" fmla="*/ 6 h 9"/>
                  <a:gd name="T8" fmla="*/ 2 w 9"/>
                  <a:gd name="T9" fmla="*/ 7 h 9"/>
                  <a:gd name="T10" fmla="*/ 3 w 9"/>
                  <a:gd name="T11" fmla="*/ 9 h 9"/>
                  <a:gd name="T12" fmla="*/ 5 w 9"/>
                  <a:gd name="T13" fmla="*/ 9 h 9"/>
                  <a:gd name="T14" fmla="*/ 6 w 9"/>
                  <a:gd name="T15" fmla="*/ 9 h 9"/>
                  <a:gd name="T16" fmla="*/ 8 w 9"/>
                  <a:gd name="T17" fmla="*/ 9 h 9"/>
                  <a:gd name="T18" fmla="*/ 8 w 9"/>
                  <a:gd name="T19" fmla="*/ 9 h 9"/>
                  <a:gd name="T20" fmla="*/ 9 w 9"/>
                  <a:gd name="T21" fmla="*/ 7 h 9"/>
                  <a:gd name="T22" fmla="*/ 9 w 9"/>
                  <a:gd name="T23" fmla="*/ 6 h 9"/>
                  <a:gd name="T24" fmla="*/ 9 w 9"/>
                  <a:gd name="T25" fmla="*/ 4 h 9"/>
                  <a:gd name="T26" fmla="*/ 9 w 9"/>
                  <a:gd name="T27" fmla="*/ 3 h 9"/>
                  <a:gd name="T28" fmla="*/ 8 w 9"/>
                  <a:gd name="T29" fmla="*/ 1 h 9"/>
                  <a:gd name="T30" fmla="*/ 6 w 9"/>
                  <a:gd name="T31" fmla="*/ 0 h 9"/>
                  <a:gd name="T32" fmla="*/ 5 w 9"/>
                  <a:gd name="T33" fmla="*/ 0 h 9"/>
                  <a:gd name="T34" fmla="*/ 3 w 9"/>
                  <a:gd name="T35" fmla="*/ 1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3" y="1"/>
                    </a:moveTo>
                    <a:lnTo>
                      <a:pt x="2" y="3"/>
                    </a:lnTo>
                    <a:lnTo>
                      <a:pt x="0" y="4"/>
                    </a:lnTo>
                    <a:lnTo>
                      <a:pt x="0" y="6"/>
                    </a:lnTo>
                    <a:lnTo>
                      <a:pt x="2" y="7"/>
                    </a:lnTo>
                    <a:lnTo>
                      <a:pt x="3" y="9"/>
                    </a:lnTo>
                    <a:lnTo>
                      <a:pt x="5" y="9"/>
                    </a:lnTo>
                    <a:lnTo>
                      <a:pt x="6" y="9"/>
                    </a:lnTo>
                    <a:lnTo>
                      <a:pt x="8" y="9"/>
                    </a:lnTo>
                    <a:lnTo>
                      <a:pt x="9" y="7"/>
                    </a:lnTo>
                    <a:lnTo>
                      <a:pt x="9" y="6"/>
                    </a:lnTo>
                    <a:lnTo>
                      <a:pt x="9" y="4"/>
                    </a:lnTo>
                    <a:lnTo>
                      <a:pt x="9" y="3"/>
                    </a:lnTo>
                    <a:lnTo>
                      <a:pt x="8" y="1"/>
                    </a:lnTo>
                    <a:lnTo>
                      <a:pt x="6" y="0"/>
                    </a:lnTo>
                    <a:lnTo>
                      <a:pt x="5" y="0"/>
                    </a:lnTo>
                    <a:lnTo>
                      <a:pt x="3"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91" name="Freeform 139"/>
              <p:cNvSpPr>
                <a:spLocks/>
              </p:cNvSpPr>
              <p:nvPr/>
            </p:nvSpPr>
            <p:spPr bwMode="auto">
              <a:xfrm>
                <a:off x="3890" y="2340"/>
                <a:ext cx="9" cy="8"/>
              </a:xfrm>
              <a:custGeom>
                <a:avLst/>
                <a:gdLst>
                  <a:gd name="T0" fmla="*/ 1 w 9"/>
                  <a:gd name="T1" fmla="*/ 0 h 8"/>
                  <a:gd name="T2" fmla="*/ 0 w 9"/>
                  <a:gd name="T3" fmla="*/ 1 h 8"/>
                  <a:gd name="T4" fmla="*/ 0 w 9"/>
                  <a:gd name="T5" fmla="*/ 3 h 8"/>
                  <a:gd name="T6" fmla="*/ 0 w 9"/>
                  <a:gd name="T7" fmla="*/ 4 h 8"/>
                  <a:gd name="T8" fmla="*/ 0 w 9"/>
                  <a:gd name="T9" fmla="*/ 5 h 8"/>
                  <a:gd name="T10" fmla="*/ 1 w 9"/>
                  <a:gd name="T11" fmla="*/ 7 h 8"/>
                  <a:gd name="T12" fmla="*/ 3 w 9"/>
                  <a:gd name="T13" fmla="*/ 8 h 8"/>
                  <a:gd name="T14" fmla="*/ 4 w 9"/>
                  <a:gd name="T15" fmla="*/ 8 h 8"/>
                  <a:gd name="T16" fmla="*/ 6 w 9"/>
                  <a:gd name="T17" fmla="*/ 7 h 8"/>
                  <a:gd name="T18" fmla="*/ 6 w 9"/>
                  <a:gd name="T19" fmla="*/ 7 h 8"/>
                  <a:gd name="T20" fmla="*/ 7 w 9"/>
                  <a:gd name="T21" fmla="*/ 5 h 8"/>
                  <a:gd name="T22" fmla="*/ 9 w 9"/>
                  <a:gd name="T23" fmla="*/ 4 h 8"/>
                  <a:gd name="T24" fmla="*/ 9 w 9"/>
                  <a:gd name="T25" fmla="*/ 3 h 8"/>
                  <a:gd name="T26" fmla="*/ 7 w 9"/>
                  <a:gd name="T27" fmla="*/ 1 h 8"/>
                  <a:gd name="T28" fmla="*/ 6 w 9"/>
                  <a:gd name="T29" fmla="*/ 0 h 8"/>
                  <a:gd name="T30" fmla="*/ 4 w 9"/>
                  <a:gd name="T31" fmla="*/ 0 h 8"/>
                  <a:gd name="T32" fmla="*/ 3 w 9"/>
                  <a:gd name="T33" fmla="*/ 0 h 8"/>
                  <a:gd name="T34" fmla="*/ 1 w 9"/>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1" y="0"/>
                    </a:moveTo>
                    <a:lnTo>
                      <a:pt x="0" y="1"/>
                    </a:lnTo>
                    <a:lnTo>
                      <a:pt x="0" y="3"/>
                    </a:lnTo>
                    <a:lnTo>
                      <a:pt x="0" y="4"/>
                    </a:lnTo>
                    <a:lnTo>
                      <a:pt x="0" y="5"/>
                    </a:lnTo>
                    <a:lnTo>
                      <a:pt x="1" y="7"/>
                    </a:lnTo>
                    <a:lnTo>
                      <a:pt x="3" y="8"/>
                    </a:lnTo>
                    <a:lnTo>
                      <a:pt x="4" y="8"/>
                    </a:lnTo>
                    <a:lnTo>
                      <a:pt x="6" y="7"/>
                    </a:lnTo>
                    <a:lnTo>
                      <a:pt x="7" y="5"/>
                    </a:lnTo>
                    <a:lnTo>
                      <a:pt x="9" y="4"/>
                    </a:lnTo>
                    <a:lnTo>
                      <a:pt x="9" y="3"/>
                    </a:lnTo>
                    <a:lnTo>
                      <a:pt x="7" y="1"/>
                    </a:lnTo>
                    <a:lnTo>
                      <a:pt x="6" y="0"/>
                    </a:lnTo>
                    <a:lnTo>
                      <a:pt x="4" y="0"/>
                    </a:lnTo>
                    <a:lnTo>
                      <a:pt x="3" y="0"/>
                    </a:lnTo>
                    <a:lnTo>
                      <a:pt x="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92" name="Freeform 140"/>
              <p:cNvSpPr>
                <a:spLocks/>
              </p:cNvSpPr>
              <p:nvPr/>
            </p:nvSpPr>
            <p:spPr bwMode="auto">
              <a:xfrm>
                <a:off x="3903" y="2328"/>
                <a:ext cx="9" cy="9"/>
              </a:xfrm>
              <a:custGeom>
                <a:avLst/>
                <a:gdLst>
                  <a:gd name="T0" fmla="*/ 3 w 9"/>
                  <a:gd name="T1" fmla="*/ 2 h 9"/>
                  <a:gd name="T2" fmla="*/ 1 w 9"/>
                  <a:gd name="T3" fmla="*/ 3 h 9"/>
                  <a:gd name="T4" fmla="*/ 0 w 9"/>
                  <a:gd name="T5" fmla="*/ 4 h 9"/>
                  <a:gd name="T6" fmla="*/ 0 w 9"/>
                  <a:gd name="T7" fmla="*/ 6 h 9"/>
                  <a:gd name="T8" fmla="*/ 1 w 9"/>
                  <a:gd name="T9" fmla="*/ 7 h 9"/>
                  <a:gd name="T10" fmla="*/ 3 w 9"/>
                  <a:gd name="T11" fmla="*/ 9 h 9"/>
                  <a:gd name="T12" fmla="*/ 4 w 9"/>
                  <a:gd name="T13" fmla="*/ 9 h 9"/>
                  <a:gd name="T14" fmla="*/ 6 w 9"/>
                  <a:gd name="T15" fmla="*/ 9 h 9"/>
                  <a:gd name="T16" fmla="*/ 7 w 9"/>
                  <a:gd name="T17" fmla="*/ 9 h 9"/>
                  <a:gd name="T18" fmla="*/ 7 w 9"/>
                  <a:gd name="T19" fmla="*/ 9 h 9"/>
                  <a:gd name="T20" fmla="*/ 9 w 9"/>
                  <a:gd name="T21" fmla="*/ 7 h 9"/>
                  <a:gd name="T22" fmla="*/ 9 w 9"/>
                  <a:gd name="T23" fmla="*/ 6 h 9"/>
                  <a:gd name="T24" fmla="*/ 9 w 9"/>
                  <a:gd name="T25" fmla="*/ 4 h 9"/>
                  <a:gd name="T26" fmla="*/ 9 w 9"/>
                  <a:gd name="T27" fmla="*/ 3 h 9"/>
                  <a:gd name="T28" fmla="*/ 7 w 9"/>
                  <a:gd name="T29" fmla="*/ 2 h 9"/>
                  <a:gd name="T30" fmla="*/ 6 w 9"/>
                  <a:gd name="T31" fmla="*/ 0 h 9"/>
                  <a:gd name="T32" fmla="*/ 4 w 9"/>
                  <a:gd name="T33" fmla="*/ 0 h 9"/>
                  <a:gd name="T34" fmla="*/ 3 w 9"/>
                  <a:gd name="T35" fmla="*/ 2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3" y="2"/>
                    </a:moveTo>
                    <a:lnTo>
                      <a:pt x="1" y="3"/>
                    </a:lnTo>
                    <a:lnTo>
                      <a:pt x="0" y="4"/>
                    </a:lnTo>
                    <a:lnTo>
                      <a:pt x="0" y="6"/>
                    </a:lnTo>
                    <a:lnTo>
                      <a:pt x="1" y="7"/>
                    </a:lnTo>
                    <a:lnTo>
                      <a:pt x="3" y="9"/>
                    </a:lnTo>
                    <a:lnTo>
                      <a:pt x="4" y="9"/>
                    </a:lnTo>
                    <a:lnTo>
                      <a:pt x="6" y="9"/>
                    </a:lnTo>
                    <a:lnTo>
                      <a:pt x="7" y="9"/>
                    </a:lnTo>
                    <a:lnTo>
                      <a:pt x="9" y="7"/>
                    </a:lnTo>
                    <a:lnTo>
                      <a:pt x="9" y="6"/>
                    </a:lnTo>
                    <a:lnTo>
                      <a:pt x="9" y="4"/>
                    </a:lnTo>
                    <a:lnTo>
                      <a:pt x="9" y="3"/>
                    </a:lnTo>
                    <a:lnTo>
                      <a:pt x="7" y="2"/>
                    </a:lnTo>
                    <a:lnTo>
                      <a:pt x="6" y="0"/>
                    </a:lnTo>
                    <a:lnTo>
                      <a:pt x="4" y="0"/>
                    </a:lnTo>
                    <a:lnTo>
                      <a:pt x="3"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93" name="Freeform 141"/>
              <p:cNvSpPr>
                <a:spLocks/>
              </p:cNvSpPr>
              <p:nvPr/>
            </p:nvSpPr>
            <p:spPr bwMode="auto">
              <a:xfrm>
                <a:off x="3916" y="2318"/>
                <a:ext cx="9" cy="9"/>
              </a:xfrm>
              <a:custGeom>
                <a:avLst/>
                <a:gdLst>
                  <a:gd name="T0" fmla="*/ 3 w 9"/>
                  <a:gd name="T1" fmla="*/ 0 h 9"/>
                  <a:gd name="T2" fmla="*/ 1 w 9"/>
                  <a:gd name="T3" fmla="*/ 1 h 9"/>
                  <a:gd name="T4" fmla="*/ 0 w 9"/>
                  <a:gd name="T5" fmla="*/ 3 h 9"/>
                  <a:gd name="T6" fmla="*/ 0 w 9"/>
                  <a:gd name="T7" fmla="*/ 4 h 9"/>
                  <a:gd name="T8" fmla="*/ 1 w 9"/>
                  <a:gd name="T9" fmla="*/ 6 h 9"/>
                  <a:gd name="T10" fmla="*/ 3 w 9"/>
                  <a:gd name="T11" fmla="*/ 7 h 9"/>
                  <a:gd name="T12" fmla="*/ 4 w 9"/>
                  <a:gd name="T13" fmla="*/ 9 h 9"/>
                  <a:gd name="T14" fmla="*/ 6 w 9"/>
                  <a:gd name="T15" fmla="*/ 9 h 9"/>
                  <a:gd name="T16" fmla="*/ 7 w 9"/>
                  <a:gd name="T17" fmla="*/ 7 h 9"/>
                  <a:gd name="T18" fmla="*/ 7 w 9"/>
                  <a:gd name="T19" fmla="*/ 7 h 9"/>
                  <a:gd name="T20" fmla="*/ 9 w 9"/>
                  <a:gd name="T21" fmla="*/ 6 h 9"/>
                  <a:gd name="T22" fmla="*/ 9 w 9"/>
                  <a:gd name="T23" fmla="*/ 4 h 9"/>
                  <a:gd name="T24" fmla="*/ 9 w 9"/>
                  <a:gd name="T25" fmla="*/ 3 h 9"/>
                  <a:gd name="T26" fmla="*/ 9 w 9"/>
                  <a:gd name="T27" fmla="*/ 1 h 9"/>
                  <a:gd name="T28" fmla="*/ 7 w 9"/>
                  <a:gd name="T29" fmla="*/ 0 h 9"/>
                  <a:gd name="T30" fmla="*/ 6 w 9"/>
                  <a:gd name="T31" fmla="*/ 0 h 9"/>
                  <a:gd name="T32" fmla="*/ 4 w 9"/>
                  <a:gd name="T33" fmla="*/ 0 h 9"/>
                  <a:gd name="T34" fmla="*/ 3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3" y="0"/>
                    </a:moveTo>
                    <a:lnTo>
                      <a:pt x="1" y="1"/>
                    </a:lnTo>
                    <a:lnTo>
                      <a:pt x="0" y="3"/>
                    </a:lnTo>
                    <a:lnTo>
                      <a:pt x="0" y="4"/>
                    </a:lnTo>
                    <a:lnTo>
                      <a:pt x="1" y="6"/>
                    </a:lnTo>
                    <a:lnTo>
                      <a:pt x="3" y="7"/>
                    </a:lnTo>
                    <a:lnTo>
                      <a:pt x="4" y="9"/>
                    </a:lnTo>
                    <a:lnTo>
                      <a:pt x="6" y="9"/>
                    </a:lnTo>
                    <a:lnTo>
                      <a:pt x="7" y="7"/>
                    </a:lnTo>
                    <a:lnTo>
                      <a:pt x="9" y="6"/>
                    </a:lnTo>
                    <a:lnTo>
                      <a:pt x="9" y="4"/>
                    </a:lnTo>
                    <a:lnTo>
                      <a:pt x="9" y="3"/>
                    </a:lnTo>
                    <a:lnTo>
                      <a:pt x="9" y="1"/>
                    </a:lnTo>
                    <a:lnTo>
                      <a:pt x="7" y="0"/>
                    </a:lnTo>
                    <a:lnTo>
                      <a:pt x="6" y="0"/>
                    </a:lnTo>
                    <a:lnTo>
                      <a:pt x="4"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94" name="Freeform 142"/>
              <p:cNvSpPr>
                <a:spLocks/>
              </p:cNvSpPr>
              <p:nvPr/>
            </p:nvSpPr>
            <p:spPr bwMode="auto">
              <a:xfrm>
                <a:off x="3930" y="2306"/>
                <a:ext cx="9" cy="9"/>
              </a:xfrm>
              <a:custGeom>
                <a:avLst/>
                <a:gdLst>
                  <a:gd name="T0" fmla="*/ 2 w 9"/>
                  <a:gd name="T1" fmla="*/ 2 h 9"/>
                  <a:gd name="T2" fmla="*/ 0 w 9"/>
                  <a:gd name="T3" fmla="*/ 3 h 9"/>
                  <a:gd name="T4" fmla="*/ 0 w 9"/>
                  <a:gd name="T5" fmla="*/ 5 h 9"/>
                  <a:gd name="T6" fmla="*/ 0 w 9"/>
                  <a:gd name="T7" fmla="*/ 6 h 9"/>
                  <a:gd name="T8" fmla="*/ 0 w 9"/>
                  <a:gd name="T9" fmla="*/ 8 h 9"/>
                  <a:gd name="T10" fmla="*/ 2 w 9"/>
                  <a:gd name="T11" fmla="*/ 9 h 9"/>
                  <a:gd name="T12" fmla="*/ 3 w 9"/>
                  <a:gd name="T13" fmla="*/ 9 h 9"/>
                  <a:gd name="T14" fmla="*/ 5 w 9"/>
                  <a:gd name="T15" fmla="*/ 9 h 9"/>
                  <a:gd name="T16" fmla="*/ 6 w 9"/>
                  <a:gd name="T17" fmla="*/ 9 h 9"/>
                  <a:gd name="T18" fmla="*/ 6 w 9"/>
                  <a:gd name="T19" fmla="*/ 9 h 9"/>
                  <a:gd name="T20" fmla="*/ 8 w 9"/>
                  <a:gd name="T21" fmla="*/ 8 h 9"/>
                  <a:gd name="T22" fmla="*/ 9 w 9"/>
                  <a:gd name="T23" fmla="*/ 6 h 9"/>
                  <a:gd name="T24" fmla="*/ 9 w 9"/>
                  <a:gd name="T25" fmla="*/ 5 h 9"/>
                  <a:gd name="T26" fmla="*/ 8 w 9"/>
                  <a:gd name="T27" fmla="*/ 3 h 9"/>
                  <a:gd name="T28" fmla="*/ 6 w 9"/>
                  <a:gd name="T29" fmla="*/ 2 h 9"/>
                  <a:gd name="T30" fmla="*/ 5 w 9"/>
                  <a:gd name="T31" fmla="*/ 0 h 9"/>
                  <a:gd name="T32" fmla="*/ 3 w 9"/>
                  <a:gd name="T33" fmla="*/ 0 h 9"/>
                  <a:gd name="T34" fmla="*/ 2 w 9"/>
                  <a:gd name="T35" fmla="*/ 2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2" y="2"/>
                    </a:moveTo>
                    <a:lnTo>
                      <a:pt x="0" y="3"/>
                    </a:lnTo>
                    <a:lnTo>
                      <a:pt x="0" y="5"/>
                    </a:lnTo>
                    <a:lnTo>
                      <a:pt x="0" y="6"/>
                    </a:lnTo>
                    <a:lnTo>
                      <a:pt x="0" y="8"/>
                    </a:lnTo>
                    <a:lnTo>
                      <a:pt x="2" y="9"/>
                    </a:lnTo>
                    <a:lnTo>
                      <a:pt x="3" y="9"/>
                    </a:lnTo>
                    <a:lnTo>
                      <a:pt x="5" y="9"/>
                    </a:lnTo>
                    <a:lnTo>
                      <a:pt x="6" y="9"/>
                    </a:lnTo>
                    <a:lnTo>
                      <a:pt x="8" y="8"/>
                    </a:lnTo>
                    <a:lnTo>
                      <a:pt x="9" y="6"/>
                    </a:lnTo>
                    <a:lnTo>
                      <a:pt x="9" y="5"/>
                    </a:lnTo>
                    <a:lnTo>
                      <a:pt x="8" y="3"/>
                    </a:lnTo>
                    <a:lnTo>
                      <a:pt x="6" y="2"/>
                    </a:lnTo>
                    <a:lnTo>
                      <a:pt x="5" y="0"/>
                    </a:lnTo>
                    <a:lnTo>
                      <a:pt x="3" y="0"/>
                    </a:lnTo>
                    <a:lnTo>
                      <a:pt x="2"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grpSp>
        <p:grpSp>
          <p:nvGrpSpPr>
            <p:cNvPr id="370" name="Group 143"/>
            <p:cNvGrpSpPr>
              <a:grpSpLocks/>
            </p:cNvGrpSpPr>
            <p:nvPr/>
          </p:nvGrpSpPr>
          <p:grpSpPr bwMode="auto">
            <a:xfrm>
              <a:off x="6294792" y="3016331"/>
              <a:ext cx="546100" cy="122238"/>
              <a:chOff x="3598" y="2289"/>
              <a:chExt cx="344" cy="77"/>
            </a:xfrm>
          </p:grpSpPr>
          <p:sp>
            <p:nvSpPr>
              <p:cNvPr id="549" name="Freeform 144"/>
              <p:cNvSpPr>
                <a:spLocks/>
              </p:cNvSpPr>
              <p:nvPr/>
            </p:nvSpPr>
            <p:spPr bwMode="auto">
              <a:xfrm>
                <a:off x="3598" y="2289"/>
                <a:ext cx="9" cy="9"/>
              </a:xfrm>
              <a:custGeom>
                <a:avLst/>
                <a:gdLst>
                  <a:gd name="T0" fmla="*/ 6 w 9"/>
                  <a:gd name="T1" fmla="*/ 0 h 9"/>
                  <a:gd name="T2" fmla="*/ 4 w 9"/>
                  <a:gd name="T3" fmla="*/ 0 h 9"/>
                  <a:gd name="T4" fmla="*/ 3 w 9"/>
                  <a:gd name="T5" fmla="*/ 1 h 9"/>
                  <a:gd name="T6" fmla="*/ 1 w 9"/>
                  <a:gd name="T7" fmla="*/ 3 h 9"/>
                  <a:gd name="T8" fmla="*/ 0 w 9"/>
                  <a:gd name="T9" fmla="*/ 4 h 9"/>
                  <a:gd name="T10" fmla="*/ 0 w 9"/>
                  <a:gd name="T11" fmla="*/ 4 h 9"/>
                  <a:gd name="T12" fmla="*/ 1 w 9"/>
                  <a:gd name="T13" fmla="*/ 6 h 9"/>
                  <a:gd name="T14" fmla="*/ 3 w 9"/>
                  <a:gd name="T15" fmla="*/ 7 h 9"/>
                  <a:gd name="T16" fmla="*/ 4 w 9"/>
                  <a:gd name="T17" fmla="*/ 9 h 9"/>
                  <a:gd name="T18" fmla="*/ 4 w 9"/>
                  <a:gd name="T19" fmla="*/ 9 h 9"/>
                  <a:gd name="T20" fmla="*/ 4 w 9"/>
                  <a:gd name="T21" fmla="*/ 9 h 9"/>
                  <a:gd name="T22" fmla="*/ 6 w 9"/>
                  <a:gd name="T23" fmla="*/ 7 h 9"/>
                  <a:gd name="T24" fmla="*/ 7 w 9"/>
                  <a:gd name="T25" fmla="*/ 6 h 9"/>
                  <a:gd name="T26" fmla="*/ 9 w 9"/>
                  <a:gd name="T27" fmla="*/ 4 h 9"/>
                  <a:gd name="T28" fmla="*/ 9 w 9"/>
                  <a:gd name="T29" fmla="*/ 4 h 9"/>
                  <a:gd name="T30" fmla="*/ 7 w 9"/>
                  <a:gd name="T31" fmla="*/ 3 h 9"/>
                  <a:gd name="T32" fmla="*/ 6 w 9"/>
                  <a:gd name="T33" fmla="*/ 1 h 9"/>
                  <a:gd name="T34" fmla="*/ 6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6" y="0"/>
                    </a:moveTo>
                    <a:lnTo>
                      <a:pt x="4" y="0"/>
                    </a:lnTo>
                    <a:lnTo>
                      <a:pt x="3" y="1"/>
                    </a:lnTo>
                    <a:lnTo>
                      <a:pt x="1" y="3"/>
                    </a:lnTo>
                    <a:lnTo>
                      <a:pt x="0" y="4"/>
                    </a:lnTo>
                    <a:lnTo>
                      <a:pt x="1" y="6"/>
                    </a:lnTo>
                    <a:lnTo>
                      <a:pt x="3" y="7"/>
                    </a:lnTo>
                    <a:lnTo>
                      <a:pt x="4" y="9"/>
                    </a:lnTo>
                    <a:lnTo>
                      <a:pt x="6" y="7"/>
                    </a:lnTo>
                    <a:lnTo>
                      <a:pt x="7" y="6"/>
                    </a:lnTo>
                    <a:lnTo>
                      <a:pt x="9" y="4"/>
                    </a:lnTo>
                    <a:lnTo>
                      <a:pt x="7" y="3"/>
                    </a:lnTo>
                    <a:lnTo>
                      <a:pt x="6" y="1"/>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50" name="Freeform 145"/>
              <p:cNvSpPr>
                <a:spLocks/>
              </p:cNvSpPr>
              <p:nvPr/>
            </p:nvSpPr>
            <p:spPr bwMode="auto">
              <a:xfrm>
                <a:off x="3614" y="2296"/>
                <a:ext cx="9" cy="9"/>
              </a:xfrm>
              <a:custGeom>
                <a:avLst/>
                <a:gdLst>
                  <a:gd name="T0" fmla="*/ 6 w 9"/>
                  <a:gd name="T1" fmla="*/ 2 h 9"/>
                  <a:gd name="T2" fmla="*/ 4 w 9"/>
                  <a:gd name="T3" fmla="*/ 0 h 9"/>
                  <a:gd name="T4" fmla="*/ 3 w 9"/>
                  <a:gd name="T5" fmla="*/ 0 h 9"/>
                  <a:gd name="T6" fmla="*/ 1 w 9"/>
                  <a:gd name="T7" fmla="*/ 2 h 9"/>
                  <a:gd name="T8" fmla="*/ 0 w 9"/>
                  <a:gd name="T9" fmla="*/ 3 h 9"/>
                  <a:gd name="T10" fmla="*/ 0 w 9"/>
                  <a:gd name="T11" fmla="*/ 4 h 9"/>
                  <a:gd name="T12" fmla="*/ 0 w 9"/>
                  <a:gd name="T13" fmla="*/ 6 h 9"/>
                  <a:gd name="T14" fmla="*/ 0 w 9"/>
                  <a:gd name="T15" fmla="*/ 7 h 9"/>
                  <a:gd name="T16" fmla="*/ 1 w 9"/>
                  <a:gd name="T17" fmla="*/ 9 h 9"/>
                  <a:gd name="T18" fmla="*/ 1 w 9"/>
                  <a:gd name="T19" fmla="*/ 9 h 9"/>
                  <a:gd name="T20" fmla="*/ 3 w 9"/>
                  <a:gd name="T21" fmla="*/ 9 h 9"/>
                  <a:gd name="T22" fmla="*/ 4 w 9"/>
                  <a:gd name="T23" fmla="*/ 9 h 9"/>
                  <a:gd name="T24" fmla="*/ 6 w 9"/>
                  <a:gd name="T25" fmla="*/ 9 h 9"/>
                  <a:gd name="T26" fmla="*/ 7 w 9"/>
                  <a:gd name="T27" fmla="*/ 7 h 9"/>
                  <a:gd name="T28" fmla="*/ 9 w 9"/>
                  <a:gd name="T29" fmla="*/ 6 h 9"/>
                  <a:gd name="T30" fmla="*/ 9 w 9"/>
                  <a:gd name="T31" fmla="*/ 4 h 9"/>
                  <a:gd name="T32" fmla="*/ 7 w 9"/>
                  <a:gd name="T33" fmla="*/ 3 h 9"/>
                  <a:gd name="T34" fmla="*/ 6 w 9"/>
                  <a:gd name="T35" fmla="*/ 2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6" y="2"/>
                    </a:moveTo>
                    <a:lnTo>
                      <a:pt x="4" y="0"/>
                    </a:lnTo>
                    <a:lnTo>
                      <a:pt x="3" y="0"/>
                    </a:lnTo>
                    <a:lnTo>
                      <a:pt x="1" y="2"/>
                    </a:lnTo>
                    <a:lnTo>
                      <a:pt x="0" y="3"/>
                    </a:lnTo>
                    <a:lnTo>
                      <a:pt x="0" y="4"/>
                    </a:lnTo>
                    <a:lnTo>
                      <a:pt x="0" y="6"/>
                    </a:lnTo>
                    <a:lnTo>
                      <a:pt x="0" y="7"/>
                    </a:lnTo>
                    <a:lnTo>
                      <a:pt x="1" y="9"/>
                    </a:lnTo>
                    <a:lnTo>
                      <a:pt x="3" y="9"/>
                    </a:lnTo>
                    <a:lnTo>
                      <a:pt x="4" y="9"/>
                    </a:lnTo>
                    <a:lnTo>
                      <a:pt x="6" y="9"/>
                    </a:lnTo>
                    <a:lnTo>
                      <a:pt x="7" y="7"/>
                    </a:lnTo>
                    <a:lnTo>
                      <a:pt x="9" y="6"/>
                    </a:lnTo>
                    <a:lnTo>
                      <a:pt x="9" y="4"/>
                    </a:lnTo>
                    <a:lnTo>
                      <a:pt x="7" y="3"/>
                    </a:lnTo>
                    <a:lnTo>
                      <a:pt x="6"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51" name="Freeform 146"/>
              <p:cNvSpPr>
                <a:spLocks/>
              </p:cNvSpPr>
              <p:nvPr/>
            </p:nvSpPr>
            <p:spPr bwMode="auto">
              <a:xfrm>
                <a:off x="3628" y="2305"/>
                <a:ext cx="9" cy="9"/>
              </a:xfrm>
              <a:custGeom>
                <a:avLst/>
                <a:gdLst>
                  <a:gd name="T0" fmla="*/ 8 w 9"/>
                  <a:gd name="T1" fmla="*/ 1 h 9"/>
                  <a:gd name="T2" fmla="*/ 6 w 9"/>
                  <a:gd name="T3" fmla="*/ 0 h 9"/>
                  <a:gd name="T4" fmla="*/ 5 w 9"/>
                  <a:gd name="T5" fmla="*/ 0 h 9"/>
                  <a:gd name="T6" fmla="*/ 3 w 9"/>
                  <a:gd name="T7" fmla="*/ 1 h 9"/>
                  <a:gd name="T8" fmla="*/ 2 w 9"/>
                  <a:gd name="T9" fmla="*/ 3 h 9"/>
                  <a:gd name="T10" fmla="*/ 0 w 9"/>
                  <a:gd name="T11" fmla="*/ 4 h 9"/>
                  <a:gd name="T12" fmla="*/ 0 w 9"/>
                  <a:gd name="T13" fmla="*/ 6 h 9"/>
                  <a:gd name="T14" fmla="*/ 2 w 9"/>
                  <a:gd name="T15" fmla="*/ 7 h 9"/>
                  <a:gd name="T16" fmla="*/ 3 w 9"/>
                  <a:gd name="T17" fmla="*/ 9 h 9"/>
                  <a:gd name="T18" fmla="*/ 3 w 9"/>
                  <a:gd name="T19" fmla="*/ 9 h 9"/>
                  <a:gd name="T20" fmla="*/ 5 w 9"/>
                  <a:gd name="T21" fmla="*/ 9 h 9"/>
                  <a:gd name="T22" fmla="*/ 6 w 9"/>
                  <a:gd name="T23" fmla="*/ 9 h 9"/>
                  <a:gd name="T24" fmla="*/ 8 w 9"/>
                  <a:gd name="T25" fmla="*/ 9 h 9"/>
                  <a:gd name="T26" fmla="*/ 9 w 9"/>
                  <a:gd name="T27" fmla="*/ 7 h 9"/>
                  <a:gd name="T28" fmla="*/ 9 w 9"/>
                  <a:gd name="T29" fmla="*/ 6 h 9"/>
                  <a:gd name="T30" fmla="*/ 9 w 9"/>
                  <a:gd name="T31" fmla="*/ 4 h 9"/>
                  <a:gd name="T32" fmla="*/ 9 w 9"/>
                  <a:gd name="T33" fmla="*/ 3 h 9"/>
                  <a:gd name="T34" fmla="*/ 8 w 9"/>
                  <a:gd name="T35" fmla="*/ 1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8" y="1"/>
                    </a:moveTo>
                    <a:lnTo>
                      <a:pt x="6" y="0"/>
                    </a:lnTo>
                    <a:lnTo>
                      <a:pt x="5" y="0"/>
                    </a:lnTo>
                    <a:lnTo>
                      <a:pt x="3" y="1"/>
                    </a:lnTo>
                    <a:lnTo>
                      <a:pt x="2" y="3"/>
                    </a:lnTo>
                    <a:lnTo>
                      <a:pt x="0" y="4"/>
                    </a:lnTo>
                    <a:lnTo>
                      <a:pt x="0" y="6"/>
                    </a:lnTo>
                    <a:lnTo>
                      <a:pt x="2" y="7"/>
                    </a:lnTo>
                    <a:lnTo>
                      <a:pt x="3" y="9"/>
                    </a:lnTo>
                    <a:lnTo>
                      <a:pt x="5" y="9"/>
                    </a:lnTo>
                    <a:lnTo>
                      <a:pt x="6" y="9"/>
                    </a:lnTo>
                    <a:lnTo>
                      <a:pt x="8" y="9"/>
                    </a:lnTo>
                    <a:lnTo>
                      <a:pt x="9" y="7"/>
                    </a:lnTo>
                    <a:lnTo>
                      <a:pt x="9" y="6"/>
                    </a:lnTo>
                    <a:lnTo>
                      <a:pt x="9" y="4"/>
                    </a:lnTo>
                    <a:lnTo>
                      <a:pt x="9" y="3"/>
                    </a:lnTo>
                    <a:lnTo>
                      <a:pt x="8"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52" name="Freeform 147"/>
              <p:cNvSpPr>
                <a:spLocks/>
              </p:cNvSpPr>
              <p:nvPr/>
            </p:nvSpPr>
            <p:spPr bwMode="auto">
              <a:xfrm>
                <a:off x="3644" y="2314"/>
                <a:ext cx="9" cy="8"/>
              </a:xfrm>
              <a:custGeom>
                <a:avLst/>
                <a:gdLst>
                  <a:gd name="T0" fmla="*/ 6 w 9"/>
                  <a:gd name="T1" fmla="*/ 1 h 8"/>
                  <a:gd name="T2" fmla="*/ 5 w 9"/>
                  <a:gd name="T3" fmla="*/ 0 h 8"/>
                  <a:gd name="T4" fmla="*/ 3 w 9"/>
                  <a:gd name="T5" fmla="*/ 0 h 8"/>
                  <a:gd name="T6" fmla="*/ 2 w 9"/>
                  <a:gd name="T7" fmla="*/ 1 h 8"/>
                  <a:gd name="T8" fmla="*/ 0 w 9"/>
                  <a:gd name="T9" fmla="*/ 2 h 8"/>
                  <a:gd name="T10" fmla="*/ 0 w 9"/>
                  <a:gd name="T11" fmla="*/ 4 h 8"/>
                  <a:gd name="T12" fmla="*/ 0 w 9"/>
                  <a:gd name="T13" fmla="*/ 5 h 8"/>
                  <a:gd name="T14" fmla="*/ 0 w 9"/>
                  <a:gd name="T15" fmla="*/ 7 h 8"/>
                  <a:gd name="T16" fmla="*/ 2 w 9"/>
                  <a:gd name="T17" fmla="*/ 8 h 8"/>
                  <a:gd name="T18" fmla="*/ 2 w 9"/>
                  <a:gd name="T19" fmla="*/ 8 h 8"/>
                  <a:gd name="T20" fmla="*/ 3 w 9"/>
                  <a:gd name="T21" fmla="*/ 8 h 8"/>
                  <a:gd name="T22" fmla="*/ 5 w 9"/>
                  <a:gd name="T23" fmla="*/ 8 h 8"/>
                  <a:gd name="T24" fmla="*/ 6 w 9"/>
                  <a:gd name="T25" fmla="*/ 8 h 8"/>
                  <a:gd name="T26" fmla="*/ 8 w 9"/>
                  <a:gd name="T27" fmla="*/ 7 h 8"/>
                  <a:gd name="T28" fmla="*/ 9 w 9"/>
                  <a:gd name="T29" fmla="*/ 5 h 8"/>
                  <a:gd name="T30" fmla="*/ 9 w 9"/>
                  <a:gd name="T31" fmla="*/ 4 h 8"/>
                  <a:gd name="T32" fmla="*/ 8 w 9"/>
                  <a:gd name="T33" fmla="*/ 2 h 8"/>
                  <a:gd name="T34" fmla="*/ 6 w 9"/>
                  <a:gd name="T35" fmla="*/ 1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6" y="1"/>
                    </a:moveTo>
                    <a:lnTo>
                      <a:pt x="5" y="0"/>
                    </a:lnTo>
                    <a:lnTo>
                      <a:pt x="3" y="0"/>
                    </a:lnTo>
                    <a:lnTo>
                      <a:pt x="2" y="1"/>
                    </a:lnTo>
                    <a:lnTo>
                      <a:pt x="0" y="2"/>
                    </a:lnTo>
                    <a:lnTo>
                      <a:pt x="0" y="4"/>
                    </a:lnTo>
                    <a:lnTo>
                      <a:pt x="0" y="5"/>
                    </a:lnTo>
                    <a:lnTo>
                      <a:pt x="0" y="7"/>
                    </a:lnTo>
                    <a:lnTo>
                      <a:pt x="2" y="8"/>
                    </a:lnTo>
                    <a:lnTo>
                      <a:pt x="3" y="8"/>
                    </a:lnTo>
                    <a:lnTo>
                      <a:pt x="5" y="8"/>
                    </a:lnTo>
                    <a:lnTo>
                      <a:pt x="6" y="8"/>
                    </a:lnTo>
                    <a:lnTo>
                      <a:pt x="8" y="7"/>
                    </a:lnTo>
                    <a:lnTo>
                      <a:pt x="9" y="5"/>
                    </a:lnTo>
                    <a:lnTo>
                      <a:pt x="9" y="4"/>
                    </a:lnTo>
                    <a:lnTo>
                      <a:pt x="8" y="2"/>
                    </a:lnTo>
                    <a:lnTo>
                      <a:pt x="6"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53" name="Freeform 148"/>
              <p:cNvSpPr>
                <a:spLocks/>
              </p:cNvSpPr>
              <p:nvPr/>
            </p:nvSpPr>
            <p:spPr bwMode="auto">
              <a:xfrm>
                <a:off x="3659" y="2322"/>
                <a:ext cx="9" cy="9"/>
              </a:xfrm>
              <a:custGeom>
                <a:avLst/>
                <a:gdLst>
                  <a:gd name="T0" fmla="*/ 7 w 9"/>
                  <a:gd name="T1" fmla="*/ 2 h 9"/>
                  <a:gd name="T2" fmla="*/ 6 w 9"/>
                  <a:gd name="T3" fmla="*/ 0 h 9"/>
                  <a:gd name="T4" fmla="*/ 4 w 9"/>
                  <a:gd name="T5" fmla="*/ 0 h 9"/>
                  <a:gd name="T6" fmla="*/ 3 w 9"/>
                  <a:gd name="T7" fmla="*/ 2 h 9"/>
                  <a:gd name="T8" fmla="*/ 1 w 9"/>
                  <a:gd name="T9" fmla="*/ 3 h 9"/>
                  <a:gd name="T10" fmla="*/ 0 w 9"/>
                  <a:gd name="T11" fmla="*/ 5 h 9"/>
                  <a:gd name="T12" fmla="*/ 0 w 9"/>
                  <a:gd name="T13" fmla="*/ 6 h 9"/>
                  <a:gd name="T14" fmla="*/ 1 w 9"/>
                  <a:gd name="T15" fmla="*/ 8 h 9"/>
                  <a:gd name="T16" fmla="*/ 3 w 9"/>
                  <a:gd name="T17" fmla="*/ 9 h 9"/>
                  <a:gd name="T18" fmla="*/ 3 w 9"/>
                  <a:gd name="T19" fmla="*/ 9 h 9"/>
                  <a:gd name="T20" fmla="*/ 4 w 9"/>
                  <a:gd name="T21" fmla="*/ 9 h 9"/>
                  <a:gd name="T22" fmla="*/ 6 w 9"/>
                  <a:gd name="T23" fmla="*/ 9 h 9"/>
                  <a:gd name="T24" fmla="*/ 7 w 9"/>
                  <a:gd name="T25" fmla="*/ 9 h 9"/>
                  <a:gd name="T26" fmla="*/ 9 w 9"/>
                  <a:gd name="T27" fmla="*/ 8 h 9"/>
                  <a:gd name="T28" fmla="*/ 9 w 9"/>
                  <a:gd name="T29" fmla="*/ 6 h 9"/>
                  <a:gd name="T30" fmla="*/ 9 w 9"/>
                  <a:gd name="T31" fmla="*/ 5 h 9"/>
                  <a:gd name="T32" fmla="*/ 9 w 9"/>
                  <a:gd name="T33" fmla="*/ 3 h 9"/>
                  <a:gd name="T34" fmla="*/ 7 w 9"/>
                  <a:gd name="T35" fmla="*/ 2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7" y="2"/>
                    </a:moveTo>
                    <a:lnTo>
                      <a:pt x="6" y="0"/>
                    </a:lnTo>
                    <a:lnTo>
                      <a:pt x="4" y="0"/>
                    </a:lnTo>
                    <a:lnTo>
                      <a:pt x="3" y="2"/>
                    </a:lnTo>
                    <a:lnTo>
                      <a:pt x="1" y="3"/>
                    </a:lnTo>
                    <a:lnTo>
                      <a:pt x="0" y="5"/>
                    </a:lnTo>
                    <a:lnTo>
                      <a:pt x="0" y="6"/>
                    </a:lnTo>
                    <a:lnTo>
                      <a:pt x="1" y="8"/>
                    </a:lnTo>
                    <a:lnTo>
                      <a:pt x="3" y="9"/>
                    </a:lnTo>
                    <a:lnTo>
                      <a:pt x="4" y="9"/>
                    </a:lnTo>
                    <a:lnTo>
                      <a:pt x="6" y="9"/>
                    </a:lnTo>
                    <a:lnTo>
                      <a:pt x="7" y="9"/>
                    </a:lnTo>
                    <a:lnTo>
                      <a:pt x="9" y="8"/>
                    </a:lnTo>
                    <a:lnTo>
                      <a:pt x="9" y="6"/>
                    </a:lnTo>
                    <a:lnTo>
                      <a:pt x="9" y="5"/>
                    </a:lnTo>
                    <a:lnTo>
                      <a:pt x="9" y="3"/>
                    </a:lnTo>
                    <a:lnTo>
                      <a:pt x="7"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54" name="Freeform 149"/>
              <p:cNvSpPr>
                <a:spLocks/>
              </p:cNvSpPr>
              <p:nvPr/>
            </p:nvSpPr>
            <p:spPr bwMode="auto">
              <a:xfrm>
                <a:off x="3675" y="2331"/>
                <a:ext cx="9" cy="9"/>
              </a:xfrm>
              <a:custGeom>
                <a:avLst/>
                <a:gdLst>
                  <a:gd name="T0" fmla="*/ 4 w 9"/>
                  <a:gd name="T1" fmla="*/ 0 h 9"/>
                  <a:gd name="T2" fmla="*/ 3 w 9"/>
                  <a:gd name="T3" fmla="*/ 0 h 9"/>
                  <a:gd name="T4" fmla="*/ 1 w 9"/>
                  <a:gd name="T5" fmla="*/ 0 h 9"/>
                  <a:gd name="T6" fmla="*/ 0 w 9"/>
                  <a:gd name="T7" fmla="*/ 1 h 9"/>
                  <a:gd name="T8" fmla="*/ 0 w 9"/>
                  <a:gd name="T9" fmla="*/ 3 h 9"/>
                  <a:gd name="T10" fmla="*/ 0 w 9"/>
                  <a:gd name="T11" fmla="*/ 4 h 9"/>
                  <a:gd name="T12" fmla="*/ 0 w 9"/>
                  <a:gd name="T13" fmla="*/ 6 h 9"/>
                  <a:gd name="T14" fmla="*/ 1 w 9"/>
                  <a:gd name="T15" fmla="*/ 7 h 9"/>
                  <a:gd name="T16" fmla="*/ 3 w 9"/>
                  <a:gd name="T17" fmla="*/ 9 h 9"/>
                  <a:gd name="T18" fmla="*/ 3 w 9"/>
                  <a:gd name="T19" fmla="*/ 9 h 9"/>
                  <a:gd name="T20" fmla="*/ 4 w 9"/>
                  <a:gd name="T21" fmla="*/ 9 h 9"/>
                  <a:gd name="T22" fmla="*/ 6 w 9"/>
                  <a:gd name="T23" fmla="*/ 7 h 9"/>
                  <a:gd name="T24" fmla="*/ 7 w 9"/>
                  <a:gd name="T25" fmla="*/ 6 h 9"/>
                  <a:gd name="T26" fmla="*/ 9 w 9"/>
                  <a:gd name="T27" fmla="*/ 4 h 9"/>
                  <a:gd name="T28" fmla="*/ 9 w 9"/>
                  <a:gd name="T29" fmla="*/ 3 h 9"/>
                  <a:gd name="T30" fmla="*/ 7 w 9"/>
                  <a:gd name="T31" fmla="*/ 1 h 9"/>
                  <a:gd name="T32" fmla="*/ 6 w 9"/>
                  <a:gd name="T33" fmla="*/ 0 h 9"/>
                  <a:gd name="T34" fmla="*/ 4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4" y="0"/>
                    </a:moveTo>
                    <a:lnTo>
                      <a:pt x="3" y="0"/>
                    </a:lnTo>
                    <a:lnTo>
                      <a:pt x="1" y="0"/>
                    </a:lnTo>
                    <a:lnTo>
                      <a:pt x="0" y="1"/>
                    </a:lnTo>
                    <a:lnTo>
                      <a:pt x="0" y="3"/>
                    </a:lnTo>
                    <a:lnTo>
                      <a:pt x="0" y="4"/>
                    </a:lnTo>
                    <a:lnTo>
                      <a:pt x="0" y="6"/>
                    </a:lnTo>
                    <a:lnTo>
                      <a:pt x="1" y="7"/>
                    </a:lnTo>
                    <a:lnTo>
                      <a:pt x="3" y="9"/>
                    </a:lnTo>
                    <a:lnTo>
                      <a:pt x="4" y="9"/>
                    </a:lnTo>
                    <a:lnTo>
                      <a:pt x="6" y="7"/>
                    </a:lnTo>
                    <a:lnTo>
                      <a:pt x="7" y="6"/>
                    </a:lnTo>
                    <a:lnTo>
                      <a:pt x="9" y="4"/>
                    </a:lnTo>
                    <a:lnTo>
                      <a:pt x="9" y="3"/>
                    </a:lnTo>
                    <a:lnTo>
                      <a:pt x="7" y="1"/>
                    </a:lnTo>
                    <a:lnTo>
                      <a:pt x="6"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55" name="Freeform 150"/>
              <p:cNvSpPr>
                <a:spLocks/>
              </p:cNvSpPr>
              <p:nvPr/>
            </p:nvSpPr>
            <p:spPr bwMode="auto">
              <a:xfrm>
                <a:off x="3691" y="2338"/>
                <a:ext cx="9" cy="9"/>
              </a:xfrm>
              <a:custGeom>
                <a:avLst/>
                <a:gdLst>
                  <a:gd name="T0" fmla="*/ 4 w 9"/>
                  <a:gd name="T1" fmla="*/ 0 h 9"/>
                  <a:gd name="T2" fmla="*/ 3 w 9"/>
                  <a:gd name="T3" fmla="*/ 0 h 9"/>
                  <a:gd name="T4" fmla="*/ 1 w 9"/>
                  <a:gd name="T5" fmla="*/ 0 h 9"/>
                  <a:gd name="T6" fmla="*/ 0 w 9"/>
                  <a:gd name="T7" fmla="*/ 2 h 9"/>
                  <a:gd name="T8" fmla="*/ 0 w 9"/>
                  <a:gd name="T9" fmla="*/ 3 h 9"/>
                  <a:gd name="T10" fmla="*/ 0 w 9"/>
                  <a:gd name="T11" fmla="*/ 5 h 9"/>
                  <a:gd name="T12" fmla="*/ 0 w 9"/>
                  <a:gd name="T13" fmla="*/ 6 h 9"/>
                  <a:gd name="T14" fmla="*/ 1 w 9"/>
                  <a:gd name="T15" fmla="*/ 7 h 9"/>
                  <a:gd name="T16" fmla="*/ 3 w 9"/>
                  <a:gd name="T17" fmla="*/ 9 h 9"/>
                  <a:gd name="T18" fmla="*/ 3 w 9"/>
                  <a:gd name="T19" fmla="*/ 9 h 9"/>
                  <a:gd name="T20" fmla="*/ 4 w 9"/>
                  <a:gd name="T21" fmla="*/ 9 h 9"/>
                  <a:gd name="T22" fmla="*/ 6 w 9"/>
                  <a:gd name="T23" fmla="*/ 7 h 9"/>
                  <a:gd name="T24" fmla="*/ 7 w 9"/>
                  <a:gd name="T25" fmla="*/ 6 h 9"/>
                  <a:gd name="T26" fmla="*/ 9 w 9"/>
                  <a:gd name="T27" fmla="*/ 5 h 9"/>
                  <a:gd name="T28" fmla="*/ 9 w 9"/>
                  <a:gd name="T29" fmla="*/ 3 h 9"/>
                  <a:gd name="T30" fmla="*/ 7 w 9"/>
                  <a:gd name="T31" fmla="*/ 2 h 9"/>
                  <a:gd name="T32" fmla="*/ 6 w 9"/>
                  <a:gd name="T33" fmla="*/ 0 h 9"/>
                  <a:gd name="T34" fmla="*/ 4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4" y="0"/>
                    </a:moveTo>
                    <a:lnTo>
                      <a:pt x="3" y="0"/>
                    </a:lnTo>
                    <a:lnTo>
                      <a:pt x="1" y="0"/>
                    </a:lnTo>
                    <a:lnTo>
                      <a:pt x="0" y="2"/>
                    </a:lnTo>
                    <a:lnTo>
                      <a:pt x="0" y="3"/>
                    </a:lnTo>
                    <a:lnTo>
                      <a:pt x="0" y="5"/>
                    </a:lnTo>
                    <a:lnTo>
                      <a:pt x="0" y="6"/>
                    </a:lnTo>
                    <a:lnTo>
                      <a:pt x="1" y="7"/>
                    </a:lnTo>
                    <a:lnTo>
                      <a:pt x="3" y="9"/>
                    </a:lnTo>
                    <a:lnTo>
                      <a:pt x="4" y="9"/>
                    </a:lnTo>
                    <a:lnTo>
                      <a:pt x="6" y="7"/>
                    </a:lnTo>
                    <a:lnTo>
                      <a:pt x="7" y="6"/>
                    </a:lnTo>
                    <a:lnTo>
                      <a:pt x="9" y="5"/>
                    </a:lnTo>
                    <a:lnTo>
                      <a:pt x="9" y="3"/>
                    </a:lnTo>
                    <a:lnTo>
                      <a:pt x="7" y="2"/>
                    </a:lnTo>
                    <a:lnTo>
                      <a:pt x="6"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56" name="Freeform 151"/>
              <p:cNvSpPr>
                <a:spLocks/>
              </p:cNvSpPr>
              <p:nvPr/>
            </p:nvSpPr>
            <p:spPr bwMode="auto">
              <a:xfrm>
                <a:off x="3707" y="2344"/>
                <a:ext cx="9" cy="9"/>
              </a:xfrm>
              <a:custGeom>
                <a:avLst/>
                <a:gdLst>
                  <a:gd name="T0" fmla="*/ 4 w 9"/>
                  <a:gd name="T1" fmla="*/ 0 h 9"/>
                  <a:gd name="T2" fmla="*/ 3 w 9"/>
                  <a:gd name="T3" fmla="*/ 0 h 9"/>
                  <a:gd name="T4" fmla="*/ 1 w 9"/>
                  <a:gd name="T5" fmla="*/ 1 h 9"/>
                  <a:gd name="T6" fmla="*/ 0 w 9"/>
                  <a:gd name="T7" fmla="*/ 3 h 9"/>
                  <a:gd name="T8" fmla="*/ 0 w 9"/>
                  <a:gd name="T9" fmla="*/ 4 h 9"/>
                  <a:gd name="T10" fmla="*/ 0 w 9"/>
                  <a:gd name="T11" fmla="*/ 6 h 9"/>
                  <a:gd name="T12" fmla="*/ 0 w 9"/>
                  <a:gd name="T13" fmla="*/ 7 h 9"/>
                  <a:gd name="T14" fmla="*/ 1 w 9"/>
                  <a:gd name="T15" fmla="*/ 9 h 9"/>
                  <a:gd name="T16" fmla="*/ 3 w 9"/>
                  <a:gd name="T17" fmla="*/ 9 h 9"/>
                  <a:gd name="T18" fmla="*/ 3 w 9"/>
                  <a:gd name="T19" fmla="*/ 9 h 9"/>
                  <a:gd name="T20" fmla="*/ 4 w 9"/>
                  <a:gd name="T21" fmla="*/ 9 h 9"/>
                  <a:gd name="T22" fmla="*/ 6 w 9"/>
                  <a:gd name="T23" fmla="*/ 9 h 9"/>
                  <a:gd name="T24" fmla="*/ 7 w 9"/>
                  <a:gd name="T25" fmla="*/ 7 h 9"/>
                  <a:gd name="T26" fmla="*/ 9 w 9"/>
                  <a:gd name="T27" fmla="*/ 6 h 9"/>
                  <a:gd name="T28" fmla="*/ 9 w 9"/>
                  <a:gd name="T29" fmla="*/ 4 h 9"/>
                  <a:gd name="T30" fmla="*/ 7 w 9"/>
                  <a:gd name="T31" fmla="*/ 3 h 9"/>
                  <a:gd name="T32" fmla="*/ 6 w 9"/>
                  <a:gd name="T33" fmla="*/ 1 h 9"/>
                  <a:gd name="T34" fmla="*/ 4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4" y="0"/>
                    </a:moveTo>
                    <a:lnTo>
                      <a:pt x="3" y="0"/>
                    </a:lnTo>
                    <a:lnTo>
                      <a:pt x="1" y="1"/>
                    </a:lnTo>
                    <a:lnTo>
                      <a:pt x="0" y="3"/>
                    </a:lnTo>
                    <a:lnTo>
                      <a:pt x="0" y="4"/>
                    </a:lnTo>
                    <a:lnTo>
                      <a:pt x="0" y="6"/>
                    </a:lnTo>
                    <a:lnTo>
                      <a:pt x="0" y="7"/>
                    </a:lnTo>
                    <a:lnTo>
                      <a:pt x="1" y="9"/>
                    </a:lnTo>
                    <a:lnTo>
                      <a:pt x="3" y="9"/>
                    </a:lnTo>
                    <a:lnTo>
                      <a:pt x="4" y="9"/>
                    </a:lnTo>
                    <a:lnTo>
                      <a:pt x="6" y="9"/>
                    </a:lnTo>
                    <a:lnTo>
                      <a:pt x="7" y="7"/>
                    </a:lnTo>
                    <a:lnTo>
                      <a:pt x="9" y="6"/>
                    </a:lnTo>
                    <a:lnTo>
                      <a:pt x="9" y="4"/>
                    </a:lnTo>
                    <a:lnTo>
                      <a:pt x="7" y="3"/>
                    </a:lnTo>
                    <a:lnTo>
                      <a:pt x="6" y="1"/>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57" name="Freeform 152"/>
              <p:cNvSpPr>
                <a:spLocks/>
              </p:cNvSpPr>
              <p:nvPr/>
            </p:nvSpPr>
            <p:spPr bwMode="auto">
              <a:xfrm>
                <a:off x="3723" y="2351"/>
                <a:ext cx="9" cy="9"/>
              </a:xfrm>
              <a:custGeom>
                <a:avLst/>
                <a:gdLst>
                  <a:gd name="T0" fmla="*/ 4 w 9"/>
                  <a:gd name="T1" fmla="*/ 0 h 9"/>
                  <a:gd name="T2" fmla="*/ 3 w 9"/>
                  <a:gd name="T3" fmla="*/ 0 h 9"/>
                  <a:gd name="T4" fmla="*/ 1 w 9"/>
                  <a:gd name="T5" fmla="*/ 0 h 9"/>
                  <a:gd name="T6" fmla="*/ 0 w 9"/>
                  <a:gd name="T7" fmla="*/ 2 h 9"/>
                  <a:gd name="T8" fmla="*/ 0 w 9"/>
                  <a:gd name="T9" fmla="*/ 3 h 9"/>
                  <a:gd name="T10" fmla="*/ 0 w 9"/>
                  <a:gd name="T11" fmla="*/ 5 h 9"/>
                  <a:gd name="T12" fmla="*/ 0 w 9"/>
                  <a:gd name="T13" fmla="*/ 6 h 9"/>
                  <a:gd name="T14" fmla="*/ 1 w 9"/>
                  <a:gd name="T15" fmla="*/ 8 h 9"/>
                  <a:gd name="T16" fmla="*/ 3 w 9"/>
                  <a:gd name="T17" fmla="*/ 9 h 9"/>
                  <a:gd name="T18" fmla="*/ 3 w 9"/>
                  <a:gd name="T19" fmla="*/ 9 h 9"/>
                  <a:gd name="T20" fmla="*/ 4 w 9"/>
                  <a:gd name="T21" fmla="*/ 9 h 9"/>
                  <a:gd name="T22" fmla="*/ 6 w 9"/>
                  <a:gd name="T23" fmla="*/ 8 h 9"/>
                  <a:gd name="T24" fmla="*/ 7 w 9"/>
                  <a:gd name="T25" fmla="*/ 6 h 9"/>
                  <a:gd name="T26" fmla="*/ 9 w 9"/>
                  <a:gd name="T27" fmla="*/ 5 h 9"/>
                  <a:gd name="T28" fmla="*/ 9 w 9"/>
                  <a:gd name="T29" fmla="*/ 3 h 9"/>
                  <a:gd name="T30" fmla="*/ 7 w 9"/>
                  <a:gd name="T31" fmla="*/ 2 h 9"/>
                  <a:gd name="T32" fmla="*/ 6 w 9"/>
                  <a:gd name="T33" fmla="*/ 0 h 9"/>
                  <a:gd name="T34" fmla="*/ 4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4" y="0"/>
                    </a:moveTo>
                    <a:lnTo>
                      <a:pt x="3" y="0"/>
                    </a:lnTo>
                    <a:lnTo>
                      <a:pt x="1" y="0"/>
                    </a:lnTo>
                    <a:lnTo>
                      <a:pt x="0" y="2"/>
                    </a:lnTo>
                    <a:lnTo>
                      <a:pt x="0" y="3"/>
                    </a:lnTo>
                    <a:lnTo>
                      <a:pt x="0" y="5"/>
                    </a:lnTo>
                    <a:lnTo>
                      <a:pt x="0" y="6"/>
                    </a:lnTo>
                    <a:lnTo>
                      <a:pt x="1" y="8"/>
                    </a:lnTo>
                    <a:lnTo>
                      <a:pt x="3" y="9"/>
                    </a:lnTo>
                    <a:lnTo>
                      <a:pt x="4" y="9"/>
                    </a:lnTo>
                    <a:lnTo>
                      <a:pt x="6" y="8"/>
                    </a:lnTo>
                    <a:lnTo>
                      <a:pt x="7" y="6"/>
                    </a:lnTo>
                    <a:lnTo>
                      <a:pt x="9" y="5"/>
                    </a:lnTo>
                    <a:lnTo>
                      <a:pt x="9" y="3"/>
                    </a:lnTo>
                    <a:lnTo>
                      <a:pt x="7" y="2"/>
                    </a:lnTo>
                    <a:lnTo>
                      <a:pt x="6"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58" name="Freeform 153"/>
              <p:cNvSpPr>
                <a:spLocks/>
              </p:cNvSpPr>
              <p:nvPr/>
            </p:nvSpPr>
            <p:spPr bwMode="auto">
              <a:xfrm>
                <a:off x="3739" y="2356"/>
                <a:ext cx="8" cy="8"/>
              </a:xfrm>
              <a:custGeom>
                <a:avLst/>
                <a:gdLst>
                  <a:gd name="T0" fmla="*/ 6 w 8"/>
                  <a:gd name="T1" fmla="*/ 0 h 8"/>
                  <a:gd name="T2" fmla="*/ 4 w 8"/>
                  <a:gd name="T3" fmla="*/ 0 h 8"/>
                  <a:gd name="T4" fmla="*/ 3 w 8"/>
                  <a:gd name="T5" fmla="*/ 0 h 8"/>
                  <a:gd name="T6" fmla="*/ 1 w 8"/>
                  <a:gd name="T7" fmla="*/ 1 h 8"/>
                  <a:gd name="T8" fmla="*/ 0 w 8"/>
                  <a:gd name="T9" fmla="*/ 3 h 8"/>
                  <a:gd name="T10" fmla="*/ 0 w 8"/>
                  <a:gd name="T11" fmla="*/ 4 h 8"/>
                  <a:gd name="T12" fmla="*/ 1 w 8"/>
                  <a:gd name="T13" fmla="*/ 5 h 8"/>
                  <a:gd name="T14" fmla="*/ 3 w 8"/>
                  <a:gd name="T15" fmla="*/ 7 h 8"/>
                  <a:gd name="T16" fmla="*/ 4 w 8"/>
                  <a:gd name="T17" fmla="*/ 8 h 8"/>
                  <a:gd name="T18" fmla="*/ 4 w 8"/>
                  <a:gd name="T19" fmla="*/ 8 h 8"/>
                  <a:gd name="T20" fmla="*/ 6 w 8"/>
                  <a:gd name="T21" fmla="*/ 8 h 8"/>
                  <a:gd name="T22" fmla="*/ 7 w 8"/>
                  <a:gd name="T23" fmla="*/ 7 h 8"/>
                  <a:gd name="T24" fmla="*/ 8 w 8"/>
                  <a:gd name="T25" fmla="*/ 5 h 8"/>
                  <a:gd name="T26" fmla="*/ 8 w 8"/>
                  <a:gd name="T27" fmla="*/ 4 h 8"/>
                  <a:gd name="T28" fmla="*/ 8 w 8"/>
                  <a:gd name="T29" fmla="*/ 3 h 8"/>
                  <a:gd name="T30" fmla="*/ 8 w 8"/>
                  <a:gd name="T31" fmla="*/ 1 h 8"/>
                  <a:gd name="T32" fmla="*/ 7 w 8"/>
                  <a:gd name="T33" fmla="*/ 0 h 8"/>
                  <a:gd name="T34" fmla="*/ 6 w 8"/>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8"/>
                  <a:gd name="T56" fmla="*/ 8 w 8"/>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8">
                    <a:moveTo>
                      <a:pt x="6" y="0"/>
                    </a:moveTo>
                    <a:lnTo>
                      <a:pt x="4" y="0"/>
                    </a:lnTo>
                    <a:lnTo>
                      <a:pt x="3" y="0"/>
                    </a:lnTo>
                    <a:lnTo>
                      <a:pt x="1" y="1"/>
                    </a:lnTo>
                    <a:lnTo>
                      <a:pt x="0" y="3"/>
                    </a:lnTo>
                    <a:lnTo>
                      <a:pt x="0" y="4"/>
                    </a:lnTo>
                    <a:lnTo>
                      <a:pt x="1" y="5"/>
                    </a:lnTo>
                    <a:lnTo>
                      <a:pt x="3" y="7"/>
                    </a:lnTo>
                    <a:lnTo>
                      <a:pt x="4" y="8"/>
                    </a:lnTo>
                    <a:lnTo>
                      <a:pt x="6" y="8"/>
                    </a:lnTo>
                    <a:lnTo>
                      <a:pt x="7" y="7"/>
                    </a:lnTo>
                    <a:lnTo>
                      <a:pt x="8" y="5"/>
                    </a:lnTo>
                    <a:lnTo>
                      <a:pt x="8" y="4"/>
                    </a:lnTo>
                    <a:lnTo>
                      <a:pt x="8" y="3"/>
                    </a:lnTo>
                    <a:lnTo>
                      <a:pt x="8" y="1"/>
                    </a:lnTo>
                    <a:lnTo>
                      <a:pt x="7" y="0"/>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59" name="Freeform 154"/>
              <p:cNvSpPr>
                <a:spLocks/>
              </p:cNvSpPr>
              <p:nvPr/>
            </p:nvSpPr>
            <p:spPr bwMode="auto">
              <a:xfrm>
                <a:off x="3756" y="2357"/>
                <a:ext cx="9" cy="9"/>
              </a:xfrm>
              <a:custGeom>
                <a:avLst/>
                <a:gdLst>
                  <a:gd name="T0" fmla="*/ 6 w 9"/>
                  <a:gd name="T1" fmla="*/ 0 h 9"/>
                  <a:gd name="T2" fmla="*/ 5 w 9"/>
                  <a:gd name="T3" fmla="*/ 0 h 9"/>
                  <a:gd name="T4" fmla="*/ 3 w 9"/>
                  <a:gd name="T5" fmla="*/ 2 h 9"/>
                  <a:gd name="T6" fmla="*/ 2 w 9"/>
                  <a:gd name="T7" fmla="*/ 3 h 9"/>
                  <a:gd name="T8" fmla="*/ 0 w 9"/>
                  <a:gd name="T9" fmla="*/ 4 h 9"/>
                  <a:gd name="T10" fmla="*/ 0 w 9"/>
                  <a:gd name="T11" fmla="*/ 6 h 9"/>
                  <a:gd name="T12" fmla="*/ 2 w 9"/>
                  <a:gd name="T13" fmla="*/ 7 h 9"/>
                  <a:gd name="T14" fmla="*/ 3 w 9"/>
                  <a:gd name="T15" fmla="*/ 9 h 9"/>
                  <a:gd name="T16" fmla="*/ 5 w 9"/>
                  <a:gd name="T17" fmla="*/ 9 h 9"/>
                  <a:gd name="T18" fmla="*/ 5 w 9"/>
                  <a:gd name="T19" fmla="*/ 9 h 9"/>
                  <a:gd name="T20" fmla="*/ 6 w 9"/>
                  <a:gd name="T21" fmla="*/ 9 h 9"/>
                  <a:gd name="T22" fmla="*/ 7 w 9"/>
                  <a:gd name="T23" fmla="*/ 9 h 9"/>
                  <a:gd name="T24" fmla="*/ 9 w 9"/>
                  <a:gd name="T25" fmla="*/ 7 h 9"/>
                  <a:gd name="T26" fmla="*/ 9 w 9"/>
                  <a:gd name="T27" fmla="*/ 6 h 9"/>
                  <a:gd name="T28" fmla="*/ 9 w 9"/>
                  <a:gd name="T29" fmla="*/ 4 h 9"/>
                  <a:gd name="T30" fmla="*/ 9 w 9"/>
                  <a:gd name="T31" fmla="*/ 3 h 9"/>
                  <a:gd name="T32" fmla="*/ 7 w 9"/>
                  <a:gd name="T33" fmla="*/ 2 h 9"/>
                  <a:gd name="T34" fmla="*/ 6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6" y="0"/>
                    </a:moveTo>
                    <a:lnTo>
                      <a:pt x="5" y="0"/>
                    </a:lnTo>
                    <a:lnTo>
                      <a:pt x="3" y="2"/>
                    </a:lnTo>
                    <a:lnTo>
                      <a:pt x="2" y="3"/>
                    </a:lnTo>
                    <a:lnTo>
                      <a:pt x="0" y="4"/>
                    </a:lnTo>
                    <a:lnTo>
                      <a:pt x="0" y="6"/>
                    </a:lnTo>
                    <a:lnTo>
                      <a:pt x="2" y="7"/>
                    </a:lnTo>
                    <a:lnTo>
                      <a:pt x="3" y="9"/>
                    </a:lnTo>
                    <a:lnTo>
                      <a:pt x="5" y="9"/>
                    </a:lnTo>
                    <a:lnTo>
                      <a:pt x="6" y="9"/>
                    </a:lnTo>
                    <a:lnTo>
                      <a:pt x="7" y="9"/>
                    </a:lnTo>
                    <a:lnTo>
                      <a:pt x="9" y="7"/>
                    </a:lnTo>
                    <a:lnTo>
                      <a:pt x="9" y="6"/>
                    </a:lnTo>
                    <a:lnTo>
                      <a:pt x="9" y="4"/>
                    </a:lnTo>
                    <a:lnTo>
                      <a:pt x="9" y="3"/>
                    </a:lnTo>
                    <a:lnTo>
                      <a:pt x="7" y="2"/>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60" name="Freeform 155"/>
              <p:cNvSpPr>
                <a:spLocks/>
              </p:cNvSpPr>
              <p:nvPr/>
            </p:nvSpPr>
            <p:spPr bwMode="auto">
              <a:xfrm>
                <a:off x="3774" y="2357"/>
                <a:ext cx="8" cy="9"/>
              </a:xfrm>
              <a:custGeom>
                <a:avLst/>
                <a:gdLst>
                  <a:gd name="T0" fmla="*/ 5 w 8"/>
                  <a:gd name="T1" fmla="*/ 0 h 9"/>
                  <a:gd name="T2" fmla="*/ 4 w 8"/>
                  <a:gd name="T3" fmla="*/ 0 h 9"/>
                  <a:gd name="T4" fmla="*/ 3 w 8"/>
                  <a:gd name="T5" fmla="*/ 2 h 9"/>
                  <a:gd name="T6" fmla="*/ 1 w 8"/>
                  <a:gd name="T7" fmla="*/ 3 h 9"/>
                  <a:gd name="T8" fmla="*/ 0 w 8"/>
                  <a:gd name="T9" fmla="*/ 4 h 9"/>
                  <a:gd name="T10" fmla="*/ 0 w 8"/>
                  <a:gd name="T11" fmla="*/ 6 h 9"/>
                  <a:gd name="T12" fmla="*/ 1 w 8"/>
                  <a:gd name="T13" fmla="*/ 7 h 9"/>
                  <a:gd name="T14" fmla="*/ 3 w 8"/>
                  <a:gd name="T15" fmla="*/ 9 h 9"/>
                  <a:gd name="T16" fmla="*/ 4 w 8"/>
                  <a:gd name="T17" fmla="*/ 9 h 9"/>
                  <a:gd name="T18" fmla="*/ 4 w 8"/>
                  <a:gd name="T19" fmla="*/ 9 h 9"/>
                  <a:gd name="T20" fmla="*/ 5 w 8"/>
                  <a:gd name="T21" fmla="*/ 9 h 9"/>
                  <a:gd name="T22" fmla="*/ 7 w 8"/>
                  <a:gd name="T23" fmla="*/ 9 h 9"/>
                  <a:gd name="T24" fmla="*/ 8 w 8"/>
                  <a:gd name="T25" fmla="*/ 7 h 9"/>
                  <a:gd name="T26" fmla="*/ 8 w 8"/>
                  <a:gd name="T27" fmla="*/ 6 h 9"/>
                  <a:gd name="T28" fmla="*/ 8 w 8"/>
                  <a:gd name="T29" fmla="*/ 4 h 9"/>
                  <a:gd name="T30" fmla="*/ 8 w 8"/>
                  <a:gd name="T31" fmla="*/ 3 h 9"/>
                  <a:gd name="T32" fmla="*/ 7 w 8"/>
                  <a:gd name="T33" fmla="*/ 2 h 9"/>
                  <a:gd name="T34" fmla="*/ 5 w 8"/>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5" y="0"/>
                    </a:moveTo>
                    <a:lnTo>
                      <a:pt x="4" y="0"/>
                    </a:lnTo>
                    <a:lnTo>
                      <a:pt x="3" y="2"/>
                    </a:lnTo>
                    <a:lnTo>
                      <a:pt x="1" y="3"/>
                    </a:lnTo>
                    <a:lnTo>
                      <a:pt x="0" y="4"/>
                    </a:lnTo>
                    <a:lnTo>
                      <a:pt x="0" y="6"/>
                    </a:lnTo>
                    <a:lnTo>
                      <a:pt x="1" y="7"/>
                    </a:lnTo>
                    <a:lnTo>
                      <a:pt x="3" y="9"/>
                    </a:lnTo>
                    <a:lnTo>
                      <a:pt x="4" y="9"/>
                    </a:lnTo>
                    <a:lnTo>
                      <a:pt x="5" y="9"/>
                    </a:lnTo>
                    <a:lnTo>
                      <a:pt x="7" y="9"/>
                    </a:lnTo>
                    <a:lnTo>
                      <a:pt x="8" y="7"/>
                    </a:lnTo>
                    <a:lnTo>
                      <a:pt x="8" y="6"/>
                    </a:lnTo>
                    <a:lnTo>
                      <a:pt x="8" y="4"/>
                    </a:lnTo>
                    <a:lnTo>
                      <a:pt x="8" y="3"/>
                    </a:lnTo>
                    <a:lnTo>
                      <a:pt x="7" y="2"/>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61" name="Freeform 156"/>
              <p:cNvSpPr>
                <a:spLocks/>
              </p:cNvSpPr>
              <p:nvPr/>
            </p:nvSpPr>
            <p:spPr bwMode="auto">
              <a:xfrm>
                <a:off x="3791" y="2354"/>
                <a:ext cx="9" cy="9"/>
              </a:xfrm>
              <a:custGeom>
                <a:avLst/>
                <a:gdLst>
                  <a:gd name="T0" fmla="*/ 4 w 9"/>
                  <a:gd name="T1" fmla="*/ 0 h 9"/>
                  <a:gd name="T2" fmla="*/ 3 w 9"/>
                  <a:gd name="T3" fmla="*/ 2 h 9"/>
                  <a:gd name="T4" fmla="*/ 2 w 9"/>
                  <a:gd name="T5" fmla="*/ 3 h 9"/>
                  <a:gd name="T6" fmla="*/ 0 w 9"/>
                  <a:gd name="T7" fmla="*/ 5 h 9"/>
                  <a:gd name="T8" fmla="*/ 0 w 9"/>
                  <a:gd name="T9" fmla="*/ 6 h 9"/>
                  <a:gd name="T10" fmla="*/ 2 w 9"/>
                  <a:gd name="T11" fmla="*/ 7 h 9"/>
                  <a:gd name="T12" fmla="*/ 3 w 9"/>
                  <a:gd name="T13" fmla="*/ 9 h 9"/>
                  <a:gd name="T14" fmla="*/ 4 w 9"/>
                  <a:gd name="T15" fmla="*/ 9 h 9"/>
                  <a:gd name="T16" fmla="*/ 6 w 9"/>
                  <a:gd name="T17" fmla="*/ 9 h 9"/>
                  <a:gd name="T18" fmla="*/ 6 w 9"/>
                  <a:gd name="T19" fmla="*/ 9 h 9"/>
                  <a:gd name="T20" fmla="*/ 7 w 9"/>
                  <a:gd name="T21" fmla="*/ 9 h 9"/>
                  <a:gd name="T22" fmla="*/ 9 w 9"/>
                  <a:gd name="T23" fmla="*/ 7 h 9"/>
                  <a:gd name="T24" fmla="*/ 9 w 9"/>
                  <a:gd name="T25" fmla="*/ 6 h 9"/>
                  <a:gd name="T26" fmla="*/ 9 w 9"/>
                  <a:gd name="T27" fmla="*/ 5 h 9"/>
                  <a:gd name="T28" fmla="*/ 9 w 9"/>
                  <a:gd name="T29" fmla="*/ 3 h 9"/>
                  <a:gd name="T30" fmla="*/ 7 w 9"/>
                  <a:gd name="T31" fmla="*/ 2 h 9"/>
                  <a:gd name="T32" fmla="*/ 6 w 9"/>
                  <a:gd name="T33" fmla="*/ 0 h 9"/>
                  <a:gd name="T34" fmla="*/ 4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4" y="0"/>
                    </a:moveTo>
                    <a:lnTo>
                      <a:pt x="3" y="2"/>
                    </a:lnTo>
                    <a:lnTo>
                      <a:pt x="2" y="3"/>
                    </a:lnTo>
                    <a:lnTo>
                      <a:pt x="0" y="5"/>
                    </a:lnTo>
                    <a:lnTo>
                      <a:pt x="0" y="6"/>
                    </a:lnTo>
                    <a:lnTo>
                      <a:pt x="2" y="7"/>
                    </a:lnTo>
                    <a:lnTo>
                      <a:pt x="3" y="9"/>
                    </a:lnTo>
                    <a:lnTo>
                      <a:pt x="4" y="9"/>
                    </a:lnTo>
                    <a:lnTo>
                      <a:pt x="6" y="9"/>
                    </a:lnTo>
                    <a:lnTo>
                      <a:pt x="7" y="9"/>
                    </a:lnTo>
                    <a:lnTo>
                      <a:pt x="9" y="7"/>
                    </a:lnTo>
                    <a:lnTo>
                      <a:pt x="9" y="6"/>
                    </a:lnTo>
                    <a:lnTo>
                      <a:pt x="9" y="5"/>
                    </a:lnTo>
                    <a:lnTo>
                      <a:pt x="9" y="3"/>
                    </a:lnTo>
                    <a:lnTo>
                      <a:pt x="7" y="2"/>
                    </a:lnTo>
                    <a:lnTo>
                      <a:pt x="6"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62" name="Freeform 157"/>
              <p:cNvSpPr>
                <a:spLocks/>
              </p:cNvSpPr>
              <p:nvPr/>
            </p:nvSpPr>
            <p:spPr bwMode="auto">
              <a:xfrm>
                <a:off x="3808" y="2350"/>
                <a:ext cx="9" cy="9"/>
              </a:xfrm>
              <a:custGeom>
                <a:avLst/>
                <a:gdLst>
                  <a:gd name="T0" fmla="*/ 3 w 9"/>
                  <a:gd name="T1" fmla="*/ 0 h 9"/>
                  <a:gd name="T2" fmla="*/ 2 w 9"/>
                  <a:gd name="T3" fmla="*/ 1 h 9"/>
                  <a:gd name="T4" fmla="*/ 0 w 9"/>
                  <a:gd name="T5" fmla="*/ 3 h 9"/>
                  <a:gd name="T6" fmla="*/ 0 w 9"/>
                  <a:gd name="T7" fmla="*/ 4 h 9"/>
                  <a:gd name="T8" fmla="*/ 0 w 9"/>
                  <a:gd name="T9" fmla="*/ 6 h 9"/>
                  <a:gd name="T10" fmla="*/ 0 w 9"/>
                  <a:gd name="T11" fmla="*/ 7 h 9"/>
                  <a:gd name="T12" fmla="*/ 2 w 9"/>
                  <a:gd name="T13" fmla="*/ 9 h 9"/>
                  <a:gd name="T14" fmla="*/ 3 w 9"/>
                  <a:gd name="T15" fmla="*/ 9 h 9"/>
                  <a:gd name="T16" fmla="*/ 5 w 9"/>
                  <a:gd name="T17" fmla="*/ 9 h 9"/>
                  <a:gd name="T18" fmla="*/ 5 w 9"/>
                  <a:gd name="T19" fmla="*/ 9 h 9"/>
                  <a:gd name="T20" fmla="*/ 6 w 9"/>
                  <a:gd name="T21" fmla="*/ 9 h 9"/>
                  <a:gd name="T22" fmla="*/ 8 w 9"/>
                  <a:gd name="T23" fmla="*/ 7 h 9"/>
                  <a:gd name="T24" fmla="*/ 9 w 9"/>
                  <a:gd name="T25" fmla="*/ 6 h 9"/>
                  <a:gd name="T26" fmla="*/ 9 w 9"/>
                  <a:gd name="T27" fmla="*/ 4 h 9"/>
                  <a:gd name="T28" fmla="*/ 8 w 9"/>
                  <a:gd name="T29" fmla="*/ 3 h 9"/>
                  <a:gd name="T30" fmla="*/ 6 w 9"/>
                  <a:gd name="T31" fmla="*/ 1 h 9"/>
                  <a:gd name="T32" fmla="*/ 5 w 9"/>
                  <a:gd name="T33" fmla="*/ 0 h 9"/>
                  <a:gd name="T34" fmla="*/ 3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3" y="0"/>
                    </a:moveTo>
                    <a:lnTo>
                      <a:pt x="2" y="1"/>
                    </a:lnTo>
                    <a:lnTo>
                      <a:pt x="0" y="3"/>
                    </a:lnTo>
                    <a:lnTo>
                      <a:pt x="0" y="4"/>
                    </a:lnTo>
                    <a:lnTo>
                      <a:pt x="0" y="6"/>
                    </a:lnTo>
                    <a:lnTo>
                      <a:pt x="0" y="7"/>
                    </a:lnTo>
                    <a:lnTo>
                      <a:pt x="2" y="9"/>
                    </a:lnTo>
                    <a:lnTo>
                      <a:pt x="3" y="9"/>
                    </a:lnTo>
                    <a:lnTo>
                      <a:pt x="5" y="9"/>
                    </a:lnTo>
                    <a:lnTo>
                      <a:pt x="6" y="9"/>
                    </a:lnTo>
                    <a:lnTo>
                      <a:pt x="8" y="7"/>
                    </a:lnTo>
                    <a:lnTo>
                      <a:pt x="9" y="6"/>
                    </a:lnTo>
                    <a:lnTo>
                      <a:pt x="9" y="4"/>
                    </a:lnTo>
                    <a:lnTo>
                      <a:pt x="8" y="3"/>
                    </a:lnTo>
                    <a:lnTo>
                      <a:pt x="6" y="1"/>
                    </a:lnTo>
                    <a:lnTo>
                      <a:pt x="5"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63" name="Freeform 158"/>
              <p:cNvSpPr>
                <a:spLocks/>
              </p:cNvSpPr>
              <p:nvPr/>
            </p:nvSpPr>
            <p:spPr bwMode="auto">
              <a:xfrm>
                <a:off x="3824" y="2344"/>
                <a:ext cx="9" cy="9"/>
              </a:xfrm>
              <a:custGeom>
                <a:avLst/>
                <a:gdLst>
                  <a:gd name="T0" fmla="*/ 3 w 9"/>
                  <a:gd name="T1" fmla="*/ 0 h 9"/>
                  <a:gd name="T2" fmla="*/ 2 w 9"/>
                  <a:gd name="T3" fmla="*/ 1 h 9"/>
                  <a:gd name="T4" fmla="*/ 0 w 9"/>
                  <a:gd name="T5" fmla="*/ 3 h 9"/>
                  <a:gd name="T6" fmla="*/ 0 w 9"/>
                  <a:gd name="T7" fmla="*/ 4 h 9"/>
                  <a:gd name="T8" fmla="*/ 0 w 9"/>
                  <a:gd name="T9" fmla="*/ 6 h 9"/>
                  <a:gd name="T10" fmla="*/ 0 w 9"/>
                  <a:gd name="T11" fmla="*/ 7 h 9"/>
                  <a:gd name="T12" fmla="*/ 2 w 9"/>
                  <a:gd name="T13" fmla="*/ 9 h 9"/>
                  <a:gd name="T14" fmla="*/ 3 w 9"/>
                  <a:gd name="T15" fmla="*/ 9 h 9"/>
                  <a:gd name="T16" fmla="*/ 5 w 9"/>
                  <a:gd name="T17" fmla="*/ 9 h 9"/>
                  <a:gd name="T18" fmla="*/ 5 w 9"/>
                  <a:gd name="T19" fmla="*/ 9 h 9"/>
                  <a:gd name="T20" fmla="*/ 6 w 9"/>
                  <a:gd name="T21" fmla="*/ 9 h 9"/>
                  <a:gd name="T22" fmla="*/ 8 w 9"/>
                  <a:gd name="T23" fmla="*/ 7 h 9"/>
                  <a:gd name="T24" fmla="*/ 9 w 9"/>
                  <a:gd name="T25" fmla="*/ 6 h 9"/>
                  <a:gd name="T26" fmla="*/ 9 w 9"/>
                  <a:gd name="T27" fmla="*/ 4 h 9"/>
                  <a:gd name="T28" fmla="*/ 8 w 9"/>
                  <a:gd name="T29" fmla="*/ 3 h 9"/>
                  <a:gd name="T30" fmla="*/ 6 w 9"/>
                  <a:gd name="T31" fmla="*/ 1 h 9"/>
                  <a:gd name="T32" fmla="*/ 5 w 9"/>
                  <a:gd name="T33" fmla="*/ 0 h 9"/>
                  <a:gd name="T34" fmla="*/ 3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3" y="0"/>
                    </a:moveTo>
                    <a:lnTo>
                      <a:pt x="2" y="1"/>
                    </a:lnTo>
                    <a:lnTo>
                      <a:pt x="0" y="3"/>
                    </a:lnTo>
                    <a:lnTo>
                      <a:pt x="0" y="4"/>
                    </a:lnTo>
                    <a:lnTo>
                      <a:pt x="0" y="6"/>
                    </a:lnTo>
                    <a:lnTo>
                      <a:pt x="0" y="7"/>
                    </a:lnTo>
                    <a:lnTo>
                      <a:pt x="2" y="9"/>
                    </a:lnTo>
                    <a:lnTo>
                      <a:pt x="3" y="9"/>
                    </a:lnTo>
                    <a:lnTo>
                      <a:pt x="5" y="9"/>
                    </a:lnTo>
                    <a:lnTo>
                      <a:pt x="6" y="9"/>
                    </a:lnTo>
                    <a:lnTo>
                      <a:pt x="8" y="7"/>
                    </a:lnTo>
                    <a:lnTo>
                      <a:pt x="9" y="6"/>
                    </a:lnTo>
                    <a:lnTo>
                      <a:pt x="9" y="4"/>
                    </a:lnTo>
                    <a:lnTo>
                      <a:pt x="8" y="3"/>
                    </a:lnTo>
                    <a:lnTo>
                      <a:pt x="6" y="1"/>
                    </a:lnTo>
                    <a:lnTo>
                      <a:pt x="5"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64" name="Freeform 159"/>
              <p:cNvSpPr>
                <a:spLocks/>
              </p:cNvSpPr>
              <p:nvPr/>
            </p:nvSpPr>
            <p:spPr bwMode="auto">
              <a:xfrm>
                <a:off x="3840" y="2337"/>
                <a:ext cx="9" cy="8"/>
              </a:xfrm>
              <a:custGeom>
                <a:avLst/>
                <a:gdLst>
                  <a:gd name="T0" fmla="*/ 3 w 9"/>
                  <a:gd name="T1" fmla="*/ 0 h 8"/>
                  <a:gd name="T2" fmla="*/ 2 w 9"/>
                  <a:gd name="T3" fmla="*/ 1 h 8"/>
                  <a:gd name="T4" fmla="*/ 0 w 9"/>
                  <a:gd name="T5" fmla="*/ 3 h 8"/>
                  <a:gd name="T6" fmla="*/ 0 w 9"/>
                  <a:gd name="T7" fmla="*/ 4 h 8"/>
                  <a:gd name="T8" fmla="*/ 0 w 9"/>
                  <a:gd name="T9" fmla="*/ 6 h 8"/>
                  <a:gd name="T10" fmla="*/ 0 w 9"/>
                  <a:gd name="T11" fmla="*/ 7 h 8"/>
                  <a:gd name="T12" fmla="*/ 2 w 9"/>
                  <a:gd name="T13" fmla="*/ 8 h 8"/>
                  <a:gd name="T14" fmla="*/ 3 w 9"/>
                  <a:gd name="T15" fmla="*/ 8 h 8"/>
                  <a:gd name="T16" fmla="*/ 5 w 9"/>
                  <a:gd name="T17" fmla="*/ 8 h 8"/>
                  <a:gd name="T18" fmla="*/ 5 w 9"/>
                  <a:gd name="T19" fmla="*/ 8 h 8"/>
                  <a:gd name="T20" fmla="*/ 6 w 9"/>
                  <a:gd name="T21" fmla="*/ 8 h 8"/>
                  <a:gd name="T22" fmla="*/ 8 w 9"/>
                  <a:gd name="T23" fmla="*/ 7 h 8"/>
                  <a:gd name="T24" fmla="*/ 9 w 9"/>
                  <a:gd name="T25" fmla="*/ 6 h 8"/>
                  <a:gd name="T26" fmla="*/ 9 w 9"/>
                  <a:gd name="T27" fmla="*/ 4 h 8"/>
                  <a:gd name="T28" fmla="*/ 8 w 9"/>
                  <a:gd name="T29" fmla="*/ 3 h 8"/>
                  <a:gd name="T30" fmla="*/ 6 w 9"/>
                  <a:gd name="T31" fmla="*/ 1 h 8"/>
                  <a:gd name="T32" fmla="*/ 5 w 9"/>
                  <a:gd name="T33" fmla="*/ 0 h 8"/>
                  <a:gd name="T34" fmla="*/ 3 w 9"/>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3" y="0"/>
                    </a:moveTo>
                    <a:lnTo>
                      <a:pt x="2" y="1"/>
                    </a:lnTo>
                    <a:lnTo>
                      <a:pt x="0" y="3"/>
                    </a:lnTo>
                    <a:lnTo>
                      <a:pt x="0" y="4"/>
                    </a:lnTo>
                    <a:lnTo>
                      <a:pt x="0" y="6"/>
                    </a:lnTo>
                    <a:lnTo>
                      <a:pt x="0" y="7"/>
                    </a:lnTo>
                    <a:lnTo>
                      <a:pt x="2" y="8"/>
                    </a:lnTo>
                    <a:lnTo>
                      <a:pt x="3" y="8"/>
                    </a:lnTo>
                    <a:lnTo>
                      <a:pt x="5" y="8"/>
                    </a:lnTo>
                    <a:lnTo>
                      <a:pt x="6" y="8"/>
                    </a:lnTo>
                    <a:lnTo>
                      <a:pt x="8" y="7"/>
                    </a:lnTo>
                    <a:lnTo>
                      <a:pt x="9" y="6"/>
                    </a:lnTo>
                    <a:lnTo>
                      <a:pt x="9" y="4"/>
                    </a:lnTo>
                    <a:lnTo>
                      <a:pt x="8" y="3"/>
                    </a:lnTo>
                    <a:lnTo>
                      <a:pt x="6" y="1"/>
                    </a:lnTo>
                    <a:lnTo>
                      <a:pt x="5"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65" name="Freeform 160"/>
              <p:cNvSpPr>
                <a:spLocks/>
              </p:cNvSpPr>
              <p:nvPr/>
            </p:nvSpPr>
            <p:spPr bwMode="auto">
              <a:xfrm>
                <a:off x="3856" y="2330"/>
                <a:ext cx="9" cy="8"/>
              </a:xfrm>
              <a:custGeom>
                <a:avLst/>
                <a:gdLst>
                  <a:gd name="T0" fmla="*/ 3 w 9"/>
                  <a:gd name="T1" fmla="*/ 0 h 8"/>
                  <a:gd name="T2" fmla="*/ 2 w 9"/>
                  <a:gd name="T3" fmla="*/ 1 h 8"/>
                  <a:gd name="T4" fmla="*/ 0 w 9"/>
                  <a:gd name="T5" fmla="*/ 2 h 8"/>
                  <a:gd name="T6" fmla="*/ 0 w 9"/>
                  <a:gd name="T7" fmla="*/ 4 h 8"/>
                  <a:gd name="T8" fmla="*/ 0 w 9"/>
                  <a:gd name="T9" fmla="*/ 5 h 8"/>
                  <a:gd name="T10" fmla="*/ 0 w 9"/>
                  <a:gd name="T11" fmla="*/ 7 h 8"/>
                  <a:gd name="T12" fmla="*/ 2 w 9"/>
                  <a:gd name="T13" fmla="*/ 8 h 8"/>
                  <a:gd name="T14" fmla="*/ 3 w 9"/>
                  <a:gd name="T15" fmla="*/ 8 h 8"/>
                  <a:gd name="T16" fmla="*/ 5 w 9"/>
                  <a:gd name="T17" fmla="*/ 8 h 8"/>
                  <a:gd name="T18" fmla="*/ 5 w 9"/>
                  <a:gd name="T19" fmla="*/ 8 h 8"/>
                  <a:gd name="T20" fmla="*/ 6 w 9"/>
                  <a:gd name="T21" fmla="*/ 8 h 8"/>
                  <a:gd name="T22" fmla="*/ 8 w 9"/>
                  <a:gd name="T23" fmla="*/ 7 h 8"/>
                  <a:gd name="T24" fmla="*/ 9 w 9"/>
                  <a:gd name="T25" fmla="*/ 5 h 8"/>
                  <a:gd name="T26" fmla="*/ 9 w 9"/>
                  <a:gd name="T27" fmla="*/ 4 h 8"/>
                  <a:gd name="T28" fmla="*/ 8 w 9"/>
                  <a:gd name="T29" fmla="*/ 2 h 8"/>
                  <a:gd name="T30" fmla="*/ 6 w 9"/>
                  <a:gd name="T31" fmla="*/ 1 h 8"/>
                  <a:gd name="T32" fmla="*/ 5 w 9"/>
                  <a:gd name="T33" fmla="*/ 0 h 8"/>
                  <a:gd name="T34" fmla="*/ 3 w 9"/>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3" y="0"/>
                    </a:moveTo>
                    <a:lnTo>
                      <a:pt x="2" y="1"/>
                    </a:lnTo>
                    <a:lnTo>
                      <a:pt x="0" y="2"/>
                    </a:lnTo>
                    <a:lnTo>
                      <a:pt x="0" y="4"/>
                    </a:lnTo>
                    <a:lnTo>
                      <a:pt x="0" y="5"/>
                    </a:lnTo>
                    <a:lnTo>
                      <a:pt x="0" y="7"/>
                    </a:lnTo>
                    <a:lnTo>
                      <a:pt x="2" y="8"/>
                    </a:lnTo>
                    <a:lnTo>
                      <a:pt x="3" y="8"/>
                    </a:lnTo>
                    <a:lnTo>
                      <a:pt x="5" y="8"/>
                    </a:lnTo>
                    <a:lnTo>
                      <a:pt x="6" y="8"/>
                    </a:lnTo>
                    <a:lnTo>
                      <a:pt x="8" y="7"/>
                    </a:lnTo>
                    <a:lnTo>
                      <a:pt x="9" y="5"/>
                    </a:lnTo>
                    <a:lnTo>
                      <a:pt x="9" y="4"/>
                    </a:lnTo>
                    <a:lnTo>
                      <a:pt x="8" y="2"/>
                    </a:lnTo>
                    <a:lnTo>
                      <a:pt x="6" y="1"/>
                    </a:lnTo>
                    <a:lnTo>
                      <a:pt x="5"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66" name="Freeform 161"/>
              <p:cNvSpPr>
                <a:spLocks/>
              </p:cNvSpPr>
              <p:nvPr/>
            </p:nvSpPr>
            <p:spPr bwMode="auto">
              <a:xfrm>
                <a:off x="3872" y="2322"/>
                <a:ext cx="9" cy="9"/>
              </a:xfrm>
              <a:custGeom>
                <a:avLst/>
                <a:gdLst>
                  <a:gd name="T0" fmla="*/ 2 w 9"/>
                  <a:gd name="T1" fmla="*/ 2 h 9"/>
                  <a:gd name="T2" fmla="*/ 0 w 9"/>
                  <a:gd name="T3" fmla="*/ 3 h 9"/>
                  <a:gd name="T4" fmla="*/ 0 w 9"/>
                  <a:gd name="T5" fmla="*/ 5 h 9"/>
                  <a:gd name="T6" fmla="*/ 0 w 9"/>
                  <a:gd name="T7" fmla="*/ 6 h 9"/>
                  <a:gd name="T8" fmla="*/ 0 w 9"/>
                  <a:gd name="T9" fmla="*/ 8 h 9"/>
                  <a:gd name="T10" fmla="*/ 2 w 9"/>
                  <a:gd name="T11" fmla="*/ 9 h 9"/>
                  <a:gd name="T12" fmla="*/ 3 w 9"/>
                  <a:gd name="T13" fmla="*/ 9 h 9"/>
                  <a:gd name="T14" fmla="*/ 5 w 9"/>
                  <a:gd name="T15" fmla="*/ 9 h 9"/>
                  <a:gd name="T16" fmla="*/ 6 w 9"/>
                  <a:gd name="T17" fmla="*/ 9 h 9"/>
                  <a:gd name="T18" fmla="*/ 6 w 9"/>
                  <a:gd name="T19" fmla="*/ 9 h 9"/>
                  <a:gd name="T20" fmla="*/ 8 w 9"/>
                  <a:gd name="T21" fmla="*/ 8 h 9"/>
                  <a:gd name="T22" fmla="*/ 9 w 9"/>
                  <a:gd name="T23" fmla="*/ 6 h 9"/>
                  <a:gd name="T24" fmla="*/ 9 w 9"/>
                  <a:gd name="T25" fmla="*/ 5 h 9"/>
                  <a:gd name="T26" fmla="*/ 8 w 9"/>
                  <a:gd name="T27" fmla="*/ 3 h 9"/>
                  <a:gd name="T28" fmla="*/ 6 w 9"/>
                  <a:gd name="T29" fmla="*/ 2 h 9"/>
                  <a:gd name="T30" fmla="*/ 5 w 9"/>
                  <a:gd name="T31" fmla="*/ 0 h 9"/>
                  <a:gd name="T32" fmla="*/ 3 w 9"/>
                  <a:gd name="T33" fmla="*/ 0 h 9"/>
                  <a:gd name="T34" fmla="*/ 2 w 9"/>
                  <a:gd name="T35" fmla="*/ 2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2" y="2"/>
                    </a:moveTo>
                    <a:lnTo>
                      <a:pt x="0" y="3"/>
                    </a:lnTo>
                    <a:lnTo>
                      <a:pt x="0" y="5"/>
                    </a:lnTo>
                    <a:lnTo>
                      <a:pt x="0" y="6"/>
                    </a:lnTo>
                    <a:lnTo>
                      <a:pt x="0" y="8"/>
                    </a:lnTo>
                    <a:lnTo>
                      <a:pt x="2" y="9"/>
                    </a:lnTo>
                    <a:lnTo>
                      <a:pt x="3" y="9"/>
                    </a:lnTo>
                    <a:lnTo>
                      <a:pt x="5" y="9"/>
                    </a:lnTo>
                    <a:lnTo>
                      <a:pt x="6" y="9"/>
                    </a:lnTo>
                    <a:lnTo>
                      <a:pt x="8" y="8"/>
                    </a:lnTo>
                    <a:lnTo>
                      <a:pt x="9" y="6"/>
                    </a:lnTo>
                    <a:lnTo>
                      <a:pt x="9" y="5"/>
                    </a:lnTo>
                    <a:lnTo>
                      <a:pt x="8" y="3"/>
                    </a:lnTo>
                    <a:lnTo>
                      <a:pt x="6" y="2"/>
                    </a:lnTo>
                    <a:lnTo>
                      <a:pt x="5" y="0"/>
                    </a:lnTo>
                    <a:lnTo>
                      <a:pt x="3" y="0"/>
                    </a:lnTo>
                    <a:lnTo>
                      <a:pt x="2"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67" name="Freeform 162"/>
              <p:cNvSpPr>
                <a:spLocks/>
              </p:cNvSpPr>
              <p:nvPr/>
            </p:nvSpPr>
            <p:spPr bwMode="auto">
              <a:xfrm>
                <a:off x="3887" y="2315"/>
                <a:ext cx="9" cy="9"/>
              </a:xfrm>
              <a:custGeom>
                <a:avLst/>
                <a:gdLst>
                  <a:gd name="T0" fmla="*/ 3 w 9"/>
                  <a:gd name="T1" fmla="*/ 0 h 9"/>
                  <a:gd name="T2" fmla="*/ 1 w 9"/>
                  <a:gd name="T3" fmla="*/ 1 h 9"/>
                  <a:gd name="T4" fmla="*/ 0 w 9"/>
                  <a:gd name="T5" fmla="*/ 3 h 9"/>
                  <a:gd name="T6" fmla="*/ 0 w 9"/>
                  <a:gd name="T7" fmla="*/ 4 h 9"/>
                  <a:gd name="T8" fmla="*/ 1 w 9"/>
                  <a:gd name="T9" fmla="*/ 6 h 9"/>
                  <a:gd name="T10" fmla="*/ 3 w 9"/>
                  <a:gd name="T11" fmla="*/ 7 h 9"/>
                  <a:gd name="T12" fmla="*/ 4 w 9"/>
                  <a:gd name="T13" fmla="*/ 9 h 9"/>
                  <a:gd name="T14" fmla="*/ 6 w 9"/>
                  <a:gd name="T15" fmla="*/ 9 h 9"/>
                  <a:gd name="T16" fmla="*/ 7 w 9"/>
                  <a:gd name="T17" fmla="*/ 7 h 9"/>
                  <a:gd name="T18" fmla="*/ 7 w 9"/>
                  <a:gd name="T19" fmla="*/ 7 h 9"/>
                  <a:gd name="T20" fmla="*/ 9 w 9"/>
                  <a:gd name="T21" fmla="*/ 6 h 9"/>
                  <a:gd name="T22" fmla="*/ 9 w 9"/>
                  <a:gd name="T23" fmla="*/ 4 h 9"/>
                  <a:gd name="T24" fmla="*/ 9 w 9"/>
                  <a:gd name="T25" fmla="*/ 3 h 9"/>
                  <a:gd name="T26" fmla="*/ 9 w 9"/>
                  <a:gd name="T27" fmla="*/ 1 h 9"/>
                  <a:gd name="T28" fmla="*/ 7 w 9"/>
                  <a:gd name="T29" fmla="*/ 0 h 9"/>
                  <a:gd name="T30" fmla="*/ 6 w 9"/>
                  <a:gd name="T31" fmla="*/ 0 h 9"/>
                  <a:gd name="T32" fmla="*/ 4 w 9"/>
                  <a:gd name="T33" fmla="*/ 0 h 9"/>
                  <a:gd name="T34" fmla="*/ 3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3" y="0"/>
                    </a:moveTo>
                    <a:lnTo>
                      <a:pt x="1" y="1"/>
                    </a:lnTo>
                    <a:lnTo>
                      <a:pt x="0" y="3"/>
                    </a:lnTo>
                    <a:lnTo>
                      <a:pt x="0" y="4"/>
                    </a:lnTo>
                    <a:lnTo>
                      <a:pt x="1" y="6"/>
                    </a:lnTo>
                    <a:lnTo>
                      <a:pt x="3" y="7"/>
                    </a:lnTo>
                    <a:lnTo>
                      <a:pt x="4" y="9"/>
                    </a:lnTo>
                    <a:lnTo>
                      <a:pt x="6" y="9"/>
                    </a:lnTo>
                    <a:lnTo>
                      <a:pt x="7" y="7"/>
                    </a:lnTo>
                    <a:lnTo>
                      <a:pt x="9" y="6"/>
                    </a:lnTo>
                    <a:lnTo>
                      <a:pt x="9" y="4"/>
                    </a:lnTo>
                    <a:lnTo>
                      <a:pt x="9" y="3"/>
                    </a:lnTo>
                    <a:lnTo>
                      <a:pt x="9" y="1"/>
                    </a:lnTo>
                    <a:lnTo>
                      <a:pt x="7" y="0"/>
                    </a:lnTo>
                    <a:lnTo>
                      <a:pt x="6" y="0"/>
                    </a:lnTo>
                    <a:lnTo>
                      <a:pt x="4"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68" name="Freeform 163"/>
              <p:cNvSpPr>
                <a:spLocks/>
              </p:cNvSpPr>
              <p:nvPr/>
            </p:nvSpPr>
            <p:spPr bwMode="auto">
              <a:xfrm>
                <a:off x="3903" y="2306"/>
                <a:ext cx="9" cy="9"/>
              </a:xfrm>
              <a:custGeom>
                <a:avLst/>
                <a:gdLst>
                  <a:gd name="T0" fmla="*/ 1 w 9"/>
                  <a:gd name="T1" fmla="*/ 0 h 9"/>
                  <a:gd name="T2" fmla="*/ 0 w 9"/>
                  <a:gd name="T3" fmla="*/ 2 h 9"/>
                  <a:gd name="T4" fmla="*/ 0 w 9"/>
                  <a:gd name="T5" fmla="*/ 3 h 9"/>
                  <a:gd name="T6" fmla="*/ 0 w 9"/>
                  <a:gd name="T7" fmla="*/ 5 h 9"/>
                  <a:gd name="T8" fmla="*/ 0 w 9"/>
                  <a:gd name="T9" fmla="*/ 6 h 9"/>
                  <a:gd name="T10" fmla="*/ 1 w 9"/>
                  <a:gd name="T11" fmla="*/ 8 h 9"/>
                  <a:gd name="T12" fmla="*/ 3 w 9"/>
                  <a:gd name="T13" fmla="*/ 9 h 9"/>
                  <a:gd name="T14" fmla="*/ 4 w 9"/>
                  <a:gd name="T15" fmla="*/ 9 h 9"/>
                  <a:gd name="T16" fmla="*/ 6 w 9"/>
                  <a:gd name="T17" fmla="*/ 8 h 9"/>
                  <a:gd name="T18" fmla="*/ 6 w 9"/>
                  <a:gd name="T19" fmla="*/ 8 h 9"/>
                  <a:gd name="T20" fmla="*/ 7 w 9"/>
                  <a:gd name="T21" fmla="*/ 6 h 9"/>
                  <a:gd name="T22" fmla="*/ 9 w 9"/>
                  <a:gd name="T23" fmla="*/ 5 h 9"/>
                  <a:gd name="T24" fmla="*/ 9 w 9"/>
                  <a:gd name="T25" fmla="*/ 3 h 9"/>
                  <a:gd name="T26" fmla="*/ 7 w 9"/>
                  <a:gd name="T27" fmla="*/ 2 h 9"/>
                  <a:gd name="T28" fmla="*/ 6 w 9"/>
                  <a:gd name="T29" fmla="*/ 0 h 9"/>
                  <a:gd name="T30" fmla="*/ 4 w 9"/>
                  <a:gd name="T31" fmla="*/ 0 h 9"/>
                  <a:gd name="T32" fmla="*/ 3 w 9"/>
                  <a:gd name="T33" fmla="*/ 0 h 9"/>
                  <a:gd name="T34" fmla="*/ 1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1" y="0"/>
                    </a:moveTo>
                    <a:lnTo>
                      <a:pt x="0" y="2"/>
                    </a:lnTo>
                    <a:lnTo>
                      <a:pt x="0" y="3"/>
                    </a:lnTo>
                    <a:lnTo>
                      <a:pt x="0" y="5"/>
                    </a:lnTo>
                    <a:lnTo>
                      <a:pt x="0" y="6"/>
                    </a:lnTo>
                    <a:lnTo>
                      <a:pt x="1" y="8"/>
                    </a:lnTo>
                    <a:lnTo>
                      <a:pt x="3" y="9"/>
                    </a:lnTo>
                    <a:lnTo>
                      <a:pt x="4" y="9"/>
                    </a:lnTo>
                    <a:lnTo>
                      <a:pt x="6" y="8"/>
                    </a:lnTo>
                    <a:lnTo>
                      <a:pt x="7" y="6"/>
                    </a:lnTo>
                    <a:lnTo>
                      <a:pt x="9" y="5"/>
                    </a:lnTo>
                    <a:lnTo>
                      <a:pt x="9" y="3"/>
                    </a:lnTo>
                    <a:lnTo>
                      <a:pt x="7" y="2"/>
                    </a:lnTo>
                    <a:lnTo>
                      <a:pt x="6" y="0"/>
                    </a:lnTo>
                    <a:lnTo>
                      <a:pt x="4" y="0"/>
                    </a:lnTo>
                    <a:lnTo>
                      <a:pt x="3" y="0"/>
                    </a:lnTo>
                    <a:lnTo>
                      <a:pt x="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69" name="Freeform 164"/>
              <p:cNvSpPr>
                <a:spLocks/>
              </p:cNvSpPr>
              <p:nvPr/>
            </p:nvSpPr>
            <p:spPr bwMode="auto">
              <a:xfrm>
                <a:off x="3917" y="2298"/>
                <a:ext cx="9" cy="8"/>
              </a:xfrm>
              <a:custGeom>
                <a:avLst/>
                <a:gdLst>
                  <a:gd name="T0" fmla="*/ 3 w 9"/>
                  <a:gd name="T1" fmla="*/ 1 h 8"/>
                  <a:gd name="T2" fmla="*/ 2 w 9"/>
                  <a:gd name="T3" fmla="*/ 2 h 8"/>
                  <a:gd name="T4" fmla="*/ 0 w 9"/>
                  <a:gd name="T5" fmla="*/ 4 h 8"/>
                  <a:gd name="T6" fmla="*/ 0 w 9"/>
                  <a:gd name="T7" fmla="*/ 5 h 8"/>
                  <a:gd name="T8" fmla="*/ 2 w 9"/>
                  <a:gd name="T9" fmla="*/ 7 h 8"/>
                  <a:gd name="T10" fmla="*/ 3 w 9"/>
                  <a:gd name="T11" fmla="*/ 8 h 8"/>
                  <a:gd name="T12" fmla="*/ 5 w 9"/>
                  <a:gd name="T13" fmla="*/ 8 h 8"/>
                  <a:gd name="T14" fmla="*/ 6 w 9"/>
                  <a:gd name="T15" fmla="*/ 8 h 8"/>
                  <a:gd name="T16" fmla="*/ 8 w 9"/>
                  <a:gd name="T17" fmla="*/ 8 h 8"/>
                  <a:gd name="T18" fmla="*/ 8 w 9"/>
                  <a:gd name="T19" fmla="*/ 8 h 8"/>
                  <a:gd name="T20" fmla="*/ 9 w 9"/>
                  <a:gd name="T21" fmla="*/ 7 h 8"/>
                  <a:gd name="T22" fmla="*/ 9 w 9"/>
                  <a:gd name="T23" fmla="*/ 5 h 8"/>
                  <a:gd name="T24" fmla="*/ 9 w 9"/>
                  <a:gd name="T25" fmla="*/ 4 h 8"/>
                  <a:gd name="T26" fmla="*/ 9 w 9"/>
                  <a:gd name="T27" fmla="*/ 2 h 8"/>
                  <a:gd name="T28" fmla="*/ 8 w 9"/>
                  <a:gd name="T29" fmla="*/ 1 h 8"/>
                  <a:gd name="T30" fmla="*/ 6 w 9"/>
                  <a:gd name="T31" fmla="*/ 0 h 8"/>
                  <a:gd name="T32" fmla="*/ 5 w 9"/>
                  <a:gd name="T33" fmla="*/ 0 h 8"/>
                  <a:gd name="T34" fmla="*/ 3 w 9"/>
                  <a:gd name="T35" fmla="*/ 1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3" y="1"/>
                    </a:moveTo>
                    <a:lnTo>
                      <a:pt x="2" y="2"/>
                    </a:lnTo>
                    <a:lnTo>
                      <a:pt x="0" y="4"/>
                    </a:lnTo>
                    <a:lnTo>
                      <a:pt x="0" y="5"/>
                    </a:lnTo>
                    <a:lnTo>
                      <a:pt x="2" y="7"/>
                    </a:lnTo>
                    <a:lnTo>
                      <a:pt x="3" y="8"/>
                    </a:lnTo>
                    <a:lnTo>
                      <a:pt x="5" y="8"/>
                    </a:lnTo>
                    <a:lnTo>
                      <a:pt x="6" y="8"/>
                    </a:lnTo>
                    <a:lnTo>
                      <a:pt x="8" y="8"/>
                    </a:lnTo>
                    <a:lnTo>
                      <a:pt x="9" y="7"/>
                    </a:lnTo>
                    <a:lnTo>
                      <a:pt x="9" y="5"/>
                    </a:lnTo>
                    <a:lnTo>
                      <a:pt x="9" y="4"/>
                    </a:lnTo>
                    <a:lnTo>
                      <a:pt x="9" y="2"/>
                    </a:lnTo>
                    <a:lnTo>
                      <a:pt x="8" y="1"/>
                    </a:lnTo>
                    <a:lnTo>
                      <a:pt x="6" y="0"/>
                    </a:lnTo>
                    <a:lnTo>
                      <a:pt x="5" y="0"/>
                    </a:lnTo>
                    <a:lnTo>
                      <a:pt x="3"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70" name="Freeform 165"/>
              <p:cNvSpPr>
                <a:spLocks/>
              </p:cNvSpPr>
              <p:nvPr/>
            </p:nvSpPr>
            <p:spPr bwMode="auto">
              <a:xfrm>
                <a:off x="3933" y="2290"/>
                <a:ext cx="9" cy="9"/>
              </a:xfrm>
              <a:custGeom>
                <a:avLst/>
                <a:gdLst>
                  <a:gd name="T0" fmla="*/ 5 w 9"/>
                  <a:gd name="T1" fmla="*/ 0 h 9"/>
                  <a:gd name="T2" fmla="*/ 3 w 9"/>
                  <a:gd name="T3" fmla="*/ 2 h 9"/>
                  <a:gd name="T4" fmla="*/ 2 w 9"/>
                  <a:gd name="T5" fmla="*/ 3 h 9"/>
                  <a:gd name="T6" fmla="*/ 0 w 9"/>
                  <a:gd name="T7" fmla="*/ 5 h 9"/>
                  <a:gd name="T8" fmla="*/ 0 w 9"/>
                  <a:gd name="T9" fmla="*/ 6 h 9"/>
                  <a:gd name="T10" fmla="*/ 2 w 9"/>
                  <a:gd name="T11" fmla="*/ 8 h 9"/>
                  <a:gd name="T12" fmla="*/ 3 w 9"/>
                  <a:gd name="T13" fmla="*/ 9 h 9"/>
                  <a:gd name="T14" fmla="*/ 5 w 9"/>
                  <a:gd name="T15" fmla="*/ 9 h 9"/>
                  <a:gd name="T16" fmla="*/ 6 w 9"/>
                  <a:gd name="T17" fmla="*/ 9 h 9"/>
                  <a:gd name="T18" fmla="*/ 6 w 9"/>
                  <a:gd name="T19" fmla="*/ 9 h 9"/>
                  <a:gd name="T20" fmla="*/ 8 w 9"/>
                  <a:gd name="T21" fmla="*/ 9 h 9"/>
                  <a:gd name="T22" fmla="*/ 9 w 9"/>
                  <a:gd name="T23" fmla="*/ 8 h 9"/>
                  <a:gd name="T24" fmla="*/ 9 w 9"/>
                  <a:gd name="T25" fmla="*/ 6 h 9"/>
                  <a:gd name="T26" fmla="*/ 9 w 9"/>
                  <a:gd name="T27" fmla="*/ 5 h 9"/>
                  <a:gd name="T28" fmla="*/ 9 w 9"/>
                  <a:gd name="T29" fmla="*/ 3 h 9"/>
                  <a:gd name="T30" fmla="*/ 8 w 9"/>
                  <a:gd name="T31" fmla="*/ 2 h 9"/>
                  <a:gd name="T32" fmla="*/ 6 w 9"/>
                  <a:gd name="T33" fmla="*/ 0 h 9"/>
                  <a:gd name="T34" fmla="*/ 5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5" y="0"/>
                    </a:moveTo>
                    <a:lnTo>
                      <a:pt x="3" y="2"/>
                    </a:lnTo>
                    <a:lnTo>
                      <a:pt x="2" y="3"/>
                    </a:lnTo>
                    <a:lnTo>
                      <a:pt x="0" y="5"/>
                    </a:lnTo>
                    <a:lnTo>
                      <a:pt x="0" y="6"/>
                    </a:lnTo>
                    <a:lnTo>
                      <a:pt x="2" y="8"/>
                    </a:lnTo>
                    <a:lnTo>
                      <a:pt x="3" y="9"/>
                    </a:lnTo>
                    <a:lnTo>
                      <a:pt x="5" y="9"/>
                    </a:lnTo>
                    <a:lnTo>
                      <a:pt x="6" y="9"/>
                    </a:lnTo>
                    <a:lnTo>
                      <a:pt x="8" y="9"/>
                    </a:lnTo>
                    <a:lnTo>
                      <a:pt x="9" y="8"/>
                    </a:lnTo>
                    <a:lnTo>
                      <a:pt x="9" y="6"/>
                    </a:lnTo>
                    <a:lnTo>
                      <a:pt x="9" y="5"/>
                    </a:lnTo>
                    <a:lnTo>
                      <a:pt x="9" y="3"/>
                    </a:lnTo>
                    <a:lnTo>
                      <a:pt x="8" y="2"/>
                    </a:lnTo>
                    <a:lnTo>
                      <a:pt x="6" y="0"/>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grpSp>
        <p:grpSp>
          <p:nvGrpSpPr>
            <p:cNvPr id="371" name="Group 166"/>
            <p:cNvGrpSpPr>
              <a:grpSpLocks/>
            </p:cNvGrpSpPr>
            <p:nvPr/>
          </p:nvGrpSpPr>
          <p:grpSpPr bwMode="auto">
            <a:xfrm>
              <a:off x="6315430" y="2165431"/>
              <a:ext cx="541338" cy="185738"/>
              <a:chOff x="3611" y="1753"/>
              <a:chExt cx="341" cy="117"/>
            </a:xfrm>
          </p:grpSpPr>
          <p:sp>
            <p:nvSpPr>
              <p:cNvPr id="525" name="Freeform 167"/>
              <p:cNvSpPr>
                <a:spLocks/>
              </p:cNvSpPr>
              <p:nvPr/>
            </p:nvSpPr>
            <p:spPr bwMode="auto">
              <a:xfrm>
                <a:off x="3611" y="1862"/>
                <a:ext cx="9" cy="8"/>
              </a:xfrm>
              <a:custGeom>
                <a:avLst/>
                <a:gdLst>
                  <a:gd name="T0" fmla="*/ 3 w 9"/>
                  <a:gd name="T1" fmla="*/ 1 h 8"/>
                  <a:gd name="T2" fmla="*/ 1 w 9"/>
                  <a:gd name="T3" fmla="*/ 3 h 8"/>
                  <a:gd name="T4" fmla="*/ 0 w 9"/>
                  <a:gd name="T5" fmla="*/ 4 h 8"/>
                  <a:gd name="T6" fmla="*/ 0 w 9"/>
                  <a:gd name="T7" fmla="*/ 4 h 8"/>
                  <a:gd name="T8" fmla="*/ 1 w 9"/>
                  <a:gd name="T9" fmla="*/ 5 h 8"/>
                  <a:gd name="T10" fmla="*/ 3 w 9"/>
                  <a:gd name="T11" fmla="*/ 7 h 8"/>
                  <a:gd name="T12" fmla="*/ 4 w 9"/>
                  <a:gd name="T13" fmla="*/ 8 h 8"/>
                  <a:gd name="T14" fmla="*/ 4 w 9"/>
                  <a:gd name="T15" fmla="*/ 8 h 8"/>
                  <a:gd name="T16" fmla="*/ 7 w 9"/>
                  <a:gd name="T17" fmla="*/ 8 h 8"/>
                  <a:gd name="T18" fmla="*/ 7 w 9"/>
                  <a:gd name="T19" fmla="*/ 7 h 8"/>
                  <a:gd name="T20" fmla="*/ 9 w 9"/>
                  <a:gd name="T21" fmla="*/ 5 h 8"/>
                  <a:gd name="T22" fmla="*/ 9 w 9"/>
                  <a:gd name="T23" fmla="*/ 4 h 8"/>
                  <a:gd name="T24" fmla="*/ 9 w 9"/>
                  <a:gd name="T25" fmla="*/ 3 h 8"/>
                  <a:gd name="T26" fmla="*/ 9 w 9"/>
                  <a:gd name="T27" fmla="*/ 1 h 8"/>
                  <a:gd name="T28" fmla="*/ 7 w 9"/>
                  <a:gd name="T29" fmla="*/ 0 h 8"/>
                  <a:gd name="T30" fmla="*/ 6 w 9"/>
                  <a:gd name="T31" fmla="*/ 0 h 8"/>
                  <a:gd name="T32" fmla="*/ 4 w 9"/>
                  <a:gd name="T33" fmla="*/ 0 h 8"/>
                  <a:gd name="T34" fmla="*/ 3 w 9"/>
                  <a:gd name="T35" fmla="*/ 0 h 8"/>
                  <a:gd name="T36" fmla="*/ 3 w 9"/>
                  <a:gd name="T37" fmla="*/ 1 h 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9"/>
                  <a:gd name="T58" fmla="*/ 0 h 8"/>
                  <a:gd name="T59" fmla="*/ 9 w 9"/>
                  <a:gd name="T60" fmla="*/ 8 h 8"/>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9" h="8">
                    <a:moveTo>
                      <a:pt x="3" y="1"/>
                    </a:moveTo>
                    <a:lnTo>
                      <a:pt x="1" y="3"/>
                    </a:lnTo>
                    <a:lnTo>
                      <a:pt x="0" y="4"/>
                    </a:lnTo>
                    <a:lnTo>
                      <a:pt x="1" y="5"/>
                    </a:lnTo>
                    <a:lnTo>
                      <a:pt x="3" y="7"/>
                    </a:lnTo>
                    <a:lnTo>
                      <a:pt x="4" y="8"/>
                    </a:lnTo>
                    <a:lnTo>
                      <a:pt x="7" y="8"/>
                    </a:lnTo>
                    <a:lnTo>
                      <a:pt x="7" y="7"/>
                    </a:lnTo>
                    <a:lnTo>
                      <a:pt x="9" y="5"/>
                    </a:lnTo>
                    <a:lnTo>
                      <a:pt x="9" y="4"/>
                    </a:lnTo>
                    <a:lnTo>
                      <a:pt x="9" y="3"/>
                    </a:lnTo>
                    <a:lnTo>
                      <a:pt x="9" y="1"/>
                    </a:lnTo>
                    <a:lnTo>
                      <a:pt x="7" y="0"/>
                    </a:lnTo>
                    <a:lnTo>
                      <a:pt x="6" y="0"/>
                    </a:lnTo>
                    <a:lnTo>
                      <a:pt x="4" y="0"/>
                    </a:lnTo>
                    <a:lnTo>
                      <a:pt x="3" y="0"/>
                    </a:lnTo>
                    <a:lnTo>
                      <a:pt x="3"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26" name="Freeform 168"/>
              <p:cNvSpPr>
                <a:spLocks/>
              </p:cNvSpPr>
              <p:nvPr/>
            </p:nvSpPr>
            <p:spPr bwMode="auto">
              <a:xfrm>
                <a:off x="3624" y="1851"/>
                <a:ext cx="9" cy="9"/>
              </a:xfrm>
              <a:custGeom>
                <a:avLst/>
                <a:gdLst>
                  <a:gd name="T0" fmla="*/ 3 w 9"/>
                  <a:gd name="T1" fmla="*/ 0 h 9"/>
                  <a:gd name="T2" fmla="*/ 2 w 9"/>
                  <a:gd name="T3" fmla="*/ 2 h 9"/>
                  <a:gd name="T4" fmla="*/ 0 w 9"/>
                  <a:gd name="T5" fmla="*/ 3 h 9"/>
                  <a:gd name="T6" fmla="*/ 0 w 9"/>
                  <a:gd name="T7" fmla="*/ 5 h 9"/>
                  <a:gd name="T8" fmla="*/ 2 w 9"/>
                  <a:gd name="T9" fmla="*/ 6 h 9"/>
                  <a:gd name="T10" fmla="*/ 3 w 9"/>
                  <a:gd name="T11" fmla="*/ 8 h 9"/>
                  <a:gd name="T12" fmla="*/ 4 w 9"/>
                  <a:gd name="T13" fmla="*/ 9 h 9"/>
                  <a:gd name="T14" fmla="*/ 6 w 9"/>
                  <a:gd name="T15" fmla="*/ 9 h 9"/>
                  <a:gd name="T16" fmla="*/ 7 w 9"/>
                  <a:gd name="T17" fmla="*/ 8 h 9"/>
                  <a:gd name="T18" fmla="*/ 7 w 9"/>
                  <a:gd name="T19" fmla="*/ 8 h 9"/>
                  <a:gd name="T20" fmla="*/ 9 w 9"/>
                  <a:gd name="T21" fmla="*/ 6 h 9"/>
                  <a:gd name="T22" fmla="*/ 9 w 9"/>
                  <a:gd name="T23" fmla="*/ 5 h 9"/>
                  <a:gd name="T24" fmla="*/ 9 w 9"/>
                  <a:gd name="T25" fmla="*/ 3 h 9"/>
                  <a:gd name="T26" fmla="*/ 9 w 9"/>
                  <a:gd name="T27" fmla="*/ 2 h 9"/>
                  <a:gd name="T28" fmla="*/ 7 w 9"/>
                  <a:gd name="T29" fmla="*/ 0 h 9"/>
                  <a:gd name="T30" fmla="*/ 6 w 9"/>
                  <a:gd name="T31" fmla="*/ 0 h 9"/>
                  <a:gd name="T32" fmla="*/ 4 w 9"/>
                  <a:gd name="T33" fmla="*/ 0 h 9"/>
                  <a:gd name="T34" fmla="*/ 3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3" y="0"/>
                    </a:moveTo>
                    <a:lnTo>
                      <a:pt x="2" y="2"/>
                    </a:lnTo>
                    <a:lnTo>
                      <a:pt x="0" y="3"/>
                    </a:lnTo>
                    <a:lnTo>
                      <a:pt x="0" y="5"/>
                    </a:lnTo>
                    <a:lnTo>
                      <a:pt x="2" y="6"/>
                    </a:lnTo>
                    <a:lnTo>
                      <a:pt x="3" y="8"/>
                    </a:lnTo>
                    <a:lnTo>
                      <a:pt x="4" y="9"/>
                    </a:lnTo>
                    <a:lnTo>
                      <a:pt x="6" y="9"/>
                    </a:lnTo>
                    <a:lnTo>
                      <a:pt x="7" y="8"/>
                    </a:lnTo>
                    <a:lnTo>
                      <a:pt x="9" y="6"/>
                    </a:lnTo>
                    <a:lnTo>
                      <a:pt x="9" y="5"/>
                    </a:lnTo>
                    <a:lnTo>
                      <a:pt x="9" y="3"/>
                    </a:lnTo>
                    <a:lnTo>
                      <a:pt x="9" y="2"/>
                    </a:lnTo>
                    <a:lnTo>
                      <a:pt x="7" y="0"/>
                    </a:lnTo>
                    <a:lnTo>
                      <a:pt x="6" y="0"/>
                    </a:lnTo>
                    <a:lnTo>
                      <a:pt x="4"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27" name="Freeform 169"/>
              <p:cNvSpPr>
                <a:spLocks/>
              </p:cNvSpPr>
              <p:nvPr/>
            </p:nvSpPr>
            <p:spPr bwMode="auto">
              <a:xfrm>
                <a:off x="3637" y="1840"/>
                <a:ext cx="9" cy="9"/>
              </a:xfrm>
              <a:custGeom>
                <a:avLst/>
                <a:gdLst>
                  <a:gd name="T0" fmla="*/ 3 w 9"/>
                  <a:gd name="T1" fmla="*/ 0 h 9"/>
                  <a:gd name="T2" fmla="*/ 2 w 9"/>
                  <a:gd name="T3" fmla="*/ 1 h 9"/>
                  <a:gd name="T4" fmla="*/ 0 w 9"/>
                  <a:gd name="T5" fmla="*/ 3 h 9"/>
                  <a:gd name="T6" fmla="*/ 0 w 9"/>
                  <a:gd name="T7" fmla="*/ 4 h 9"/>
                  <a:gd name="T8" fmla="*/ 2 w 9"/>
                  <a:gd name="T9" fmla="*/ 6 h 9"/>
                  <a:gd name="T10" fmla="*/ 3 w 9"/>
                  <a:gd name="T11" fmla="*/ 7 h 9"/>
                  <a:gd name="T12" fmla="*/ 4 w 9"/>
                  <a:gd name="T13" fmla="*/ 9 h 9"/>
                  <a:gd name="T14" fmla="*/ 6 w 9"/>
                  <a:gd name="T15" fmla="*/ 9 h 9"/>
                  <a:gd name="T16" fmla="*/ 7 w 9"/>
                  <a:gd name="T17" fmla="*/ 7 h 9"/>
                  <a:gd name="T18" fmla="*/ 7 w 9"/>
                  <a:gd name="T19" fmla="*/ 7 h 9"/>
                  <a:gd name="T20" fmla="*/ 9 w 9"/>
                  <a:gd name="T21" fmla="*/ 6 h 9"/>
                  <a:gd name="T22" fmla="*/ 9 w 9"/>
                  <a:gd name="T23" fmla="*/ 4 h 9"/>
                  <a:gd name="T24" fmla="*/ 9 w 9"/>
                  <a:gd name="T25" fmla="*/ 3 h 9"/>
                  <a:gd name="T26" fmla="*/ 9 w 9"/>
                  <a:gd name="T27" fmla="*/ 1 h 9"/>
                  <a:gd name="T28" fmla="*/ 7 w 9"/>
                  <a:gd name="T29" fmla="*/ 0 h 9"/>
                  <a:gd name="T30" fmla="*/ 6 w 9"/>
                  <a:gd name="T31" fmla="*/ 0 h 9"/>
                  <a:gd name="T32" fmla="*/ 4 w 9"/>
                  <a:gd name="T33" fmla="*/ 0 h 9"/>
                  <a:gd name="T34" fmla="*/ 3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3" y="0"/>
                    </a:moveTo>
                    <a:lnTo>
                      <a:pt x="2" y="1"/>
                    </a:lnTo>
                    <a:lnTo>
                      <a:pt x="0" y="3"/>
                    </a:lnTo>
                    <a:lnTo>
                      <a:pt x="0" y="4"/>
                    </a:lnTo>
                    <a:lnTo>
                      <a:pt x="2" y="6"/>
                    </a:lnTo>
                    <a:lnTo>
                      <a:pt x="3" y="7"/>
                    </a:lnTo>
                    <a:lnTo>
                      <a:pt x="4" y="9"/>
                    </a:lnTo>
                    <a:lnTo>
                      <a:pt x="6" y="9"/>
                    </a:lnTo>
                    <a:lnTo>
                      <a:pt x="7" y="7"/>
                    </a:lnTo>
                    <a:lnTo>
                      <a:pt x="9" y="6"/>
                    </a:lnTo>
                    <a:lnTo>
                      <a:pt x="9" y="4"/>
                    </a:lnTo>
                    <a:lnTo>
                      <a:pt x="9" y="3"/>
                    </a:lnTo>
                    <a:lnTo>
                      <a:pt x="9" y="1"/>
                    </a:lnTo>
                    <a:lnTo>
                      <a:pt x="7" y="0"/>
                    </a:lnTo>
                    <a:lnTo>
                      <a:pt x="6" y="0"/>
                    </a:lnTo>
                    <a:lnTo>
                      <a:pt x="4"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28" name="Freeform 170"/>
              <p:cNvSpPr>
                <a:spLocks/>
              </p:cNvSpPr>
              <p:nvPr/>
            </p:nvSpPr>
            <p:spPr bwMode="auto">
              <a:xfrm>
                <a:off x="3650" y="1828"/>
                <a:ext cx="9" cy="9"/>
              </a:xfrm>
              <a:custGeom>
                <a:avLst/>
                <a:gdLst>
                  <a:gd name="T0" fmla="*/ 3 w 9"/>
                  <a:gd name="T1" fmla="*/ 0 h 9"/>
                  <a:gd name="T2" fmla="*/ 2 w 9"/>
                  <a:gd name="T3" fmla="*/ 2 h 9"/>
                  <a:gd name="T4" fmla="*/ 0 w 9"/>
                  <a:gd name="T5" fmla="*/ 3 h 9"/>
                  <a:gd name="T6" fmla="*/ 0 w 9"/>
                  <a:gd name="T7" fmla="*/ 5 h 9"/>
                  <a:gd name="T8" fmla="*/ 2 w 9"/>
                  <a:gd name="T9" fmla="*/ 6 h 9"/>
                  <a:gd name="T10" fmla="*/ 3 w 9"/>
                  <a:gd name="T11" fmla="*/ 8 h 9"/>
                  <a:gd name="T12" fmla="*/ 5 w 9"/>
                  <a:gd name="T13" fmla="*/ 9 h 9"/>
                  <a:gd name="T14" fmla="*/ 6 w 9"/>
                  <a:gd name="T15" fmla="*/ 9 h 9"/>
                  <a:gd name="T16" fmla="*/ 7 w 9"/>
                  <a:gd name="T17" fmla="*/ 8 h 9"/>
                  <a:gd name="T18" fmla="*/ 7 w 9"/>
                  <a:gd name="T19" fmla="*/ 8 h 9"/>
                  <a:gd name="T20" fmla="*/ 9 w 9"/>
                  <a:gd name="T21" fmla="*/ 6 h 9"/>
                  <a:gd name="T22" fmla="*/ 9 w 9"/>
                  <a:gd name="T23" fmla="*/ 5 h 9"/>
                  <a:gd name="T24" fmla="*/ 9 w 9"/>
                  <a:gd name="T25" fmla="*/ 3 h 9"/>
                  <a:gd name="T26" fmla="*/ 9 w 9"/>
                  <a:gd name="T27" fmla="*/ 2 h 9"/>
                  <a:gd name="T28" fmla="*/ 7 w 9"/>
                  <a:gd name="T29" fmla="*/ 0 h 9"/>
                  <a:gd name="T30" fmla="*/ 6 w 9"/>
                  <a:gd name="T31" fmla="*/ 0 h 9"/>
                  <a:gd name="T32" fmla="*/ 5 w 9"/>
                  <a:gd name="T33" fmla="*/ 0 h 9"/>
                  <a:gd name="T34" fmla="*/ 3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3" y="0"/>
                    </a:moveTo>
                    <a:lnTo>
                      <a:pt x="2" y="2"/>
                    </a:lnTo>
                    <a:lnTo>
                      <a:pt x="0" y="3"/>
                    </a:lnTo>
                    <a:lnTo>
                      <a:pt x="0" y="5"/>
                    </a:lnTo>
                    <a:lnTo>
                      <a:pt x="2" y="6"/>
                    </a:lnTo>
                    <a:lnTo>
                      <a:pt x="3" y="8"/>
                    </a:lnTo>
                    <a:lnTo>
                      <a:pt x="5" y="9"/>
                    </a:lnTo>
                    <a:lnTo>
                      <a:pt x="6" y="9"/>
                    </a:lnTo>
                    <a:lnTo>
                      <a:pt x="7" y="8"/>
                    </a:lnTo>
                    <a:lnTo>
                      <a:pt x="9" y="6"/>
                    </a:lnTo>
                    <a:lnTo>
                      <a:pt x="9" y="5"/>
                    </a:lnTo>
                    <a:lnTo>
                      <a:pt x="9" y="3"/>
                    </a:lnTo>
                    <a:lnTo>
                      <a:pt x="9" y="2"/>
                    </a:lnTo>
                    <a:lnTo>
                      <a:pt x="7" y="0"/>
                    </a:lnTo>
                    <a:lnTo>
                      <a:pt x="6" y="0"/>
                    </a:lnTo>
                    <a:lnTo>
                      <a:pt x="5"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29" name="Freeform 171"/>
              <p:cNvSpPr>
                <a:spLocks/>
              </p:cNvSpPr>
              <p:nvPr/>
            </p:nvSpPr>
            <p:spPr bwMode="auto">
              <a:xfrm>
                <a:off x="3663" y="1817"/>
                <a:ext cx="9" cy="8"/>
              </a:xfrm>
              <a:custGeom>
                <a:avLst/>
                <a:gdLst>
                  <a:gd name="T0" fmla="*/ 3 w 9"/>
                  <a:gd name="T1" fmla="*/ 0 h 8"/>
                  <a:gd name="T2" fmla="*/ 2 w 9"/>
                  <a:gd name="T3" fmla="*/ 1 h 8"/>
                  <a:gd name="T4" fmla="*/ 0 w 9"/>
                  <a:gd name="T5" fmla="*/ 3 h 8"/>
                  <a:gd name="T6" fmla="*/ 0 w 9"/>
                  <a:gd name="T7" fmla="*/ 4 h 8"/>
                  <a:gd name="T8" fmla="*/ 2 w 9"/>
                  <a:gd name="T9" fmla="*/ 5 h 8"/>
                  <a:gd name="T10" fmla="*/ 3 w 9"/>
                  <a:gd name="T11" fmla="*/ 7 h 8"/>
                  <a:gd name="T12" fmla="*/ 5 w 9"/>
                  <a:gd name="T13" fmla="*/ 8 h 8"/>
                  <a:gd name="T14" fmla="*/ 6 w 9"/>
                  <a:gd name="T15" fmla="*/ 8 h 8"/>
                  <a:gd name="T16" fmla="*/ 8 w 9"/>
                  <a:gd name="T17" fmla="*/ 7 h 8"/>
                  <a:gd name="T18" fmla="*/ 8 w 9"/>
                  <a:gd name="T19" fmla="*/ 7 h 8"/>
                  <a:gd name="T20" fmla="*/ 9 w 9"/>
                  <a:gd name="T21" fmla="*/ 5 h 8"/>
                  <a:gd name="T22" fmla="*/ 9 w 9"/>
                  <a:gd name="T23" fmla="*/ 4 h 8"/>
                  <a:gd name="T24" fmla="*/ 9 w 9"/>
                  <a:gd name="T25" fmla="*/ 3 h 8"/>
                  <a:gd name="T26" fmla="*/ 9 w 9"/>
                  <a:gd name="T27" fmla="*/ 1 h 8"/>
                  <a:gd name="T28" fmla="*/ 8 w 9"/>
                  <a:gd name="T29" fmla="*/ 0 h 8"/>
                  <a:gd name="T30" fmla="*/ 6 w 9"/>
                  <a:gd name="T31" fmla="*/ 0 h 8"/>
                  <a:gd name="T32" fmla="*/ 5 w 9"/>
                  <a:gd name="T33" fmla="*/ 0 h 8"/>
                  <a:gd name="T34" fmla="*/ 3 w 9"/>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3" y="0"/>
                    </a:moveTo>
                    <a:lnTo>
                      <a:pt x="2" y="1"/>
                    </a:lnTo>
                    <a:lnTo>
                      <a:pt x="0" y="3"/>
                    </a:lnTo>
                    <a:lnTo>
                      <a:pt x="0" y="4"/>
                    </a:lnTo>
                    <a:lnTo>
                      <a:pt x="2" y="5"/>
                    </a:lnTo>
                    <a:lnTo>
                      <a:pt x="3" y="7"/>
                    </a:lnTo>
                    <a:lnTo>
                      <a:pt x="5" y="8"/>
                    </a:lnTo>
                    <a:lnTo>
                      <a:pt x="6" y="8"/>
                    </a:lnTo>
                    <a:lnTo>
                      <a:pt x="8" y="7"/>
                    </a:lnTo>
                    <a:lnTo>
                      <a:pt x="9" y="5"/>
                    </a:lnTo>
                    <a:lnTo>
                      <a:pt x="9" y="4"/>
                    </a:lnTo>
                    <a:lnTo>
                      <a:pt x="9" y="3"/>
                    </a:lnTo>
                    <a:lnTo>
                      <a:pt x="9" y="1"/>
                    </a:lnTo>
                    <a:lnTo>
                      <a:pt x="8" y="0"/>
                    </a:lnTo>
                    <a:lnTo>
                      <a:pt x="6" y="0"/>
                    </a:lnTo>
                    <a:lnTo>
                      <a:pt x="5"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30" name="Freeform 172"/>
              <p:cNvSpPr>
                <a:spLocks/>
              </p:cNvSpPr>
              <p:nvPr/>
            </p:nvSpPr>
            <p:spPr bwMode="auto">
              <a:xfrm>
                <a:off x="3678" y="1805"/>
                <a:ext cx="9" cy="9"/>
              </a:xfrm>
              <a:custGeom>
                <a:avLst/>
                <a:gdLst>
                  <a:gd name="T0" fmla="*/ 1 w 9"/>
                  <a:gd name="T1" fmla="*/ 0 h 9"/>
                  <a:gd name="T2" fmla="*/ 0 w 9"/>
                  <a:gd name="T3" fmla="*/ 1 h 9"/>
                  <a:gd name="T4" fmla="*/ 0 w 9"/>
                  <a:gd name="T5" fmla="*/ 3 h 9"/>
                  <a:gd name="T6" fmla="*/ 0 w 9"/>
                  <a:gd name="T7" fmla="*/ 4 h 9"/>
                  <a:gd name="T8" fmla="*/ 0 w 9"/>
                  <a:gd name="T9" fmla="*/ 6 h 9"/>
                  <a:gd name="T10" fmla="*/ 1 w 9"/>
                  <a:gd name="T11" fmla="*/ 7 h 9"/>
                  <a:gd name="T12" fmla="*/ 3 w 9"/>
                  <a:gd name="T13" fmla="*/ 9 h 9"/>
                  <a:gd name="T14" fmla="*/ 4 w 9"/>
                  <a:gd name="T15" fmla="*/ 9 h 9"/>
                  <a:gd name="T16" fmla="*/ 6 w 9"/>
                  <a:gd name="T17" fmla="*/ 7 h 9"/>
                  <a:gd name="T18" fmla="*/ 6 w 9"/>
                  <a:gd name="T19" fmla="*/ 7 h 9"/>
                  <a:gd name="T20" fmla="*/ 7 w 9"/>
                  <a:gd name="T21" fmla="*/ 6 h 9"/>
                  <a:gd name="T22" fmla="*/ 9 w 9"/>
                  <a:gd name="T23" fmla="*/ 4 h 9"/>
                  <a:gd name="T24" fmla="*/ 9 w 9"/>
                  <a:gd name="T25" fmla="*/ 3 h 9"/>
                  <a:gd name="T26" fmla="*/ 7 w 9"/>
                  <a:gd name="T27" fmla="*/ 1 h 9"/>
                  <a:gd name="T28" fmla="*/ 6 w 9"/>
                  <a:gd name="T29" fmla="*/ 0 h 9"/>
                  <a:gd name="T30" fmla="*/ 4 w 9"/>
                  <a:gd name="T31" fmla="*/ 0 h 9"/>
                  <a:gd name="T32" fmla="*/ 3 w 9"/>
                  <a:gd name="T33" fmla="*/ 0 h 9"/>
                  <a:gd name="T34" fmla="*/ 1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1" y="0"/>
                    </a:moveTo>
                    <a:lnTo>
                      <a:pt x="0" y="1"/>
                    </a:lnTo>
                    <a:lnTo>
                      <a:pt x="0" y="3"/>
                    </a:lnTo>
                    <a:lnTo>
                      <a:pt x="0" y="4"/>
                    </a:lnTo>
                    <a:lnTo>
                      <a:pt x="0" y="6"/>
                    </a:lnTo>
                    <a:lnTo>
                      <a:pt x="1" y="7"/>
                    </a:lnTo>
                    <a:lnTo>
                      <a:pt x="3" y="9"/>
                    </a:lnTo>
                    <a:lnTo>
                      <a:pt x="4" y="9"/>
                    </a:lnTo>
                    <a:lnTo>
                      <a:pt x="6" y="7"/>
                    </a:lnTo>
                    <a:lnTo>
                      <a:pt x="7" y="6"/>
                    </a:lnTo>
                    <a:lnTo>
                      <a:pt x="9" y="4"/>
                    </a:lnTo>
                    <a:lnTo>
                      <a:pt x="9" y="3"/>
                    </a:lnTo>
                    <a:lnTo>
                      <a:pt x="7" y="1"/>
                    </a:lnTo>
                    <a:lnTo>
                      <a:pt x="6" y="0"/>
                    </a:lnTo>
                    <a:lnTo>
                      <a:pt x="4" y="0"/>
                    </a:lnTo>
                    <a:lnTo>
                      <a:pt x="3" y="0"/>
                    </a:lnTo>
                    <a:lnTo>
                      <a:pt x="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31" name="Freeform 173"/>
              <p:cNvSpPr>
                <a:spLocks/>
              </p:cNvSpPr>
              <p:nvPr/>
            </p:nvSpPr>
            <p:spPr bwMode="auto">
              <a:xfrm>
                <a:off x="3691" y="1795"/>
                <a:ext cx="9" cy="9"/>
              </a:xfrm>
              <a:custGeom>
                <a:avLst/>
                <a:gdLst>
                  <a:gd name="T0" fmla="*/ 1 w 9"/>
                  <a:gd name="T1" fmla="*/ 0 h 9"/>
                  <a:gd name="T2" fmla="*/ 0 w 9"/>
                  <a:gd name="T3" fmla="*/ 1 h 9"/>
                  <a:gd name="T4" fmla="*/ 0 w 9"/>
                  <a:gd name="T5" fmla="*/ 3 h 9"/>
                  <a:gd name="T6" fmla="*/ 0 w 9"/>
                  <a:gd name="T7" fmla="*/ 4 h 9"/>
                  <a:gd name="T8" fmla="*/ 0 w 9"/>
                  <a:gd name="T9" fmla="*/ 6 h 9"/>
                  <a:gd name="T10" fmla="*/ 1 w 9"/>
                  <a:gd name="T11" fmla="*/ 7 h 9"/>
                  <a:gd name="T12" fmla="*/ 3 w 9"/>
                  <a:gd name="T13" fmla="*/ 9 h 9"/>
                  <a:gd name="T14" fmla="*/ 4 w 9"/>
                  <a:gd name="T15" fmla="*/ 9 h 9"/>
                  <a:gd name="T16" fmla="*/ 6 w 9"/>
                  <a:gd name="T17" fmla="*/ 7 h 9"/>
                  <a:gd name="T18" fmla="*/ 6 w 9"/>
                  <a:gd name="T19" fmla="*/ 7 h 9"/>
                  <a:gd name="T20" fmla="*/ 7 w 9"/>
                  <a:gd name="T21" fmla="*/ 6 h 9"/>
                  <a:gd name="T22" fmla="*/ 9 w 9"/>
                  <a:gd name="T23" fmla="*/ 4 h 9"/>
                  <a:gd name="T24" fmla="*/ 9 w 9"/>
                  <a:gd name="T25" fmla="*/ 3 h 9"/>
                  <a:gd name="T26" fmla="*/ 7 w 9"/>
                  <a:gd name="T27" fmla="*/ 1 h 9"/>
                  <a:gd name="T28" fmla="*/ 6 w 9"/>
                  <a:gd name="T29" fmla="*/ 0 h 9"/>
                  <a:gd name="T30" fmla="*/ 4 w 9"/>
                  <a:gd name="T31" fmla="*/ 0 h 9"/>
                  <a:gd name="T32" fmla="*/ 3 w 9"/>
                  <a:gd name="T33" fmla="*/ 0 h 9"/>
                  <a:gd name="T34" fmla="*/ 1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1" y="0"/>
                    </a:moveTo>
                    <a:lnTo>
                      <a:pt x="0" y="1"/>
                    </a:lnTo>
                    <a:lnTo>
                      <a:pt x="0" y="3"/>
                    </a:lnTo>
                    <a:lnTo>
                      <a:pt x="0" y="4"/>
                    </a:lnTo>
                    <a:lnTo>
                      <a:pt x="0" y="6"/>
                    </a:lnTo>
                    <a:lnTo>
                      <a:pt x="1" y="7"/>
                    </a:lnTo>
                    <a:lnTo>
                      <a:pt x="3" y="9"/>
                    </a:lnTo>
                    <a:lnTo>
                      <a:pt x="4" y="9"/>
                    </a:lnTo>
                    <a:lnTo>
                      <a:pt x="6" y="7"/>
                    </a:lnTo>
                    <a:lnTo>
                      <a:pt x="7" y="6"/>
                    </a:lnTo>
                    <a:lnTo>
                      <a:pt x="9" y="4"/>
                    </a:lnTo>
                    <a:lnTo>
                      <a:pt x="9" y="3"/>
                    </a:lnTo>
                    <a:lnTo>
                      <a:pt x="7" y="1"/>
                    </a:lnTo>
                    <a:lnTo>
                      <a:pt x="6" y="0"/>
                    </a:lnTo>
                    <a:lnTo>
                      <a:pt x="4" y="0"/>
                    </a:lnTo>
                    <a:lnTo>
                      <a:pt x="3" y="0"/>
                    </a:lnTo>
                    <a:lnTo>
                      <a:pt x="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32" name="Freeform 174"/>
              <p:cNvSpPr>
                <a:spLocks/>
              </p:cNvSpPr>
              <p:nvPr/>
            </p:nvSpPr>
            <p:spPr bwMode="auto">
              <a:xfrm>
                <a:off x="3705" y="1783"/>
                <a:ext cx="9" cy="9"/>
              </a:xfrm>
              <a:custGeom>
                <a:avLst/>
                <a:gdLst>
                  <a:gd name="T0" fmla="*/ 2 w 9"/>
                  <a:gd name="T1" fmla="*/ 2 h 9"/>
                  <a:gd name="T2" fmla="*/ 0 w 9"/>
                  <a:gd name="T3" fmla="*/ 3 h 9"/>
                  <a:gd name="T4" fmla="*/ 0 w 9"/>
                  <a:gd name="T5" fmla="*/ 5 h 9"/>
                  <a:gd name="T6" fmla="*/ 0 w 9"/>
                  <a:gd name="T7" fmla="*/ 6 h 9"/>
                  <a:gd name="T8" fmla="*/ 0 w 9"/>
                  <a:gd name="T9" fmla="*/ 7 h 9"/>
                  <a:gd name="T10" fmla="*/ 2 w 9"/>
                  <a:gd name="T11" fmla="*/ 9 h 9"/>
                  <a:gd name="T12" fmla="*/ 3 w 9"/>
                  <a:gd name="T13" fmla="*/ 9 h 9"/>
                  <a:gd name="T14" fmla="*/ 5 w 9"/>
                  <a:gd name="T15" fmla="*/ 9 h 9"/>
                  <a:gd name="T16" fmla="*/ 6 w 9"/>
                  <a:gd name="T17" fmla="*/ 9 h 9"/>
                  <a:gd name="T18" fmla="*/ 6 w 9"/>
                  <a:gd name="T19" fmla="*/ 9 h 9"/>
                  <a:gd name="T20" fmla="*/ 8 w 9"/>
                  <a:gd name="T21" fmla="*/ 7 h 9"/>
                  <a:gd name="T22" fmla="*/ 9 w 9"/>
                  <a:gd name="T23" fmla="*/ 6 h 9"/>
                  <a:gd name="T24" fmla="*/ 9 w 9"/>
                  <a:gd name="T25" fmla="*/ 5 h 9"/>
                  <a:gd name="T26" fmla="*/ 8 w 9"/>
                  <a:gd name="T27" fmla="*/ 3 h 9"/>
                  <a:gd name="T28" fmla="*/ 6 w 9"/>
                  <a:gd name="T29" fmla="*/ 2 h 9"/>
                  <a:gd name="T30" fmla="*/ 5 w 9"/>
                  <a:gd name="T31" fmla="*/ 0 h 9"/>
                  <a:gd name="T32" fmla="*/ 3 w 9"/>
                  <a:gd name="T33" fmla="*/ 0 h 9"/>
                  <a:gd name="T34" fmla="*/ 2 w 9"/>
                  <a:gd name="T35" fmla="*/ 2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2" y="2"/>
                    </a:moveTo>
                    <a:lnTo>
                      <a:pt x="0" y="3"/>
                    </a:lnTo>
                    <a:lnTo>
                      <a:pt x="0" y="5"/>
                    </a:lnTo>
                    <a:lnTo>
                      <a:pt x="0" y="6"/>
                    </a:lnTo>
                    <a:lnTo>
                      <a:pt x="0" y="7"/>
                    </a:lnTo>
                    <a:lnTo>
                      <a:pt x="2" y="9"/>
                    </a:lnTo>
                    <a:lnTo>
                      <a:pt x="3" y="9"/>
                    </a:lnTo>
                    <a:lnTo>
                      <a:pt x="5" y="9"/>
                    </a:lnTo>
                    <a:lnTo>
                      <a:pt x="6" y="9"/>
                    </a:lnTo>
                    <a:lnTo>
                      <a:pt x="8" y="7"/>
                    </a:lnTo>
                    <a:lnTo>
                      <a:pt x="9" y="6"/>
                    </a:lnTo>
                    <a:lnTo>
                      <a:pt x="9" y="5"/>
                    </a:lnTo>
                    <a:lnTo>
                      <a:pt x="8" y="3"/>
                    </a:lnTo>
                    <a:lnTo>
                      <a:pt x="6" y="2"/>
                    </a:lnTo>
                    <a:lnTo>
                      <a:pt x="5" y="0"/>
                    </a:lnTo>
                    <a:lnTo>
                      <a:pt x="3" y="0"/>
                    </a:lnTo>
                    <a:lnTo>
                      <a:pt x="2"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33" name="Freeform 175"/>
              <p:cNvSpPr>
                <a:spLocks/>
              </p:cNvSpPr>
              <p:nvPr/>
            </p:nvSpPr>
            <p:spPr bwMode="auto">
              <a:xfrm>
                <a:off x="3720" y="1774"/>
                <a:ext cx="9" cy="9"/>
              </a:xfrm>
              <a:custGeom>
                <a:avLst/>
                <a:gdLst>
                  <a:gd name="T0" fmla="*/ 1 w 9"/>
                  <a:gd name="T1" fmla="*/ 0 h 9"/>
                  <a:gd name="T2" fmla="*/ 0 w 9"/>
                  <a:gd name="T3" fmla="*/ 2 h 9"/>
                  <a:gd name="T4" fmla="*/ 0 w 9"/>
                  <a:gd name="T5" fmla="*/ 3 h 9"/>
                  <a:gd name="T6" fmla="*/ 0 w 9"/>
                  <a:gd name="T7" fmla="*/ 5 h 9"/>
                  <a:gd name="T8" fmla="*/ 0 w 9"/>
                  <a:gd name="T9" fmla="*/ 6 h 9"/>
                  <a:gd name="T10" fmla="*/ 1 w 9"/>
                  <a:gd name="T11" fmla="*/ 8 h 9"/>
                  <a:gd name="T12" fmla="*/ 3 w 9"/>
                  <a:gd name="T13" fmla="*/ 9 h 9"/>
                  <a:gd name="T14" fmla="*/ 4 w 9"/>
                  <a:gd name="T15" fmla="*/ 9 h 9"/>
                  <a:gd name="T16" fmla="*/ 6 w 9"/>
                  <a:gd name="T17" fmla="*/ 8 h 9"/>
                  <a:gd name="T18" fmla="*/ 6 w 9"/>
                  <a:gd name="T19" fmla="*/ 8 h 9"/>
                  <a:gd name="T20" fmla="*/ 7 w 9"/>
                  <a:gd name="T21" fmla="*/ 6 h 9"/>
                  <a:gd name="T22" fmla="*/ 9 w 9"/>
                  <a:gd name="T23" fmla="*/ 5 h 9"/>
                  <a:gd name="T24" fmla="*/ 9 w 9"/>
                  <a:gd name="T25" fmla="*/ 3 h 9"/>
                  <a:gd name="T26" fmla="*/ 7 w 9"/>
                  <a:gd name="T27" fmla="*/ 2 h 9"/>
                  <a:gd name="T28" fmla="*/ 6 w 9"/>
                  <a:gd name="T29" fmla="*/ 0 h 9"/>
                  <a:gd name="T30" fmla="*/ 4 w 9"/>
                  <a:gd name="T31" fmla="*/ 0 h 9"/>
                  <a:gd name="T32" fmla="*/ 3 w 9"/>
                  <a:gd name="T33" fmla="*/ 0 h 9"/>
                  <a:gd name="T34" fmla="*/ 1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1" y="0"/>
                    </a:moveTo>
                    <a:lnTo>
                      <a:pt x="0" y="2"/>
                    </a:lnTo>
                    <a:lnTo>
                      <a:pt x="0" y="3"/>
                    </a:lnTo>
                    <a:lnTo>
                      <a:pt x="0" y="5"/>
                    </a:lnTo>
                    <a:lnTo>
                      <a:pt x="0" y="6"/>
                    </a:lnTo>
                    <a:lnTo>
                      <a:pt x="1" y="8"/>
                    </a:lnTo>
                    <a:lnTo>
                      <a:pt x="3" y="9"/>
                    </a:lnTo>
                    <a:lnTo>
                      <a:pt x="4" y="9"/>
                    </a:lnTo>
                    <a:lnTo>
                      <a:pt x="6" y="8"/>
                    </a:lnTo>
                    <a:lnTo>
                      <a:pt x="7" y="6"/>
                    </a:lnTo>
                    <a:lnTo>
                      <a:pt x="9" y="5"/>
                    </a:lnTo>
                    <a:lnTo>
                      <a:pt x="9" y="3"/>
                    </a:lnTo>
                    <a:lnTo>
                      <a:pt x="7" y="2"/>
                    </a:lnTo>
                    <a:lnTo>
                      <a:pt x="6" y="0"/>
                    </a:lnTo>
                    <a:lnTo>
                      <a:pt x="4" y="0"/>
                    </a:lnTo>
                    <a:lnTo>
                      <a:pt x="3" y="0"/>
                    </a:lnTo>
                    <a:lnTo>
                      <a:pt x="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34" name="Freeform 176"/>
              <p:cNvSpPr>
                <a:spLocks/>
              </p:cNvSpPr>
              <p:nvPr/>
            </p:nvSpPr>
            <p:spPr bwMode="auto">
              <a:xfrm>
                <a:off x="3734" y="1766"/>
                <a:ext cx="9" cy="8"/>
              </a:xfrm>
              <a:custGeom>
                <a:avLst/>
                <a:gdLst>
                  <a:gd name="T0" fmla="*/ 3 w 9"/>
                  <a:gd name="T1" fmla="*/ 0 h 8"/>
                  <a:gd name="T2" fmla="*/ 2 w 9"/>
                  <a:gd name="T3" fmla="*/ 0 h 8"/>
                  <a:gd name="T4" fmla="*/ 0 w 9"/>
                  <a:gd name="T5" fmla="*/ 1 h 8"/>
                  <a:gd name="T6" fmla="*/ 0 w 9"/>
                  <a:gd name="T7" fmla="*/ 3 h 8"/>
                  <a:gd name="T8" fmla="*/ 0 w 9"/>
                  <a:gd name="T9" fmla="*/ 4 h 8"/>
                  <a:gd name="T10" fmla="*/ 0 w 9"/>
                  <a:gd name="T11" fmla="*/ 6 h 8"/>
                  <a:gd name="T12" fmla="*/ 2 w 9"/>
                  <a:gd name="T13" fmla="*/ 7 h 8"/>
                  <a:gd name="T14" fmla="*/ 3 w 9"/>
                  <a:gd name="T15" fmla="*/ 8 h 8"/>
                  <a:gd name="T16" fmla="*/ 5 w 9"/>
                  <a:gd name="T17" fmla="*/ 8 h 8"/>
                  <a:gd name="T18" fmla="*/ 5 w 9"/>
                  <a:gd name="T19" fmla="*/ 8 h 8"/>
                  <a:gd name="T20" fmla="*/ 6 w 9"/>
                  <a:gd name="T21" fmla="*/ 7 h 8"/>
                  <a:gd name="T22" fmla="*/ 8 w 9"/>
                  <a:gd name="T23" fmla="*/ 6 h 8"/>
                  <a:gd name="T24" fmla="*/ 9 w 9"/>
                  <a:gd name="T25" fmla="*/ 4 h 8"/>
                  <a:gd name="T26" fmla="*/ 9 w 9"/>
                  <a:gd name="T27" fmla="*/ 3 h 8"/>
                  <a:gd name="T28" fmla="*/ 8 w 9"/>
                  <a:gd name="T29" fmla="*/ 1 h 8"/>
                  <a:gd name="T30" fmla="*/ 6 w 9"/>
                  <a:gd name="T31" fmla="*/ 0 h 8"/>
                  <a:gd name="T32" fmla="*/ 5 w 9"/>
                  <a:gd name="T33" fmla="*/ 0 h 8"/>
                  <a:gd name="T34" fmla="*/ 3 w 9"/>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3" y="0"/>
                    </a:moveTo>
                    <a:lnTo>
                      <a:pt x="2" y="0"/>
                    </a:lnTo>
                    <a:lnTo>
                      <a:pt x="0" y="1"/>
                    </a:lnTo>
                    <a:lnTo>
                      <a:pt x="0" y="3"/>
                    </a:lnTo>
                    <a:lnTo>
                      <a:pt x="0" y="4"/>
                    </a:lnTo>
                    <a:lnTo>
                      <a:pt x="0" y="6"/>
                    </a:lnTo>
                    <a:lnTo>
                      <a:pt x="2" y="7"/>
                    </a:lnTo>
                    <a:lnTo>
                      <a:pt x="3" y="8"/>
                    </a:lnTo>
                    <a:lnTo>
                      <a:pt x="5" y="8"/>
                    </a:lnTo>
                    <a:lnTo>
                      <a:pt x="6" y="7"/>
                    </a:lnTo>
                    <a:lnTo>
                      <a:pt x="8" y="6"/>
                    </a:lnTo>
                    <a:lnTo>
                      <a:pt x="9" y="4"/>
                    </a:lnTo>
                    <a:lnTo>
                      <a:pt x="9" y="3"/>
                    </a:lnTo>
                    <a:lnTo>
                      <a:pt x="8" y="1"/>
                    </a:lnTo>
                    <a:lnTo>
                      <a:pt x="6" y="0"/>
                    </a:lnTo>
                    <a:lnTo>
                      <a:pt x="5"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35" name="Freeform 177"/>
              <p:cNvSpPr>
                <a:spLocks/>
              </p:cNvSpPr>
              <p:nvPr/>
            </p:nvSpPr>
            <p:spPr bwMode="auto">
              <a:xfrm>
                <a:off x="3750" y="1759"/>
                <a:ext cx="9" cy="8"/>
              </a:xfrm>
              <a:custGeom>
                <a:avLst/>
                <a:gdLst>
                  <a:gd name="T0" fmla="*/ 3 w 9"/>
                  <a:gd name="T1" fmla="*/ 0 h 8"/>
                  <a:gd name="T2" fmla="*/ 2 w 9"/>
                  <a:gd name="T3" fmla="*/ 0 h 8"/>
                  <a:gd name="T4" fmla="*/ 0 w 9"/>
                  <a:gd name="T5" fmla="*/ 1 h 8"/>
                  <a:gd name="T6" fmla="*/ 0 w 9"/>
                  <a:gd name="T7" fmla="*/ 2 h 8"/>
                  <a:gd name="T8" fmla="*/ 0 w 9"/>
                  <a:gd name="T9" fmla="*/ 4 h 8"/>
                  <a:gd name="T10" fmla="*/ 0 w 9"/>
                  <a:gd name="T11" fmla="*/ 5 h 8"/>
                  <a:gd name="T12" fmla="*/ 2 w 9"/>
                  <a:gd name="T13" fmla="*/ 7 h 8"/>
                  <a:gd name="T14" fmla="*/ 3 w 9"/>
                  <a:gd name="T15" fmla="*/ 8 h 8"/>
                  <a:gd name="T16" fmla="*/ 5 w 9"/>
                  <a:gd name="T17" fmla="*/ 8 h 8"/>
                  <a:gd name="T18" fmla="*/ 5 w 9"/>
                  <a:gd name="T19" fmla="*/ 8 h 8"/>
                  <a:gd name="T20" fmla="*/ 6 w 9"/>
                  <a:gd name="T21" fmla="*/ 7 h 8"/>
                  <a:gd name="T22" fmla="*/ 8 w 9"/>
                  <a:gd name="T23" fmla="*/ 5 h 8"/>
                  <a:gd name="T24" fmla="*/ 9 w 9"/>
                  <a:gd name="T25" fmla="*/ 4 h 8"/>
                  <a:gd name="T26" fmla="*/ 9 w 9"/>
                  <a:gd name="T27" fmla="*/ 2 h 8"/>
                  <a:gd name="T28" fmla="*/ 8 w 9"/>
                  <a:gd name="T29" fmla="*/ 1 h 8"/>
                  <a:gd name="T30" fmla="*/ 6 w 9"/>
                  <a:gd name="T31" fmla="*/ 0 h 8"/>
                  <a:gd name="T32" fmla="*/ 5 w 9"/>
                  <a:gd name="T33" fmla="*/ 0 h 8"/>
                  <a:gd name="T34" fmla="*/ 3 w 9"/>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3" y="0"/>
                    </a:moveTo>
                    <a:lnTo>
                      <a:pt x="2" y="0"/>
                    </a:lnTo>
                    <a:lnTo>
                      <a:pt x="0" y="1"/>
                    </a:lnTo>
                    <a:lnTo>
                      <a:pt x="0" y="2"/>
                    </a:lnTo>
                    <a:lnTo>
                      <a:pt x="0" y="4"/>
                    </a:lnTo>
                    <a:lnTo>
                      <a:pt x="0" y="5"/>
                    </a:lnTo>
                    <a:lnTo>
                      <a:pt x="2" y="7"/>
                    </a:lnTo>
                    <a:lnTo>
                      <a:pt x="3" y="8"/>
                    </a:lnTo>
                    <a:lnTo>
                      <a:pt x="5" y="8"/>
                    </a:lnTo>
                    <a:lnTo>
                      <a:pt x="6" y="7"/>
                    </a:lnTo>
                    <a:lnTo>
                      <a:pt x="8" y="5"/>
                    </a:lnTo>
                    <a:lnTo>
                      <a:pt x="9" y="4"/>
                    </a:lnTo>
                    <a:lnTo>
                      <a:pt x="9" y="2"/>
                    </a:lnTo>
                    <a:lnTo>
                      <a:pt x="8" y="1"/>
                    </a:lnTo>
                    <a:lnTo>
                      <a:pt x="6" y="0"/>
                    </a:lnTo>
                    <a:lnTo>
                      <a:pt x="5"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36" name="Freeform 178"/>
              <p:cNvSpPr>
                <a:spLocks/>
              </p:cNvSpPr>
              <p:nvPr/>
            </p:nvSpPr>
            <p:spPr bwMode="auto">
              <a:xfrm>
                <a:off x="3766" y="1754"/>
                <a:ext cx="9" cy="9"/>
              </a:xfrm>
              <a:custGeom>
                <a:avLst/>
                <a:gdLst>
                  <a:gd name="T0" fmla="*/ 6 w 9"/>
                  <a:gd name="T1" fmla="*/ 0 h 9"/>
                  <a:gd name="T2" fmla="*/ 5 w 9"/>
                  <a:gd name="T3" fmla="*/ 0 h 9"/>
                  <a:gd name="T4" fmla="*/ 3 w 9"/>
                  <a:gd name="T5" fmla="*/ 0 h 9"/>
                  <a:gd name="T6" fmla="*/ 2 w 9"/>
                  <a:gd name="T7" fmla="*/ 2 h 9"/>
                  <a:gd name="T8" fmla="*/ 0 w 9"/>
                  <a:gd name="T9" fmla="*/ 3 h 9"/>
                  <a:gd name="T10" fmla="*/ 0 w 9"/>
                  <a:gd name="T11" fmla="*/ 5 h 9"/>
                  <a:gd name="T12" fmla="*/ 2 w 9"/>
                  <a:gd name="T13" fmla="*/ 6 h 9"/>
                  <a:gd name="T14" fmla="*/ 3 w 9"/>
                  <a:gd name="T15" fmla="*/ 7 h 9"/>
                  <a:gd name="T16" fmla="*/ 5 w 9"/>
                  <a:gd name="T17" fmla="*/ 9 h 9"/>
                  <a:gd name="T18" fmla="*/ 5 w 9"/>
                  <a:gd name="T19" fmla="*/ 9 h 9"/>
                  <a:gd name="T20" fmla="*/ 6 w 9"/>
                  <a:gd name="T21" fmla="*/ 9 h 9"/>
                  <a:gd name="T22" fmla="*/ 8 w 9"/>
                  <a:gd name="T23" fmla="*/ 7 h 9"/>
                  <a:gd name="T24" fmla="*/ 9 w 9"/>
                  <a:gd name="T25" fmla="*/ 6 h 9"/>
                  <a:gd name="T26" fmla="*/ 9 w 9"/>
                  <a:gd name="T27" fmla="*/ 5 h 9"/>
                  <a:gd name="T28" fmla="*/ 9 w 9"/>
                  <a:gd name="T29" fmla="*/ 3 h 9"/>
                  <a:gd name="T30" fmla="*/ 9 w 9"/>
                  <a:gd name="T31" fmla="*/ 2 h 9"/>
                  <a:gd name="T32" fmla="*/ 8 w 9"/>
                  <a:gd name="T33" fmla="*/ 0 h 9"/>
                  <a:gd name="T34" fmla="*/ 6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6" y="0"/>
                    </a:moveTo>
                    <a:lnTo>
                      <a:pt x="5" y="0"/>
                    </a:lnTo>
                    <a:lnTo>
                      <a:pt x="3" y="0"/>
                    </a:lnTo>
                    <a:lnTo>
                      <a:pt x="2" y="2"/>
                    </a:lnTo>
                    <a:lnTo>
                      <a:pt x="0" y="3"/>
                    </a:lnTo>
                    <a:lnTo>
                      <a:pt x="0" y="5"/>
                    </a:lnTo>
                    <a:lnTo>
                      <a:pt x="2" y="6"/>
                    </a:lnTo>
                    <a:lnTo>
                      <a:pt x="3" y="7"/>
                    </a:lnTo>
                    <a:lnTo>
                      <a:pt x="5" y="9"/>
                    </a:lnTo>
                    <a:lnTo>
                      <a:pt x="6" y="9"/>
                    </a:lnTo>
                    <a:lnTo>
                      <a:pt x="8" y="7"/>
                    </a:lnTo>
                    <a:lnTo>
                      <a:pt x="9" y="6"/>
                    </a:lnTo>
                    <a:lnTo>
                      <a:pt x="9" y="5"/>
                    </a:lnTo>
                    <a:lnTo>
                      <a:pt x="9" y="3"/>
                    </a:lnTo>
                    <a:lnTo>
                      <a:pt x="9" y="2"/>
                    </a:lnTo>
                    <a:lnTo>
                      <a:pt x="8" y="0"/>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37" name="Freeform 179"/>
              <p:cNvSpPr>
                <a:spLocks/>
              </p:cNvSpPr>
              <p:nvPr/>
            </p:nvSpPr>
            <p:spPr bwMode="auto">
              <a:xfrm>
                <a:off x="3784" y="1753"/>
                <a:ext cx="9" cy="8"/>
              </a:xfrm>
              <a:custGeom>
                <a:avLst/>
                <a:gdLst>
                  <a:gd name="T0" fmla="*/ 6 w 9"/>
                  <a:gd name="T1" fmla="*/ 0 h 8"/>
                  <a:gd name="T2" fmla="*/ 4 w 9"/>
                  <a:gd name="T3" fmla="*/ 0 h 8"/>
                  <a:gd name="T4" fmla="*/ 3 w 9"/>
                  <a:gd name="T5" fmla="*/ 1 h 8"/>
                  <a:gd name="T6" fmla="*/ 1 w 9"/>
                  <a:gd name="T7" fmla="*/ 3 h 8"/>
                  <a:gd name="T8" fmla="*/ 0 w 9"/>
                  <a:gd name="T9" fmla="*/ 4 h 8"/>
                  <a:gd name="T10" fmla="*/ 0 w 9"/>
                  <a:gd name="T11" fmla="*/ 6 h 8"/>
                  <a:gd name="T12" fmla="*/ 1 w 9"/>
                  <a:gd name="T13" fmla="*/ 7 h 8"/>
                  <a:gd name="T14" fmla="*/ 3 w 9"/>
                  <a:gd name="T15" fmla="*/ 8 h 8"/>
                  <a:gd name="T16" fmla="*/ 4 w 9"/>
                  <a:gd name="T17" fmla="*/ 8 h 8"/>
                  <a:gd name="T18" fmla="*/ 4 w 9"/>
                  <a:gd name="T19" fmla="*/ 8 h 8"/>
                  <a:gd name="T20" fmla="*/ 6 w 9"/>
                  <a:gd name="T21" fmla="*/ 8 h 8"/>
                  <a:gd name="T22" fmla="*/ 7 w 9"/>
                  <a:gd name="T23" fmla="*/ 8 h 8"/>
                  <a:gd name="T24" fmla="*/ 9 w 9"/>
                  <a:gd name="T25" fmla="*/ 7 h 8"/>
                  <a:gd name="T26" fmla="*/ 9 w 9"/>
                  <a:gd name="T27" fmla="*/ 6 h 8"/>
                  <a:gd name="T28" fmla="*/ 9 w 9"/>
                  <a:gd name="T29" fmla="*/ 4 h 8"/>
                  <a:gd name="T30" fmla="*/ 9 w 9"/>
                  <a:gd name="T31" fmla="*/ 3 h 8"/>
                  <a:gd name="T32" fmla="*/ 7 w 9"/>
                  <a:gd name="T33" fmla="*/ 1 h 8"/>
                  <a:gd name="T34" fmla="*/ 6 w 9"/>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6" y="0"/>
                    </a:moveTo>
                    <a:lnTo>
                      <a:pt x="4" y="0"/>
                    </a:lnTo>
                    <a:lnTo>
                      <a:pt x="3" y="1"/>
                    </a:lnTo>
                    <a:lnTo>
                      <a:pt x="1" y="3"/>
                    </a:lnTo>
                    <a:lnTo>
                      <a:pt x="0" y="4"/>
                    </a:lnTo>
                    <a:lnTo>
                      <a:pt x="0" y="6"/>
                    </a:lnTo>
                    <a:lnTo>
                      <a:pt x="1" y="7"/>
                    </a:lnTo>
                    <a:lnTo>
                      <a:pt x="3" y="8"/>
                    </a:lnTo>
                    <a:lnTo>
                      <a:pt x="4" y="8"/>
                    </a:lnTo>
                    <a:lnTo>
                      <a:pt x="6" y="8"/>
                    </a:lnTo>
                    <a:lnTo>
                      <a:pt x="7" y="8"/>
                    </a:lnTo>
                    <a:lnTo>
                      <a:pt x="9" y="7"/>
                    </a:lnTo>
                    <a:lnTo>
                      <a:pt x="9" y="6"/>
                    </a:lnTo>
                    <a:lnTo>
                      <a:pt x="9" y="4"/>
                    </a:lnTo>
                    <a:lnTo>
                      <a:pt x="9" y="3"/>
                    </a:lnTo>
                    <a:lnTo>
                      <a:pt x="7" y="1"/>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38" name="Freeform 180"/>
              <p:cNvSpPr>
                <a:spLocks/>
              </p:cNvSpPr>
              <p:nvPr/>
            </p:nvSpPr>
            <p:spPr bwMode="auto">
              <a:xfrm>
                <a:off x="3801" y="1757"/>
                <a:ext cx="9" cy="9"/>
              </a:xfrm>
              <a:custGeom>
                <a:avLst/>
                <a:gdLst>
                  <a:gd name="T0" fmla="*/ 5 w 9"/>
                  <a:gd name="T1" fmla="*/ 0 h 9"/>
                  <a:gd name="T2" fmla="*/ 3 w 9"/>
                  <a:gd name="T3" fmla="*/ 0 h 9"/>
                  <a:gd name="T4" fmla="*/ 2 w 9"/>
                  <a:gd name="T5" fmla="*/ 2 h 9"/>
                  <a:gd name="T6" fmla="*/ 0 w 9"/>
                  <a:gd name="T7" fmla="*/ 3 h 9"/>
                  <a:gd name="T8" fmla="*/ 0 w 9"/>
                  <a:gd name="T9" fmla="*/ 4 h 9"/>
                  <a:gd name="T10" fmla="*/ 0 w 9"/>
                  <a:gd name="T11" fmla="*/ 6 h 9"/>
                  <a:gd name="T12" fmla="*/ 0 w 9"/>
                  <a:gd name="T13" fmla="*/ 7 h 9"/>
                  <a:gd name="T14" fmla="*/ 2 w 9"/>
                  <a:gd name="T15" fmla="*/ 9 h 9"/>
                  <a:gd name="T16" fmla="*/ 3 w 9"/>
                  <a:gd name="T17" fmla="*/ 9 h 9"/>
                  <a:gd name="T18" fmla="*/ 3 w 9"/>
                  <a:gd name="T19" fmla="*/ 9 h 9"/>
                  <a:gd name="T20" fmla="*/ 5 w 9"/>
                  <a:gd name="T21" fmla="*/ 9 h 9"/>
                  <a:gd name="T22" fmla="*/ 6 w 9"/>
                  <a:gd name="T23" fmla="*/ 9 h 9"/>
                  <a:gd name="T24" fmla="*/ 7 w 9"/>
                  <a:gd name="T25" fmla="*/ 7 h 9"/>
                  <a:gd name="T26" fmla="*/ 9 w 9"/>
                  <a:gd name="T27" fmla="*/ 6 h 9"/>
                  <a:gd name="T28" fmla="*/ 9 w 9"/>
                  <a:gd name="T29" fmla="*/ 4 h 9"/>
                  <a:gd name="T30" fmla="*/ 7 w 9"/>
                  <a:gd name="T31" fmla="*/ 3 h 9"/>
                  <a:gd name="T32" fmla="*/ 6 w 9"/>
                  <a:gd name="T33" fmla="*/ 2 h 9"/>
                  <a:gd name="T34" fmla="*/ 5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5" y="0"/>
                    </a:moveTo>
                    <a:lnTo>
                      <a:pt x="3" y="0"/>
                    </a:lnTo>
                    <a:lnTo>
                      <a:pt x="2" y="2"/>
                    </a:lnTo>
                    <a:lnTo>
                      <a:pt x="0" y="3"/>
                    </a:lnTo>
                    <a:lnTo>
                      <a:pt x="0" y="4"/>
                    </a:lnTo>
                    <a:lnTo>
                      <a:pt x="0" y="6"/>
                    </a:lnTo>
                    <a:lnTo>
                      <a:pt x="0" y="7"/>
                    </a:lnTo>
                    <a:lnTo>
                      <a:pt x="2" y="9"/>
                    </a:lnTo>
                    <a:lnTo>
                      <a:pt x="3" y="9"/>
                    </a:lnTo>
                    <a:lnTo>
                      <a:pt x="5" y="9"/>
                    </a:lnTo>
                    <a:lnTo>
                      <a:pt x="6" y="9"/>
                    </a:lnTo>
                    <a:lnTo>
                      <a:pt x="7" y="7"/>
                    </a:lnTo>
                    <a:lnTo>
                      <a:pt x="9" y="6"/>
                    </a:lnTo>
                    <a:lnTo>
                      <a:pt x="9" y="4"/>
                    </a:lnTo>
                    <a:lnTo>
                      <a:pt x="7" y="3"/>
                    </a:lnTo>
                    <a:lnTo>
                      <a:pt x="6" y="2"/>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39" name="Freeform 181"/>
              <p:cNvSpPr>
                <a:spLocks/>
              </p:cNvSpPr>
              <p:nvPr/>
            </p:nvSpPr>
            <p:spPr bwMode="auto">
              <a:xfrm>
                <a:off x="3817" y="1764"/>
                <a:ext cx="9" cy="9"/>
              </a:xfrm>
              <a:custGeom>
                <a:avLst/>
                <a:gdLst>
                  <a:gd name="T0" fmla="*/ 6 w 9"/>
                  <a:gd name="T1" fmla="*/ 0 h 9"/>
                  <a:gd name="T2" fmla="*/ 5 w 9"/>
                  <a:gd name="T3" fmla="*/ 0 h 9"/>
                  <a:gd name="T4" fmla="*/ 3 w 9"/>
                  <a:gd name="T5" fmla="*/ 0 h 9"/>
                  <a:gd name="T6" fmla="*/ 2 w 9"/>
                  <a:gd name="T7" fmla="*/ 2 h 9"/>
                  <a:gd name="T8" fmla="*/ 0 w 9"/>
                  <a:gd name="T9" fmla="*/ 3 h 9"/>
                  <a:gd name="T10" fmla="*/ 0 w 9"/>
                  <a:gd name="T11" fmla="*/ 5 h 9"/>
                  <a:gd name="T12" fmla="*/ 2 w 9"/>
                  <a:gd name="T13" fmla="*/ 6 h 9"/>
                  <a:gd name="T14" fmla="*/ 3 w 9"/>
                  <a:gd name="T15" fmla="*/ 8 h 9"/>
                  <a:gd name="T16" fmla="*/ 5 w 9"/>
                  <a:gd name="T17" fmla="*/ 9 h 9"/>
                  <a:gd name="T18" fmla="*/ 5 w 9"/>
                  <a:gd name="T19" fmla="*/ 9 h 9"/>
                  <a:gd name="T20" fmla="*/ 6 w 9"/>
                  <a:gd name="T21" fmla="*/ 9 h 9"/>
                  <a:gd name="T22" fmla="*/ 7 w 9"/>
                  <a:gd name="T23" fmla="*/ 8 h 9"/>
                  <a:gd name="T24" fmla="*/ 9 w 9"/>
                  <a:gd name="T25" fmla="*/ 6 h 9"/>
                  <a:gd name="T26" fmla="*/ 9 w 9"/>
                  <a:gd name="T27" fmla="*/ 5 h 9"/>
                  <a:gd name="T28" fmla="*/ 9 w 9"/>
                  <a:gd name="T29" fmla="*/ 3 h 9"/>
                  <a:gd name="T30" fmla="*/ 9 w 9"/>
                  <a:gd name="T31" fmla="*/ 2 h 9"/>
                  <a:gd name="T32" fmla="*/ 7 w 9"/>
                  <a:gd name="T33" fmla="*/ 0 h 9"/>
                  <a:gd name="T34" fmla="*/ 6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6" y="0"/>
                    </a:moveTo>
                    <a:lnTo>
                      <a:pt x="5" y="0"/>
                    </a:lnTo>
                    <a:lnTo>
                      <a:pt x="3" y="0"/>
                    </a:lnTo>
                    <a:lnTo>
                      <a:pt x="2" y="2"/>
                    </a:lnTo>
                    <a:lnTo>
                      <a:pt x="0" y="3"/>
                    </a:lnTo>
                    <a:lnTo>
                      <a:pt x="0" y="5"/>
                    </a:lnTo>
                    <a:lnTo>
                      <a:pt x="2" y="6"/>
                    </a:lnTo>
                    <a:lnTo>
                      <a:pt x="3" y="8"/>
                    </a:lnTo>
                    <a:lnTo>
                      <a:pt x="5" y="9"/>
                    </a:lnTo>
                    <a:lnTo>
                      <a:pt x="6" y="9"/>
                    </a:lnTo>
                    <a:lnTo>
                      <a:pt x="7" y="8"/>
                    </a:lnTo>
                    <a:lnTo>
                      <a:pt x="9" y="6"/>
                    </a:lnTo>
                    <a:lnTo>
                      <a:pt x="9" y="5"/>
                    </a:lnTo>
                    <a:lnTo>
                      <a:pt x="9" y="3"/>
                    </a:lnTo>
                    <a:lnTo>
                      <a:pt x="9" y="2"/>
                    </a:lnTo>
                    <a:lnTo>
                      <a:pt x="7" y="0"/>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40" name="Freeform 182"/>
              <p:cNvSpPr>
                <a:spLocks/>
              </p:cNvSpPr>
              <p:nvPr/>
            </p:nvSpPr>
            <p:spPr bwMode="auto">
              <a:xfrm>
                <a:off x="3833" y="1773"/>
                <a:ext cx="9" cy="9"/>
              </a:xfrm>
              <a:custGeom>
                <a:avLst/>
                <a:gdLst>
                  <a:gd name="T0" fmla="*/ 6 w 9"/>
                  <a:gd name="T1" fmla="*/ 0 h 9"/>
                  <a:gd name="T2" fmla="*/ 5 w 9"/>
                  <a:gd name="T3" fmla="*/ 0 h 9"/>
                  <a:gd name="T4" fmla="*/ 3 w 9"/>
                  <a:gd name="T5" fmla="*/ 0 h 9"/>
                  <a:gd name="T6" fmla="*/ 2 w 9"/>
                  <a:gd name="T7" fmla="*/ 0 h 9"/>
                  <a:gd name="T8" fmla="*/ 0 w 9"/>
                  <a:gd name="T9" fmla="*/ 1 h 9"/>
                  <a:gd name="T10" fmla="*/ 0 w 9"/>
                  <a:gd name="T11" fmla="*/ 3 h 9"/>
                  <a:gd name="T12" fmla="*/ 0 w 9"/>
                  <a:gd name="T13" fmla="*/ 4 h 9"/>
                  <a:gd name="T14" fmla="*/ 0 w 9"/>
                  <a:gd name="T15" fmla="*/ 6 h 9"/>
                  <a:gd name="T16" fmla="*/ 2 w 9"/>
                  <a:gd name="T17" fmla="*/ 7 h 9"/>
                  <a:gd name="T18" fmla="*/ 2 w 9"/>
                  <a:gd name="T19" fmla="*/ 7 h 9"/>
                  <a:gd name="T20" fmla="*/ 3 w 9"/>
                  <a:gd name="T21" fmla="*/ 9 h 9"/>
                  <a:gd name="T22" fmla="*/ 5 w 9"/>
                  <a:gd name="T23" fmla="*/ 9 h 9"/>
                  <a:gd name="T24" fmla="*/ 6 w 9"/>
                  <a:gd name="T25" fmla="*/ 7 h 9"/>
                  <a:gd name="T26" fmla="*/ 7 w 9"/>
                  <a:gd name="T27" fmla="*/ 6 h 9"/>
                  <a:gd name="T28" fmla="*/ 9 w 9"/>
                  <a:gd name="T29" fmla="*/ 4 h 9"/>
                  <a:gd name="T30" fmla="*/ 9 w 9"/>
                  <a:gd name="T31" fmla="*/ 3 h 9"/>
                  <a:gd name="T32" fmla="*/ 7 w 9"/>
                  <a:gd name="T33" fmla="*/ 1 h 9"/>
                  <a:gd name="T34" fmla="*/ 6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6" y="0"/>
                    </a:moveTo>
                    <a:lnTo>
                      <a:pt x="5" y="0"/>
                    </a:lnTo>
                    <a:lnTo>
                      <a:pt x="3" y="0"/>
                    </a:lnTo>
                    <a:lnTo>
                      <a:pt x="2" y="0"/>
                    </a:lnTo>
                    <a:lnTo>
                      <a:pt x="0" y="1"/>
                    </a:lnTo>
                    <a:lnTo>
                      <a:pt x="0" y="3"/>
                    </a:lnTo>
                    <a:lnTo>
                      <a:pt x="0" y="4"/>
                    </a:lnTo>
                    <a:lnTo>
                      <a:pt x="0" y="6"/>
                    </a:lnTo>
                    <a:lnTo>
                      <a:pt x="2" y="7"/>
                    </a:lnTo>
                    <a:lnTo>
                      <a:pt x="3" y="9"/>
                    </a:lnTo>
                    <a:lnTo>
                      <a:pt x="5" y="9"/>
                    </a:lnTo>
                    <a:lnTo>
                      <a:pt x="6" y="7"/>
                    </a:lnTo>
                    <a:lnTo>
                      <a:pt x="7" y="6"/>
                    </a:lnTo>
                    <a:lnTo>
                      <a:pt x="9" y="4"/>
                    </a:lnTo>
                    <a:lnTo>
                      <a:pt x="9" y="3"/>
                    </a:lnTo>
                    <a:lnTo>
                      <a:pt x="7" y="1"/>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41" name="Freeform 183"/>
              <p:cNvSpPr>
                <a:spLocks/>
              </p:cNvSpPr>
              <p:nvPr/>
            </p:nvSpPr>
            <p:spPr bwMode="auto">
              <a:xfrm>
                <a:off x="3848" y="1782"/>
                <a:ext cx="8" cy="8"/>
              </a:xfrm>
              <a:custGeom>
                <a:avLst/>
                <a:gdLst>
                  <a:gd name="T0" fmla="*/ 6 w 8"/>
                  <a:gd name="T1" fmla="*/ 0 h 8"/>
                  <a:gd name="T2" fmla="*/ 4 w 8"/>
                  <a:gd name="T3" fmla="*/ 0 h 8"/>
                  <a:gd name="T4" fmla="*/ 3 w 8"/>
                  <a:gd name="T5" fmla="*/ 0 h 8"/>
                  <a:gd name="T6" fmla="*/ 1 w 8"/>
                  <a:gd name="T7" fmla="*/ 0 h 8"/>
                  <a:gd name="T8" fmla="*/ 0 w 8"/>
                  <a:gd name="T9" fmla="*/ 1 h 8"/>
                  <a:gd name="T10" fmla="*/ 0 w 8"/>
                  <a:gd name="T11" fmla="*/ 3 h 8"/>
                  <a:gd name="T12" fmla="*/ 0 w 8"/>
                  <a:gd name="T13" fmla="*/ 4 h 8"/>
                  <a:gd name="T14" fmla="*/ 0 w 8"/>
                  <a:gd name="T15" fmla="*/ 6 h 8"/>
                  <a:gd name="T16" fmla="*/ 1 w 8"/>
                  <a:gd name="T17" fmla="*/ 7 h 8"/>
                  <a:gd name="T18" fmla="*/ 1 w 8"/>
                  <a:gd name="T19" fmla="*/ 7 h 8"/>
                  <a:gd name="T20" fmla="*/ 3 w 8"/>
                  <a:gd name="T21" fmla="*/ 8 h 8"/>
                  <a:gd name="T22" fmla="*/ 4 w 8"/>
                  <a:gd name="T23" fmla="*/ 8 h 8"/>
                  <a:gd name="T24" fmla="*/ 6 w 8"/>
                  <a:gd name="T25" fmla="*/ 7 h 8"/>
                  <a:gd name="T26" fmla="*/ 7 w 8"/>
                  <a:gd name="T27" fmla="*/ 6 h 8"/>
                  <a:gd name="T28" fmla="*/ 8 w 8"/>
                  <a:gd name="T29" fmla="*/ 4 h 8"/>
                  <a:gd name="T30" fmla="*/ 8 w 8"/>
                  <a:gd name="T31" fmla="*/ 3 h 8"/>
                  <a:gd name="T32" fmla="*/ 7 w 8"/>
                  <a:gd name="T33" fmla="*/ 1 h 8"/>
                  <a:gd name="T34" fmla="*/ 6 w 8"/>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8"/>
                  <a:gd name="T56" fmla="*/ 8 w 8"/>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8">
                    <a:moveTo>
                      <a:pt x="6" y="0"/>
                    </a:moveTo>
                    <a:lnTo>
                      <a:pt x="4" y="0"/>
                    </a:lnTo>
                    <a:lnTo>
                      <a:pt x="3" y="0"/>
                    </a:lnTo>
                    <a:lnTo>
                      <a:pt x="1" y="0"/>
                    </a:lnTo>
                    <a:lnTo>
                      <a:pt x="0" y="1"/>
                    </a:lnTo>
                    <a:lnTo>
                      <a:pt x="0" y="3"/>
                    </a:lnTo>
                    <a:lnTo>
                      <a:pt x="0" y="4"/>
                    </a:lnTo>
                    <a:lnTo>
                      <a:pt x="0" y="6"/>
                    </a:lnTo>
                    <a:lnTo>
                      <a:pt x="1" y="7"/>
                    </a:lnTo>
                    <a:lnTo>
                      <a:pt x="3" y="8"/>
                    </a:lnTo>
                    <a:lnTo>
                      <a:pt x="4" y="8"/>
                    </a:lnTo>
                    <a:lnTo>
                      <a:pt x="6" y="7"/>
                    </a:lnTo>
                    <a:lnTo>
                      <a:pt x="7" y="6"/>
                    </a:lnTo>
                    <a:lnTo>
                      <a:pt x="8" y="4"/>
                    </a:lnTo>
                    <a:lnTo>
                      <a:pt x="8" y="3"/>
                    </a:lnTo>
                    <a:lnTo>
                      <a:pt x="7" y="1"/>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42" name="Freeform 184"/>
              <p:cNvSpPr>
                <a:spLocks/>
              </p:cNvSpPr>
              <p:nvPr/>
            </p:nvSpPr>
            <p:spPr bwMode="auto">
              <a:xfrm>
                <a:off x="3861" y="1792"/>
                <a:ext cx="8" cy="9"/>
              </a:xfrm>
              <a:custGeom>
                <a:avLst/>
                <a:gdLst>
                  <a:gd name="T0" fmla="*/ 7 w 8"/>
                  <a:gd name="T1" fmla="*/ 0 h 9"/>
                  <a:gd name="T2" fmla="*/ 6 w 8"/>
                  <a:gd name="T3" fmla="*/ 0 h 9"/>
                  <a:gd name="T4" fmla="*/ 4 w 8"/>
                  <a:gd name="T5" fmla="*/ 0 h 9"/>
                  <a:gd name="T6" fmla="*/ 3 w 8"/>
                  <a:gd name="T7" fmla="*/ 0 h 9"/>
                  <a:gd name="T8" fmla="*/ 1 w 8"/>
                  <a:gd name="T9" fmla="*/ 1 h 9"/>
                  <a:gd name="T10" fmla="*/ 0 w 8"/>
                  <a:gd name="T11" fmla="*/ 3 h 9"/>
                  <a:gd name="T12" fmla="*/ 0 w 8"/>
                  <a:gd name="T13" fmla="*/ 4 h 9"/>
                  <a:gd name="T14" fmla="*/ 1 w 8"/>
                  <a:gd name="T15" fmla="*/ 6 h 9"/>
                  <a:gd name="T16" fmla="*/ 3 w 8"/>
                  <a:gd name="T17" fmla="*/ 7 h 9"/>
                  <a:gd name="T18" fmla="*/ 3 w 8"/>
                  <a:gd name="T19" fmla="*/ 7 h 9"/>
                  <a:gd name="T20" fmla="*/ 4 w 8"/>
                  <a:gd name="T21" fmla="*/ 9 h 9"/>
                  <a:gd name="T22" fmla="*/ 6 w 8"/>
                  <a:gd name="T23" fmla="*/ 9 h 9"/>
                  <a:gd name="T24" fmla="*/ 7 w 8"/>
                  <a:gd name="T25" fmla="*/ 7 h 9"/>
                  <a:gd name="T26" fmla="*/ 8 w 8"/>
                  <a:gd name="T27" fmla="*/ 6 h 9"/>
                  <a:gd name="T28" fmla="*/ 8 w 8"/>
                  <a:gd name="T29" fmla="*/ 4 h 9"/>
                  <a:gd name="T30" fmla="*/ 8 w 8"/>
                  <a:gd name="T31" fmla="*/ 3 h 9"/>
                  <a:gd name="T32" fmla="*/ 8 w 8"/>
                  <a:gd name="T33" fmla="*/ 1 h 9"/>
                  <a:gd name="T34" fmla="*/ 7 w 8"/>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7" y="0"/>
                    </a:moveTo>
                    <a:lnTo>
                      <a:pt x="6" y="0"/>
                    </a:lnTo>
                    <a:lnTo>
                      <a:pt x="4" y="0"/>
                    </a:lnTo>
                    <a:lnTo>
                      <a:pt x="3" y="0"/>
                    </a:lnTo>
                    <a:lnTo>
                      <a:pt x="1" y="1"/>
                    </a:lnTo>
                    <a:lnTo>
                      <a:pt x="0" y="3"/>
                    </a:lnTo>
                    <a:lnTo>
                      <a:pt x="0" y="4"/>
                    </a:lnTo>
                    <a:lnTo>
                      <a:pt x="1" y="6"/>
                    </a:lnTo>
                    <a:lnTo>
                      <a:pt x="3" y="7"/>
                    </a:lnTo>
                    <a:lnTo>
                      <a:pt x="4" y="9"/>
                    </a:lnTo>
                    <a:lnTo>
                      <a:pt x="6" y="9"/>
                    </a:lnTo>
                    <a:lnTo>
                      <a:pt x="7" y="7"/>
                    </a:lnTo>
                    <a:lnTo>
                      <a:pt x="8" y="6"/>
                    </a:lnTo>
                    <a:lnTo>
                      <a:pt x="8" y="4"/>
                    </a:lnTo>
                    <a:lnTo>
                      <a:pt x="8" y="3"/>
                    </a:lnTo>
                    <a:lnTo>
                      <a:pt x="8" y="1"/>
                    </a:lnTo>
                    <a:lnTo>
                      <a:pt x="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43" name="Freeform 185"/>
              <p:cNvSpPr>
                <a:spLocks/>
              </p:cNvSpPr>
              <p:nvPr/>
            </p:nvSpPr>
            <p:spPr bwMode="auto">
              <a:xfrm>
                <a:off x="3875" y="1802"/>
                <a:ext cx="9" cy="9"/>
              </a:xfrm>
              <a:custGeom>
                <a:avLst/>
                <a:gdLst>
                  <a:gd name="T0" fmla="*/ 8 w 9"/>
                  <a:gd name="T1" fmla="*/ 2 h 9"/>
                  <a:gd name="T2" fmla="*/ 6 w 9"/>
                  <a:gd name="T3" fmla="*/ 0 h 9"/>
                  <a:gd name="T4" fmla="*/ 5 w 9"/>
                  <a:gd name="T5" fmla="*/ 0 h 9"/>
                  <a:gd name="T6" fmla="*/ 3 w 9"/>
                  <a:gd name="T7" fmla="*/ 2 h 9"/>
                  <a:gd name="T8" fmla="*/ 2 w 9"/>
                  <a:gd name="T9" fmla="*/ 3 h 9"/>
                  <a:gd name="T10" fmla="*/ 0 w 9"/>
                  <a:gd name="T11" fmla="*/ 4 h 9"/>
                  <a:gd name="T12" fmla="*/ 0 w 9"/>
                  <a:gd name="T13" fmla="*/ 6 h 9"/>
                  <a:gd name="T14" fmla="*/ 2 w 9"/>
                  <a:gd name="T15" fmla="*/ 7 h 9"/>
                  <a:gd name="T16" fmla="*/ 3 w 9"/>
                  <a:gd name="T17" fmla="*/ 9 h 9"/>
                  <a:gd name="T18" fmla="*/ 3 w 9"/>
                  <a:gd name="T19" fmla="*/ 9 h 9"/>
                  <a:gd name="T20" fmla="*/ 5 w 9"/>
                  <a:gd name="T21" fmla="*/ 9 h 9"/>
                  <a:gd name="T22" fmla="*/ 6 w 9"/>
                  <a:gd name="T23" fmla="*/ 9 h 9"/>
                  <a:gd name="T24" fmla="*/ 8 w 9"/>
                  <a:gd name="T25" fmla="*/ 9 h 9"/>
                  <a:gd name="T26" fmla="*/ 9 w 9"/>
                  <a:gd name="T27" fmla="*/ 7 h 9"/>
                  <a:gd name="T28" fmla="*/ 9 w 9"/>
                  <a:gd name="T29" fmla="*/ 6 h 9"/>
                  <a:gd name="T30" fmla="*/ 9 w 9"/>
                  <a:gd name="T31" fmla="*/ 4 h 9"/>
                  <a:gd name="T32" fmla="*/ 9 w 9"/>
                  <a:gd name="T33" fmla="*/ 3 h 9"/>
                  <a:gd name="T34" fmla="*/ 8 w 9"/>
                  <a:gd name="T35" fmla="*/ 2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8" y="2"/>
                    </a:moveTo>
                    <a:lnTo>
                      <a:pt x="6" y="0"/>
                    </a:lnTo>
                    <a:lnTo>
                      <a:pt x="5" y="0"/>
                    </a:lnTo>
                    <a:lnTo>
                      <a:pt x="3" y="2"/>
                    </a:lnTo>
                    <a:lnTo>
                      <a:pt x="2" y="3"/>
                    </a:lnTo>
                    <a:lnTo>
                      <a:pt x="0" y="4"/>
                    </a:lnTo>
                    <a:lnTo>
                      <a:pt x="0" y="6"/>
                    </a:lnTo>
                    <a:lnTo>
                      <a:pt x="2" y="7"/>
                    </a:lnTo>
                    <a:lnTo>
                      <a:pt x="3" y="9"/>
                    </a:lnTo>
                    <a:lnTo>
                      <a:pt x="5" y="9"/>
                    </a:lnTo>
                    <a:lnTo>
                      <a:pt x="6" y="9"/>
                    </a:lnTo>
                    <a:lnTo>
                      <a:pt x="8" y="9"/>
                    </a:lnTo>
                    <a:lnTo>
                      <a:pt x="9" y="7"/>
                    </a:lnTo>
                    <a:lnTo>
                      <a:pt x="9" y="6"/>
                    </a:lnTo>
                    <a:lnTo>
                      <a:pt x="9" y="4"/>
                    </a:lnTo>
                    <a:lnTo>
                      <a:pt x="9" y="3"/>
                    </a:lnTo>
                    <a:lnTo>
                      <a:pt x="8"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44" name="Freeform 186"/>
              <p:cNvSpPr>
                <a:spLocks/>
              </p:cNvSpPr>
              <p:nvPr/>
            </p:nvSpPr>
            <p:spPr bwMode="auto">
              <a:xfrm>
                <a:off x="3888" y="1814"/>
                <a:ext cx="9" cy="8"/>
              </a:xfrm>
              <a:custGeom>
                <a:avLst/>
                <a:gdLst>
                  <a:gd name="T0" fmla="*/ 8 w 9"/>
                  <a:gd name="T1" fmla="*/ 0 h 8"/>
                  <a:gd name="T2" fmla="*/ 6 w 9"/>
                  <a:gd name="T3" fmla="*/ 0 h 8"/>
                  <a:gd name="T4" fmla="*/ 5 w 9"/>
                  <a:gd name="T5" fmla="*/ 0 h 8"/>
                  <a:gd name="T6" fmla="*/ 3 w 9"/>
                  <a:gd name="T7" fmla="*/ 0 h 8"/>
                  <a:gd name="T8" fmla="*/ 2 w 9"/>
                  <a:gd name="T9" fmla="*/ 1 h 8"/>
                  <a:gd name="T10" fmla="*/ 0 w 9"/>
                  <a:gd name="T11" fmla="*/ 3 h 8"/>
                  <a:gd name="T12" fmla="*/ 0 w 9"/>
                  <a:gd name="T13" fmla="*/ 4 h 8"/>
                  <a:gd name="T14" fmla="*/ 2 w 9"/>
                  <a:gd name="T15" fmla="*/ 6 h 8"/>
                  <a:gd name="T16" fmla="*/ 3 w 9"/>
                  <a:gd name="T17" fmla="*/ 7 h 8"/>
                  <a:gd name="T18" fmla="*/ 3 w 9"/>
                  <a:gd name="T19" fmla="*/ 7 h 8"/>
                  <a:gd name="T20" fmla="*/ 5 w 9"/>
                  <a:gd name="T21" fmla="*/ 8 h 8"/>
                  <a:gd name="T22" fmla="*/ 6 w 9"/>
                  <a:gd name="T23" fmla="*/ 8 h 8"/>
                  <a:gd name="T24" fmla="*/ 8 w 9"/>
                  <a:gd name="T25" fmla="*/ 7 h 8"/>
                  <a:gd name="T26" fmla="*/ 9 w 9"/>
                  <a:gd name="T27" fmla="*/ 6 h 8"/>
                  <a:gd name="T28" fmla="*/ 9 w 9"/>
                  <a:gd name="T29" fmla="*/ 4 h 8"/>
                  <a:gd name="T30" fmla="*/ 9 w 9"/>
                  <a:gd name="T31" fmla="*/ 3 h 8"/>
                  <a:gd name="T32" fmla="*/ 9 w 9"/>
                  <a:gd name="T33" fmla="*/ 1 h 8"/>
                  <a:gd name="T34" fmla="*/ 8 w 9"/>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8" y="0"/>
                    </a:moveTo>
                    <a:lnTo>
                      <a:pt x="6" y="0"/>
                    </a:lnTo>
                    <a:lnTo>
                      <a:pt x="5" y="0"/>
                    </a:lnTo>
                    <a:lnTo>
                      <a:pt x="3" y="0"/>
                    </a:lnTo>
                    <a:lnTo>
                      <a:pt x="2" y="1"/>
                    </a:lnTo>
                    <a:lnTo>
                      <a:pt x="0" y="3"/>
                    </a:lnTo>
                    <a:lnTo>
                      <a:pt x="0" y="4"/>
                    </a:lnTo>
                    <a:lnTo>
                      <a:pt x="2" y="6"/>
                    </a:lnTo>
                    <a:lnTo>
                      <a:pt x="3" y="7"/>
                    </a:lnTo>
                    <a:lnTo>
                      <a:pt x="5" y="8"/>
                    </a:lnTo>
                    <a:lnTo>
                      <a:pt x="6" y="8"/>
                    </a:lnTo>
                    <a:lnTo>
                      <a:pt x="8" y="7"/>
                    </a:lnTo>
                    <a:lnTo>
                      <a:pt x="9" y="6"/>
                    </a:lnTo>
                    <a:lnTo>
                      <a:pt x="9" y="4"/>
                    </a:lnTo>
                    <a:lnTo>
                      <a:pt x="9" y="3"/>
                    </a:lnTo>
                    <a:lnTo>
                      <a:pt x="9" y="1"/>
                    </a:lnTo>
                    <a:lnTo>
                      <a:pt x="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45" name="Freeform 187"/>
              <p:cNvSpPr>
                <a:spLocks/>
              </p:cNvSpPr>
              <p:nvPr/>
            </p:nvSpPr>
            <p:spPr bwMode="auto">
              <a:xfrm>
                <a:off x="3903" y="1824"/>
                <a:ext cx="9" cy="9"/>
              </a:xfrm>
              <a:custGeom>
                <a:avLst/>
                <a:gdLst>
                  <a:gd name="T0" fmla="*/ 6 w 9"/>
                  <a:gd name="T1" fmla="*/ 1 h 9"/>
                  <a:gd name="T2" fmla="*/ 4 w 9"/>
                  <a:gd name="T3" fmla="*/ 0 h 9"/>
                  <a:gd name="T4" fmla="*/ 3 w 9"/>
                  <a:gd name="T5" fmla="*/ 0 h 9"/>
                  <a:gd name="T6" fmla="*/ 1 w 9"/>
                  <a:gd name="T7" fmla="*/ 1 h 9"/>
                  <a:gd name="T8" fmla="*/ 0 w 9"/>
                  <a:gd name="T9" fmla="*/ 3 h 9"/>
                  <a:gd name="T10" fmla="*/ 0 w 9"/>
                  <a:gd name="T11" fmla="*/ 4 h 9"/>
                  <a:gd name="T12" fmla="*/ 0 w 9"/>
                  <a:gd name="T13" fmla="*/ 6 h 9"/>
                  <a:gd name="T14" fmla="*/ 0 w 9"/>
                  <a:gd name="T15" fmla="*/ 7 h 9"/>
                  <a:gd name="T16" fmla="*/ 1 w 9"/>
                  <a:gd name="T17" fmla="*/ 9 h 9"/>
                  <a:gd name="T18" fmla="*/ 1 w 9"/>
                  <a:gd name="T19" fmla="*/ 9 h 9"/>
                  <a:gd name="T20" fmla="*/ 3 w 9"/>
                  <a:gd name="T21" fmla="*/ 9 h 9"/>
                  <a:gd name="T22" fmla="*/ 4 w 9"/>
                  <a:gd name="T23" fmla="*/ 9 h 9"/>
                  <a:gd name="T24" fmla="*/ 6 w 9"/>
                  <a:gd name="T25" fmla="*/ 9 h 9"/>
                  <a:gd name="T26" fmla="*/ 7 w 9"/>
                  <a:gd name="T27" fmla="*/ 7 h 9"/>
                  <a:gd name="T28" fmla="*/ 9 w 9"/>
                  <a:gd name="T29" fmla="*/ 6 h 9"/>
                  <a:gd name="T30" fmla="*/ 9 w 9"/>
                  <a:gd name="T31" fmla="*/ 4 h 9"/>
                  <a:gd name="T32" fmla="*/ 7 w 9"/>
                  <a:gd name="T33" fmla="*/ 3 h 9"/>
                  <a:gd name="T34" fmla="*/ 6 w 9"/>
                  <a:gd name="T35" fmla="*/ 1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6" y="1"/>
                    </a:moveTo>
                    <a:lnTo>
                      <a:pt x="4" y="0"/>
                    </a:lnTo>
                    <a:lnTo>
                      <a:pt x="3" y="0"/>
                    </a:lnTo>
                    <a:lnTo>
                      <a:pt x="1" y="1"/>
                    </a:lnTo>
                    <a:lnTo>
                      <a:pt x="0" y="3"/>
                    </a:lnTo>
                    <a:lnTo>
                      <a:pt x="0" y="4"/>
                    </a:lnTo>
                    <a:lnTo>
                      <a:pt x="0" y="6"/>
                    </a:lnTo>
                    <a:lnTo>
                      <a:pt x="0" y="7"/>
                    </a:lnTo>
                    <a:lnTo>
                      <a:pt x="1" y="9"/>
                    </a:lnTo>
                    <a:lnTo>
                      <a:pt x="3" y="9"/>
                    </a:lnTo>
                    <a:lnTo>
                      <a:pt x="4" y="9"/>
                    </a:lnTo>
                    <a:lnTo>
                      <a:pt x="6" y="9"/>
                    </a:lnTo>
                    <a:lnTo>
                      <a:pt x="7" y="7"/>
                    </a:lnTo>
                    <a:lnTo>
                      <a:pt x="9" y="6"/>
                    </a:lnTo>
                    <a:lnTo>
                      <a:pt x="9" y="4"/>
                    </a:lnTo>
                    <a:lnTo>
                      <a:pt x="7" y="3"/>
                    </a:lnTo>
                    <a:lnTo>
                      <a:pt x="6"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46" name="Freeform 188"/>
              <p:cNvSpPr>
                <a:spLocks/>
              </p:cNvSpPr>
              <p:nvPr/>
            </p:nvSpPr>
            <p:spPr bwMode="auto">
              <a:xfrm>
                <a:off x="3916" y="1836"/>
                <a:ext cx="9" cy="8"/>
              </a:xfrm>
              <a:custGeom>
                <a:avLst/>
                <a:gdLst>
                  <a:gd name="T0" fmla="*/ 7 w 9"/>
                  <a:gd name="T1" fmla="*/ 0 h 8"/>
                  <a:gd name="T2" fmla="*/ 6 w 9"/>
                  <a:gd name="T3" fmla="*/ 0 h 8"/>
                  <a:gd name="T4" fmla="*/ 4 w 9"/>
                  <a:gd name="T5" fmla="*/ 0 h 8"/>
                  <a:gd name="T6" fmla="*/ 3 w 9"/>
                  <a:gd name="T7" fmla="*/ 0 h 8"/>
                  <a:gd name="T8" fmla="*/ 1 w 9"/>
                  <a:gd name="T9" fmla="*/ 1 h 8"/>
                  <a:gd name="T10" fmla="*/ 0 w 9"/>
                  <a:gd name="T11" fmla="*/ 2 h 8"/>
                  <a:gd name="T12" fmla="*/ 0 w 9"/>
                  <a:gd name="T13" fmla="*/ 4 h 8"/>
                  <a:gd name="T14" fmla="*/ 1 w 9"/>
                  <a:gd name="T15" fmla="*/ 5 h 8"/>
                  <a:gd name="T16" fmla="*/ 3 w 9"/>
                  <a:gd name="T17" fmla="*/ 7 h 8"/>
                  <a:gd name="T18" fmla="*/ 3 w 9"/>
                  <a:gd name="T19" fmla="*/ 7 h 8"/>
                  <a:gd name="T20" fmla="*/ 4 w 9"/>
                  <a:gd name="T21" fmla="*/ 8 h 8"/>
                  <a:gd name="T22" fmla="*/ 6 w 9"/>
                  <a:gd name="T23" fmla="*/ 8 h 8"/>
                  <a:gd name="T24" fmla="*/ 7 w 9"/>
                  <a:gd name="T25" fmla="*/ 7 h 8"/>
                  <a:gd name="T26" fmla="*/ 9 w 9"/>
                  <a:gd name="T27" fmla="*/ 5 h 8"/>
                  <a:gd name="T28" fmla="*/ 9 w 9"/>
                  <a:gd name="T29" fmla="*/ 4 h 8"/>
                  <a:gd name="T30" fmla="*/ 9 w 9"/>
                  <a:gd name="T31" fmla="*/ 2 h 8"/>
                  <a:gd name="T32" fmla="*/ 9 w 9"/>
                  <a:gd name="T33" fmla="*/ 1 h 8"/>
                  <a:gd name="T34" fmla="*/ 7 w 9"/>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7" y="0"/>
                    </a:moveTo>
                    <a:lnTo>
                      <a:pt x="6" y="0"/>
                    </a:lnTo>
                    <a:lnTo>
                      <a:pt x="4" y="0"/>
                    </a:lnTo>
                    <a:lnTo>
                      <a:pt x="3" y="0"/>
                    </a:lnTo>
                    <a:lnTo>
                      <a:pt x="1" y="1"/>
                    </a:lnTo>
                    <a:lnTo>
                      <a:pt x="0" y="2"/>
                    </a:lnTo>
                    <a:lnTo>
                      <a:pt x="0" y="4"/>
                    </a:lnTo>
                    <a:lnTo>
                      <a:pt x="1" y="5"/>
                    </a:lnTo>
                    <a:lnTo>
                      <a:pt x="3" y="7"/>
                    </a:lnTo>
                    <a:lnTo>
                      <a:pt x="4" y="8"/>
                    </a:lnTo>
                    <a:lnTo>
                      <a:pt x="6" y="8"/>
                    </a:lnTo>
                    <a:lnTo>
                      <a:pt x="7" y="7"/>
                    </a:lnTo>
                    <a:lnTo>
                      <a:pt x="9" y="5"/>
                    </a:lnTo>
                    <a:lnTo>
                      <a:pt x="9" y="4"/>
                    </a:lnTo>
                    <a:lnTo>
                      <a:pt x="9" y="2"/>
                    </a:lnTo>
                    <a:lnTo>
                      <a:pt x="9" y="1"/>
                    </a:lnTo>
                    <a:lnTo>
                      <a:pt x="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47" name="Freeform 189"/>
              <p:cNvSpPr>
                <a:spLocks/>
              </p:cNvSpPr>
              <p:nvPr/>
            </p:nvSpPr>
            <p:spPr bwMode="auto">
              <a:xfrm>
                <a:off x="3929" y="1846"/>
                <a:ext cx="9" cy="8"/>
              </a:xfrm>
              <a:custGeom>
                <a:avLst/>
                <a:gdLst>
                  <a:gd name="T0" fmla="*/ 7 w 9"/>
                  <a:gd name="T1" fmla="*/ 1 h 8"/>
                  <a:gd name="T2" fmla="*/ 6 w 9"/>
                  <a:gd name="T3" fmla="*/ 0 h 8"/>
                  <a:gd name="T4" fmla="*/ 4 w 9"/>
                  <a:gd name="T5" fmla="*/ 0 h 8"/>
                  <a:gd name="T6" fmla="*/ 3 w 9"/>
                  <a:gd name="T7" fmla="*/ 1 h 8"/>
                  <a:gd name="T8" fmla="*/ 1 w 9"/>
                  <a:gd name="T9" fmla="*/ 3 h 8"/>
                  <a:gd name="T10" fmla="*/ 0 w 9"/>
                  <a:gd name="T11" fmla="*/ 4 h 8"/>
                  <a:gd name="T12" fmla="*/ 0 w 9"/>
                  <a:gd name="T13" fmla="*/ 5 h 8"/>
                  <a:gd name="T14" fmla="*/ 1 w 9"/>
                  <a:gd name="T15" fmla="*/ 7 h 8"/>
                  <a:gd name="T16" fmla="*/ 3 w 9"/>
                  <a:gd name="T17" fmla="*/ 8 h 8"/>
                  <a:gd name="T18" fmla="*/ 3 w 9"/>
                  <a:gd name="T19" fmla="*/ 8 h 8"/>
                  <a:gd name="T20" fmla="*/ 4 w 9"/>
                  <a:gd name="T21" fmla="*/ 8 h 8"/>
                  <a:gd name="T22" fmla="*/ 6 w 9"/>
                  <a:gd name="T23" fmla="*/ 8 h 8"/>
                  <a:gd name="T24" fmla="*/ 7 w 9"/>
                  <a:gd name="T25" fmla="*/ 8 h 8"/>
                  <a:gd name="T26" fmla="*/ 9 w 9"/>
                  <a:gd name="T27" fmla="*/ 7 h 8"/>
                  <a:gd name="T28" fmla="*/ 9 w 9"/>
                  <a:gd name="T29" fmla="*/ 5 h 8"/>
                  <a:gd name="T30" fmla="*/ 9 w 9"/>
                  <a:gd name="T31" fmla="*/ 4 h 8"/>
                  <a:gd name="T32" fmla="*/ 9 w 9"/>
                  <a:gd name="T33" fmla="*/ 3 h 8"/>
                  <a:gd name="T34" fmla="*/ 7 w 9"/>
                  <a:gd name="T35" fmla="*/ 1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7" y="1"/>
                    </a:moveTo>
                    <a:lnTo>
                      <a:pt x="6" y="0"/>
                    </a:lnTo>
                    <a:lnTo>
                      <a:pt x="4" y="0"/>
                    </a:lnTo>
                    <a:lnTo>
                      <a:pt x="3" y="1"/>
                    </a:lnTo>
                    <a:lnTo>
                      <a:pt x="1" y="3"/>
                    </a:lnTo>
                    <a:lnTo>
                      <a:pt x="0" y="4"/>
                    </a:lnTo>
                    <a:lnTo>
                      <a:pt x="0" y="5"/>
                    </a:lnTo>
                    <a:lnTo>
                      <a:pt x="1" y="7"/>
                    </a:lnTo>
                    <a:lnTo>
                      <a:pt x="3" y="8"/>
                    </a:lnTo>
                    <a:lnTo>
                      <a:pt x="4" y="8"/>
                    </a:lnTo>
                    <a:lnTo>
                      <a:pt x="6" y="8"/>
                    </a:lnTo>
                    <a:lnTo>
                      <a:pt x="7" y="8"/>
                    </a:lnTo>
                    <a:lnTo>
                      <a:pt x="9" y="7"/>
                    </a:lnTo>
                    <a:lnTo>
                      <a:pt x="9" y="5"/>
                    </a:lnTo>
                    <a:lnTo>
                      <a:pt x="9" y="4"/>
                    </a:lnTo>
                    <a:lnTo>
                      <a:pt x="9" y="3"/>
                    </a:lnTo>
                    <a:lnTo>
                      <a:pt x="7"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48" name="Freeform 190"/>
              <p:cNvSpPr>
                <a:spLocks/>
              </p:cNvSpPr>
              <p:nvPr/>
            </p:nvSpPr>
            <p:spPr bwMode="auto">
              <a:xfrm>
                <a:off x="3944" y="1857"/>
                <a:ext cx="8" cy="9"/>
              </a:xfrm>
              <a:custGeom>
                <a:avLst/>
                <a:gdLst>
                  <a:gd name="T0" fmla="*/ 5 w 8"/>
                  <a:gd name="T1" fmla="*/ 0 h 9"/>
                  <a:gd name="T2" fmla="*/ 4 w 8"/>
                  <a:gd name="T3" fmla="*/ 0 h 9"/>
                  <a:gd name="T4" fmla="*/ 2 w 8"/>
                  <a:gd name="T5" fmla="*/ 0 h 9"/>
                  <a:gd name="T6" fmla="*/ 1 w 8"/>
                  <a:gd name="T7" fmla="*/ 0 h 9"/>
                  <a:gd name="T8" fmla="*/ 0 w 8"/>
                  <a:gd name="T9" fmla="*/ 2 h 9"/>
                  <a:gd name="T10" fmla="*/ 0 w 8"/>
                  <a:gd name="T11" fmla="*/ 3 h 9"/>
                  <a:gd name="T12" fmla="*/ 0 w 8"/>
                  <a:gd name="T13" fmla="*/ 5 h 9"/>
                  <a:gd name="T14" fmla="*/ 0 w 8"/>
                  <a:gd name="T15" fmla="*/ 6 h 9"/>
                  <a:gd name="T16" fmla="*/ 1 w 8"/>
                  <a:gd name="T17" fmla="*/ 8 h 9"/>
                  <a:gd name="T18" fmla="*/ 1 w 8"/>
                  <a:gd name="T19" fmla="*/ 8 h 9"/>
                  <a:gd name="T20" fmla="*/ 2 w 8"/>
                  <a:gd name="T21" fmla="*/ 9 h 9"/>
                  <a:gd name="T22" fmla="*/ 4 w 8"/>
                  <a:gd name="T23" fmla="*/ 9 h 9"/>
                  <a:gd name="T24" fmla="*/ 5 w 8"/>
                  <a:gd name="T25" fmla="*/ 8 h 9"/>
                  <a:gd name="T26" fmla="*/ 7 w 8"/>
                  <a:gd name="T27" fmla="*/ 6 h 9"/>
                  <a:gd name="T28" fmla="*/ 8 w 8"/>
                  <a:gd name="T29" fmla="*/ 5 h 9"/>
                  <a:gd name="T30" fmla="*/ 8 w 8"/>
                  <a:gd name="T31" fmla="*/ 3 h 9"/>
                  <a:gd name="T32" fmla="*/ 7 w 8"/>
                  <a:gd name="T33" fmla="*/ 2 h 9"/>
                  <a:gd name="T34" fmla="*/ 5 w 8"/>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5" y="0"/>
                    </a:moveTo>
                    <a:lnTo>
                      <a:pt x="4" y="0"/>
                    </a:lnTo>
                    <a:lnTo>
                      <a:pt x="2" y="0"/>
                    </a:lnTo>
                    <a:lnTo>
                      <a:pt x="1" y="0"/>
                    </a:lnTo>
                    <a:lnTo>
                      <a:pt x="0" y="2"/>
                    </a:lnTo>
                    <a:lnTo>
                      <a:pt x="0" y="3"/>
                    </a:lnTo>
                    <a:lnTo>
                      <a:pt x="0" y="5"/>
                    </a:lnTo>
                    <a:lnTo>
                      <a:pt x="0" y="6"/>
                    </a:lnTo>
                    <a:lnTo>
                      <a:pt x="1" y="8"/>
                    </a:lnTo>
                    <a:lnTo>
                      <a:pt x="2" y="9"/>
                    </a:lnTo>
                    <a:lnTo>
                      <a:pt x="4" y="9"/>
                    </a:lnTo>
                    <a:lnTo>
                      <a:pt x="5" y="8"/>
                    </a:lnTo>
                    <a:lnTo>
                      <a:pt x="7" y="6"/>
                    </a:lnTo>
                    <a:lnTo>
                      <a:pt x="8" y="5"/>
                    </a:lnTo>
                    <a:lnTo>
                      <a:pt x="8" y="3"/>
                    </a:lnTo>
                    <a:lnTo>
                      <a:pt x="7" y="2"/>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grpSp>
        <p:grpSp>
          <p:nvGrpSpPr>
            <p:cNvPr id="372" name="Group 191"/>
            <p:cNvGrpSpPr>
              <a:grpSpLocks/>
            </p:cNvGrpSpPr>
            <p:nvPr/>
          </p:nvGrpSpPr>
          <p:grpSpPr bwMode="auto">
            <a:xfrm>
              <a:off x="6309080" y="2271794"/>
              <a:ext cx="546100" cy="122238"/>
              <a:chOff x="3607" y="1820"/>
              <a:chExt cx="344" cy="77"/>
            </a:xfrm>
          </p:grpSpPr>
          <p:sp>
            <p:nvSpPr>
              <p:cNvPr id="503" name="Freeform 192"/>
              <p:cNvSpPr>
                <a:spLocks/>
              </p:cNvSpPr>
              <p:nvPr/>
            </p:nvSpPr>
            <p:spPr bwMode="auto">
              <a:xfrm>
                <a:off x="3607" y="1888"/>
                <a:ext cx="8" cy="9"/>
              </a:xfrm>
              <a:custGeom>
                <a:avLst/>
                <a:gdLst>
                  <a:gd name="T0" fmla="*/ 4 w 8"/>
                  <a:gd name="T1" fmla="*/ 0 h 9"/>
                  <a:gd name="T2" fmla="*/ 3 w 8"/>
                  <a:gd name="T3" fmla="*/ 1 h 9"/>
                  <a:gd name="T4" fmla="*/ 1 w 8"/>
                  <a:gd name="T5" fmla="*/ 3 h 9"/>
                  <a:gd name="T6" fmla="*/ 0 w 8"/>
                  <a:gd name="T7" fmla="*/ 4 h 9"/>
                  <a:gd name="T8" fmla="*/ 0 w 8"/>
                  <a:gd name="T9" fmla="*/ 4 h 9"/>
                  <a:gd name="T10" fmla="*/ 1 w 8"/>
                  <a:gd name="T11" fmla="*/ 6 h 9"/>
                  <a:gd name="T12" fmla="*/ 3 w 8"/>
                  <a:gd name="T13" fmla="*/ 7 h 9"/>
                  <a:gd name="T14" fmla="*/ 4 w 8"/>
                  <a:gd name="T15" fmla="*/ 9 h 9"/>
                  <a:gd name="T16" fmla="*/ 5 w 8"/>
                  <a:gd name="T17" fmla="*/ 9 h 9"/>
                  <a:gd name="T18" fmla="*/ 5 w 8"/>
                  <a:gd name="T19" fmla="*/ 9 h 9"/>
                  <a:gd name="T20" fmla="*/ 7 w 8"/>
                  <a:gd name="T21" fmla="*/ 7 h 9"/>
                  <a:gd name="T22" fmla="*/ 8 w 8"/>
                  <a:gd name="T23" fmla="*/ 6 h 9"/>
                  <a:gd name="T24" fmla="*/ 8 w 8"/>
                  <a:gd name="T25" fmla="*/ 4 h 9"/>
                  <a:gd name="T26" fmla="*/ 8 w 8"/>
                  <a:gd name="T27" fmla="*/ 3 h 9"/>
                  <a:gd name="T28" fmla="*/ 8 w 8"/>
                  <a:gd name="T29" fmla="*/ 1 h 9"/>
                  <a:gd name="T30" fmla="*/ 7 w 8"/>
                  <a:gd name="T31" fmla="*/ 0 h 9"/>
                  <a:gd name="T32" fmla="*/ 5 w 8"/>
                  <a:gd name="T33" fmla="*/ 0 h 9"/>
                  <a:gd name="T34" fmla="*/ 4 w 8"/>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4" y="0"/>
                    </a:moveTo>
                    <a:lnTo>
                      <a:pt x="3" y="1"/>
                    </a:lnTo>
                    <a:lnTo>
                      <a:pt x="1" y="3"/>
                    </a:lnTo>
                    <a:lnTo>
                      <a:pt x="0" y="4"/>
                    </a:lnTo>
                    <a:lnTo>
                      <a:pt x="1" y="6"/>
                    </a:lnTo>
                    <a:lnTo>
                      <a:pt x="3" y="7"/>
                    </a:lnTo>
                    <a:lnTo>
                      <a:pt x="4" y="9"/>
                    </a:lnTo>
                    <a:lnTo>
                      <a:pt x="5" y="9"/>
                    </a:lnTo>
                    <a:lnTo>
                      <a:pt x="7" y="7"/>
                    </a:lnTo>
                    <a:lnTo>
                      <a:pt x="8" y="6"/>
                    </a:lnTo>
                    <a:lnTo>
                      <a:pt x="8" y="4"/>
                    </a:lnTo>
                    <a:lnTo>
                      <a:pt x="8" y="3"/>
                    </a:lnTo>
                    <a:lnTo>
                      <a:pt x="8" y="1"/>
                    </a:lnTo>
                    <a:lnTo>
                      <a:pt x="7" y="0"/>
                    </a:lnTo>
                    <a:lnTo>
                      <a:pt x="5"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04" name="Freeform 193"/>
              <p:cNvSpPr>
                <a:spLocks/>
              </p:cNvSpPr>
              <p:nvPr/>
            </p:nvSpPr>
            <p:spPr bwMode="auto">
              <a:xfrm>
                <a:off x="3623" y="1881"/>
                <a:ext cx="8" cy="8"/>
              </a:xfrm>
              <a:custGeom>
                <a:avLst/>
                <a:gdLst>
                  <a:gd name="T0" fmla="*/ 1 w 8"/>
                  <a:gd name="T1" fmla="*/ 0 h 8"/>
                  <a:gd name="T2" fmla="*/ 0 w 8"/>
                  <a:gd name="T3" fmla="*/ 1 h 8"/>
                  <a:gd name="T4" fmla="*/ 0 w 8"/>
                  <a:gd name="T5" fmla="*/ 2 h 8"/>
                  <a:gd name="T6" fmla="*/ 0 w 8"/>
                  <a:gd name="T7" fmla="*/ 4 h 8"/>
                  <a:gd name="T8" fmla="*/ 0 w 8"/>
                  <a:gd name="T9" fmla="*/ 5 h 8"/>
                  <a:gd name="T10" fmla="*/ 1 w 8"/>
                  <a:gd name="T11" fmla="*/ 7 h 8"/>
                  <a:gd name="T12" fmla="*/ 3 w 8"/>
                  <a:gd name="T13" fmla="*/ 8 h 8"/>
                  <a:gd name="T14" fmla="*/ 4 w 8"/>
                  <a:gd name="T15" fmla="*/ 8 h 8"/>
                  <a:gd name="T16" fmla="*/ 5 w 8"/>
                  <a:gd name="T17" fmla="*/ 7 h 8"/>
                  <a:gd name="T18" fmla="*/ 5 w 8"/>
                  <a:gd name="T19" fmla="*/ 7 h 8"/>
                  <a:gd name="T20" fmla="*/ 7 w 8"/>
                  <a:gd name="T21" fmla="*/ 5 h 8"/>
                  <a:gd name="T22" fmla="*/ 8 w 8"/>
                  <a:gd name="T23" fmla="*/ 4 h 8"/>
                  <a:gd name="T24" fmla="*/ 8 w 8"/>
                  <a:gd name="T25" fmla="*/ 2 h 8"/>
                  <a:gd name="T26" fmla="*/ 7 w 8"/>
                  <a:gd name="T27" fmla="*/ 1 h 8"/>
                  <a:gd name="T28" fmla="*/ 5 w 8"/>
                  <a:gd name="T29" fmla="*/ 0 h 8"/>
                  <a:gd name="T30" fmla="*/ 4 w 8"/>
                  <a:gd name="T31" fmla="*/ 0 h 8"/>
                  <a:gd name="T32" fmla="*/ 3 w 8"/>
                  <a:gd name="T33" fmla="*/ 0 h 8"/>
                  <a:gd name="T34" fmla="*/ 1 w 8"/>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8"/>
                  <a:gd name="T56" fmla="*/ 8 w 8"/>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8">
                    <a:moveTo>
                      <a:pt x="1" y="0"/>
                    </a:moveTo>
                    <a:lnTo>
                      <a:pt x="0" y="1"/>
                    </a:lnTo>
                    <a:lnTo>
                      <a:pt x="0" y="2"/>
                    </a:lnTo>
                    <a:lnTo>
                      <a:pt x="0" y="4"/>
                    </a:lnTo>
                    <a:lnTo>
                      <a:pt x="0" y="5"/>
                    </a:lnTo>
                    <a:lnTo>
                      <a:pt x="1" y="7"/>
                    </a:lnTo>
                    <a:lnTo>
                      <a:pt x="3" y="8"/>
                    </a:lnTo>
                    <a:lnTo>
                      <a:pt x="4" y="8"/>
                    </a:lnTo>
                    <a:lnTo>
                      <a:pt x="5" y="7"/>
                    </a:lnTo>
                    <a:lnTo>
                      <a:pt x="7" y="5"/>
                    </a:lnTo>
                    <a:lnTo>
                      <a:pt x="8" y="4"/>
                    </a:lnTo>
                    <a:lnTo>
                      <a:pt x="8" y="2"/>
                    </a:lnTo>
                    <a:lnTo>
                      <a:pt x="7" y="1"/>
                    </a:lnTo>
                    <a:lnTo>
                      <a:pt x="5" y="0"/>
                    </a:lnTo>
                    <a:lnTo>
                      <a:pt x="4" y="0"/>
                    </a:lnTo>
                    <a:lnTo>
                      <a:pt x="3" y="0"/>
                    </a:lnTo>
                    <a:lnTo>
                      <a:pt x="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05" name="Freeform 194"/>
              <p:cNvSpPr>
                <a:spLocks/>
              </p:cNvSpPr>
              <p:nvPr/>
            </p:nvSpPr>
            <p:spPr bwMode="auto">
              <a:xfrm>
                <a:off x="3637" y="1872"/>
                <a:ext cx="9" cy="9"/>
              </a:xfrm>
              <a:custGeom>
                <a:avLst/>
                <a:gdLst>
                  <a:gd name="T0" fmla="*/ 3 w 9"/>
                  <a:gd name="T1" fmla="*/ 0 h 9"/>
                  <a:gd name="T2" fmla="*/ 2 w 9"/>
                  <a:gd name="T3" fmla="*/ 1 h 9"/>
                  <a:gd name="T4" fmla="*/ 0 w 9"/>
                  <a:gd name="T5" fmla="*/ 3 h 9"/>
                  <a:gd name="T6" fmla="*/ 0 w 9"/>
                  <a:gd name="T7" fmla="*/ 4 h 9"/>
                  <a:gd name="T8" fmla="*/ 2 w 9"/>
                  <a:gd name="T9" fmla="*/ 6 h 9"/>
                  <a:gd name="T10" fmla="*/ 3 w 9"/>
                  <a:gd name="T11" fmla="*/ 7 h 9"/>
                  <a:gd name="T12" fmla="*/ 4 w 9"/>
                  <a:gd name="T13" fmla="*/ 9 h 9"/>
                  <a:gd name="T14" fmla="*/ 6 w 9"/>
                  <a:gd name="T15" fmla="*/ 9 h 9"/>
                  <a:gd name="T16" fmla="*/ 7 w 9"/>
                  <a:gd name="T17" fmla="*/ 7 h 9"/>
                  <a:gd name="T18" fmla="*/ 7 w 9"/>
                  <a:gd name="T19" fmla="*/ 7 h 9"/>
                  <a:gd name="T20" fmla="*/ 9 w 9"/>
                  <a:gd name="T21" fmla="*/ 6 h 9"/>
                  <a:gd name="T22" fmla="*/ 9 w 9"/>
                  <a:gd name="T23" fmla="*/ 4 h 9"/>
                  <a:gd name="T24" fmla="*/ 9 w 9"/>
                  <a:gd name="T25" fmla="*/ 3 h 9"/>
                  <a:gd name="T26" fmla="*/ 9 w 9"/>
                  <a:gd name="T27" fmla="*/ 1 h 9"/>
                  <a:gd name="T28" fmla="*/ 7 w 9"/>
                  <a:gd name="T29" fmla="*/ 0 h 9"/>
                  <a:gd name="T30" fmla="*/ 6 w 9"/>
                  <a:gd name="T31" fmla="*/ 0 h 9"/>
                  <a:gd name="T32" fmla="*/ 4 w 9"/>
                  <a:gd name="T33" fmla="*/ 0 h 9"/>
                  <a:gd name="T34" fmla="*/ 3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3" y="0"/>
                    </a:moveTo>
                    <a:lnTo>
                      <a:pt x="2" y="1"/>
                    </a:lnTo>
                    <a:lnTo>
                      <a:pt x="0" y="3"/>
                    </a:lnTo>
                    <a:lnTo>
                      <a:pt x="0" y="4"/>
                    </a:lnTo>
                    <a:lnTo>
                      <a:pt x="2" y="6"/>
                    </a:lnTo>
                    <a:lnTo>
                      <a:pt x="3" y="7"/>
                    </a:lnTo>
                    <a:lnTo>
                      <a:pt x="4" y="9"/>
                    </a:lnTo>
                    <a:lnTo>
                      <a:pt x="6" y="9"/>
                    </a:lnTo>
                    <a:lnTo>
                      <a:pt x="7" y="7"/>
                    </a:lnTo>
                    <a:lnTo>
                      <a:pt x="9" y="6"/>
                    </a:lnTo>
                    <a:lnTo>
                      <a:pt x="9" y="4"/>
                    </a:lnTo>
                    <a:lnTo>
                      <a:pt x="9" y="3"/>
                    </a:lnTo>
                    <a:lnTo>
                      <a:pt x="9" y="1"/>
                    </a:lnTo>
                    <a:lnTo>
                      <a:pt x="7" y="0"/>
                    </a:lnTo>
                    <a:lnTo>
                      <a:pt x="6" y="0"/>
                    </a:lnTo>
                    <a:lnTo>
                      <a:pt x="4"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06" name="Freeform 195"/>
              <p:cNvSpPr>
                <a:spLocks/>
              </p:cNvSpPr>
              <p:nvPr/>
            </p:nvSpPr>
            <p:spPr bwMode="auto">
              <a:xfrm>
                <a:off x="3653" y="1863"/>
                <a:ext cx="9" cy="9"/>
              </a:xfrm>
              <a:custGeom>
                <a:avLst/>
                <a:gdLst>
                  <a:gd name="T0" fmla="*/ 2 w 9"/>
                  <a:gd name="T1" fmla="*/ 0 h 9"/>
                  <a:gd name="T2" fmla="*/ 0 w 9"/>
                  <a:gd name="T3" fmla="*/ 2 h 9"/>
                  <a:gd name="T4" fmla="*/ 0 w 9"/>
                  <a:gd name="T5" fmla="*/ 3 h 9"/>
                  <a:gd name="T6" fmla="*/ 0 w 9"/>
                  <a:gd name="T7" fmla="*/ 4 h 9"/>
                  <a:gd name="T8" fmla="*/ 0 w 9"/>
                  <a:gd name="T9" fmla="*/ 6 h 9"/>
                  <a:gd name="T10" fmla="*/ 2 w 9"/>
                  <a:gd name="T11" fmla="*/ 7 h 9"/>
                  <a:gd name="T12" fmla="*/ 3 w 9"/>
                  <a:gd name="T13" fmla="*/ 9 h 9"/>
                  <a:gd name="T14" fmla="*/ 4 w 9"/>
                  <a:gd name="T15" fmla="*/ 9 h 9"/>
                  <a:gd name="T16" fmla="*/ 6 w 9"/>
                  <a:gd name="T17" fmla="*/ 7 h 9"/>
                  <a:gd name="T18" fmla="*/ 6 w 9"/>
                  <a:gd name="T19" fmla="*/ 7 h 9"/>
                  <a:gd name="T20" fmla="*/ 7 w 9"/>
                  <a:gd name="T21" fmla="*/ 6 h 9"/>
                  <a:gd name="T22" fmla="*/ 9 w 9"/>
                  <a:gd name="T23" fmla="*/ 4 h 9"/>
                  <a:gd name="T24" fmla="*/ 9 w 9"/>
                  <a:gd name="T25" fmla="*/ 3 h 9"/>
                  <a:gd name="T26" fmla="*/ 7 w 9"/>
                  <a:gd name="T27" fmla="*/ 2 h 9"/>
                  <a:gd name="T28" fmla="*/ 6 w 9"/>
                  <a:gd name="T29" fmla="*/ 0 h 9"/>
                  <a:gd name="T30" fmla="*/ 4 w 9"/>
                  <a:gd name="T31" fmla="*/ 0 h 9"/>
                  <a:gd name="T32" fmla="*/ 3 w 9"/>
                  <a:gd name="T33" fmla="*/ 0 h 9"/>
                  <a:gd name="T34" fmla="*/ 2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2" y="0"/>
                    </a:moveTo>
                    <a:lnTo>
                      <a:pt x="0" y="2"/>
                    </a:lnTo>
                    <a:lnTo>
                      <a:pt x="0" y="3"/>
                    </a:lnTo>
                    <a:lnTo>
                      <a:pt x="0" y="4"/>
                    </a:lnTo>
                    <a:lnTo>
                      <a:pt x="0" y="6"/>
                    </a:lnTo>
                    <a:lnTo>
                      <a:pt x="2" y="7"/>
                    </a:lnTo>
                    <a:lnTo>
                      <a:pt x="3" y="9"/>
                    </a:lnTo>
                    <a:lnTo>
                      <a:pt x="4" y="9"/>
                    </a:lnTo>
                    <a:lnTo>
                      <a:pt x="6" y="7"/>
                    </a:lnTo>
                    <a:lnTo>
                      <a:pt x="7" y="6"/>
                    </a:lnTo>
                    <a:lnTo>
                      <a:pt x="9" y="4"/>
                    </a:lnTo>
                    <a:lnTo>
                      <a:pt x="9" y="3"/>
                    </a:lnTo>
                    <a:lnTo>
                      <a:pt x="7" y="2"/>
                    </a:lnTo>
                    <a:lnTo>
                      <a:pt x="6" y="0"/>
                    </a:lnTo>
                    <a:lnTo>
                      <a:pt x="4" y="0"/>
                    </a:lnTo>
                    <a:lnTo>
                      <a:pt x="3" y="0"/>
                    </a:lnTo>
                    <a:lnTo>
                      <a:pt x="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07" name="Freeform 196"/>
              <p:cNvSpPr>
                <a:spLocks/>
              </p:cNvSpPr>
              <p:nvPr/>
            </p:nvSpPr>
            <p:spPr bwMode="auto">
              <a:xfrm>
                <a:off x="3668" y="1854"/>
                <a:ext cx="8" cy="9"/>
              </a:xfrm>
              <a:custGeom>
                <a:avLst/>
                <a:gdLst>
                  <a:gd name="T0" fmla="*/ 3 w 8"/>
                  <a:gd name="T1" fmla="*/ 0 h 9"/>
                  <a:gd name="T2" fmla="*/ 1 w 8"/>
                  <a:gd name="T3" fmla="*/ 2 h 9"/>
                  <a:gd name="T4" fmla="*/ 0 w 8"/>
                  <a:gd name="T5" fmla="*/ 3 h 9"/>
                  <a:gd name="T6" fmla="*/ 0 w 8"/>
                  <a:gd name="T7" fmla="*/ 5 h 9"/>
                  <a:gd name="T8" fmla="*/ 1 w 8"/>
                  <a:gd name="T9" fmla="*/ 6 h 9"/>
                  <a:gd name="T10" fmla="*/ 3 w 8"/>
                  <a:gd name="T11" fmla="*/ 8 h 9"/>
                  <a:gd name="T12" fmla="*/ 4 w 8"/>
                  <a:gd name="T13" fmla="*/ 9 h 9"/>
                  <a:gd name="T14" fmla="*/ 5 w 8"/>
                  <a:gd name="T15" fmla="*/ 9 h 9"/>
                  <a:gd name="T16" fmla="*/ 7 w 8"/>
                  <a:gd name="T17" fmla="*/ 8 h 9"/>
                  <a:gd name="T18" fmla="*/ 7 w 8"/>
                  <a:gd name="T19" fmla="*/ 8 h 9"/>
                  <a:gd name="T20" fmla="*/ 8 w 8"/>
                  <a:gd name="T21" fmla="*/ 6 h 9"/>
                  <a:gd name="T22" fmla="*/ 8 w 8"/>
                  <a:gd name="T23" fmla="*/ 5 h 9"/>
                  <a:gd name="T24" fmla="*/ 8 w 8"/>
                  <a:gd name="T25" fmla="*/ 3 h 9"/>
                  <a:gd name="T26" fmla="*/ 8 w 8"/>
                  <a:gd name="T27" fmla="*/ 2 h 9"/>
                  <a:gd name="T28" fmla="*/ 7 w 8"/>
                  <a:gd name="T29" fmla="*/ 0 h 9"/>
                  <a:gd name="T30" fmla="*/ 5 w 8"/>
                  <a:gd name="T31" fmla="*/ 0 h 9"/>
                  <a:gd name="T32" fmla="*/ 4 w 8"/>
                  <a:gd name="T33" fmla="*/ 0 h 9"/>
                  <a:gd name="T34" fmla="*/ 3 w 8"/>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3" y="0"/>
                    </a:moveTo>
                    <a:lnTo>
                      <a:pt x="1" y="2"/>
                    </a:lnTo>
                    <a:lnTo>
                      <a:pt x="0" y="3"/>
                    </a:lnTo>
                    <a:lnTo>
                      <a:pt x="0" y="5"/>
                    </a:lnTo>
                    <a:lnTo>
                      <a:pt x="1" y="6"/>
                    </a:lnTo>
                    <a:lnTo>
                      <a:pt x="3" y="8"/>
                    </a:lnTo>
                    <a:lnTo>
                      <a:pt x="4" y="9"/>
                    </a:lnTo>
                    <a:lnTo>
                      <a:pt x="5" y="9"/>
                    </a:lnTo>
                    <a:lnTo>
                      <a:pt x="7" y="8"/>
                    </a:lnTo>
                    <a:lnTo>
                      <a:pt x="8" y="6"/>
                    </a:lnTo>
                    <a:lnTo>
                      <a:pt x="8" y="5"/>
                    </a:lnTo>
                    <a:lnTo>
                      <a:pt x="8" y="3"/>
                    </a:lnTo>
                    <a:lnTo>
                      <a:pt x="8" y="2"/>
                    </a:lnTo>
                    <a:lnTo>
                      <a:pt x="7" y="0"/>
                    </a:lnTo>
                    <a:lnTo>
                      <a:pt x="5" y="0"/>
                    </a:lnTo>
                    <a:lnTo>
                      <a:pt x="4"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08" name="Freeform 197"/>
              <p:cNvSpPr>
                <a:spLocks/>
              </p:cNvSpPr>
              <p:nvPr/>
            </p:nvSpPr>
            <p:spPr bwMode="auto">
              <a:xfrm>
                <a:off x="3684" y="1846"/>
                <a:ext cx="8" cy="8"/>
              </a:xfrm>
              <a:custGeom>
                <a:avLst/>
                <a:gdLst>
                  <a:gd name="T0" fmla="*/ 3 w 8"/>
                  <a:gd name="T1" fmla="*/ 0 h 8"/>
                  <a:gd name="T2" fmla="*/ 1 w 8"/>
                  <a:gd name="T3" fmla="*/ 1 h 8"/>
                  <a:gd name="T4" fmla="*/ 0 w 8"/>
                  <a:gd name="T5" fmla="*/ 3 h 8"/>
                  <a:gd name="T6" fmla="*/ 0 w 8"/>
                  <a:gd name="T7" fmla="*/ 4 h 8"/>
                  <a:gd name="T8" fmla="*/ 0 w 8"/>
                  <a:gd name="T9" fmla="*/ 5 h 8"/>
                  <a:gd name="T10" fmla="*/ 0 w 8"/>
                  <a:gd name="T11" fmla="*/ 7 h 8"/>
                  <a:gd name="T12" fmla="*/ 1 w 8"/>
                  <a:gd name="T13" fmla="*/ 8 h 8"/>
                  <a:gd name="T14" fmla="*/ 3 w 8"/>
                  <a:gd name="T15" fmla="*/ 8 h 8"/>
                  <a:gd name="T16" fmla="*/ 4 w 8"/>
                  <a:gd name="T17" fmla="*/ 8 h 8"/>
                  <a:gd name="T18" fmla="*/ 4 w 8"/>
                  <a:gd name="T19" fmla="*/ 8 h 8"/>
                  <a:gd name="T20" fmla="*/ 5 w 8"/>
                  <a:gd name="T21" fmla="*/ 8 h 8"/>
                  <a:gd name="T22" fmla="*/ 7 w 8"/>
                  <a:gd name="T23" fmla="*/ 7 h 8"/>
                  <a:gd name="T24" fmla="*/ 8 w 8"/>
                  <a:gd name="T25" fmla="*/ 5 h 8"/>
                  <a:gd name="T26" fmla="*/ 8 w 8"/>
                  <a:gd name="T27" fmla="*/ 4 h 8"/>
                  <a:gd name="T28" fmla="*/ 7 w 8"/>
                  <a:gd name="T29" fmla="*/ 3 h 8"/>
                  <a:gd name="T30" fmla="*/ 5 w 8"/>
                  <a:gd name="T31" fmla="*/ 1 h 8"/>
                  <a:gd name="T32" fmla="*/ 4 w 8"/>
                  <a:gd name="T33" fmla="*/ 0 h 8"/>
                  <a:gd name="T34" fmla="*/ 3 w 8"/>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8"/>
                  <a:gd name="T56" fmla="*/ 8 w 8"/>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8">
                    <a:moveTo>
                      <a:pt x="3" y="0"/>
                    </a:moveTo>
                    <a:lnTo>
                      <a:pt x="1" y="1"/>
                    </a:lnTo>
                    <a:lnTo>
                      <a:pt x="0" y="3"/>
                    </a:lnTo>
                    <a:lnTo>
                      <a:pt x="0" y="4"/>
                    </a:lnTo>
                    <a:lnTo>
                      <a:pt x="0" y="5"/>
                    </a:lnTo>
                    <a:lnTo>
                      <a:pt x="0" y="7"/>
                    </a:lnTo>
                    <a:lnTo>
                      <a:pt x="1" y="8"/>
                    </a:lnTo>
                    <a:lnTo>
                      <a:pt x="3" y="8"/>
                    </a:lnTo>
                    <a:lnTo>
                      <a:pt x="4" y="8"/>
                    </a:lnTo>
                    <a:lnTo>
                      <a:pt x="5" y="8"/>
                    </a:lnTo>
                    <a:lnTo>
                      <a:pt x="7" y="7"/>
                    </a:lnTo>
                    <a:lnTo>
                      <a:pt x="8" y="5"/>
                    </a:lnTo>
                    <a:lnTo>
                      <a:pt x="8" y="4"/>
                    </a:lnTo>
                    <a:lnTo>
                      <a:pt x="7" y="3"/>
                    </a:lnTo>
                    <a:lnTo>
                      <a:pt x="5" y="1"/>
                    </a:lnTo>
                    <a:lnTo>
                      <a:pt x="4"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09" name="Freeform 198"/>
              <p:cNvSpPr>
                <a:spLocks/>
              </p:cNvSpPr>
              <p:nvPr/>
            </p:nvSpPr>
            <p:spPr bwMode="auto">
              <a:xfrm>
                <a:off x="3700" y="1838"/>
                <a:ext cx="8" cy="9"/>
              </a:xfrm>
              <a:custGeom>
                <a:avLst/>
                <a:gdLst>
                  <a:gd name="T0" fmla="*/ 2 w 8"/>
                  <a:gd name="T1" fmla="*/ 0 h 9"/>
                  <a:gd name="T2" fmla="*/ 1 w 8"/>
                  <a:gd name="T3" fmla="*/ 2 h 9"/>
                  <a:gd name="T4" fmla="*/ 0 w 8"/>
                  <a:gd name="T5" fmla="*/ 3 h 9"/>
                  <a:gd name="T6" fmla="*/ 0 w 8"/>
                  <a:gd name="T7" fmla="*/ 5 h 9"/>
                  <a:gd name="T8" fmla="*/ 0 w 8"/>
                  <a:gd name="T9" fmla="*/ 6 h 9"/>
                  <a:gd name="T10" fmla="*/ 0 w 8"/>
                  <a:gd name="T11" fmla="*/ 8 h 9"/>
                  <a:gd name="T12" fmla="*/ 1 w 8"/>
                  <a:gd name="T13" fmla="*/ 9 h 9"/>
                  <a:gd name="T14" fmla="*/ 2 w 8"/>
                  <a:gd name="T15" fmla="*/ 9 h 9"/>
                  <a:gd name="T16" fmla="*/ 4 w 8"/>
                  <a:gd name="T17" fmla="*/ 9 h 9"/>
                  <a:gd name="T18" fmla="*/ 4 w 8"/>
                  <a:gd name="T19" fmla="*/ 9 h 9"/>
                  <a:gd name="T20" fmla="*/ 5 w 8"/>
                  <a:gd name="T21" fmla="*/ 9 h 9"/>
                  <a:gd name="T22" fmla="*/ 7 w 8"/>
                  <a:gd name="T23" fmla="*/ 8 h 9"/>
                  <a:gd name="T24" fmla="*/ 8 w 8"/>
                  <a:gd name="T25" fmla="*/ 6 h 9"/>
                  <a:gd name="T26" fmla="*/ 8 w 8"/>
                  <a:gd name="T27" fmla="*/ 5 h 9"/>
                  <a:gd name="T28" fmla="*/ 7 w 8"/>
                  <a:gd name="T29" fmla="*/ 3 h 9"/>
                  <a:gd name="T30" fmla="*/ 5 w 8"/>
                  <a:gd name="T31" fmla="*/ 2 h 9"/>
                  <a:gd name="T32" fmla="*/ 4 w 8"/>
                  <a:gd name="T33" fmla="*/ 0 h 9"/>
                  <a:gd name="T34" fmla="*/ 2 w 8"/>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2" y="0"/>
                    </a:moveTo>
                    <a:lnTo>
                      <a:pt x="1" y="2"/>
                    </a:lnTo>
                    <a:lnTo>
                      <a:pt x="0" y="3"/>
                    </a:lnTo>
                    <a:lnTo>
                      <a:pt x="0" y="5"/>
                    </a:lnTo>
                    <a:lnTo>
                      <a:pt x="0" y="6"/>
                    </a:lnTo>
                    <a:lnTo>
                      <a:pt x="0" y="8"/>
                    </a:lnTo>
                    <a:lnTo>
                      <a:pt x="1" y="9"/>
                    </a:lnTo>
                    <a:lnTo>
                      <a:pt x="2" y="9"/>
                    </a:lnTo>
                    <a:lnTo>
                      <a:pt x="4" y="9"/>
                    </a:lnTo>
                    <a:lnTo>
                      <a:pt x="5" y="9"/>
                    </a:lnTo>
                    <a:lnTo>
                      <a:pt x="7" y="8"/>
                    </a:lnTo>
                    <a:lnTo>
                      <a:pt x="8" y="6"/>
                    </a:lnTo>
                    <a:lnTo>
                      <a:pt x="8" y="5"/>
                    </a:lnTo>
                    <a:lnTo>
                      <a:pt x="7" y="3"/>
                    </a:lnTo>
                    <a:lnTo>
                      <a:pt x="5" y="2"/>
                    </a:lnTo>
                    <a:lnTo>
                      <a:pt x="4" y="0"/>
                    </a:lnTo>
                    <a:lnTo>
                      <a:pt x="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10" name="Freeform 199"/>
              <p:cNvSpPr>
                <a:spLocks/>
              </p:cNvSpPr>
              <p:nvPr/>
            </p:nvSpPr>
            <p:spPr bwMode="auto">
              <a:xfrm>
                <a:off x="3716" y="1833"/>
                <a:ext cx="8" cy="8"/>
              </a:xfrm>
              <a:custGeom>
                <a:avLst/>
                <a:gdLst>
                  <a:gd name="T0" fmla="*/ 2 w 8"/>
                  <a:gd name="T1" fmla="*/ 0 h 8"/>
                  <a:gd name="T2" fmla="*/ 1 w 8"/>
                  <a:gd name="T3" fmla="*/ 0 h 8"/>
                  <a:gd name="T4" fmla="*/ 0 w 8"/>
                  <a:gd name="T5" fmla="*/ 1 h 8"/>
                  <a:gd name="T6" fmla="*/ 0 w 8"/>
                  <a:gd name="T7" fmla="*/ 3 h 8"/>
                  <a:gd name="T8" fmla="*/ 0 w 8"/>
                  <a:gd name="T9" fmla="*/ 4 h 8"/>
                  <a:gd name="T10" fmla="*/ 0 w 8"/>
                  <a:gd name="T11" fmla="*/ 5 h 8"/>
                  <a:gd name="T12" fmla="*/ 1 w 8"/>
                  <a:gd name="T13" fmla="*/ 7 h 8"/>
                  <a:gd name="T14" fmla="*/ 2 w 8"/>
                  <a:gd name="T15" fmla="*/ 8 h 8"/>
                  <a:gd name="T16" fmla="*/ 4 w 8"/>
                  <a:gd name="T17" fmla="*/ 8 h 8"/>
                  <a:gd name="T18" fmla="*/ 4 w 8"/>
                  <a:gd name="T19" fmla="*/ 8 h 8"/>
                  <a:gd name="T20" fmla="*/ 5 w 8"/>
                  <a:gd name="T21" fmla="*/ 7 h 8"/>
                  <a:gd name="T22" fmla="*/ 7 w 8"/>
                  <a:gd name="T23" fmla="*/ 5 h 8"/>
                  <a:gd name="T24" fmla="*/ 8 w 8"/>
                  <a:gd name="T25" fmla="*/ 4 h 8"/>
                  <a:gd name="T26" fmla="*/ 8 w 8"/>
                  <a:gd name="T27" fmla="*/ 3 h 8"/>
                  <a:gd name="T28" fmla="*/ 7 w 8"/>
                  <a:gd name="T29" fmla="*/ 1 h 8"/>
                  <a:gd name="T30" fmla="*/ 5 w 8"/>
                  <a:gd name="T31" fmla="*/ 0 h 8"/>
                  <a:gd name="T32" fmla="*/ 4 w 8"/>
                  <a:gd name="T33" fmla="*/ 0 h 8"/>
                  <a:gd name="T34" fmla="*/ 2 w 8"/>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8"/>
                  <a:gd name="T56" fmla="*/ 8 w 8"/>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8">
                    <a:moveTo>
                      <a:pt x="2" y="0"/>
                    </a:moveTo>
                    <a:lnTo>
                      <a:pt x="1" y="0"/>
                    </a:lnTo>
                    <a:lnTo>
                      <a:pt x="0" y="1"/>
                    </a:lnTo>
                    <a:lnTo>
                      <a:pt x="0" y="3"/>
                    </a:lnTo>
                    <a:lnTo>
                      <a:pt x="0" y="4"/>
                    </a:lnTo>
                    <a:lnTo>
                      <a:pt x="0" y="5"/>
                    </a:lnTo>
                    <a:lnTo>
                      <a:pt x="1" y="7"/>
                    </a:lnTo>
                    <a:lnTo>
                      <a:pt x="2" y="8"/>
                    </a:lnTo>
                    <a:lnTo>
                      <a:pt x="4" y="8"/>
                    </a:lnTo>
                    <a:lnTo>
                      <a:pt x="5" y="7"/>
                    </a:lnTo>
                    <a:lnTo>
                      <a:pt x="7" y="5"/>
                    </a:lnTo>
                    <a:lnTo>
                      <a:pt x="8" y="4"/>
                    </a:lnTo>
                    <a:lnTo>
                      <a:pt x="8" y="3"/>
                    </a:lnTo>
                    <a:lnTo>
                      <a:pt x="7" y="1"/>
                    </a:lnTo>
                    <a:lnTo>
                      <a:pt x="5" y="0"/>
                    </a:lnTo>
                    <a:lnTo>
                      <a:pt x="4" y="0"/>
                    </a:lnTo>
                    <a:lnTo>
                      <a:pt x="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11" name="Freeform 200"/>
              <p:cNvSpPr>
                <a:spLocks/>
              </p:cNvSpPr>
              <p:nvPr/>
            </p:nvSpPr>
            <p:spPr bwMode="auto">
              <a:xfrm>
                <a:off x="3732" y="1825"/>
                <a:ext cx="8" cy="9"/>
              </a:xfrm>
              <a:custGeom>
                <a:avLst/>
                <a:gdLst>
                  <a:gd name="T0" fmla="*/ 2 w 8"/>
                  <a:gd name="T1" fmla="*/ 0 h 9"/>
                  <a:gd name="T2" fmla="*/ 1 w 8"/>
                  <a:gd name="T3" fmla="*/ 2 h 9"/>
                  <a:gd name="T4" fmla="*/ 0 w 8"/>
                  <a:gd name="T5" fmla="*/ 3 h 9"/>
                  <a:gd name="T6" fmla="*/ 0 w 8"/>
                  <a:gd name="T7" fmla="*/ 5 h 9"/>
                  <a:gd name="T8" fmla="*/ 0 w 8"/>
                  <a:gd name="T9" fmla="*/ 6 h 9"/>
                  <a:gd name="T10" fmla="*/ 0 w 8"/>
                  <a:gd name="T11" fmla="*/ 8 h 9"/>
                  <a:gd name="T12" fmla="*/ 1 w 8"/>
                  <a:gd name="T13" fmla="*/ 9 h 9"/>
                  <a:gd name="T14" fmla="*/ 2 w 8"/>
                  <a:gd name="T15" fmla="*/ 9 h 9"/>
                  <a:gd name="T16" fmla="*/ 4 w 8"/>
                  <a:gd name="T17" fmla="*/ 9 h 9"/>
                  <a:gd name="T18" fmla="*/ 4 w 8"/>
                  <a:gd name="T19" fmla="*/ 9 h 9"/>
                  <a:gd name="T20" fmla="*/ 5 w 8"/>
                  <a:gd name="T21" fmla="*/ 9 h 9"/>
                  <a:gd name="T22" fmla="*/ 7 w 8"/>
                  <a:gd name="T23" fmla="*/ 8 h 9"/>
                  <a:gd name="T24" fmla="*/ 8 w 8"/>
                  <a:gd name="T25" fmla="*/ 6 h 9"/>
                  <a:gd name="T26" fmla="*/ 8 w 8"/>
                  <a:gd name="T27" fmla="*/ 5 h 9"/>
                  <a:gd name="T28" fmla="*/ 7 w 8"/>
                  <a:gd name="T29" fmla="*/ 3 h 9"/>
                  <a:gd name="T30" fmla="*/ 5 w 8"/>
                  <a:gd name="T31" fmla="*/ 2 h 9"/>
                  <a:gd name="T32" fmla="*/ 4 w 8"/>
                  <a:gd name="T33" fmla="*/ 0 h 9"/>
                  <a:gd name="T34" fmla="*/ 2 w 8"/>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2" y="0"/>
                    </a:moveTo>
                    <a:lnTo>
                      <a:pt x="1" y="2"/>
                    </a:lnTo>
                    <a:lnTo>
                      <a:pt x="0" y="3"/>
                    </a:lnTo>
                    <a:lnTo>
                      <a:pt x="0" y="5"/>
                    </a:lnTo>
                    <a:lnTo>
                      <a:pt x="0" y="6"/>
                    </a:lnTo>
                    <a:lnTo>
                      <a:pt x="0" y="8"/>
                    </a:lnTo>
                    <a:lnTo>
                      <a:pt x="1" y="9"/>
                    </a:lnTo>
                    <a:lnTo>
                      <a:pt x="2" y="9"/>
                    </a:lnTo>
                    <a:lnTo>
                      <a:pt x="4" y="9"/>
                    </a:lnTo>
                    <a:lnTo>
                      <a:pt x="5" y="9"/>
                    </a:lnTo>
                    <a:lnTo>
                      <a:pt x="7" y="8"/>
                    </a:lnTo>
                    <a:lnTo>
                      <a:pt x="8" y="6"/>
                    </a:lnTo>
                    <a:lnTo>
                      <a:pt x="8" y="5"/>
                    </a:lnTo>
                    <a:lnTo>
                      <a:pt x="7" y="3"/>
                    </a:lnTo>
                    <a:lnTo>
                      <a:pt x="5" y="2"/>
                    </a:lnTo>
                    <a:lnTo>
                      <a:pt x="4" y="0"/>
                    </a:lnTo>
                    <a:lnTo>
                      <a:pt x="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12" name="Freeform 201"/>
              <p:cNvSpPr>
                <a:spLocks/>
              </p:cNvSpPr>
              <p:nvPr/>
            </p:nvSpPr>
            <p:spPr bwMode="auto">
              <a:xfrm>
                <a:off x="3747" y="1821"/>
                <a:ext cx="9" cy="9"/>
              </a:xfrm>
              <a:custGeom>
                <a:avLst/>
                <a:gdLst>
                  <a:gd name="T0" fmla="*/ 5 w 9"/>
                  <a:gd name="T1" fmla="*/ 0 h 9"/>
                  <a:gd name="T2" fmla="*/ 3 w 9"/>
                  <a:gd name="T3" fmla="*/ 1 h 9"/>
                  <a:gd name="T4" fmla="*/ 2 w 9"/>
                  <a:gd name="T5" fmla="*/ 3 h 9"/>
                  <a:gd name="T6" fmla="*/ 0 w 9"/>
                  <a:gd name="T7" fmla="*/ 4 h 9"/>
                  <a:gd name="T8" fmla="*/ 0 w 9"/>
                  <a:gd name="T9" fmla="*/ 6 h 9"/>
                  <a:gd name="T10" fmla="*/ 2 w 9"/>
                  <a:gd name="T11" fmla="*/ 7 h 9"/>
                  <a:gd name="T12" fmla="*/ 3 w 9"/>
                  <a:gd name="T13" fmla="*/ 9 h 9"/>
                  <a:gd name="T14" fmla="*/ 5 w 9"/>
                  <a:gd name="T15" fmla="*/ 9 h 9"/>
                  <a:gd name="T16" fmla="*/ 6 w 9"/>
                  <a:gd name="T17" fmla="*/ 9 h 9"/>
                  <a:gd name="T18" fmla="*/ 6 w 9"/>
                  <a:gd name="T19" fmla="*/ 9 h 9"/>
                  <a:gd name="T20" fmla="*/ 8 w 9"/>
                  <a:gd name="T21" fmla="*/ 9 h 9"/>
                  <a:gd name="T22" fmla="*/ 9 w 9"/>
                  <a:gd name="T23" fmla="*/ 7 h 9"/>
                  <a:gd name="T24" fmla="*/ 9 w 9"/>
                  <a:gd name="T25" fmla="*/ 6 h 9"/>
                  <a:gd name="T26" fmla="*/ 9 w 9"/>
                  <a:gd name="T27" fmla="*/ 4 h 9"/>
                  <a:gd name="T28" fmla="*/ 9 w 9"/>
                  <a:gd name="T29" fmla="*/ 3 h 9"/>
                  <a:gd name="T30" fmla="*/ 8 w 9"/>
                  <a:gd name="T31" fmla="*/ 1 h 9"/>
                  <a:gd name="T32" fmla="*/ 6 w 9"/>
                  <a:gd name="T33" fmla="*/ 0 h 9"/>
                  <a:gd name="T34" fmla="*/ 5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5" y="0"/>
                    </a:moveTo>
                    <a:lnTo>
                      <a:pt x="3" y="1"/>
                    </a:lnTo>
                    <a:lnTo>
                      <a:pt x="2" y="3"/>
                    </a:lnTo>
                    <a:lnTo>
                      <a:pt x="0" y="4"/>
                    </a:lnTo>
                    <a:lnTo>
                      <a:pt x="0" y="6"/>
                    </a:lnTo>
                    <a:lnTo>
                      <a:pt x="2" y="7"/>
                    </a:lnTo>
                    <a:lnTo>
                      <a:pt x="3" y="9"/>
                    </a:lnTo>
                    <a:lnTo>
                      <a:pt x="5" y="9"/>
                    </a:lnTo>
                    <a:lnTo>
                      <a:pt x="6" y="9"/>
                    </a:lnTo>
                    <a:lnTo>
                      <a:pt x="8" y="9"/>
                    </a:lnTo>
                    <a:lnTo>
                      <a:pt x="9" y="7"/>
                    </a:lnTo>
                    <a:lnTo>
                      <a:pt x="9" y="6"/>
                    </a:lnTo>
                    <a:lnTo>
                      <a:pt x="9" y="4"/>
                    </a:lnTo>
                    <a:lnTo>
                      <a:pt x="9" y="3"/>
                    </a:lnTo>
                    <a:lnTo>
                      <a:pt x="8" y="1"/>
                    </a:lnTo>
                    <a:lnTo>
                      <a:pt x="6" y="0"/>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13" name="Freeform 202"/>
              <p:cNvSpPr>
                <a:spLocks/>
              </p:cNvSpPr>
              <p:nvPr/>
            </p:nvSpPr>
            <p:spPr bwMode="auto">
              <a:xfrm>
                <a:off x="3765" y="1820"/>
                <a:ext cx="9" cy="8"/>
              </a:xfrm>
              <a:custGeom>
                <a:avLst/>
                <a:gdLst>
                  <a:gd name="T0" fmla="*/ 6 w 9"/>
                  <a:gd name="T1" fmla="*/ 0 h 8"/>
                  <a:gd name="T2" fmla="*/ 4 w 9"/>
                  <a:gd name="T3" fmla="*/ 0 h 8"/>
                  <a:gd name="T4" fmla="*/ 3 w 9"/>
                  <a:gd name="T5" fmla="*/ 0 h 8"/>
                  <a:gd name="T6" fmla="*/ 1 w 9"/>
                  <a:gd name="T7" fmla="*/ 1 h 8"/>
                  <a:gd name="T8" fmla="*/ 0 w 9"/>
                  <a:gd name="T9" fmla="*/ 2 h 8"/>
                  <a:gd name="T10" fmla="*/ 0 w 9"/>
                  <a:gd name="T11" fmla="*/ 4 h 8"/>
                  <a:gd name="T12" fmla="*/ 1 w 9"/>
                  <a:gd name="T13" fmla="*/ 5 h 8"/>
                  <a:gd name="T14" fmla="*/ 3 w 9"/>
                  <a:gd name="T15" fmla="*/ 7 h 8"/>
                  <a:gd name="T16" fmla="*/ 4 w 9"/>
                  <a:gd name="T17" fmla="*/ 8 h 8"/>
                  <a:gd name="T18" fmla="*/ 4 w 9"/>
                  <a:gd name="T19" fmla="*/ 8 h 8"/>
                  <a:gd name="T20" fmla="*/ 6 w 9"/>
                  <a:gd name="T21" fmla="*/ 8 h 8"/>
                  <a:gd name="T22" fmla="*/ 7 w 9"/>
                  <a:gd name="T23" fmla="*/ 7 h 8"/>
                  <a:gd name="T24" fmla="*/ 9 w 9"/>
                  <a:gd name="T25" fmla="*/ 5 h 8"/>
                  <a:gd name="T26" fmla="*/ 9 w 9"/>
                  <a:gd name="T27" fmla="*/ 4 h 8"/>
                  <a:gd name="T28" fmla="*/ 9 w 9"/>
                  <a:gd name="T29" fmla="*/ 2 h 8"/>
                  <a:gd name="T30" fmla="*/ 9 w 9"/>
                  <a:gd name="T31" fmla="*/ 1 h 8"/>
                  <a:gd name="T32" fmla="*/ 7 w 9"/>
                  <a:gd name="T33" fmla="*/ 0 h 8"/>
                  <a:gd name="T34" fmla="*/ 6 w 9"/>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6" y="0"/>
                    </a:moveTo>
                    <a:lnTo>
                      <a:pt x="4" y="0"/>
                    </a:lnTo>
                    <a:lnTo>
                      <a:pt x="3" y="0"/>
                    </a:lnTo>
                    <a:lnTo>
                      <a:pt x="1" y="1"/>
                    </a:lnTo>
                    <a:lnTo>
                      <a:pt x="0" y="2"/>
                    </a:lnTo>
                    <a:lnTo>
                      <a:pt x="0" y="4"/>
                    </a:lnTo>
                    <a:lnTo>
                      <a:pt x="1" y="5"/>
                    </a:lnTo>
                    <a:lnTo>
                      <a:pt x="3" y="7"/>
                    </a:lnTo>
                    <a:lnTo>
                      <a:pt x="4" y="8"/>
                    </a:lnTo>
                    <a:lnTo>
                      <a:pt x="6" y="8"/>
                    </a:lnTo>
                    <a:lnTo>
                      <a:pt x="7" y="7"/>
                    </a:lnTo>
                    <a:lnTo>
                      <a:pt x="9" y="5"/>
                    </a:lnTo>
                    <a:lnTo>
                      <a:pt x="9" y="4"/>
                    </a:lnTo>
                    <a:lnTo>
                      <a:pt x="9" y="2"/>
                    </a:lnTo>
                    <a:lnTo>
                      <a:pt x="9" y="1"/>
                    </a:lnTo>
                    <a:lnTo>
                      <a:pt x="7" y="0"/>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14" name="Freeform 203"/>
              <p:cNvSpPr>
                <a:spLocks/>
              </p:cNvSpPr>
              <p:nvPr/>
            </p:nvSpPr>
            <p:spPr bwMode="auto">
              <a:xfrm>
                <a:off x="3782" y="1820"/>
                <a:ext cx="9" cy="8"/>
              </a:xfrm>
              <a:custGeom>
                <a:avLst/>
                <a:gdLst>
                  <a:gd name="T0" fmla="*/ 6 w 9"/>
                  <a:gd name="T1" fmla="*/ 0 h 8"/>
                  <a:gd name="T2" fmla="*/ 5 w 9"/>
                  <a:gd name="T3" fmla="*/ 0 h 8"/>
                  <a:gd name="T4" fmla="*/ 3 w 9"/>
                  <a:gd name="T5" fmla="*/ 0 h 8"/>
                  <a:gd name="T6" fmla="*/ 2 w 9"/>
                  <a:gd name="T7" fmla="*/ 1 h 8"/>
                  <a:gd name="T8" fmla="*/ 0 w 9"/>
                  <a:gd name="T9" fmla="*/ 2 h 8"/>
                  <a:gd name="T10" fmla="*/ 0 w 9"/>
                  <a:gd name="T11" fmla="*/ 4 h 8"/>
                  <a:gd name="T12" fmla="*/ 2 w 9"/>
                  <a:gd name="T13" fmla="*/ 5 h 8"/>
                  <a:gd name="T14" fmla="*/ 3 w 9"/>
                  <a:gd name="T15" fmla="*/ 7 h 8"/>
                  <a:gd name="T16" fmla="*/ 5 w 9"/>
                  <a:gd name="T17" fmla="*/ 8 h 8"/>
                  <a:gd name="T18" fmla="*/ 5 w 9"/>
                  <a:gd name="T19" fmla="*/ 8 h 8"/>
                  <a:gd name="T20" fmla="*/ 6 w 9"/>
                  <a:gd name="T21" fmla="*/ 8 h 8"/>
                  <a:gd name="T22" fmla="*/ 8 w 9"/>
                  <a:gd name="T23" fmla="*/ 7 h 8"/>
                  <a:gd name="T24" fmla="*/ 9 w 9"/>
                  <a:gd name="T25" fmla="*/ 5 h 8"/>
                  <a:gd name="T26" fmla="*/ 9 w 9"/>
                  <a:gd name="T27" fmla="*/ 4 h 8"/>
                  <a:gd name="T28" fmla="*/ 9 w 9"/>
                  <a:gd name="T29" fmla="*/ 2 h 8"/>
                  <a:gd name="T30" fmla="*/ 9 w 9"/>
                  <a:gd name="T31" fmla="*/ 1 h 8"/>
                  <a:gd name="T32" fmla="*/ 8 w 9"/>
                  <a:gd name="T33" fmla="*/ 0 h 8"/>
                  <a:gd name="T34" fmla="*/ 6 w 9"/>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6" y="0"/>
                    </a:moveTo>
                    <a:lnTo>
                      <a:pt x="5" y="0"/>
                    </a:lnTo>
                    <a:lnTo>
                      <a:pt x="3" y="0"/>
                    </a:lnTo>
                    <a:lnTo>
                      <a:pt x="2" y="1"/>
                    </a:lnTo>
                    <a:lnTo>
                      <a:pt x="0" y="2"/>
                    </a:lnTo>
                    <a:lnTo>
                      <a:pt x="0" y="4"/>
                    </a:lnTo>
                    <a:lnTo>
                      <a:pt x="2" y="5"/>
                    </a:lnTo>
                    <a:lnTo>
                      <a:pt x="3" y="7"/>
                    </a:lnTo>
                    <a:lnTo>
                      <a:pt x="5" y="8"/>
                    </a:lnTo>
                    <a:lnTo>
                      <a:pt x="6" y="8"/>
                    </a:lnTo>
                    <a:lnTo>
                      <a:pt x="8" y="7"/>
                    </a:lnTo>
                    <a:lnTo>
                      <a:pt x="9" y="5"/>
                    </a:lnTo>
                    <a:lnTo>
                      <a:pt x="9" y="4"/>
                    </a:lnTo>
                    <a:lnTo>
                      <a:pt x="9" y="2"/>
                    </a:lnTo>
                    <a:lnTo>
                      <a:pt x="9" y="1"/>
                    </a:lnTo>
                    <a:lnTo>
                      <a:pt x="8" y="0"/>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15" name="Freeform 204"/>
              <p:cNvSpPr>
                <a:spLocks/>
              </p:cNvSpPr>
              <p:nvPr/>
            </p:nvSpPr>
            <p:spPr bwMode="auto">
              <a:xfrm>
                <a:off x="3800" y="1822"/>
                <a:ext cx="8" cy="9"/>
              </a:xfrm>
              <a:custGeom>
                <a:avLst/>
                <a:gdLst>
                  <a:gd name="T0" fmla="*/ 6 w 8"/>
                  <a:gd name="T1" fmla="*/ 0 h 9"/>
                  <a:gd name="T2" fmla="*/ 4 w 8"/>
                  <a:gd name="T3" fmla="*/ 0 h 9"/>
                  <a:gd name="T4" fmla="*/ 3 w 8"/>
                  <a:gd name="T5" fmla="*/ 0 h 9"/>
                  <a:gd name="T6" fmla="*/ 1 w 8"/>
                  <a:gd name="T7" fmla="*/ 2 h 9"/>
                  <a:gd name="T8" fmla="*/ 0 w 8"/>
                  <a:gd name="T9" fmla="*/ 3 h 9"/>
                  <a:gd name="T10" fmla="*/ 0 w 8"/>
                  <a:gd name="T11" fmla="*/ 5 h 9"/>
                  <a:gd name="T12" fmla="*/ 1 w 8"/>
                  <a:gd name="T13" fmla="*/ 6 h 9"/>
                  <a:gd name="T14" fmla="*/ 3 w 8"/>
                  <a:gd name="T15" fmla="*/ 8 h 9"/>
                  <a:gd name="T16" fmla="*/ 4 w 8"/>
                  <a:gd name="T17" fmla="*/ 9 h 9"/>
                  <a:gd name="T18" fmla="*/ 4 w 8"/>
                  <a:gd name="T19" fmla="*/ 9 h 9"/>
                  <a:gd name="T20" fmla="*/ 6 w 8"/>
                  <a:gd name="T21" fmla="*/ 9 h 9"/>
                  <a:gd name="T22" fmla="*/ 7 w 8"/>
                  <a:gd name="T23" fmla="*/ 8 h 9"/>
                  <a:gd name="T24" fmla="*/ 8 w 8"/>
                  <a:gd name="T25" fmla="*/ 6 h 9"/>
                  <a:gd name="T26" fmla="*/ 8 w 8"/>
                  <a:gd name="T27" fmla="*/ 5 h 9"/>
                  <a:gd name="T28" fmla="*/ 8 w 8"/>
                  <a:gd name="T29" fmla="*/ 3 h 9"/>
                  <a:gd name="T30" fmla="*/ 8 w 8"/>
                  <a:gd name="T31" fmla="*/ 2 h 9"/>
                  <a:gd name="T32" fmla="*/ 7 w 8"/>
                  <a:gd name="T33" fmla="*/ 0 h 9"/>
                  <a:gd name="T34" fmla="*/ 6 w 8"/>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6" y="0"/>
                    </a:moveTo>
                    <a:lnTo>
                      <a:pt x="4" y="0"/>
                    </a:lnTo>
                    <a:lnTo>
                      <a:pt x="3" y="0"/>
                    </a:lnTo>
                    <a:lnTo>
                      <a:pt x="1" y="2"/>
                    </a:lnTo>
                    <a:lnTo>
                      <a:pt x="0" y="3"/>
                    </a:lnTo>
                    <a:lnTo>
                      <a:pt x="0" y="5"/>
                    </a:lnTo>
                    <a:lnTo>
                      <a:pt x="1" y="6"/>
                    </a:lnTo>
                    <a:lnTo>
                      <a:pt x="3" y="8"/>
                    </a:lnTo>
                    <a:lnTo>
                      <a:pt x="4" y="9"/>
                    </a:lnTo>
                    <a:lnTo>
                      <a:pt x="6" y="9"/>
                    </a:lnTo>
                    <a:lnTo>
                      <a:pt x="7" y="8"/>
                    </a:lnTo>
                    <a:lnTo>
                      <a:pt x="8" y="6"/>
                    </a:lnTo>
                    <a:lnTo>
                      <a:pt x="8" y="5"/>
                    </a:lnTo>
                    <a:lnTo>
                      <a:pt x="8" y="3"/>
                    </a:lnTo>
                    <a:lnTo>
                      <a:pt x="8" y="2"/>
                    </a:lnTo>
                    <a:lnTo>
                      <a:pt x="7" y="0"/>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16" name="Freeform 205"/>
              <p:cNvSpPr>
                <a:spLocks/>
              </p:cNvSpPr>
              <p:nvPr/>
            </p:nvSpPr>
            <p:spPr bwMode="auto">
              <a:xfrm>
                <a:off x="3817" y="1827"/>
                <a:ext cx="9" cy="9"/>
              </a:xfrm>
              <a:custGeom>
                <a:avLst/>
                <a:gdLst>
                  <a:gd name="T0" fmla="*/ 5 w 9"/>
                  <a:gd name="T1" fmla="*/ 0 h 9"/>
                  <a:gd name="T2" fmla="*/ 3 w 9"/>
                  <a:gd name="T3" fmla="*/ 0 h 9"/>
                  <a:gd name="T4" fmla="*/ 2 w 9"/>
                  <a:gd name="T5" fmla="*/ 0 h 9"/>
                  <a:gd name="T6" fmla="*/ 0 w 9"/>
                  <a:gd name="T7" fmla="*/ 1 h 9"/>
                  <a:gd name="T8" fmla="*/ 0 w 9"/>
                  <a:gd name="T9" fmla="*/ 3 h 9"/>
                  <a:gd name="T10" fmla="*/ 0 w 9"/>
                  <a:gd name="T11" fmla="*/ 4 h 9"/>
                  <a:gd name="T12" fmla="*/ 0 w 9"/>
                  <a:gd name="T13" fmla="*/ 6 h 9"/>
                  <a:gd name="T14" fmla="*/ 2 w 9"/>
                  <a:gd name="T15" fmla="*/ 7 h 9"/>
                  <a:gd name="T16" fmla="*/ 3 w 9"/>
                  <a:gd name="T17" fmla="*/ 9 h 9"/>
                  <a:gd name="T18" fmla="*/ 3 w 9"/>
                  <a:gd name="T19" fmla="*/ 9 h 9"/>
                  <a:gd name="T20" fmla="*/ 5 w 9"/>
                  <a:gd name="T21" fmla="*/ 9 h 9"/>
                  <a:gd name="T22" fmla="*/ 6 w 9"/>
                  <a:gd name="T23" fmla="*/ 7 h 9"/>
                  <a:gd name="T24" fmla="*/ 7 w 9"/>
                  <a:gd name="T25" fmla="*/ 6 h 9"/>
                  <a:gd name="T26" fmla="*/ 9 w 9"/>
                  <a:gd name="T27" fmla="*/ 4 h 9"/>
                  <a:gd name="T28" fmla="*/ 9 w 9"/>
                  <a:gd name="T29" fmla="*/ 3 h 9"/>
                  <a:gd name="T30" fmla="*/ 7 w 9"/>
                  <a:gd name="T31" fmla="*/ 1 h 9"/>
                  <a:gd name="T32" fmla="*/ 6 w 9"/>
                  <a:gd name="T33" fmla="*/ 0 h 9"/>
                  <a:gd name="T34" fmla="*/ 5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5" y="0"/>
                    </a:moveTo>
                    <a:lnTo>
                      <a:pt x="3" y="0"/>
                    </a:lnTo>
                    <a:lnTo>
                      <a:pt x="2" y="0"/>
                    </a:lnTo>
                    <a:lnTo>
                      <a:pt x="0" y="1"/>
                    </a:lnTo>
                    <a:lnTo>
                      <a:pt x="0" y="3"/>
                    </a:lnTo>
                    <a:lnTo>
                      <a:pt x="0" y="4"/>
                    </a:lnTo>
                    <a:lnTo>
                      <a:pt x="0" y="6"/>
                    </a:lnTo>
                    <a:lnTo>
                      <a:pt x="2" y="7"/>
                    </a:lnTo>
                    <a:lnTo>
                      <a:pt x="3" y="9"/>
                    </a:lnTo>
                    <a:lnTo>
                      <a:pt x="5" y="9"/>
                    </a:lnTo>
                    <a:lnTo>
                      <a:pt x="6" y="7"/>
                    </a:lnTo>
                    <a:lnTo>
                      <a:pt x="7" y="6"/>
                    </a:lnTo>
                    <a:lnTo>
                      <a:pt x="9" y="4"/>
                    </a:lnTo>
                    <a:lnTo>
                      <a:pt x="9" y="3"/>
                    </a:lnTo>
                    <a:lnTo>
                      <a:pt x="7" y="1"/>
                    </a:lnTo>
                    <a:lnTo>
                      <a:pt x="6" y="0"/>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17" name="Freeform 206"/>
              <p:cNvSpPr>
                <a:spLocks/>
              </p:cNvSpPr>
              <p:nvPr/>
            </p:nvSpPr>
            <p:spPr bwMode="auto">
              <a:xfrm>
                <a:off x="3833" y="1833"/>
                <a:ext cx="9" cy="8"/>
              </a:xfrm>
              <a:custGeom>
                <a:avLst/>
                <a:gdLst>
                  <a:gd name="T0" fmla="*/ 5 w 9"/>
                  <a:gd name="T1" fmla="*/ 0 h 8"/>
                  <a:gd name="T2" fmla="*/ 3 w 9"/>
                  <a:gd name="T3" fmla="*/ 0 h 8"/>
                  <a:gd name="T4" fmla="*/ 2 w 9"/>
                  <a:gd name="T5" fmla="*/ 1 h 8"/>
                  <a:gd name="T6" fmla="*/ 0 w 9"/>
                  <a:gd name="T7" fmla="*/ 3 h 8"/>
                  <a:gd name="T8" fmla="*/ 0 w 9"/>
                  <a:gd name="T9" fmla="*/ 4 h 8"/>
                  <a:gd name="T10" fmla="*/ 0 w 9"/>
                  <a:gd name="T11" fmla="*/ 5 h 8"/>
                  <a:gd name="T12" fmla="*/ 0 w 9"/>
                  <a:gd name="T13" fmla="*/ 7 h 8"/>
                  <a:gd name="T14" fmla="*/ 2 w 9"/>
                  <a:gd name="T15" fmla="*/ 8 h 8"/>
                  <a:gd name="T16" fmla="*/ 3 w 9"/>
                  <a:gd name="T17" fmla="*/ 8 h 8"/>
                  <a:gd name="T18" fmla="*/ 3 w 9"/>
                  <a:gd name="T19" fmla="*/ 8 h 8"/>
                  <a:gd name="T20" fmla="*/ 5 w 9"/>
                  <a:gd name="T21" fmla="*/ 8 h 8"/>
                  <a:gd name="T22" fmla="*/ 6 w 9"/>
                  <a:gd name="T23" fmla="*/ 8 h 8"/>
                  <a:gd name="T24" fmla="*/ 7 w 9"/>
                  <a:gd name="T25" fmla="*/ 7 h 8"/>
                  <a:gd name="T26" fmla="*/ 9 w 9"/>
                  <a:gd name="T27" fmla="*/ 5 h 8"/>
                  <a:gd name="T28" fmla="*/ 9 w 9"/>
                  <a:gd name="T29" fmla="*/ 4 h 8"/>
                  <a:gd name="T30" fmla="*/ 7 w 9"/>
                  <a:gd name="T31" fmla="*/ 3 h 8"/>
                  <a:gd name="T32" fmla="*/ 6 w 9"/>
                  <a:gd name="T33" fmla="*/ 1 h 8"/>
                  <a:gd name="T34" fmla="*/ 5 w 9"/>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5" y="0"/>
                    </a:moveTo>
                    <a:lnTo>
                      <a:pt x="3" y="0"/>
                    </a:lnTo>
                    <a:lnTo>
                      <a:pt x="2" y="1"/>
                    </a:lnTo>
                    <a:lnTo>
                      <a:pt x="0" y="3"/>
                    </a:lnTo>
                    <a:lnTo>
                      <a:pt x="0" y="4"/>
                    </a:lnTo>
                    <a:lnTo>
                      <a:pt x="0" y="5"/>
                    </a:lnTo>
                    <a:lnTo>
                      <a:pt x="0" y="7"/>
                    </a:lnTo>
                    <a:lnTo>
                      <a:pt x="2" y="8"/>
                    </a:lnTo>
                    <a:lnTo>
                      <a:pt x="3" y="8"/>
                    </a:lnTo>
                    <a:lnTo>
                      <a:pt x="5" y="8"/>
                    </a:lnTo>
                    <a:lnTo>
                      <a:pt x="6" y="8"/>
                    </a:lnTo>
                    <a:lnTo>
                      <a:pt x="7" y="7"/>
                    </a:lnTo>
                    <a:lnTo>
                      <a:pt x="9" y="5"/>
                    </a:lnTo>
                    <a:lnTo>
                      <a:pt x="9" y="4"/>
                    </a:lnTo>
                    <a:lnTo>
                      <a:pt x="7" y="3"/>
                    </a:lnTo>
                    <a:lnTo>
                      <a:pt x="6"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18" name="Freeform 207"/>
              <p:cNvSpPr>
                <a:spLocks/>
              </p:cNvSpPr>
              <p:nvPr/>
            </p:nvSpPr>
            <p:spPr bwMode="auto">
              <a:xfrm>
                <a:off x="3849" y="1840"/>
                <a:ext cx="9" cy="9"/>
              </a:xfrm>
              <a:custGeom>
                <a:avLst/>
                <a:gdLst>
                  <a:gd name="T0" fmla="*/ 5 w 9"/>
                  <a:gd name="T1" fmla="*/ 0 h 9"/>
                  <a:gd name="T2" fmla="*/ 3 w 9"/>
                  <a:gd name="T3" fmla="*/ 0 h 9"/>
                  <a:gd name="T4" fmla="*/ 2 w 9"/>
                  <a:gd name="T5" fmla="*/ 0 h 9"/>
                  <a:gd name="T6" fmla="*/ 0 w 9"/>
                  <a:gd name="T7" fmla="*/ 1 h 9"/>
                  <a:gd name="T8" fmla="*/ 0 w 9"/>
                  <a:gd name="T9" fmla="*/ 3 h 9"/>
                  <a:gd name="T10" fmla="*/ 0 w 9"/>
                  <a:gd name="T11" fmla="*/ 4 h 9"/>
                  <a:gd name="T12" fmla="*/ 0 w 9"/>
                  <a:gd name="T13" fmla="*/ 6 h 9"/>
                  <a:gd name="T14" fmla="*/ 2 w 9"/>
                  <a:gd name="T15" fmla="*/ 7 h 9"/>
                  <a:gd name="T16" fmla="*/ 3 w 9"/>
                  <a:gd name="T17" fmla="*/ 9 h 9"/>
                  <a:gd name="T18" fmla="*/ 3 w 9"/>
                  <a:gd name="T19" fmla="*/ 9 h 9"/>
                  <a:gd name="T20" fmla="*/ 5 w 9"/>
                  <a:gd name="T21" fmla="*/ 9 h 9"/>
                  <a:gd name="T22" fmla="*/ 6 w 9"/>
                  <a:gd name="T23" fmla="*/ 7 h 9"/>
                  <a:gd name="T24" fmla="*/ 7 w 9"/>
                  <a:gd name="T25" fmla="*/ 6 h 9"/>
                  <a:gd name="T26" fmla="*/ 9 w 9"/>
                  <a:gd name="T27" fmla="*/ 4 h 9"/>
                  <a:gd name="T28" fmla="*/ 9 w 9"/>
                  <a:gd name="T29" fmla="*/ 3 h 9"/>
                  <a:gd name="T30" fmla="*/ 7 w 9"/>
                  <a:gd name="T31" fmla="*/ 1 h 9"/>
                  <a:gd name="T32" fmla="*/ 6 w 9"/>
                  <a:gd name="T33" fmla="*/ 0 h 9"/>
                  <a:gd name="T34" fmla="*/ 5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5" y="0"/>
                    </a:moveTo>
                    <a:lnTo>
                      <a:pt x="3" y="0"/>
                    </a:lnTo>
                    <a:lnTo>
                      <a:pt x="2" y="0"/>
                    </a:lnTo>
                    <a:lnTo>
                      <a:pt x="0" y="1"/>
                    </a:lnTo>
                    <a:lnTo>
                      <a:pt x="0" y="3"/>
                    </a:lnTo>
                    <a:lnTo>
                      <a:pt x="0" y="4"/>
                    </a:lnTo>
                    <a:lnTo>
                      <a:pt x="0" y="6"/>
                    </a:lnTo>
                    <a:lnTo>
                      <a:pt x="2" y="7"/>
                    </a:lnTo>
                    <a:lnTo>
                      <a:pt x="3" y="9"/>
                    </a:lnTo>
                    <a:lnTo>
                      <a:pt x="5" y="9"/>
                    </a:lnTo>
                    <a:lnTo>
                      <a:pt x="6" y="7"/>
                    </a:lnTo>
                    <a:lnTo>
                      <a:pt x="7" y="6"/>
                    </a:lnTo>
                    <a:lnTo>
                      <a:pt x="9" y="4"/>
                    </a:lnTo>
                    <a:lnTo>
                      <a:pt x="9" y="3"/>
                    </a:lnTo>
                    <a:lnTo>
                      <a:pt x="7" y="1"/>
                    </a:lnTo>
                    <a:lnTo>
                      <a:pt x="6" y="0"/>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19" name="Freeform 208"/>
              <p:cNvSpPr>
                <a:spLocks/>
              </p:cNvSpPr>
              <p:nvPr/>
            </p:nvSpPr>
            <p:spPr bwMode="auto">
              <a:xfrm>
                <a:off x="3865" y="1847"/>
                <a:ext cx="9" cy="9"/>
              </a:xfrm>
              <a:custGeom>
                <a:avLst/>
                <a:gdLst>
                  <a:gd name="T0" fmla="*/ 4 w 9"/>
                  <a:gd name="T1" fmla="*/ 0 h 9"/>
                  <a:gd name="T2" fmla="*/ 3 w 9"/>
                  <a:gd name="T3" fmla="*/ 0 h 9"/>
                  <a:gd name="T4" fmla="*/ 2 w 9"/>
                  <a:gd name="T5" fmla="*/ 0 h 9"/>
                  <a:gd name="T6" fmla="*/ 0 w 9"/>
                  <a:gd name="T7" fmla="*/ 2 h 9"/>
                  <a:gd name="T8" fmla="*/ 0 w 9"/>
                  <a:gd name="T9" fmla="*/ 3 h 9"/>
                  <a:gd name="T10" fmla="*/ 0 w 9"/>
                  <a:gd name="T11" fmla="*/ 4 h 9"/>
                  <a:gd name="T12" fmla="*/ 0 w 9"/>
                  <a:gd name="T13" fmla="*/ 6 h 9"/>
                  <a:gd name="T14" fmla="*/ 2 w 9"/>
                  <a:gd name="T15" fmla="*/ 7 h 9"/>
                  <a:gd name="T16" fmla="*/ 3 w 9"/>
                  <a:gd name="T17" fmla="*/ 9 h 9"/>
                  <a:gd name="T18" fmla="*/ 3 w 9"/>
                  <a:gd name="T19" fmla="*/ 9 h 9"/>
                  <a:gd name="T20" fmla="*/ 4 w 9"/>
                  <a:gd name="T21" fmla="*/ 9 h 9"/>
                  <a:gd name="T22" fmla="*/ 6 w 9"/>
                  <a:gd name="T23" fmla="*/ 7 h 9"/>
                  <a:gd name="T24" fmla="*/ 7 w 9"/>
                  <a:gd name="T25" fmla="*/ 6 h 9"/>
                  <a:gd name="T26" fmla="*/ 9 w 9"/>
                  <a:gd name="T27" fmla="*/ 4 h 9"/>
                  <a:gd name="T28" fmla="*/ 9 w 9"/>
                  <a:gd name="T29" fmla="*/ 3 h 9"/>
                  <a:gd name="T30" fmla="*/ 7 w 9"/>
                  <a:gd name="T31" fmla="*/ 2 h 9"/>
                  <a:gd name="T32" fmla="*/ 6 w 9"/>
                  <a:gd name="T33" fmla="*/ 0 h 9"/>
                  <a:gd name="T34" fmla="*/ 4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4" y="0"/>
                    </a:moveTo>
                    <a:lnTo>
                      <a:pt x="3" y="0"/>
                    </a:lnTo>
                    <a:lnTo>
                      <a:pt x="2" y="0"/>
                    </a:lnTo>
                    <a:lnTo>
                      <a:pt x="0" y="2"/>
                    </a:lnTo>
                    <a:lnTo>
                      <a:pt x="0" y="3"/>
                    </a:lnTo>
                    <a:lnTo>
                      <a:pt x="0" y="4"/>
                    </a:lnTo>
                    <a:lnTo>
                      <a:pt x="0" y="6"/>
                    </a:lnTo>
                    <a:lnTo>
                      <a:pt x="2" y="7"/>
                    </a:lnTo>
                    <a:lnTo>
                      <a:pt x="3" y="9"/>
                    </a:lnTo>
                    <a:lnTo>
                      <a:pt x="4" y="9"/>
                    </a:lnTo>
                    <a:lnTo>
                      <a:pt x="6" y="7"/>
                    </a:lnTo>
                    <a:lnTo>
                      <a:pt x="7" y="6"/>
                    </a:lnTo>
                    <a:lnTo>
                      <a:pt x="9" y="4"/>
                    </a:lnTo>
                    <a:lnTo>
                      <a:pt x="9" y="3"/>
                    </a:lnTo>
                    <a:lnTo>
                      <a:pt x="7" y="2"/>
                    </a:lnTo>
                    <a:lnTo>
                      <a:pt x="6"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20" name="Freeform 209"/>
              <p:cNvSpPr>
                <a:spLocks/>
              </p:cNvSpPr>
              <p:nvPr/>
            </p:nvSpPr>
            <p:spPr bwMode="auto">
              <a:xfrm>
                <a:off x="3881" y="1854"/>
                <a:ext cx="9" cy="9"/>
              </a:xfrm>
              <a:custGeom>
                <a:avLst/>
                <a:gdLst>
                  <a:gd name="T0" fmla="*/ 6 w 9"/>
                  <a:gd name="T1" fmla="*/ 0 h 9"/>
                  <a:gd name="T2" fmla="*/ 4 w 9"/>
                  <a:gd name="T3" fmla="*/ 0 h 9"/>
                  <a:gd name="T4" fmla="*/ 3 w 9"/>
                  <a:gd name="T5" fmla="*/ 0 h 9"/>
                  <a:gd name="T6" fmla="*/ 2 w 9"/>
                  <a:gd name="T7" fmla="*/ 0 h 9"/>
                  <a:gd name="T8" fmla="*/ 0 w 9"/>
                  <a:gd name="T9" fmla="*/ 2 h 9"/>
                  <a:gd name="T10" fmla="*/ 0 w 9"/>
                  <a:gd name="T11" fmla="*/ 3 h 9"/>
                  <a:gd name="T12" fmla="*/ 0 w 9"/>
                  <a:gd name="T13" fmla="*/ 5 h 9"/>
                  <a:gd name="T14" fmla="*/ 0 w 9"/>
                  <a:gd name="T15" fmla="*/ 6 h 9"/>
                  <a:gd name="T16" fmla="*/ 2 w 9"/>
                  <a:gd name="T17" fmla="*/ 8 h 9"/>
                  <a:gd name="T18" fmla="*/ 2 w 9"/>
                  <a:gd name="T19" fmla="*/ 8 h 9"/>
                  <a:gd name="T20" fmla="*/ 3 w 9"/>
                  <a:gd name="T21" fmla="*/ 9 h 9"/>
                  <a:gd name="T22" fmla="*/ 4 w 9"/>
                  <a:gd name="T23" fmla="*/ 9 h 9"/>
                  <a:gd name="T24" fmla="*/ 6 w 9"/>
                  <a:gd name="T25" fmla="*/ 8 h 9"/>
                  <a:gd name="T26" fmla="*/ 7 w 9"/>
                  <a:gd name="T27" fmla="*/ 6 h 9"/>
                  <a:gd name="T28" fmla="*/ 9 w 9"/>
                  <a:gd name="T29" fmla="*/ 5 h 9"/>
                  <a:gd name="T30" fmla="*/ 9 w 9"/>
                  <a:gd name="T31" fmla="*/ 3 h 9"/>
                  <a:gd name="T32" fmla="*/ 7 w 9"/>
                  <a:gd name="T33" fmla="*/ 2 h 9"/>
                  <a:gd name="T34" fmla="*/ 6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6" y="0"/>
                    </a:moveTo>
                    <a:lnTo>
                      <a:pt x="4" y="0"/>
                    </a:lnTo>
                    <a:lnTo>
                      <a:pt x="3" y="0"/>
                    </a:lnTo>
                    <a:lnTo>
                      <a:pt x="2" y="0"/>
                    </a:lnTo>
                    <a:lnTo>
                      <a:pt x="0" y="2"/>
                    </a:lnTo>
                    <a:lnTo>
                      <a:pt x="0" y="3"/>
                    </a:lnTo>
                    <a:lnTo>
                      <a:pt x="0" y="5"/>
                    </a:lnTo>
                    <a:lnTo>
                      <a:pt x="0" y="6"/>
                    </a:lnTo>
                    <a:lnTo>
                      <a:pt x="2" y="8"/>
                    </a:lnTo>
                    <a:lnTo>
                      <a:pt x="3" y="9"/>
                    </a:lnTo>
                    <a:lnTo>
                      <a:pt x="4" y="9"/>
                    </a:lnTo>
                    <a:lnTo>
                      <a:pt x="6" y="8"/>
                    </a:lnTo>
                    <a:lnTo>
                      <a:pt x="7" y="6"/>
                    </a:lnTo>
                    <a:lnTo>
                      <a:pt x="9" y="5"/>
                    </a:lnTo>
                    <a:lnTo>
                      <a:pt x="9" y="3"/>
                    </a:lnTo>
                    <a:lnTo>
                      <a:pt x="7" y="2"/>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21" name="Freeform 210"/>
              <p:cNvSpPr>
                <a:spLocks/>
              </p:cNvSpPr>
              <p:nvPr/>
            </p:nvSpPr>
            <p:spPr bwMode="auto">
              <a:xfrm>
                <a:off x="3896" y="1862"/>
                <a:ext cx="8" cy="8"/>
              </a:xfrm>
              <a:custGeom>
                <a:avLst/>
                <a:gdLst>
                  <a:gd name="T0" fmla="*/ 7 w 8"/>
                  <a:gd name="T1" fmla="*/ 1 h 8"/>
                  <a:gd name="T2" fmla="*/ 5 w 8"/>
                  <a:gd name="T3" fmla="*/ 0 h 8"/>
                  <a:gd name="T4" fmla="*/ 4 w 8"/>
                  <a:gd name="T5" fmla="*/ 0 h 8"/>
                  <a:gd name="T6" fmla="*/ 3 w 8"/>
                  <a:gd name="T7" fmla="*/ 1 h 8"/>
                  <a:gd name="T8" fmla="*/ 1 w 8"/>
                  <a:gd name="T9" fmla="*/ 3 h 8"/>
                  <a:gd name="T10" fmla="*/ 0 w 8"/>
                  <a:gd name="T11" fmla="*/ 4 h 8"/>
                  <a:gd name="T12" fmla="*/ 0 w 8"/>
                  <a:gd name="T13" fmla="*/ 5 h 8"/>
                  <a:gd name="T14" fmla="*/ 1 w 8"/>
                  <a:gd name="T15" fmla="*/ 7 h 8"/>
                  <a:gd name="T16" fmla="*/ 3 w 8"/>
                  <a:gd name="T17" fmla="*/ 8 h 8"/>
                  <a:gd name="T18" fmla="*/ 3 w 8"/>
                  <a:gd name="T19" fmla="*/ 8 h 8"/>
                  <a:gd name="T20" fmla="*/ 4 w 8"/>
                  <a:gd name="T21" fmla="*/ 8 h 8"/>
                  <a:gd name="T22" fmla="*/ 5 w 8"/>
                  <a:gd name="T23" fmla="*/ 8 h 8"/>
                  <a:gd name="T24" fmla="*/ 7 w 8"/>
                  <a:gd name="T25" fmla="*/ 8 h 8"/>
                  <a:gd name="T26" fmla="*/ 8 w 8"/>
                  <a:gd name="T27" fmla="*/ 7 h 8"/>
                  <a:gd name="T28" fmla="*/ 8 w 8"/>
                  <a:gd name="T29" fmla="*/ 5 h 8"/>
                  <a:gd name="T30" fmla="*/ 8 w 8"/>
                  <a:gd name="T31" fmla="*/ 4 h 8"/>
                  <a:gd name="T32" fmla="*/ 8 w 8"/>
                  <a:gd name="T33" fmla="*/ 3 h 8"/>
                  <a:gd name="T34" fmla="*/ 7 w 8"/>
                  <a:gd name="T35" fmla="*/ 1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8"/>
                  <a:gd name="T56" fmla="*/ 8 w 8"/>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8">
                    <a:moveTo>
                      <a:pt x="7" y="1"/>
                    </a:moveTo>
                    <a:lnTo>
                      <a:pt x="5" y="0"/>
                    </a:lnTo>
                    <a:lnTo>
                      <a:pt x="4" y="0"/>
                    </a:lnTo>
                    <a:lnTo>
                      <a:pt x="3" y="1"/>
                    </a:lnTo>
                    <a:lnTo>
                      <a:pt x="1" y="3"/>
                    </a:lnTo>
                    <a:lnTo>
                      <a:pt x="0" y="4"/>
                    </a:lnTo>
                    <a:lnTo>
                      <a:pt x="0" y="5"/>
                    </a:lnTo>
                    <a:lnTo>
                      <a:pt x="1" y="7"/>
                    </a:lnTo>
                    <a:lnTo>
                      <a:pt x="3" y="8"/>
                    </a:lnTo>
                    <a:lnTo>
                      <a:pt x="4" y="8"/>
                    </a:lnTo>
                    <a:lnTo>
                      <a:pt x="5" y="8"/>
                    </a:lnTo>
                    <a:lnTo>
                      <a:pt x="7" y="8"/>
                    </a:lnTo>
                    <a:lnTo>
                      <a:pt x="8" y="7"/>
                    </a:lnTo>
                    <a:lnTo>
                      <a:pt x="8" y="5"/>
                    </a:lnTo>
                    <a:lnTo>
                      <a:pt x="8" y="4"/>
                    </a:lnTo>
                    <a:lnTo>
                      <a:pt x="8" y="3"/>
                    </a:lnTo>
                    <a:lnTo>
                      <a:pt x="7"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22" name="Freeform 211"/>
              <p:cNvSpPr>
                <a:spLocks/>
              </p:cNvSpPr>
              <p:nvPr/>
            </p:nvSpPr>
            <p:spPr bwMode="auto">
              <a:xfrm>
                <a:off x="3912" y="1870"/>
                <a:ext cx="8" cy="9"/>
              </a:xfrm>
              <a:custGeom>
                <a:avLst/>
                <a:gdLst>
                  <a:gd name="T0" fmla="*/ 5 w 8"/>
                  <a:gd name="T1" fmla="*/ 2 h 9"/>
                  <a:gd name="T2" fmla="*/ 4 w 8"/>
                  <a:gd name="T3" fmla="*/ 0 h 9"/>
                  <a:gd name="T4" fmla="*/ 3 w 8"/>
                  <a:gd name="T5" fmla="*/ 0 h 9"/>
                  <a:gd name="T6" fmla="*/ 1 w 8"/>
                  <a:gd name="T7" fmla="*/ 2 h 9"/>
                  <a:gd name="T8" fmla="*/ 0 w 8"/>
                  <a:gd name="T9" fmla="*/ 3 h 9"/>
                  <a:gd name="T10" fmla="*/ 0 w 8"/>
                  <a:gd name="T11" fmla="*/ 5 h 9"/>
                  <a:gd name="T12" fmla="*/ 0 w 8"/>
                  <a:gd name="T13" fmla="*/ 6 h 9"/>
                  <a:gd name="T14" fmla="*/ 0 w 8"/>
                  <a:gd name="T15" fmla="*/ 8 h 9"/>
                  <a:gd name="T16" fmla="*/ 1 w 8"/>
                  <a:gd name="T17" fmla="*/ 9 h 9"/>
                  <a:gd name="T18" fmla="*/ 1 w 8"/>
                  <a:gd name="T19" fmla="*/ 9 h 9"/>
                  <a:gd name="T20" fmla="*/ 3 w 8"/>
                  <a:gd name="T21" fmla="*/ 9 h 9"/>
                  <a:gd name="T22" fmla="*/ 4 w 8"/>
                  <a:gd name="T23" fmla="*/ 9 h 9"/>
                  <a:gd name="T24" fmla="*/ 5 w 8"/>
                  <a:gd name="T25" fmla="*/ 9 h 9"/>
                  <a:gd name="T26" fmla="*/ 7 w 8"/>
                  <a:gd name="T27" fmla="*/ 8 h 9"/>
                  <a:gd name="T28" fmla="*/ 8 w 8"/>
                  <a:gd name="T29" fmla="*/ 6 h 9"/>
                  <a:gd name="T30" fmla="*/ 8 w 8"/>
                  <a:gd name="T31" fmla="*/ 5 h 9"/>
                  <a:gd name="T32" fmla="*/ 7 w 8"/>
                  <a:gd name="T33" fmla="*/ 3 h 9"/>
                  <a:gd name="T34" fmla="*/ 5 w 8"/>
                  <a:gd name="T35" fmla="*/ 2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5" y="2"/>
                    </a:moveTo>
                    <a:lnTo>
                      <a:pt x="4" y="0"/>
                    </a:lnTo>
                    <a:lnTo>
                      <a:pt x="3" y="0"/>
                    </a:lnTo>
                    <a:lnTo>
                      <a:pt x="1" y="2"/>
                    </a:lnTo>
                    <a:lnTo>
                      <a:pt x="0" y="3"/>
                    </a:lnTo>
                    <a:lnTo>
                      <a:pt x="0" y="5"/>
                    </a:lnTo>
                    <a:lnTo>
                      <a:pt x="0" y="6"/>
                    </a:lnTo>
                    <a:lnTo>
                      <a:pt x="0" y="8"/>
                    </a:lnTo>
                    <a:lnTo>
                      <a:pt x="1" y="9"/>
                    </a:lnTo>
                    <a:lnTo>
                      <a:pt x="3" y="9"/>
                    </a:lnTo>
                    <a:lnTo>
                      <a:pt x="4" y="9"/>
                    </a:lnTo>
                    <a:lnTo>
                      <a:pt x="5" y="9"/>
                    </a:lnTo>
                    <a:lnTo>
                      <a:pt x="7" y="8"/>
                    </a:lnTo>
                    <a:lnTo>
                      <a:pt x="8" y="6"/>
                    </a:lnTo>
                    <a:lnTo>
                      <a:pt x="8" y="5"/>
                    </a:lnTo>
                    <a:lnTo>
                      <a:pt x="7" y="3"/>
                    </a:lnTo>
                    <a:lnTo>
                      <a:pt x="5"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23" name="Freeform 212"/>
              <p:cNvSpPr>
                <a:spLocks/>
              </p:cNvSpPr>
              <p:nvPr/>
            </p:nvSpPr>
            <p:spPr bwMode="auto">
              <a:xfrm>
                <a:off x="3926" y="1879"/>
                <a:ext cx="9" cy="9"/>
              </a:xfrm>
              <a:custGeom>
                <a:avLst/>
                <a:gdLst>
                  <a:gd name="T0" fmla="*/ 7 w 9"/>
                  <a:gd name="T1" fmla="*/ 0 h 9"/>
                  <a:gd name="T2" fmla="*/ 6 w 9"/>
                  <a:gd name="T3" fmla="*/ 0 h 9"/>
                  <a:gd name="T4" fmla="*/ 4 w 9"/>
                  <a:gd name="T5" fmla="*/ 0 h 9"/>
                  <a:gd name="T6" fmla="*/ 3 w 9"/>
                  <a:gd name="T7" fmla="*/ 0 h 9"/>
                  <a:gd name="T8" fmla="*/ 2 w 9"/>
                  <a:gd name="T9" fmla="*/ 2 h 9"/>
                  <a:gd name="T10" fmla="*/ 0 w 9"/>
                  <a:gd name="T11" fmla="*/ 3 h 9"/>
                  <a:gd name="T12" fmla="*/ 0 w 9"/>
                  <a:gd name="T13" fmla="*/ 4 h 9"/>
                  <a:gd name="T14" fmla="*/ 2 w 9"/>
                  <a:gd name="T15" fmla="*/ 6 h 9"/>
                  <a:gd name="T16" fmla="*/ 3 w 9"/>
                  <a:gd name="T17" fmla="*/ 7 h 9"/>
                  <a:gd name="T18" fmla="*/ 3 w 9"/>
                  <a:gd name="T19" fmla="*/ 7 h 9"/>
                  <a:gd name="T20" fmla="*/ 4 w 9"/>
                  <a:gd name="T21" fmla="*/ 9 h 9"/>
                  <a:gd name="T22" fmla="*/ 6 w 9"/>
                  <a:gd name="T23" fmla="*/ 9 h 9"/>
                  <a:gd name="T24" fmla="*/ 7 w 9"/>
                  <a:gd name="T25" fmla="*/ 7 h 9"/>
                  <a:gd name="T26" fmla="*/ 9 w 9"/>
                  <a:gd name="T27" fmla="*/ 6 h 9"/>
                  <a:gd name="T28" fmla="*/ 9 w 9"/>
                  <a:gd name="T29" fmla="*/ 4 h 9"/>
                  <a:gd name="T30" fmla="*/ 9 w 9"/>
                  <a:gd name="T31" fmla="*/ 3 h 9"/>
                  <a:gd name="T32" fmla="*/ 9 w 9"/>
                  <a:gd name="T33" fmla="*/ 2 h 9"/>
                  <a:gd name="T34" fmla="*/ 7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7" y="0"/>
                    </a:moveTo>
                    <a:lnTo>
                      <a:pt x="6" y="0"/>
                    </a:lnTo>
                    <a:lnTo>
                      <a:pt x="4" y="0"/>
                    </a:lnTo>
                    <a:lnTo>
                      <a:pt x="3" y="0"/>
                    </a:lnTo>
                    <a:lnTo>
                      <a:pt x="2" y="2"/>
                    </a:lnTo>
                    <a:lnTo>
                      <a:pt x="0" y="3"/>
                    </a:lnTo>
                    <a:lnTo>
                      <a:pt x="0" y="4"/>
                    </a:lnTo>
                    <a:lnTo>
                      <a:pt x="2" y="6"/>
                    </a:lnTo>
                    <a:lnTo>
                      <a:pt x="3" y="7"/>
                    </a:lnTo>
                    <a:lnTo>
                      <a:pt x="4" y="9"/>
                    </a:lnTo>
                    <a:lnTo>
                      <a:pt x="6" y="9"/>
                    </a:lnTo>
                    <a:lnTo>
                      <a:pt x="7" y="7"/>
                    </a:lnTo>
                    <a:lnTo>
                      <a:pt x="9" y="6"/>
                    </a:lnTo>
                    <a:lnTo>
                      <a:pt x="9" y="4"/>
                    </a:lnTo>
                    <a:lnTo>
                      <a:pt x="9" y="3"/>
                    </a:lnTo>
                    <a:lnTo>
                      <a:pt x="9" y="2"/>
                    </a:lnTo>
                    <a:lnTo>
                      <a:pt x="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24" name="Freeform 213"/>
              <p:cNvSpPr>
                <a:spLocks/>
              </p:cNvSpPr>
              <p:nvPr/>
            </p:nvSpPr>
            <p:spPr bwMode="auto">
              <a:xfrm>
                <a:off x="3942" y="1886"/>
                <a:ext cx="9" cy="9"/>
              </a:xfrm>
              <a:custGeom>
                <a:avLst/>
                <a:gdLst>
                  <a:gd name="T0" fmla="*/ 6 w 9"/>
                  <a:gd name="T1" fmla="*/ 0 h 9"/>
                  <a:gd name="T2" fmla="*/ 4 w 9"/>
                  <a:gd name="T3" fmla="*/ 0 h 9"/>
                  <a:gd name="T4" fmla="*/ 3 w 9"/>
                  <a:gd name="T5" fmla="*/ 0 h 9"/>
                  <a:gd name="T6" fmla="*/ 2 w 9"/>
                  <a:gd name="T7" fmla="*/ 2 h 9"/>
                  <a:gd name="T8" fmla="*/ 0 w 9"/>
                  <a:gd name="T9" fmla="*/ 3 h 9"/>
                  <a:gd name="T10" fmla="*/ 0 w 9"/>
                  <a:gd name="T11" fmla="*/ 5 h 9"/>
                  <a:gd name="T12" fmla="*/ 2 w 9"/>
                  <a:gd name="T13" fmla="*/ 6 h 9"/>
                  <a:gd name="T14" fmla="*/ 3 w 9"/>
                  <a:gd name="T15" fmla="*/ 8 h 9"/>
                  <a:gd name="T16" fmla="*/ 4 w 9"/>
                  <a:gd name="T17" fmla="*/ 9 h 9"/>
                  <a:gd name="T18" fmla="*/ 4 w 9"/>
                  <a:gd name="T19" fmla="*/ 9 h 9"/>
                  <a:gd name="T20" fmla="*/ 6 w 9"/>
                  <a:gd name="T21" fmla="*/ 9 h 9"/>
                  <a:gd name="T22" fmla="*/ 7 w 9"/>
                  <a:gd name="T23" fmla="*/ 8 h 9"/>
                  <a:gd name="T24" fmla="*/ 9 w 9"/>
                  <a:gd name="T25" fmla="*/ 6 h 9"/>
                  <a:gd name="T26" fmla="*/ 9 w 9"/>
                  <a:gd name="T27" fmla="*/ 5 h 9"/>
                  <a:gd name="T28" fmla="*/ 9 w 9"/>
                  <a:gd name="T29" fmla="*/ 3 h 9"/>
                  <a:gd name="T30" fmla="*/ 9 w 9"/>
                  <a:gd name="T31" fmla="*/ 2 h 9"/>
                  <a:gd name="T32" fmla="*/ 7 w 9"/>
                  <a:gd name="T33" fmla="*/ 0 h 9"/>
                  <a:gd name="T34" fmla="*/ 6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6" y="0"/>
                    </a:moveTo>
                    <a:lnTo>
                      <a:pt x="4" y="0"/>
                    </a:lnTo>
                    <a:lnTo>
                      <a:pt x="3" y="0"/>
                    </a:lnTo>
                    <a:lnTo>
                      <a:pt x="2" y="2"/>
                    </a:lnTo>
                    <a:lnTo>
                      <a:pt x="0" y="3"/>
                    </a:lnTo>
                    <a:lnTo>
                      <a:pt x="0" y="5"/>
                    </a:lnTo>
                    <a:lnTo>
                      <a:pt x="2" y="6"/>
                    </a:lnTo>
                    <a:lnTo>
                      <a:pt x="3" y="8"/>
                    </a:lnTo>
                    <a:lnTo>
                      <a:pt x="4" y="9"/>
                    </a:lnTo>
                    <a:lnTo>
                      <a:pt x="6" y="9"/>
                    </a:lnTo>
                    <a:lnTo>
                      <a:pt x="7" y="8"/>
                    </a:lnTo>
                    <a:lnTo>
                      <a:pt x="9" y="6"/>
                    </a:lnTo>
                    <a:lnTo>
                      <a:pt x="9" y="5"/>
                    </a:lnTo>
                    <a:lnTo>
                      <a:pt x="9" y="3"/>
                    </a:lnTo>
                    <a:lnTo>
                      <a:pt x="9" y="2"/>
                    </a:lnTo>
                    <a:lnTo>
                      <a:pt x="7" y="0"/>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grpSp>
        <p:grpSp>
          <p:nvGrpSpPr>
            <p:cNvPr id="373" name="Group 214"/>
            <p:cNvGrpSpPr>
              <a:grpSpLocks/>
            </p:cNvGrpSpPr>
            <p:nvPr/>
          </p:nvGrpSpPr>
          <p:grpSpPr bwMode="auto">
            <a:xfrm>
              <a:off x="6309080" y="2414669"/>
              <a:ext cx="541338" cy="185738"/>
              <a:chOff x="3607" y="1910"/>
              <a:chExt cx="341" cy="117"/>
            </a:xfrm>
          </p:grpSpPr>
          <p:sp>
            <p:nvSpPr>
              <p:cNvPr id="479" name="Freeform 215"/>
              <p:cNvSpPr>
                <a:spLocks/>
              </p:cNvSpPr>
              <p:nvPr/>
            </p:nvSpPr>
            <p:spPr bwMode="auto">
              <a:xfrm>
                <a:off x="3607" y="1910"/>
                <a:ext cx="8" cy="8"/>
              </a:xfrm>
              <a:custGeom>
                <a:avLst/>
                <a:gdLst>
                  <a:gd name="T0" fmla="*/ 7 w 8"/>
                  <a:gd name="T1" fmla="*/ 1 h 8"/>
                  <a:gd name="T2" fmla="*/ 4 w 8"/>
                  <a:gd name="T3" fmla="*/ 0 h 8"/>
                  <a:gd name="T4" fmla="*/ 4 w 8"/>
                  <a:gd name="T5" fmla="*/ 0 h 8"/>
                  <a:gd name="T6" fmla="*/ 3 w 8"/>
                  <a:gd name="T7" fmla="*/ 1 h 8"/>
                  <a:gd name="T8" fmla="*/ 1 w 8"/>
                  <a:gd name="T9" fmla="*/ 3 h 8"/>
                  <a:gd name="T10" fmla="*/ 0 w 8"/>
                  <a:gd name="T11" fmla="*/ 4 h 8"/>
                  <a:gd name="T12" fmla="*/ 0 w 8"/>
                  <a:gd name="T13" fmla="*/ 4 h 8"/>
                  <a:gd name="T14" fmla="*/ 1 w 8"/>
                  <a:gd name="T15" fmla="*/ 5 h 8"/>
                  <a:gd name="T16" fmla="*/ 3 w 8"/>
                  <a:gd name="T17" fmla="*/ 8 h 8"/>
                  <a:gd name="T18" fmla="*/ 3 w 8"/>
                  <a:gd name="T19" fmla="*/ 8 h 8"/>
                  <a:gd name="T20" fmla="*/ 4 w 8"/>
                  <a:gd name="T21" fmla="*/ 8 h 8"/>
                  <a:gd name="T22" fmla="*/ 4 w 8"/>
                  <a:gd name="T23" fmla="*/ 8 h 8"/>
                  <a:gd name="T24" fmla="*/ 5 w 8"/>
                  <a:gd name="T25" fmla="*/ 7 h 8"/>
                  <a:gd name="T26" fmla="*/ 7 w 8"/>
                  <a:gd name="T27" fmla="*/ 5 h 8"/>
                  <a:gd name="T28" fmla="*/ 8 w 8"/>
                  <a:gd name="T29" fmla="*/ 4 h 8"/>
                  <a:gd name="T30" fmla="*/ 8 w 8"/>
                  <a:gd name="T31" fmla="*/ 4 h 8"/>
                  <a:gd name="T32" fmla="*/ 7 w 8"/>
                  <a:gd name="T33" fmla="*/ 3 h 8"/>
                  <a:gd name="T34" fmla="*/ 7 w 8"/>
                  <a:gd name="T35" fmla="*/ 1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8"/>
                  <a:gd name="T56" fmla="*/ 8 w 8"/>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8">
                    <a:moveTo>
                      <a:pt x="7" y="1"/>
                    </a:moveTo>
                    <a:lnTo>
                      <a:pt x="4" y="0"/>
                    </a:lnTo>
                    <a:lnTo>
                      <a:pt x="3" y="1"/>
                    </a:lnTo>
                    <a:lnTo>
                      <a:pt x="1" y="3"/>
                    </a:lnTo>
                    <a:lnTo>
                      <a:pt x="0" y="4"/>
                    </a:lnTo>
                    <a:lnTo>
                      <a:pt x="1" y="5"/>
                    </a:lnTo>
                    <a:lnTo>
                      <a:pt x="3" y="8"/>
                    </a:lnTo>
                    <a:lnTo>
                      <a:pt x="4" y="8"/>
                    </a:lnTo>
                    <a:lnTo>
                      <a:pt x="5" y="7"/>
                    </a:lnTo>
                    <a:lnTo>
                      <a:pt x="7" y="5"/>
                    </a:lnTo>
                    <a:lnTo>
                      <a:pt x="8" y="4"/>
                    </a:lnTo>
                    <a:lnTo>
                      <a:pt x="7" y="3"/>
                    </a:lnTo>
                    <a:lnTo>
                      <a:pt x="7"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480" name="Freeform 216"/>
              <p:cNvSpPr>
                <a:spLocks/>
              </p:cNvSpPr>
              <p:nvPr/>
            </p:nvSpPr>
            <p:spPr bwMode="auto">
              <a:xfrm>
                <a:off x="3620" y="1920"/>
                <a:ext cx="8" cy="9"/>
              </a:xfrm>
              <a:custGeom>
                <a:avLst/>
                <a:gdLst>
                  <a:gd name="T0" fmla="*/ 7 w 8"/>
                  <a:gd name="T1" fmla="*/ 1 h 9"/>
                  <a:gd name="T2" fmla="*/ 6 w 8"/>
                  <a:gd name="T3" fmla="*/ 0 h 9"/>
                  <a:gd name="T4" fmla="*/ 4 w 8"/>
                  <a:gd name="T5" fmla="*/ 0 h 9"/>
                  <a:gd name="T6" fmla="*/ 3 w 8"/>
                  <a:gd name="T7" fmla="*/ 1 h 9"/>
                  <a:gd name="T8" fmla="*/ 1 w 8"/>
                  <a:gd name="T9" fmla="*/ 3 h 9"/>
                  <a:gd name="T10" fmla="*/ 0 w 8"/>
                  <a:gd name="T11" fmla="*/ 4 h 9"/>
                  <a:gd name="T12" fmla="*/ 0 w 8"/>
                  <a:gd name="T13" fmla="*/ 6 h 9"/>
                  <a:gd name="T14" fmla="*/ 1 w 8"/>
                  <a:gd name="T15" fmla="*/ 7 h 9"/>
                  <a:gd name="T16" fmla="*/ 3 w 8"/>
                  <a:gd name="T17" fmla="*/ 9 h 9"/>
                  <a:gd name="T18" fmla="*/ 3 w 8"/>
                  <a:gd name="T19" fmla="*/ 9 h 9"/>
                  <a:gd name="T20" fmla="*/ 4 w 8"/>
                  <a:gd name="T21" fmla="*/ 9 h 9"/>
                  <a:gd name="T22" fmla="*/ 6 w 8"/>
                  <a:gd name="T23" fmla="*/ 9 h 9"/>
                  <a:gd name="T24" fmla="*/ 7 w 8"/>
                  <a:gd name="T25" fmla="*/ 9 h 9"/>
                  <a:gd name="T26" fmla="*/ 8 w 8"/>
                  <a:gd name="T27" fmla="*/ 7 h 9"/>
                  <a:gd name="T28" fmla="*/ 8 w 8"/>
                  <a:gd name="T29" fmla="*/ 6 h 9"/>
                  <a:gd name="T30" fmla="*/ 8 w 8"/>
                  <a:gd name="T31" fmla="*/ 4 h 9"/>
                  <a:gd name="T32" fmla="*/ 8 w 8"/>
                  <a:gd name="T33" fmla="*/ 3 h 9"/>
                  <a:gd name="T34" fmla="*/ 7 w 8"/>
                  <a:gd name="T35" fmla="*/ 1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7" y="1"/>
                    </a:moveTo>
                    <a:lnTo>
                      <a:pt x="6" y="0"/>
                    </a:lnTo>
                    <a:lnTo>
                      <a:pt x="4" y="0"/>
                    </a:lnTo>
                    <a:lnTo>
                      <a:pt x="3" y="1"/>
                    </a:lnTo>
                    <a:lnTo>
                      <a:pt x="1" y="3"/>
                    </a:lnTo>
                    <a:lnTo>
                      <a:pt x="0" y="4"/>
                    </a:lnTo>
                    <a:lnTo>
                      <a:pt x="0" y="6"/>
                    </a:lnTo>
                    <a:lnTo>
                      <a:pt x="1" y="7"/>
                    </a:lnTo>
                    <a:lnTo>
                      <a:pt x="3" y="9"/>
                    </a:lnTo>
                    <a:lnTo>
                      <a:pt x="4" y="9"/>
                    </a:lnTo>
                    <a:lnTo>
                      <a:pt x="6" y="9"/>
                    </a:lnTo>
                    <a:lnTo>
                      <a:pt x="7" y="9"/>
                    </a:lnTo>
                    <a:lnTo>
                      <a:pt x="8" y="7"/>
                    </a:lnTo>
                    <a:lnTo>
                      <a:pt x="8" y="6"/>
                    </a:lnTo>
                    <a:lnTo>
                      <a:pt x="8" y="4"/>
                    </a:lnTo>
                    <a:lnTo>
                      <a:pt x="8" y="3"/>
                    </a:lnTo>
                    <a:lnTo>
                      <a:pt x="7"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481" name="Freeform 217"/>
              <p:cNvSpPr>
                <a:spLocks/>
              </p:cNvSpPr>
              <p:nvPr/>
            </p:nvSpPr>
            <p:spPr bwMode="auto">
              <a:xfrm>
                <a:off x="3633" y="1931"/>
                <a:ext cx="8" cy="9"/>
              </a:xfrm>
              <a:custGeom>
                <a:avLst/>
                <a:gdLst>
                  <a:gd name="T0" fmla="*/ 7 w 8"/>
                  <a:gd name="T1" fmla="*/ 2 h 9"/>
                  <a:gd name="T2" fmla="*/ 6 w 8"/>
                  <a:gd name="T3" fmla="*/ 0 h 9"/>
                  <a:gd name="T4" fmla="*/ 4 w 8"/>
                  <a:gd name="T5" fmla="*/ 0 h 9"/>
                  <a:gd name="T6" fmla="*/ 3 w 8"/>
                  <a:gd name="T7" fmla="*/ 2 h 9"/>
                  <a:gd name="T8" fmla="*/ 1 w 8"/>
                  <a:gd name="T9" fmla="*/ 3 h 9"/>
                  <a:gd name="T10" fmla="*/ 0 w 8"/>
                  <a:gd name="T11" fmla="*/ 5 h 9"/>
                  <a:gd name="T12" fmla="*/ 0 w 8"/>
                  <a:gd name="T13" fmla="*/ 6 h 9"/>
                  <a:gd name="T14" fmla="*/ 1 w 8"/>
                  <a:gd name="T15" fmla="*/ 8 h 9"/>
                  <a:gd name="T16" fmla="*/ 3 w 8"/>
                  <a:gd name="T17" fmla="*/ 9 h 9"/>
                  <a:gd name="T18" fmla="*/ 3 w 8"/>
                  <a:gd name="T19" fmla="*/ 9 h 9"/>
                  <a:gd name="T20" fmla="*/ 4 w 8"/>
                  <a:gd name="T21" fmla="*/ 9 h 9"/>
                  <a:gd name="T22" fmla="*/ 6 w 8"/>
                  <a:gd name="T23" fmla="*/ 9 h 9"/>
                  <a:gd name="T24" fmla="*/ 7 w 8"/>
                  <a:gd name="T25" fmla="*/ 9 h 9"/>
                  <a:gd name="T26" fmla="*/ 8 w 8"/>
                  <a:gd name="T27" fmla="*/ 8 h 9"/>
                  <a:gd name="T28" fmla="*/ 8 w 8"/>
                  <a:gd name="T29" fmla="*/ 6 h 9"/>
                  <a:gd name="T30" fmla="*/ 8 w 8"/>
                  <a:gd name="T31" fmla="*/ 5 h 9"/>
                  <a:gd name="T32" fmla="*/ 8 w 8"/>
                  <a:gd name="T33" fmla="*/ 3 h 9"/>
                  <a:gd name="T34" fmla="*/ 7 w 8"/>
                  <a:gd name="T35" fmla="*/ 2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7" y="2"/>
                    </a:moveTo>
                    <a:lnTo>
                      <a:pt x="6" y="0"/>
                    </a:lnTo>
                    <a:lnTo>
                      <a:pt x="4" y="0"/>
                    </a:lnTo>
                    <a:lnTo>
                      <a:pt x="3" y="2"/>
                    </a:lnTo>
                    <a:lnTo>
                      <a:pt x="1" y="3"/>
                    </a:lnTo>
                    <a:lnTo>
                      <a:pt x="0" y="5"/>
                    </a:lnTo>
                    <a:lnTo>
                      <a:pt x="0" y="6"/>
                    </a:lnTo>
                    <a:lnTo>
                      <a:pt x="1" y="8"/>
                    </a:lnTo>
                    <a:lnTo>
                      <a:pt x="3" y="9"/>
                    </a:lnTo>
                    <a:lnTo>
                      <a:pt x="4" y="9"/>
                    </a:lnTo>
                    <a:lnTo>
                      <a:pt x="6" y="9"/>
                    </a:lnTo>
                    <a:lnTo>
                      <a:pt x="7" y="9"/>
                    </a:lnTo>
                    <a:lnTo>
                      <a:pt x="8" y="8"/>
                    </a:lnTo>
                    <a:lnTo>
                      <a:pt x="8" y="6"/>
                    </a:lnTo>
                    <a:lnTo>
                      <a:pt x="8" y="5"/>
                    </a:lnTo>
                    <a:lnTo>
                      <a:pt x="8" y="3"/>
                    </a:lnTo>
                    <a:lnTo>
                      <a:pt x="7"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482" name="Freeform 218"/>
              <p:cNvSpPr>
                <a:spLocks/>
              </p:cNvSpPr>
              <p:nvPr/>
            </p:nvSpPr>
            <p:spPr bwMode="auto">
              <a:xfrm>
                <a:off x="3646" y="1943"/>
                <a:ext cx="9" cy="9"/>
              </a:xfrm>
              <a:custGeom>
                <a:avLst/>
                <a:gdLst>
                  <a:gd name="T0" fmla="*/ 7 w 9"/>
                  <a:gd name="T1" fmla="*/ 1 h 9"/>
                  <a:gd name="T2" fmla="*/ 6 w 9"/>
                  <a:gd name="T3" fmla="*/ 0 h 9"/>
                  <a:gd name="T4" fmla="*/ 4 w 9"/>
                  <a:gd name="T5" fmla="*/ 0 h 9"/>
                  <a:gd name="T6" fmla="*/ 3 w 9"/>
                  <a:gd name="T7" fmla="*/ 1 h 9"/>
                  <a:gd name="T8" fmla="*/ 1 w 9"/>
                  <a:gd name="T9" fmla="*/ 3 h 9"/>
                  <a:gd name="T10" fmla="*/ 0 w 9"/>
                  <a:gd name="T11" fmla="*/ 4 h 9"/>
                  <a:gd name="T12" fmla="*/ 0 w 9"/>
                  <a:gd name="T13" fmla="*/ 6 h 9"/>
                  <a:gd name="T14" fmla="*/ 1 w 9"/>
                  <a:gd name="T15" fmla="*/ 7 h 9"/>
                  <a:gd name="T16" fmla="*/ 3 w 9"/>
                  <a:gd name="T17" fmla="*/ 9 h 9"/>
                  <a:gd name="T18" fmla="*/ 3 w 9"/>
                  <a:gd name="T19" fmla="*/ 9 h 9"/>
                  <a:gd name="T20" fmla="*/ 4 w 9"/>
                  <a:gd name="T21" fmla="*/ 9 h 9"/>
                  <a:gd name="T22" fmla="*/ 6 w 9"/>
                  <a:gd name="T23" fmla="*/ 9 h 9"/>
                  <a:gd name="T24" fmla="*/ 7 w 9"/>
                  <a:gd name="T25" fmla="*/ 9 h 9"/>
                  <a:gd name="T26" fmla="*/ 9 w 9"/>
                  <a:gd name="T27" fmla="*/ 7 h 9"/>
                  <a:gd name="T28" fmla="*/ 9 w 9"/>
                  <a:gd name="T29" fmla="*/ 6 h 9"/>
                  <a:gd name="T30" fmla="*/ 9 w 9"/>
                  <a:gd name="T31" fmla="*/ 4 h 9"/>
                  <a:gd name="T32" fmla="*/ 9 w 9"/>
                  <a:gd name="T33" fmla="*/ 3 h 9"/>
                  <a:gd name="T34" fmla="*/ 7 w 9"/>
                  <a:gd name="T35" fmla="*/ 1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7" y="1"/>
                    </a:moveTo>
                    <a:lnTo>
                      <a:pt x="6" y="0"/>
                    </a:lnTo>
                    <a:lnTo>
                      <a:pt x="4" y="0"/>
                    </a:lnTo>
                    <a:lnTo>
                      <a:pt x="3" y="1"/>
                    </a:lnTo>
                    <a:lnTo>
                      <a:pt x="1" y="3"/>
                    </a:lnTo>
                    <a:lnTo>
                      <a:pt x="0" y="4"/>
                    </a:lnTo>
                    <a:lnTo>
                      <a:pt x="0" y="6"/>
                    </a:lnTo>
                    <a:lnTo>
                      <a:pt x="1" y="7"/>
                    </a:lnTo>
                    <a:lnTo>
                      <a:pt x="3" y="9"/>
                    </a:lnTo>
                    <a:lnTo>
                      <a:pt x="4" y="9"/>
                    </a:lnTo>
                    <a:lnTo>
                      <a:pt x="6" y="9"/>
                    </a:lnTo>
                    <a:lnTo>
                      <a:pt x="7" y="9"/>
                    </a:lnTo>
                    <a:lnTo>
                      <a:pt x="9" y="7"/>
                    </a:lnTo>
                    <a:lnTo>
                      <a:pt x="9" y="6"/>
                    </a:lnTo>
                    <a:lnTo>
                      <a:pt x="9" y="4"/>
                    </a:lnTo>
                    <a:lnTo>
                      <a:pt x="9" y="3"/>
                    </a:lnTo>
                    <a:lnTo>
                      <a:pt x="7"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483" name="Freeform 219"/>
              <p:cNvSpPr>
                <a:spLocks/>
              </p:cNvSpPr>
              <p:nvPr/>
            </p:nvSpPr>
            <p:spPr bwMode="auto">
              <a:xfrm>
                <a:off x="3659" y="1955"/>
                <a:ext cx="9" cy="8"/>
              </a:xfrm>
              <a:custGeom>
                <a:avLst/>
                <a:gdLst>
                  <a:gd name="T0" fmla="*/ 7 w 9"/>
                  <a:gd name="T1" fmla="*/ 1 h 8"/>
                  <a:gd name="T2" fmla="*/ 6 w 9"/>
                  <a:gd name="T3" fmla="*/ 0 h 8"/>
                  <a:gd name="T4" fmla="*/ 4 w 9"/>
                  <a:gd name="T5" fmla="*/ 0 h 8"/>
                  <a:gd name="T6" fmla="*/ 3 w 9"/>
                  <a:gd name="T7" fmla="*/ 1 h 8"/>
                  <a:gd name="T8" fmla="*/ 1 w 9"/>
                  <a:gd name="T9" fmla="*/ 3 h 8"/>
                  <a:gd name="T10" fmla="*/ 0 w 9"/>
                  <a:gd name="T11" fmla="*/ 4 h 8"/>
                  <a:gd name="T12" fmla="*/ 0 w 9"/>
                  <a:gd name="T13" fmla="*/ 5 h 8"/>
                  <a:gd name="T14" fmla="*/ 1 w 9"/>
                  <a:gd name="T15" fmla="*/ 7 h 8"/>
                  <a:gd name="T16" fmla="*/ 3 w 9"/>
                  <a:gd name="T17" fmla="*/ 8 h 8"/>
                  <a:gd name="T18" fmla="*/ 3 w 9"/>
                  <a:gd name="T19" fmla="*/ 8 h 8"/>
                  <a:gd name="T20" fmla="*/ 4 w 9"/>
                  <a:gd name="T21" fmla="*/ 8 h 8"/>
                  <a:gd name="T22" fmla="*/ 6 w 9"/>
                  <a:gd name="T23" fmla="*/ 8 h 8"/>
                  <a:gd name="T24" fmla="*/ 7 w 9"/>
                  <a:gd name="T25" fmla="*/ 8 h 8"/>
                  <a:gd name="T26" fmla="*/ 9 w 9"/>
                  <a:gd name="T27" fmla="*/ 7 h 8"/>
                  <a:gd name="T28" fmla="*/ 9 w 9"/>
                  <a:gd name="T29" fmla="*/ 5 h 8"/>
                  <a:gd name="T30" fmla="*/ 9 w 9"/>
                  <a:gd name="T31" fmla="*/ 4 h 8"/>
                  <a:gd name="T32" fmla="*/ 9 w 9"/>
                  <a:gd name="T33" fmla="*/ 3 h 8"/>
                  <a:gd name="T34" fmla="*/ 7 w 9"/>
                  <a:gd name="T35" fmla="*/ 1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7" y="1"/>
                    </a:moveTo>
                    <a:lnTo>
                      <a:pt x="6" y="0"/>
                    </a:lnTo>
                    <a:lnTo>
                      <a:pt x="4" y="0"/>
                    </a:lnTo>
                    <a:lnTo>
                      <a:pt x="3" y="1"/>
                    </a:lnTo>
                    <a:lnTo>
                      <a:pt x="1" y="3"/>
                    </a:lnTo>
                    <a:lnTo>
                      <a:pt x="0" y="4"/>
                    </a:lnTo>
                    <a:lnTo>
                      <a:pt x="0" y="5"/>
                    </a:lnTo>
                    <a:lnTo>
                      <a:pt x="1" y="7"/>
                    </a:lnTo>
                    <a:lnTo>
                      <a:pt x="3" y="8"/>
                    </a:lnTo>
                    <a:lnTo>
                      <a:pt x="4" y="8"/>
                    </a:lnTo>
                    <a:lnTo>
                      <a:pt x="6" y="8"/>
                    </a:lnTo>
                    <a:lnTo>
                      <a:pt x="7" y="8"/>
                    </a:lnTo>
                    <a:lnTo>
                      <a:pt x="9" y="7"/>
                    </a:lnTo>
                    <a:lnTo>
                      <a:pt x="9" y="5"/>
                    </a:lnTo>
                    <a:lnTo>
                      <a:pt x="9" y="4"/>
                    </a:lnTo>
                    <a:lnTo>
                      <a:pt x="9" y="3"/>
                    </a:lnTo>
                    <a:lnTo>
                      <a:pt x="7"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484" name="Freeform 220"/>
              <p:cNvSpPr>
                <a:spLocks/>
              </p:cNvSpPr>
              <p:nvPr/>
            </p:nvSpPr>
            <p:spPr bwMode="auto">
              <a:xfrm>
                <a:off x="3673" y="1966"/>
                <a:ext cx="9" cy="9"/>
              </a:xfrm>
              <a:custGeom>
                <a:avLst/>
                <a:gdLst>
                  <a:gd name="T0" fmla="*/ 6 w 9"/>
                  <a:gd name="T1" fmla="*/ 2 h 9"/>
                  <a:gd name="T2" fmla="*/ 5 w 9"/>
                  <a:gd name="T3" fmla="*/ 0 h 9"/>
                  <a:gd name="T4" fmla="*/ 3 w 9"/>
                  <a:gd name="T5" fmla="*/ 0 h 9"/>
                  <a:gd name="T6" fmla="*/ 2 w 9"/>
                  <a:gd name="T7" fmla="*/ 2 h 9"/>
                  <a:gd name="T8" fmla="*/ 0 w 9"/>
                  <a:gd name="T9" fmla="*/ 3 h 9"/>
                  <a:gd name="T10" fmla="*/ 0 w 9"/>
                  <a:gd name="T11" fmla="*/ 5 h 9"/>
                  <a:gd name="T12" fmla="*/ 0 w 9"/>
                  <a:gd name="T13" fmla="*/ 6 h 9"/>
                  <a:gd name="T14" fmla="*/ 0 w 9"/>
                  <a:gd name="T15" fmla="*/ 8 h 9"/>
                  <a:gd name="T16" fmla="*/ 2 w 9"/>
                  <a:gd name="T17" fmla="*/ 9 h 9"/>
                  <a:gd name="T18" fmla="*/ 2 w 9"/>
                  <a:gd name="T19" fmla="*/ 9 h 9"/>
                  <a:gd name="T20" fmla="*/ 3 w 9"/>
                  <a:gd name="T21" fmla="*/ 9 h 9"/>
                  <a:gd name="T22" fmla="*/ 5 w 9"/>
                  <a:gd name="T23" fmla="*/ 9 h 9"/>
                  <a:gd name="T24" fmla="*/ 6 w 9"/>
                  <a:gd name="T25" fmla="*/ 9 h 9"/>
                  <a:gd name="T26" fmla="*/ 8 w 9"/>
                  <a:gd name="T27" fmla="*/ 8 h 9"/>
                  <a:gd name="T28" fmla="*/ 9 w 9"/>
                  <a:gd name="T29" fmla="*/ 6 h 9"/>
                  <a:gd name="T30" fmla="*/ 9 w 9"/>
                  <a:gd name="T31" fmla="*/ 5 h 9"/>
                  <a:gd name="T32" fmla="*/ 8 w 9"/>
                  <a:gd name="T33" fmla="*/ 3 h 9"/>
                  <a:gd name="T34" fmla="*/ 6 w 9"/>
                  <a:gd name="T35" fmla="*/ 2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6" y="2"/>
                    </a:moveTo>
                    <a:lnTo>
                      <a:pt x="5" y="0"/>
                    </a:lnTo>
                    <a:lnTo>
                      <a:pt x="3" y="0"/>
                    </a:lnTo>
                    <a:lnTo>
                      <a:pt x="2" y="2"/>
                    </a:lnTo>
                    <a:lnTo>
                      <a:pt x="0" y="3"/>
                    </a:lnTo>
                    <a:lnTo>
                      <a:pt x="0" y="5"/>
                    </a:lnTo>
                    <a:lnTo>
                      <a:pt x="0" y="6"/>
                    </a:lnTo>
                    <a:lnTo>
                      <a:pt x="0" y="8"/>
                    </a:lnTo>
                    <a:lnTo>
                      <a:pt x="2" y="9"/>
                    </a:lnTo>
                    <a:lnTo>
                      <a:pt x="3" y="9"/>
                    </a:lnTo>
                    <a:lnTo>
                      <a:pt x="5" y="9"/>
                    </a:lnTo>
                    <a:lnTo>
                      <a:pt x="6" y="9"/>
                    </a:lnTo>
                    <a:lnTo>
                      <a:pt x="8" y="8"/>
                    </a:lnTo>
                    <a:lnTo>
                      <a:pt x="9" y="6"/>
                    </a:lnTo>
                    <a:lnTo>
                      <a:pt x="9" y="5"/>
                    </a:lnTo>
                    <a:lnTo>
                      <a:pt x="8" y="3"/>
                    </a:lnTo>
                    <a:lnTo>
                      <a:pt x="6"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485" name="Freeform 221"/>
              <p:cNvSpPr>
                <a:spLocks/>
              </p:cNvSpPr>
              <p:nvPr/>
            </p:nvSpPr>
            <p:spPr bwMode="auto">
              <a:xfrm>
                <a:off x="3687" y="1976"/>
                <a:ext cx="8" cy="9"/>
              </a:xfrm>
              <a:custGeom>
                <a:avLst/>
                <a:gdLst>
                  <a:gd name="T0" fmla="*/ 5 w 8"/>
                  <a:gd name="T1" fmla="*/ 2 h 9"/>
                  <a:gd name="T2" fmla="*/ 4 w 8"/>
                  <a:gd name="T3" fmla="*/ 0 h 9"/>
                  <a:gd name="T4" fmla="*/ 2 w 8"/>
                  <a:gd name="T5" fmla="*/ 0 h 9"/>
                  <a:gd name="T6" fmla="*/ 1 w 8"/>
                  <a:gd name="T7" fmla="*/ 2 h 9"/>
                  <a:gd name="T8" fmla="*/ 0 w 8"/>
                  <a:gd name="T9" fmla="*/ 3 h 9"/>
                  <a:gd name="T10" fmla="*/ 0 w 8"/>
                  <a:gd name="T11" fmla="*/ 5 h 9"/>
                  <a:gd name="T12" fmla="*/ 0 w 8"/>
                  <a:gd name="T13" fmla="*/ 6 h 9"/>
                  <a:gd name="T14" fmla="*/ 0 w 8"/>
                  <a:gd name="T15" fmla="*/ 8 h 9"/>
                  <a:gd name="T16" fmla="*/ 1 w 8"/>
                  <a:gd name="T17" fmla="*/ 9 h 9"/>
                  <a:gd name="T18" fmla="*/ 1 w 8"/>
                  <a:gd name="T19" fmla="*/ 9 h 9"/>
                  <a:gd name="T20" fmla="*/ 2 w 8"/>
                  <a:gd name="T21" fmla="*/ 9 h 9"/>
                  <a:gd name="T22" fmla="*/ 4 w 8"/>
                  <a:gd name="T23" fmla="*/ 9 h 9"/>
                  <a:gd name="T24" fmla="*/ 5 w 8"/>
                  <a:gd name="T25" fmla="*/ 9 h 9"/>
                  <a:gd name="T26" fmla="*/ 7 w 8"/>
                  <a:gd name="T27" fmla="*/ 8 h 9"/>
                  <a:gd name="T28" fmla="*/ 8 w 8"/>
                  <a:gd name="T29" fmla="*/ 6 h 9"/>
                  <a:gd name="T30" fmla="*/ 8 w 8"/>
                  <a:gd name="T31" fmla="*/ 5 h 9"/>
                  <a:gd name="T32" fmla="*/ 7 w 8"/>
                  <a:gd name="T33" fmla="*/ 3 h 9"/>
                  <a:gd name="T34" fmla="*/ 5 w 8"/>
                  <a:gd name="T35" fmla="*/ 2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5" y="2"/>
                    </a:moveTo>
                    <a:lnTo>
                      <a:pt x="4" y="0"/>
                    </a:lnTo>
                    <a:lnTo>
                      <a:pt x="2" y="0"/>
                    </a:lnTo>
                    <a:lnTo>
                      <a:pt x="1" y="2"/>
                    </a:lnTo>
                    <a:lnTo>
                      <a:pt x="0" y="3"/>
                    </a:lnTo>
                    <a:lnTo>
                      <a:pt x="0" y="5"/>
                    </a:lnTo>
                    <a:lnTo>
                      <a:pt x="0" y="6"/>
                    </a:lnTo>
                    <a:lnTo>
                      <a:pt x="0" y="8"/>
                    </a:lnTo>
                    <a:lnTo>
                      <a:pt x="1" y="9"/>
                    </a:lnTo>
                    <a:lnTo>
                      <a:pt x="2" y="9"/>
                    </a:lnTo>
                    <a:lnTo>
                      <a:pt x="4" y="9"/>
                    </a:lnTo>
                    <a:lnTo>
                      <a:pt x="5" y="9"/>
                    </a:lnTo>
                    <a:lnTo>
                      <a:pt x="7" y="8"/>
                    </a:lnTo>
                    <a:lnTo>
                      <a:pt x="8" y="6"/>
                    </a:lnTo>
                    <a:lnTo>
                      <a:pt x="8" y="5"/>
                    </a:lnTo>
                    <a:lnTo>
                      <a:pt x="7" y="3"/>
                    </a:lnTo>
                    <a:lnTo>
                      <a:pt x="5"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486" name="Freeform 222"/>
              <p:cNvSpPr>
                <a:spLocks/>
              </p:cNvSpPr>
              <p:nvPr/>
            </p:nvSpPr>
            <p:spPr bwMode="auto">
              <a:xfrm>
                <a:off x="3701" y="1988"/>
                <a:ext cx="9" cy="9"/>
              </a:xfrm>
              <a:custGeom>
                <a:avLst/>
                <a:gdLst>
                  <a:gd name="T0" fmla="*/ 6 w 9"/>
                  <a:gd name="T1" fmla="*/ 0 h 9"/>
                  <a:gd name="T2" fmla="*/ 4 w 9"/>
                  <a:gd name="T3" fmla="*/ 0 h 9"/>
                  <a:gd name="T4" fmla="*/ 3 w 9"/>
                  <a:gd name="T5" fmla="*/ 0 h 9"/>
                  <a:gd name="T6" fmla="*/ 1 w 9"/>
                  <a:gd name="T7" fmla="*/ 0 h 9"/>
                  <a:gd name="T8" fmla="*/ 0 w 9"/>
                  <a:gd name="T9" fmla="*/ 2 h 9"/>
                  <a:gd name="T10" fmla="*/ 0 w 9"/>
                  <a:gd name="T11" fmla="*/ 3 h 9"/>
                  <a:gd name="T12" fmla="*/ 0 w 9"/>
                  <a:gd name="T13" fmla="*/ 4 h 9"/>
                  <a:gd name="T14" fmla="*/ 0 w 9"/>
                  <a:gd name="T15" fmla="*/ 6 h 9"/>
                  <a:gd name="T16" fmla="*/ 1 w 9"/>
                  <a:gd name="T17" fmla="*/ 7 h 9"/>
                  <a:gd name="T18" fmla="*/ 1 w 9"/>
                  <a:gd name="T19" fmla="*/ 7 h 9"/>
                  <a:gd name="T20" fmla="*/ 3 w 9"/>
                  <a:gd name="T21" fmla="*/ 9 h 9"/>
                  <a:gd name="T22" fmla="*/ 4 w 9"/>
                  <a:gd name="T23" fmla="*/ 9 h 9"/>
                  <a:gd name="T24" fmla="*/ 6 w 9"/>
                  <a:gd name="T25" fmla="*/ 7 h 9"/>
                  <a:gd name="T26" fmla="*/ 7 w 9"/>
                  <a:gd name="T27" fmla="*/ 6 h 9"/>
                  <a:gd name="T28" fmla="*/ 9 w 9"/>
                  <a:gd name="T29" fmla="*/ 4 h 9"/>
                  <a:gd name="T30" fmla="*/ 9 w 9"/>
                  <a:gd name="T31" fmla="*/ 3 h 9"/>
                  <a:gd name="T32" fmla="*/ 7 w 9"/>
                  <a:gd name="T33" fmla="*/ 2 h 9"/>
                  <a:gd name="T34" fmla="*/ 6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6" y="0"/>
                    </a:moveTo>
                    <a:lnTo>
                      <a:pt x="4" y="0"/>
                    </a:lnTo>
                    <a:lnTo>
                      <a:pt x="3" y="0"/>
                    </a:lnTo>
                    <a:lnTo>
                      <a:pt x="1" y="0"/>
                    </a:lnTo>
                    <a:lnTo>
                      <a:pt x="0" y="2"/>
                    </a:lnTo>
                    <a:lnTo>
                      <a:pt x="0" y="3"/>
                    </a:lnTo>
                    <a:lnTo>
                      <a:pt x="0" y="4"/>
                    </a:lnTo>
                    <a:lnTo>
                      <a:pt x="0" y="6"/>
                    </a:lnTo>
                    <a:lnTo>
                      <a:pt x="1" y="7"/>
                    </a:lnTo>
                    <a:lnTo>
                      <a:pt x="3" y="9"/>
                    </a:lnTo>
                    <a:lnTo>
                      <a:pt x="4" y="9"/>
                    </a:lnTo>
                    <a:lnTo>
                      <a:pt x="6" y="7"/>
                    </a:lnTo>
                    <a:lnTo>
                      <a:pt x="7" y="6"/>
                    </a:lnTo>
                    <a:lnTo>
                      <a:pt x="9" y="4"/>
                    </a:lnTo>
                    <a:lnTo>
                      <a:pt x="9" y="3"/>
                    </a:lnTo>
                    <a:lnTo>
                      <a:pt x="7" y="2"/>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487" name="Freeform 223"/>
              <p:cNvSpPr>
                <a:spLocks/>
              </p:cNvSpPr>
              <p:nvPr/>
            </p:nvSpPr>
            <p:spPr bwMode="auto">
              <a:xfrm>
                <a:off x="3716" y="1997"/>
                <a:ext cx="8" cy="9"/>
              </a:xfrm>
              <a:custGeom>
                <a:avLst/>
                <a:gdLst>
                  <a:gd name="T0" fmla="*/ 5 w 8"/>
                  <a:gd name="T1" fmla="*/ 1 h 9"/>
                  <a:gd name="T2" fmla="*/ 4 w 8"/>
                  <a:gd name="T3" fmla="*/ 0 h 9"/>
                  <a:gd name="T4" fmla="*/ 2 w 8"/>
                  <a:gd name="T5" fmla="*/ 0 h 9"/>
                  <a:gd name="T6" fmla="*/ 1 w 8"/>
                  <a:gd name="T7" fmla="*/ 1 h 9"/>
                  <a:gd name="T8" fmla="*/ 0 w 8"/>
                  <a:gd name="T9" fmla="*/ 3 h 9"/>
                  <a:gd name="T10" fmla="*/ 0 w 8"/>
                  <a:gd name="T11" fmla="*/ 4 h 9"/>
                  <a:gd name="T12" fmla="*/ 0 w 8"/>
                  <a:gd name="T13" fmla="*/ 6 h 9"/>
                  <a:gd name="T14" fmla="*/ 0 w 8"/>
                  <a:gd name="T15" fmla="*/ 7 h 9"/>
                  <a:gd name="T16" fmla="*/ 1 w 8"/>
                  <a:gd name="T17" fmla="*/ 9 h 9"/>
                  <a:gd name="T18" fmla="*/ 1 w 8"/>
                  <a:gd name="T19" fmla="*/ 9 h 9"/>
                  <a:gd name="T20" fmla="*/ 2 w 8"/>
                  <a:gd name="T21" fmla="*/ 9 h 9"/>
                  <a:gd name="T22" fmla="*/ 4 w 8"/>
                  <a:gd name="T23" fmla="*/ 9 h 9"/>
                  <a:gd name="T24" fmla="*/ 5 w 8"/>
                  <a:gd name="T25" fmla="*/ 9 h 9"/>
                  <a:gd name="T26" fmla="*/ 7 w 8"/>
                  <a:gd name="T27" fmla="*/ 7 h 9"/>
                  <a:gd name="T28" fmla="*/ 8 w 8"/>
                  <a:gd name="T29" fmla="*/ 6 h 9"/>
                  <a:gd name="T30" fmla="*/ 8 w 8"/>
                  <a:gd name="T31" fmla="*/ 4 h 9"/>
                  <a:gd name="T32" fmla="*/ 7 w 8"/>
                  <a:gd name="T33" fmla="*/ 3 h 9"/>
                  <a:gd name="T34" fmla="*/ 5 w 8"/>
                  <a:gd name="T35" fmla="*/ 1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5" y="1"/>
                    </a:moveTo>
                    <a:lnTo>
                      <a:pt x="4" y="0"/>
                    </a:lnTo>
                    <a:lnTo>
                      <a:pt x="2" y="0"/>
                    </a:lnTo>
                    <a:lnTo>
                      <a:pt x="1" y="1"/>
                    </a:lnTo>
                    <a:lnTo>
                      <a:pt x="0" y="3"/>
                    </a:lnTo>
                    <a:lnTo>
                      <a:pt x="0" y="4"/>
                    </a:lnTo>
                    <a:lnTo>
                      <a:pt x="0" y="6"/>
                    </a:lnTo>
                    <a:lnTo>
                      <a:pt x="0" y="7"/>
                    </a:lnTo>
                    <a:lnTo>
                      <a:pt x="1" y="9"/>
                    </a:lnTo>
                    <a:lnTo>
                      <a:pt x="2" y="9"/>
                    </a:lnTo>
                    <a:lnTo>
                      <a:pt x="4" y="9"/>
                    </a:lnTo>
                    <a:lnTo>
                      <a:pt x="5" y="9"/>
                    </a:lnTo>
                    <a:lnTo>
                      <a:pt x="7" y="7"/>
                    </a:lnTo>
                    <a:lnTo>
                      <a:pt x="8" y="6"/>
                    </a:lnTo>
                    <a:lnTo>
                      <a:pt x="8" y="4"/>
                    </a:lnTo>
                    <a:lnTo>
                      <a:pt x="7" y="3"/>
                    </a:lnTo>
                    <a:lnTo>
                      <a:pt x="5"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488" name="Freeform 224"/>
              <p:cNvSpPr>
                <a:spLocks/>
              </p:cNvSpPr>
              <p:nvPr/>
            </p:nvSpPr>
            <p:spPr bwMode="auto">
              <a:xfrm>
                <a:off x="3730" y="2006"/>
                <a:ext cx="9" cy="8"/>
              </a:xfrm>
              <a:custGeom>
                <a:avLst/>
                <a:gdLst>
                  <a:gd name="T0" fmla="*/ 4 w 9"/>
                  <a:gd name="T1" fmla="*/ 0 h 8"/>
                  <a:gd name="T2" fmla="*/ 3 w 9"/>
                  <a:gd name="T3" fmla="*/ 0 h 8"/>
                  <a:gd name="T4" fmla="*/ 2 w 9"/>
                  <a:gd name="T5" fmla="*/ 1 h 8"/>
                  <a:gd name="T6" fmla="*/ 0 w 9"/>
                  <a:gd name="T7" fmla="*/ 2 h 8"/>
                  <a:gd name="T8" fmla="*/ 0 w 9"/>
                  <a:gd name="T9" fmla="*/ 4 h 8"/>
                  <a:gd name="T10" fmla="*/ 0 w 9"/>
                  <a:gd name="T11" fmla="*/ 5 h 8"/>
                  <a:gd name="T12" fmla="*/ 0 w 9"/>
                  <a:gd name="T13" fmla="*/ 7 h 8"/>
                  <a:gd name="T14" fmla="*/ 2 w 9"/>
                  <a:gd name="T15" fmla="*/ 8 h 8"/>
                  <a:gd name="T16" fmla="*/ 3 w 9"/>
                  <a:gd name="T17" fmla="*/ 8 h 8"/>
                  <a:gd name="T18" fmla="*/ 3 w 9"/>
                  <a:gd name="T19" fmla="*/ 8 h 8"/>
                  <a:gd name="T20" fmla="*/ 4 w 9"/>
                  <a:gd name="T21" fmla="*/ 8 h 8"/>
                  <a:gd name="T22" fmla="*/ 6 w 9"/>
                  <a:gd name="T23" fmla="*/ 8 h 8"/>
                  <a:gd name="T24" fmla="*/ 7 w 9"/>
                  <a:gd name="T25" fmla="*/ 7 h 8"/>
                  <a:gd name="T26" fmla="*/ 9 w 9"/>
                  <a:gd name="T27" fmla="*/ 5 h 8"/>
                  <a:gd name="T28" fmla="*/ 9 w 9"/>
                  <a:gd name="T29" fmla="*/ 4 h 8"/>
                  <a:gd name="T30" fmla="*/ 7 w 9"/>
                  <a:gd name="T31" fmla="*/ 2 h 8"/>
                  <a:gd name="T32" fmla="*/ 6 w 9"/>
                  <a:gd name="T33" fmla="*/ 1 h 8"/>
                  <a:gd name="T34" fmla="*/ 4 w 9"/>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4" y="0"/>
                    </a:moveTo>
                    <a:lnTo>
                      <a:pt x="3" y="0"/>
                    </a:lnTo>
                    <a:lnTo>
                      <a:pt x="2" y="1"/>
                    </a:lnTo>
                    <a:lnTo>
                      <a:pt x="0" y="2"/>
                    </a:lnTo>
                    <a:lnTo>
                      <a:pt x="0" y="4"/>
                    </a:lnTo>
                    <a:lnTo>
                      <a:pt x="0" y="5"/>
                    </a:lnTo>
                    <a:lnTo>
                      <a:pt x="0" y="7"/>
                    </a:lnTo>
                    <a:lnTo>
                      <a:pt x="2" y="8"/>
                    </a:lnTo>
                    <a:lnTo>
                      <a:pt x="3" y="8"/>
                    </a:lnTo>
                    <a:lnTo>
                      <a:pt x="4" y="8"/>
                    </a:lnTo>
                    <a:lnTo>
                      <a:pt x="6" y="8"/>
                    </a:lnTo>
                    <a:lnTo>
                      <a:pt x="7" y="7"/>
                    </a:lnTo>
                    <a:lnTo>
                      <a:pt x="9" y="5"/>
                    </a:lnTo>
                    <a:lnTo>
                      <a:pt x="9" y="4"/>
                    </a:lnTo>
                    <a:lnTo>
                      <a:pt x="7" y="2"/>
                    </a:lnTo>
                    <a:lnTo>
                      <a:pt x="6" y="1"/>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489" name="Freeform 225"/>
              <p:cNvSpPr>
                <a:spLocks/>
              </p:cNvSpPr>
              <p:nvPr/>
            </p:nvSpPr>
            <p:spPr bwMode="auto">
              <a:xfrm>
                <a:off x="3746" y="2013"/>
                <a:ext cx="9" cy="8"/>
              </a:xfrm>
              <a:custGeom>
                <a:avLst/>
                <a:gdLst>
                  <a:gd name="T0" fmla="*/ 4 w 9"/>
                  <a:gd name="T1" fmla="*/ 0 h 8"/>
                  <a:gd name="T2" fmla="*/ 3 w 9"/>
                  <a:gd name="T3" fmla="*/ 0 h 8"/>
                  <a:gd name="T4" fmla="*/ 1 w 9"/>
                  <a:gd name="T5" fmla="*/ 1 h 8"/>
                  <a:gd name="T6" fmla="*/ 0 w 9"/>
                  <a:gd name="T7" fmla="*/ 3 h 8"/>
                  <a:gd name="T8" fmla="*/ 0 w 9"/>
                  <a:gd name="T9" fmla="*/ 4 h 8"/>
                  <a:gd name="T10" fmla="*/ 0 w 9"/>
                  <a:gd name="T11" fmla="*/ 6 h 8"/>
                  <a:gd name="T12" fmla="*/ 0 w 9"/>
                  <a:gd name="T13" fmla="*/ 7 h 8"/>
                  <a:gd name="T14" fmla="*/ 1 w 9"/>
                  <a:gd name="T15" fmla="*/ 8 h 8"/>
                  <a:gd name="T16" fmla="*/ 3 w 9"/>
                  <a:gd name="T17" fmla="*/ 8 h 8"/>
                  <a:gd name="T18" fmla="*/ 3 w 9"/>
                  <a:gd name="T19" fmla="*/ 8 h 8"/>
                  <a:gd name="T20" fmla="*/ 4 w 9"/>
                  <a:gd name="T21" fmla="*/ 8 h 8"/>
                  <a:gd name="T22" fmla="*/ 6 w 9"/>
                  <a:gd name="T23" fmla="*/ 8 h 8"/>
                  <a:gd name="T24" fmla="*/ 7 w 9"/>
                  <a:gd name="T25" fmla="*/ 7 h 8"/>
                  <a:gd name="T26" fmla="*/ 9 w 9"/>
                  <a:gd name="T27" fmla="*/ 6 h 8"/>
                  <a:gd name="T28" fmla="*/ 9 w 9"/>
                  <a:gd name="T29" fmla="*/ 4 h 8"/>
                  <a:gd name="T30" fmla="*/ 7 w 9"/>
                  <a:gd name="T31" fmla="*/ 3 h 8"/>
                  <a:gd name="T32" fmla="*/ 6 w 9"/>
                  <a:gd name="T33" fmla="*/ 1 h 8"/>
                  <a:gd name="T34" fmla="*/ 4 w 9"/>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4" y="0"/>
                    </a:moveTo>
                    <a:lnTo>
                      <a:pt x="3" y="0"/>
                    </a:lnTo>
                    <a:lnTo>
                      <a:pt x="1" y="1"/>
                    </a:lnTo>
                    <a:lnTo>
                      <a:pt x="0" y="3"/>
                    </a:lnTo>
                    <a:lnTo>
                      <a:pt x="0" y="4"/>
                    </a:lnTo>
                    <a:lnTo>
                      <a:pt x="0" y="6"/>
                    </a:lnTo>
                    <a:lnTo>
                      <a:pt x="0" y="7"/>
                    </a:lnTo>
                    <a:lnTo>
                      <a:pt x="1" y="8"/>
                    </a:lnTo>
                    <a:lnTo>
                      <a:pt x="3" y="8"/>
                    </a:lnTo>
                    <a:lnTo>
                      <a:pt x="4" y="8"/>
                    </a:lnTo>
                    <a:lnTo>
                      <a:pt x="6" y="8"/>
                    </a:lnTo>
                    <a:lnTo>
                      <a:pt x="7" y="7"/>
                    </a:lnTo>
                    <a:lnTo>
                      <a:pt x="9" y="6"/>
                    </a:lnTo>
                    <a:lnTo>
                      <a:pt x="9" y="4"/>
                    </a:lnTo>
                    <a:lnTo>
                      <a:pt x="7" y="3"/>
                    </a:lnTo>
                    <a:lnTo>
                      <a:pt x="6" y="1"/>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490" name="Freeform 226"/>
              <p:cNvSpPr>
                <a:spLocks/>
              </p:cNvSpPr>
              <p:nvPr/>
            </p:nvSpPr>
            <p:spPr bwMode="auto">
              <a:xfrm>
                <a:off x="3762" y="2017"/>
                <a:ext cx="9" cy="9"/>
              </a:xfrm>
              <a:custGeom>
                <a:avLst/>
                <a:gdLst>
                  <a:gd name="T0" fmla="*/ 6 w 9"/>
                  <a:gd name="T1" fmla="*/ 0 h 9"/>
                  <a:gd name="T2" fmla="*/ 4 w 9"/>
                  <a:gd name="T3" fmla="*/ 0 h 9"/>
                  <a:gd name="T4" fmla="*/ 3 w 9"/>
                  <a:gd name="T5" fmla="*/ 2 h 9"/>
                  <a:gd name="T6" fmla="*/ 1 w 9"/>
                  <a:gd name="T7" fmla="*/ 3 h 9"/>
                  <a:gd name="T8" fmla="*/ 0 w 9"/>
                  <a:gd name="T9" fmla="*/ 4 h 9"/>
                  <a:gd name="T10" fmla="*/ 0 w 9"/>
                  <a:gd name="T11" fmla="*/ 6 h 9"/>
                  <a:gd name="T12" fmla="*/ 1 w 9"/>
                  <a:gd name="T13" fmla="*/ 7 h 9"/>
                  <a:gd name="T14" fmla="*/ 3 w 9"/>
                  <a:gd name="T15" fmla="*/ 9 h 9"/>
                  <a:gd name="T16" fmla="*/ 4 w 9"/>
                  <a:gd name="T17" fmla="*/ 9 h 9"/>
                  <a:gd name="T18" fmla="*/ 4 w 9"/>
                  <a:gd name="T19" fmla="*/ 9 h 9"/>
                  <a:gd name="T20" fmla="*/ 6 w 9"/>
                  <a:gd name="T21" fmla="*/ 9 h 9"/>
                  <a:gd name="T22" fmla="*/ 7 w 9"/>
                  <a:gd name="T23" fmla="*/ 9 h 9"/>
                  <a:gd name="T24" fmla="*/ 9 w 9"/>
                  <a:gd name="T25" fmla="*/ 7 h 9"/>
                  <a:gd name="T26" fmla="*/ 9 w 9"/>
                  <a:gd name="T27" fmla="*/ 6 h 9"/>
                  <a:gd name="T28" fmla="*/ 9 w 9"/>
                  <a:gd name="T29" fmla="*/ 4 h 9"/>
                  <a:gd name="T30" fmla="*/ 9 w 9"/>
                  <a:gd name="T31" fmla="*/ 3 h 9"/>
                  <a:gd name="T32" fmla="*/ 7 w 9"/>
                  <a:gd name="T33" fmla="*/ 2 h 9"/>
                  <a:gd name="T34" fmla="*/ 6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6" y="0"/>
                    </a:moveTo>
                    <a:lnTo>
                      <a:pt x="4" y="0"/>
                    </a:lnTo>
                    <a:lnTo>
                      <a:pt x="3" y="2"/>
                    </a:lnTo>
                    <a:lnTo>
                      <a:pt x="1" y="3"/>
                    </a:lnTo>
                    <a:lnTo>
                      <a:pt x="0" y="4"/>
                    </a:lnTo>
                    <a:lnTo>
                      <a:pt x="0" y="6"/>
                    </a:lnTo>
                    <a:lnTo>
                      <a:pt x="1" y="7"/>
                    </a:lnTo>
                    <a:lnTo>
                      <a:pt x="3" y="9"/>
                    </a:lnTo>
                    <a:lnTo>
                      <a:pt x="4" y="9"/>
                    </a:lnTo>
                    <a:lnTo>
                      <a:pt x="6" y="9"/>
                    </a:lnTo>
                    <a:lnTo>
                      <a:pt x="7" y="9"/>
                    </a:lnTo>
                    <a:lnTo>
                      <a:pt x="9" y="7"/>
                    </a:lnTo>
                    <a:lnTo>
                      <a:pt x="9" y="6"/>
                    </a:lnTo>
                    <a:lnTo>
                      <a:pt x="9" y="4"/>
                    </a:lnTo>
                    <a:lnTo>
                      <a:pt x="9" y="3"/>
                    </a:lnTo>
                    <a:lnTo>
                      <a:pt x="7" y="2"/>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491" name="Freeform 227"/>
              <p:cNvSpPr>
                <a:spLocks/>
              </p:cNvSpPr>
              <p:nvPr/>
            </p:nvSpPr>
            <p:spPr bwMode="auto">
              <a:xfrm>
                <a:off x="3779" y="2019"/>
                <a:ext cx="9" cy="8"/>
              </a:xfrm>
              <a:custGeom>
                <a:avLst/>
                <a:gdLst>
                  <a:gd name="T0" fmla="*/ 6 w 9"/>
                  <a:gd name="T1" fmla="*/ 0 h 8"/>
                  <a:gd name="T2" fmla="*/ 5 w 9"/>
                  <a:gd name="T3" fmla="*/ 0 h 8"/>
                  <a:gd name="T4" fmla="*/ 3 w 9"/>
                  <a:gd name="T5" fmla="*/ 0 h 8"/>
                  <a:gd name="T6" fmla="*/ 2 w 9"/>
                  <a:gd name="T7" fmla="*/ 1 h 8"/>
                  <a:gd name="T8" fmla="*/ 0 w 9"/>
                  <a:gd name="T9" fmla="*/ 2 h 8"/>
                  <a:gd name="T10" fmla="*/ 0 w 9"/>
                  <a:gd name="T11" fmla="*/ 4 h 8"/>
                  <a:gd name="T12" fmla="*/ 2 w 9"/>
                  <a:gd name="T13" fmla="*/ 5 h 8"/>
                  <a:gd name="T14" fmla="*/ 3 w 9"/>
                  <a:gd name="T15" fmla="*/ 7 h 8"/>
                  <a:gd name="T16" fmla="*/ 5 w 9"/>
                  <a:gd name="T17" fmla="*/ 8 h 8"/>
                  <a:gd name="T18" fmla="*/ 5 w 9"/>
                  <a:gd name="T19" fmla="*/ 8 h 8"/>
                  <a:gd name="T20" fmla="*/ 6 w 9"/>
                  <a:gd name="T21" fmla="*/ 8 h 8"/>
                  <a:gd name="T22" fmla="*/ 8 w 9"/>
                  <a:gd name="T23" fmla="*/ 7 h 8"/>
                  <a:gd name="T24" fmla="*/ 9 w 9"/>
                  <a:gd name="T25" fmla="*/ 5 h 8"/>
                  <a:gd name="T26" fmla="*/ 9 w 9"/>
                  <a:gd name="T27" fmla="*/ 4 h 8"/>
                  <a:gd name="T28" fmla="*/ 9 w 9"/>
                  <a:gd name="T29" fmla="*/ 2 h 8"/>
                  <a:gd name="T30" fmla="*/ 9 w 9"/>
                  <a:gd name="T31" fmla="*/ 1 h 8"/>
                  <a:gd name="T32" fmla="*/ 8 w 9"/>
                  <a:gd name="T33" fmla="*/ 0 h 8"/>
                  <a:gd name="T34" fmla="*/ 6 w 9"/>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6" y="0"/>
                    </a:moveTo>
                    <a:lnTo>
                      <a:pt x="5" y="0"/>
                    </a:lnTo>
                    <a:lnTo>
                      <a:pt x="3" y="0"/>
                    </a:lnTo>
                    <a:lnTo>
                      <a:pt x="2" y="1"/>
                    </a:lnTo>
                    <a:lnTo>
                      <a:pt x="0" y="2"/>
                    </a:lnTo>
                    <a:lnTo>
                      <a:pt x="0" y="4"/>
                    </a:lnTo>
                    <a:lnTo>
                      <a:pt x="2" y="5"/>
                    </a:lnTo>
                    <a:lnTo>
                      <a:pt x="3" y="7"/>
                    </a:lnTo>
                    <a:lnTo>
                      <a:pt x="5" y="8"/>
                    </a:lnTo>
                    <a:lnTo>
                      <a:pt x="6" y="8"/>
                    </a:lnTo>
                    <a:lnTo>
                      <a:pt x="8" y="7"/>
                    </a:lnTo>
                    <a:lnTo>
                      <a:pt x="9" y="5"/>
                    </a:lnTo>
                    <a:lnTo>
                      <a:pt x="9" y="4"/>
                    </a:lnTo>
                    <a:lnTo>
                      <a:pt x="9" y="2"/>
                    </a:lnTo>
                    <a:lnTo>
                      <a:pt x="9" y="1"/>
                    </a:lnTo>
                    <a:lnTo>
                      <a:pt x="8" y="0"/>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492" name="Freeform 228"/>
              <p:cNvSpPr>
                <a:spLocks/>
              </p:cNvSpPr>
              <p:nvPr/>
            </p:nvSpPr>
            <p:spPr bwMode="auto">
              <a:xfrm>
                <a:off x="3797" y="2014"/>
                <a:ext cx="9" cy="9"/>
              </a:xfrm>
              <a:custGeom>
                <a:avLst/>
                <a:gdLst>
                  <a:gd name="T0" fmla="*/ 3 w 9"/>
                  <a:gd name="T1" fmla="*/ 0 h 9"/>
                  <a:gd name="T2" fmla="*/ 1 w 9"/>
                  <a:gd name="T3" fmla="*/ 0 h 9"/>
                  <a:gd name="T4" fmla="*/ 0 w 9"/>
                  <a:gd name="T5" fmla="*/ 2 h 9"/>
                  <a:gd name="T6" fmla="*/ 0 w 9"/>
                  <a:gd name="T7" fmla="*/ 3 h 9"/>
                  <a:gd name="T8" fmla="*/ 0 w 9"/>
                  <a:gd name="T9" fmla="*/ 5 h 9"/>
                  <a:gd name="T10" fmla="*/ 0 w 9"/>
                  <a:gd name="T11" fmla="*/ 6 h 9"/>
                  <a:gd name="T12" fmla="*/ 1 w 9"/>
                  <a:gd name="T13" fmla="*/ 7 h 9"/>
                  <a:gd name="T14" fmla="*/ 3 w 9"/>
                  <a:gd name="T15" fmla="*/ 9 h 9"/>
                  <a:gd name="T16" fmla="*/ 4 w 9"/>
                  <a:gd name="T17" fmla="*/ 9 h 9"/>
                  <a:gd name="T18" fmla="*/ 4 w 9"/>
                  <a:gd name="T19" fmla="*/ 9 h 9"/>
                  <a:gd name="T20" fmla="*/ 6 w 9"/>
                  <a:gd name="T21" fmla="*/ 7 h 9"/>
                  <a:gd name="T22" fmla="*/ 7 w 9"/>
                  <a:gd name="T23" fmla="*/ 6 h 9"/>
                  <a:gd name="T24" fmla="*/ 9 w 9"/>
                  <a:gd name="T25" fmla="*/ 5 h 9"/>
                  <a:gd name="T26" fmla="*/ 9 w 9"/>
                  <a:gd name="T27" fmla="*/ 3 h 9"/>
                  <a:gd name="T28" fmla="*/ 7 w 9"/>
                  <a:gd name="T29" fmla="*/ 2 h 9"/>
                  <a:gd name="T30" fmla="*/ 6 w 9"/>
                  <a:gd name="T31" fmla="*/ 0 h 9"/>
                  <a:gd name="T32" fmla="*/ 4 w 9"/>
                  <a:gd name="T33" fmla="*/ 0 h 9"/>
                  <a:gd name="T34" fmla="*/ 3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3" y="0"/>
                    </a:moveTo>
                    <a:lnTo>
                      <a:pt x="1" y="0"/>
                    </a:lnTo>
                    <a:lnTo>
                      <a:pt x="0" y="2"/>
                    </a:lnTo>
                    <a:lnTo>
                      <a:pt x="0" y="3"/>
                    </a:lnTo>
                    <a:lnTo>
                      <a:pt x="0" y="5"/>
                    </a:lnTo>
                    <a:lnTo>
                      <a:pt x="0" y="6"/>
                    </a:lnTo>
                    <a:lnTo>
                      <a:pt x="1" y="7"/>
                    </a:lnTo>
                    <a:lnTo>
                      <a:pt x="3" y="9"/>
                    </a:lnTo>
                    <a:lnTo>
                      <a:pt x="4" y="9"/>
                    </a:lnTo>
                    <a:lnTo>
                      <a:pt x="6" y="7"/>
                    </a:lnTo>
                    <a:lnTo>
                      <a:pt x="7" y="6"/>
                    </a:lnTo>
                    <a:lnTo>
                      <a:pt x="9" y="5"/>
                    </a:lnTo>
                    <a:lnTo>
                      <a:pt x="9" y="3"/>
                    </a:lnTo>
                    <a:lnTo>
                      <a:pt x="7" y="2"/>
                    </a:lnTo>
                    <a:lnTo>
                      <a:pt x="6" y="0"/>
                    </a:lnTo>
                    <a:lnTo>
                      <a:pt x="4"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493" name="Freeform 229"/>
              <p:cNvSpPr>
                <a:spLocks/>
              </p:cNvSpPr>
              <p:nvPr/>
            </p:nvSpPr>
            <p:spPr bwMode="auto">
              <a:xfrm>
                <a:off x="3813" y="2007"/>
                <a:ext cx="9" cy="9"/>
              </a:xfrm>
              <a:custGeom>
                <a:avLst/>
                <a:gdLst>
                  <a:gd name="T0" fmla="*/ 4 w 9"/>
                  <a:gd name="T1" fmla="*/ 0 h 9"/>
                  <a:gd name="T2" fmla="*/ 3 w 9"/>
                  <a:gd name="T3" fmla="*/ 1 h 9"/>
                  <a:gd name="T4" fmla="*/ 1 w 9"/>
                  <a:gd name="T5" fmla="*/ 3 h 9"/>
                  <a:gd name="T6" fmla="*/ 0 w 9"/>
                  <a:gd name="T7" fmla="*/ 4 h 9"/>
                  <a:gd name="T8" fmla="*/ 0 w 9"/>
                  <a:gd name="T9" fmla="*/ 6 h 9"/>
                  <a:gd name="T10" fmla="*/ 1 w 9"/>
                  <a:gd name="T11" fmla="*/ 7 h 9"/>
                  <a:gd name="T12" fmla="*/ 3 w 9"/>
                  <a:gd name="T13" fmla="*/ 9 h 9"/>
                  <a:gd name="T14" fmla="*/ 4 w 9"/>
                  <a:gd name="T15" fmla="*/ 9 h 9"/>
                  <a:gd name="T16" fmla="*/ 6 w 9"/>
                  <a:gd name="T17" fmla="*/ 9 h 9"/>
                  <a:gd name="T18" fmla="*/ 6 w 9"/>
                  <a:gd name="T19" fmla="*/ 9 h 9"/>
                  <a:gd name="T20" fmla="*/ 7 w 9"/>
                  <a:gd name="T21" fmla="*/ 9 h 9"/>
                  <a:gd name="T22" fmla="*/ 9 w 9"/>
                  <a:gd name="T23" fmla="*/ 7 h 9"/>
                  <a:gd name="T24" fmla="*/ 9 w 9"/>
                  <a:gd name="T25" fmla="*/ 6 h 9"/>
                  <a:gd name="T26" fmla="*/ 9 w 9"/>
                  <a:gd name="T27" fmla="*/ 4 h 9"/>
                  <a:gd name="T28" fmla="*/ 9 w 9"/>
                  <a:gd name="T29" fmla="*/ 3 h 9"/>
                  <a:gd name="T30" fmla="*/ 7 w 9"/>
                  <a:gd name="T31" fmla="*/ 1 h 9"/>
                  <a:gd name="T32" fmla="*/ 6 w 9"/>
                  <a:gd name="T33" fmla="*/ 0 h 9"/>
                  <a:gd name="T34" fmla="*/ 4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4" y="0"/>
                    </a:moveTo>
                    <a:lnTo>
                      <a:pt x="3" y="1"/>
                    </a:lnTo>
                    <a:lnTo>
                      <a:pt x="1" y="3"/>
                    </a:lnTo>
                    <a:lnTo>
                      <a:pt x="0" y="4"/>
                    </a:lnTo>
                    <a:lnTo>
                      <a:pt x="0" y="6"/>
                    </a:lnTo>
                    <a:lnTo>
                      <a:pt x="1" y="7"/>
                    </a:lnTo>
                    <a:lnTo>
                      <a:pt x="3" y="9"/>
                    </a:lnTo>
                    <a:lnTo>
                      <a:pt x="4" y="9"/>
                    </a:lnTo>
                    <a:lnTo>
                      <a:pt x="6" y="9"/>
                    </a:lnTo>
                    <a:lnTo>
                      <a:pt x="7" y="9"/>
                    </a:lnTo>
                    <a:lnTo>
                      <a:pt x="9" y="7"/>
                    </a:lnTo>
                    <a:lnTo>
                      <a:pt x="9" y="6"/>
                    </a:lnTo>
                    <a:lnTo>
                      <a:pt x="9" y="4"/>
                    </a:lnTo>
                    <a:lnTo>
                      <a:pt x="9" y="3"/>
                    </a:lnTo>
                    <a:lnTo>
                      <a:pt x="7" y="1"/>
                    </a:lnTo>
                    <a:lnTo>
                      <a:pt x="6"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494" name="Freeform 230"/>
              <p:cNvSpPr>
                <a:spLocks/>
              </p:cNvSpPr>
              <p:nvPr/>
            </p:nvSpPr>
            <p:spPr bwMode="auto">
              <a:xfrm>
                <a:off x="3829" y="1998"/>
                <a:ext cx="9" cy="9"/>
              </a:xfrm>
              <a:custGeom>
                <a:avLst/>
                <a:gdLst>
                  <a:gd name="T0" fmla="*/ 1 w 9"/>
                  <a:gd name="T1" fmla="*/ 2 h 9"/>
                  <a:gd name="T2" fmla="*/ 0 w 9"/>
                  <a:gd name="T3" fmla="*/ 3 h 9"/>
                  <a:gd name="T4" fmla="*/ 0 w 9"/>
                  <a:gd name="T5" fmla="*/ 5 h 9"/>
                  <a:gd name="T6" fmla="*/ 0 w 9"/>
                  <a:gd name="T7" fmla="*/ 6 h 9"/>
                  <a:gd name="T8" fmla="*/ 0 w 9"/>
                  <a:gd name="T9" fmla="*/ 8 h 9"/>
                  <a:gd name="T10" fmla="*/ 1 w 9"/>
                  <a:gd name="T11" fmla="*/ 9 h 9"/>
                  <a:gd name="T12" fmla="*/ 3 w 9"/>
                  <a:gd name="T13" fmla="*/ 9 h 9"/>
                  <a:gd name="T14" fmla="*/ 4 w 9"/>
                  <a:gd name="T15" fmla="*/ 9 h 9"/>
                  <a:gd name="T16" fmla="*/ 6 w 9"/>
                  <a:gd name="T17" fmla="*/ 9 h 9"/>
                  <a:gd name="T18" fmla="*/ 6 w 9"/>
                  <a:gd name="T19" fmla="*/ 9 h 9"/>
                  <a:gd name="T20" fmla="*/ 7 w 9"/>
                  <a:gd name="T21" fmla="*/ 8 h 9"/>
                  <a:gd name="T22" fmla="*/ 9 w 9"/>
                  <a:gd name="T23" fmla="*/ 6 h 9"/>
                  <a:gd name="T24" fmla="*/ 9 w 9"/>
                  <a:gd name="T25" fmla="*/ 5 h 9"/>
                  <a:gd name="T26" fmla="*/ 7 w 9"/>
                  <a:gd name="T27" fmla="*/ 3 h 9"/>
                  <a:gd name="T28" fmla="*/ 6 w 9"/>
                  <a:gd name="T29" fmla="*/ 2 h 9"/>
                  <a:gd name="T30" fmla="*/ 4 w 9"/>
                  <a:gd name="T31" fmla="*/ 0 h 9"/>
                  <a:gd name="T32" fmla="*/ 3 w 9"/>
                  <a:gd name="T33" fmla="*/ 0 h 9"/>
                  <a:gd name="T34" fmla="*/ 1 w 9"/>
                  <a:gd name="T35" fmla="*/ 2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1" y="2"/>
                    </a:moveTo>
                    <a:lnTo>
                      <a:pt x="0" y="3"/>
                    </a:lnTo>
                    <a:lnTo>
                      <a:pt x="0" y="5"/>
                    </a:lnTo>
                    <a:lnTo>
                      <a:pt x="0" y="6"/>
                    </a:lnTo>
                    <a:lnTo>
                      <a:pt x="0" y="8"/>
                    </a:lnTo>
                    <a:lnTo>
                      <a:pt x="1" y="9"/>
                    </a:lnTo>
                    <a:lnTo>
                      <a:pt x="3" y="9"/>
                    </a:lnTo>
                    <a:lnTo>
                      <a:pt x="4" y="9"/>
                    </a:lnTo>
                    <a:lnTo>
                      <a:pt x="6" y="9"/>
                    </a:lnTo>
                    <a:lnTo>
                      <a:pt x="7" y="8"/>
                    </a:lnTo>
                    <a:lnTo>
                      <a:pt x="9" y="6"/>
                    </a:lnTo>
                    <a:lnTo>
                      <a:pt x="9" y="5"/>
                    </a:lnTo>
                    <a:lnTo>
                      <a:pt x="7" y="3"/>
                    </a:lnTo>
                    <a:lnTo>
                      <a:pt x="6" y="2"/>
                    </a:lnTo>
                    <a:lnTo>
                      <a:pt x="4" y="0"/>
                    </a:lnTo>
                    <a:lnTo>
                      <a:pt x="3" y="0"/>
                    </a:lnTo>
                    <a:lnTo>
                      <a:pt x="1"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495" name="Freeform 231"/>
              <p:cNvSpPr>
                <a:spLocks/>
              </p:cNvSpPr>
              <p:nvPr/>
            </p:nvSpPr>
            <p:spPr bwMode="auto">
              <a:xfrm>
                <a:off x="3843" y="1990"/>
                <a:ext cx="9" cy="8"/>
              </a:xfrm>
              <a:custGeom>
                <a:avLst/>
                <a:gdLst>
                  <a:gd name="T0" fmla="*/ 2 w 9"/>
                  <a:gd name="T1" fmla="*/ 1 h 8"/>
                  <a:gd name="T2" fmla="*/ 0 w 9"/>
                  <a:gd name="T3" fmla="*/ 2 h 8"/>
                  <a:gd name="T4" fmla="*/ 0 w 9"/>
                  <a:gd name="T5" fmla="*/ 4 h 8"/>
                  <a:gd name="T6" fmla="*/ 0 w 9"/>
                  <a:gd name="T7" fmla="*/ 5 h 8"/>
                  <a:gd name="T8" fmla="*/ 0 w 9"/>
                  <a:gd name="T9" fmla="*/ 7 h 8"/>
                  <a:gd name="T10" fmla="*/ 2 w 9"/>
                  <a:gd name="T11" fmla="*/ 8 h 8"/>
                  <a:gd name="T12" fmla="*/ 3 w 9"/>
                  <a:gd name="T13" fmla="*/ 8 h 8"/>
                  <a:gd name="T14" fmla="*/ 5 w 9"/>
                  <a:gd name="T15" fmla="*/ 8 h 8"/>
                  <a:gd name="T16" fmla="*/ 6 w 9"/>
                  <a:gd name="T17" fmla="*/ 8 h 8"/>
                  <a:gd name="T18" fmla="*/ 6 w 9"/>
                  <a:gd name="T19" fmla="*/ 8 h 8"/>
                  <a:gd name="T20" fmla="*/ 8 w 9"/>
                  <a:gd name="T21" fmla="*/ 7 h 8"/>
                  <a:gd name="T22" fmla="*/ 9 w 9"/>
                  <a:gd name="T23" fmla="*/ 5 h 8"/>
                  <a:gd name="T24" fmla="*/ 9 w 9"/>
                  <a:gd name="T25" fmla="*/ 4 h 8"/>
                  <a:gd name="T26" fmla="*/ 8 w 9"/>
                  <a:gd name="T27" fmla="*/ 2 h 8"/>
                  <a:gd name="T28" fmla="*/ 6 w 9"/>
                  <a:gd name="T29" fmla="*/ 1 h 8"/>
                  <a:gd name="T30" fmla="*/ 5 w 9"/>
                  <a:gd name="T31" fmla="*/ 0 h 8"/>
                  <a:gd name="T32" fmla="*/ 3 w 9"/>
                  <a:gd name="T33" fmla="*/ 0 h 8"/>
                  <a:gd name="T34" fmla="*/ 2 w 9"/>
                  <a:gd name="T35" fmla="*/ 1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2" y="1"/>
                    </a:moveTo>
                    <a:lnTo>
                      <a:pt x="0" y="2"/>
                    </a:lnTo>
                    <a:lnTo>
                      <a:pt x="0" y="4"/>
                    </a:lnTo>
                    <a:lnTo>
                      <a:pt x="0" y="5"/>
                    </a:lnTo>
                    <a:lnTo>
                      <a:pt x="0" y="7"/>
                    </a:lnTo>
                    <a:lnTo>
                      <a:pt x="2" y="8"/>
                    </a:lnTo>
                    <a:lnTo>
                      <a:pt x="3" y="8"/>
                    </a:lnTo>
                    <a:lnTo>
                      <a:pt x="5" y="8"/>
                    </a:lnTo>
                    <a:lnTo>
                      <a:pt x="6" y="8"/>
                    </a:lnTo>
                    <a:lnTo>
                      <a:pt x="8" y="7"/>
                    </a:lnTo>
                    <a:lnTo>
                      <a:pt x="9" y="5"/>
                    </a:lnTo>
                    <a:lnTo>
                      <a:pt x="9" y="4"/>
                    </a:lnTo>
                    <a:lnTo>
                      <a:pt x="8" y="2"/>
                    </a:lnTo>
                    <a:lnTo>
                      <a:pt x="6" y="1"/>
                    </a:lnTo>
                    <a:lnTo>
                      <a:pt x="5" y="0"/>
                    </a:lnTo>
                    <a:lnTo>
                      <a:pt x="3" y="0"/>
                    </a:lnTo>
                    <a:lnTo>
                      <a:pt x="2"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496" name="Freeform 232"/>
              <p:cNvSpPr>
                <a:spLocks/>
              </p:cNvSpPr>
              <p:nvPr/>
            </p:nvSpPr>
            <p:spPr bwMode="auto">
              <a:xfrm>
                <a:off x="3856" y="1979"/>
                <a:ext cx="9" cy="9"/>
              </a:xfrm>
              <a:custGeom>
                <a:avLst/>
                <a:gdLst>
                  <a:gd name="T0" fmla="*/ 3 w 9"/>
                  <a:gd name="T1" fmla="*/ 2 h 9"/>
                  <a:gd name="T2" fmla="*/ 2 w 9"/>
                  <a:gd name="T3" fmla="*/ 3 h 9"/>
                  <a:gd name="T4" fmla="*/ 0 w 9"/>
                  <a:gd name="T5" fmla="*/ 5 h 9"/>
                  <a:gd name="T6" fmla="*/ 0 w 9"/>
                  <a:gd name="T7" fmla="*/ 6 h 9"/>
                  <a:gd name="T8" fmla="*/ 2 w 9"/>
                  <a:gd name="T9" fmla="*/ 8 h 9"/>
                  <a:gd name="T10" fmla="*/ 3 w 9"/>
                  <a:gd name="T11" fmla="*/ 9 h 9"/>
                  <a:gd name="T12" fmla="*/ 5 w 9"/>
                  <a:gd name="T13" fmla="*/ 9 h 9"/>
                  <a:gd name="T14" fmla="*/ 6 w 9"/>
                  <a:gd name="T15" fmla="*/ 9 h 9"/>
                  <a:gd name="T16" fmla="*/ 8 w 9"/>
                  <a:gd name="T17" fmla="*/ 9 h 9"/>
                  <a:gd name="T18" fmla="*/ 8 w 9"/>
                  <a:gd name="T19" fmla="*/ 9 h 9"/>
                  <a:gd name="T20" fmla="*/ 9 w 9"/>
                  <a:gd name="T21" fmla="*/ 8 h 9"/>
                  <a:gd name="T22" fmla="*/ 9 w 9"/>
                  <a:gd name="T23" fmla="*/ 6 h 9"/>
                  <a:gd name="T24" fmla="*/ 9 w 9"/>
                  <a:gd name="T25" fmla="*/ 5 h 9"/>
                  <a:gd name="T26" fmla="*/ 9 w 9"/>
                  <a:gd name="T27" fmla="*/ 3 h 9"/>
                  <a:gd name="T28" fmla="*/ 8 w 9"/>
                  <a:gd name="T29" fmla="*/ 2 h 9"/>
                  <a:gd name="T30" fmla="*/ 6 w 9"/>
                  <a:gd name="T31" fmla="*/ 0 h 9"/>
                  <a:gd name="T32" fmla="*/ 5 w 9"/>
                  <a:gd name="T33" fmla="*/ 0 h 9"/>
                  <a:gd name="T34" fmla="*/ 3 w 9"/>
                  <a:gd name="T35" fmla="*/ 2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3" y="2"/>
                    </a:moveTo>
                    <a:lnTo>
                      <a:pt x="2" y="3"/>
                    </a:lnTo>
                    <a:lnTo>
                      <a:pt x="0" y="5"/>
                    </a:lnTo>
                    <a:lnTo>
                      <a:pt x="0" y="6"/>
                    </a:lnTo>
                    <a:lnTo>
                      <a:pt x="2" y="8"/>
                    </a:lnTo>
                    <a:lnTo>
                      <a:pt x="3" y="9"/>
                    </a:lnTo>
                    <a:lnTo>
                      <a:pt x="5" y="9"/>
                    </a:lnTo>
                    <a:lnTo>
                      <a:pt x="6" y="9"/>
                    </a:lnTo>
                    <a:lnTo>
                      <a:pt x="8" y="9"/>
                    </a:lnTo>
                    <a:lnTo>
                      <a:pt x="9" y="8"/>
                    </a:lnTo>
                    <a:lnTo>
                      <a:pt x="9" y="6"/>
                    </a:lnTo>
                    <a:lnTo>
                      <a:pt x="9" y="5"/>
                    </a:lnTo>
                    <a:lnTo>
                      <a:pt x="9" y="3"/>
                    </a:lnTo>
                    <a:lnTo>
                      <a:pt x="8" y="2"/>
                    </a:lnTo>
                    <a:lnTo>
                      <a:pt x="6" y="0"/>
                    </a:lnTo>
                    <a:lnTo>
                      <a:pt x="5" y="0"/>
                    </a:lnTo>
                    <a:lnTo>
                      <a:pt x="3"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497" name="Freeform 233"/>
              <p:cNvSpPr>
                <a:spLocks/>
              </p:cNvSpPr>
              <p:nvPr/>
            </p:nvSpPr>
            <p:spPr bwMode="auto">
              <a:xfrm>
                <a:off x="3871" y="1969"/>
                <a:ext cx="9" cy="9"/>
              </a:xfrm>
              <a:custGeom>
                <a:avLst/>
                <a:gdLst>
                  <a:gd name="T0" fmla="*/ 3 w 9"/>
                  <a:gd name="T1" fmla="*/ 0 h 9"/>
                  <a:gd name="T2" fmla="*/ 1 w 9"/>
                  <a:gd name="T3" fmla="*/ 2 h 9"/>
                  <a:gd name="T4" fmla="*/ 0 w 9"/>
                  <a:gd name="T5" fmla="*/ 3 h 9"/>
                  <a:gd name="T6" fmla="*/ 0 w 9"/>
                  <a:gd name="T7" fmla="*/ 5 h 9"/>
                  <a:gd name="T8" fmla="*/ 1 w 9"/>
                  <a:gd name="T9" fmla="*/ 6 h 9"/>
                  <a:gd name="T10" fmla="*/ 3 w 9"/>
                  <a:gd name="T11" fmla="*/ 7 h 9"/>
                  <a:gd name="T12" fmla="*/ 4 w 9"/>
                  <a:gd name="T13" fmla="*/ 9 h 9"/>
                  <a:gd name="T14" fmla="*/ 6 w 9"/>
                  <a:gd name="T15" fmla="*/ 9 h 9"/>
                  <a:gd name="T16" fmla="*/ 7 w 9"/>
                  <a:gd name="T17" fmla="*/ 7 h 9"/>
                  <a:gd name="T18" fmla="*/ 7 w 9"/>
                  <a:gd name="T19" fmla="*/ 7 h 9"/>
                  <a:gd name="T20" fmla="*/ 9 w 9"/>
                  <a:gd name="T21" fmla="*/ 6 h 9"/>
                  <a:gd name="T22" fmla="*/ 9 w 9"/>
                  <a:gd name="T23" fmla="*/ 5 h 9"/>
                  <a:gd name="T24" fmla="*/ 9 w 9"/>
                  <a:gd name="T25" fmla="*/ 3 h 9"/>
                  <a:gd name="T26" fmla="*/ 9 w 9"/>
                  <a:gd name="T27" fmla="*/ 2 h 9"/>
                  <a:gd name="T28" fmla="*/ 7 w 9"/>
                  <a:gd name="T29" fmla="*/ 0 h 9"/>
                  <a:gd name="T30" fmla="*/ 6 w 9"/>
                  <a:gd name="T31" fmla="*/ 0 h 9"/>
                  <a:gd name="T32" fmla="*/ 4 w 9"/>
                  <a:gd name="T33" fmla="*/ 0 h 9"/>
                  <a:gd name="T34" fmla="*/ 3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3" y="0"/>
                    </a:moveTo>
                    <a:lnTo>
                      <a:pt x="1" y="2"/>
                    </a:lnTo>
                    <a:lnTo>
                      <a:pt x="0" y="3"/>
                    </a:lnTo>
                    <a:lnTo>
                      <a:pt x="0" y="5"/>
                    </a:lnTo>
                    <a:lnTo>
                      <a:pt x="1" y="6"/>
                    </a:lnTo>
                    <a:lnTo>
                      <a:pt x="3" y="7"/>
                    </a:lnTo>
                    <a:lnTo>
                      <a:pt x="4" y="9"/>
                    </a:lnTo>
                    <a:lnTo>
                      <a:pt x="6" y="9"/>
                    </a:lnTo>
                    <a:lnTo>
                      <a:pt x="7" y="7"/>
                    </a:lnTo>
                    <a:lnTo>
                      <a:pt x="9" y="6"/>
                    </a:lnTo>
                    <a:lnTo>
                      <a:pt x="9" y="5"/>
                    </a:lnTo>
                    <a:lnTo>
                      <a:pt x="9" y="3"/>
                    </a:lnTo>
                    <a:lnTo>
                      <a:pt x="9" y="2"/>
                    </a:lnTo>
                    <a:lnTo>
                      <a:pt x="7" y="0"/>
                    </a:lnTo>
                    <a:lnTo>
                      <a:pt x="6" y="0"/>
                    </a:lnTo>
                    <a:lnTo>
                      <a:pt x="4"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498" name="Freeform 234"/>
              <p:cNvSpPr>
                <a:spLocks/>
              </p:cNvSpPr>
              <p:nvPr/>
            </p:nvSpPr>
            <p:spPr bwMode="auto">
              <a:xfrm>
                <a:off x="3884" y="1958"/>
                <a:ext cx="9" cy="8"/>
              </a:xfrm>
              <a:custGeom>
                <a:avLst/>
                <a:gdLst>
                  <a:gd name="T0" fmla="*/ 3 w 9"/>
                  <a:gd name="T1" fmla="*/ 1 h 8"/>
                  <a:gd name="T2" fmla="*/ 1 w 9"/>
                  <a:gd name="T3" fmla="*/ 2 h 8"/>
                  <a:gd name="T4" fmla="*/ 0 w 9"/>
                  <a:gd name="T5" fmla="*/ 4 h 8"/>
                  <a:gd name="T6" fmla="*/ 0 w 9"/>
                  <a:gd name="T7" fmla="*/ 5 h 8"/>
                  <a:gd name="T8" fmla="*/ 1 w 9"/>
                  <a:gd name="T9" fmla="*/ 7 h 8"/>
                  <a:gd name="T10" fmla="*/ 3 w 9"/>
                  <a:gd name="T11" fmla="*/ 8 h 8"/>
                  <a:gd name="T12" fmla="*/ 4 w 9"/>
                  <a:gd name="T13" fmla="*/ 8 h 8"/>
                  <a:gd name="T14" fmla="*/ 6 w 9"/>
                  <a:gd name="T15" fmla="*/ 8 h 8"/>
                  <a:gd name="T16" fmla="*/ 7 w 9"/>
                  <a:gd name="T17" fmla="*/ 8 h 8"/>
                  <a:gd name="T18" fmla="*/ 7 w 9"/>
                  <a:gd name="T19" fmla="*/ 8 h 8"/>
                  <a:gd name="T20" fmla="*/ 9 w 9"/>
                  <a:gd name="T21" fmla="*/ 7 h 8"/>
                  <a:gd name="T22" fmla="*/ 9 w 9"/>
                  <a:gd name="T23" fmla="*/ 5 h 8"/>
                  <a:gd name="T24" fmla="*/ 9 w 9"/>
                  <a:gd name="T25" fmla="*/ 4 h 8"/>
                  <a:gd name="T26" fmla="*/ 9 w 9"/>
                  <a:gd name="T27" fmla="*/ 2 h 8"/>
                  <a:gd name="T28" fmla="*/ 7 w 9"/>
                  <a:gd name="T29" fmla="*/ 1 h 8"/>
                  <a:gd name="T30" fmla="*/ 6 w 9"/>
                  <a:gd name="T31" fmla="*/ 0 h 8"/>
                  <a:gd name="T32" fmla="*/ 4 w 9"/>
                  <a:gd name="T33" fmla="*/ 0 h 8"/>
                  <a:gd name="T34" fmla="*/ 3 w 9"/>
                  <a:gd name="T35" fmla="*/ 1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3" y="1"/>
                    </a:moveTo>
                    <a:lnTo>
                      <a:pt x="1" y="2"/>
                    </a:lnTo>
                    <a:lnTo>
                      <a:pt x="0" y="4"/>
                    </a:lnTo>
                    <a:lnTo>
                      <a:pt x="0" y="5"/>
                    </a:lnTo>
                    <a:lnTo>
                      <a:pt x="1" y="7"/>
                    </a:lnTo>
                    <a:lnTo>
                      <a:pt x="3" y="8"/>
                    </a:lnTo>
                    <a:lnTo>
                      <a:pt x="4" y="8"/>
                    </a:lnTo>
                    <a:lnTo>
                      <a:pt x="6" y="8"/>
                    </a:lnTo>
                    <a:lnTo>
                      <a:pt x="7" y="8"/>
                    </a:lnTo>
                    <a:lnTo>
                      <a:pt x="9" y="7"/>
                    </a:lnTo>
                    <a:lnTo>
                      <a:pt x="9" y="5"/>
                    </a:lnTo>
                    <a:lnTo>
                      <a:pt x="9" y="4"/>
                    </a:lnTo>
                    <a:lnTo>
                      <a:pt x="9" y="2"/>
                    </a:lnTo>
                    <a:lnTo>
                      <a:pt x="7" y="1"/>
                    </a:lnTo>
                    <a:lnTo>
                      <a:pt x="6" y="0"/>
                    </a:lnTo>
                    <a:lnTo>
                      <a:pt x="4" y="0"/>
                    </a:lnTo>
                    <a:lnTo>
                      <a:pt x="3"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499" name="Freeform 235"/>
              <p:cNvSpPr>
                <a:spLocks/>
              </p:cNvSpPr>
              <p:nvPr/>
            </p:nvSpPr>
            <p:spPr bwMode="auto">
              <a:xfrm>
                <a:off x="3899" y="1947"/>
                <a:ext cx="8" cy="9"/>
              </a:xfrm>
              <a:custGeom>
                <a:avLst/>
                <a:gdLst>
                  <a:gd name="T0" fmla="*/ 1 w 8"/>
                  <a:gd name="T1" fmla="*/ 0 h 9"/>
                  <a:gd name="T2" fmla="*/ 0 w 8"/>
                  <a:gd name="T3" fmla="*/ 2 h 9"/>
                  <a:gd name="T4" fmla="*/ 0 w 8"/>
                  <a:gd name="T5" fmla="*/ 3 h 9"/>
                  <a:gd name="T6" fmla="*/ 0 w 8"/>
                  <a:gd name="T7" fmla="*/ 5 h 9"/>
                  <a:gd name="T8" fmla="*/ 0 w 8"/>
                  <a:gd name="T9" fmla="*/ 6 h 9"/>
                  <a:gd name="T10" fmla="*/ 1 w 8"/>
                  <a:gd name="T11" fmla="*/ 8 h 9"/>
                  <a:gd name="T12" fmla="*/ 2 w 8"/>
                  <a:gd name="T13" fmla="*/ 9 h 9"/>
                  <a:gd name="T14" fmla="*/ 4 w 8"/>
                  <a:gd name="T15" fmla="*/ 9 h 9"/>
                  <a:gd name="T16" fmla="*/ 5 w 8"/>
                  <a:gd name="T17" fmla="*/ 8 h 9"/>
                  <a:gd name="T18" fmla="*/ 5 w 8"/>
                  <a:gd name="T19" fmla="*/ 8 h 9"/>
                  <a:gd name="T20" fmla="*/ 7 w 8"/>
                  <a:gd name="T21" fmla="*/ 6 h 9"/>
                  <a:gd name="T22" fmla="*/ 8 w 8"/>
                  <a:gd name="T23" fmla="*/ 5 h 9"/>
                  <a:gd name="T24" fmla="*/ 8 w 8"/>
                  <a:gd name="T25" fmla="*/ 3 h 9"/>
                  <a:gd name="T26" fmla="*/ 7 w 8"/>
                  <a:gd name="T27" fmla="*/ 2 h 9"/>
                  <a:gd name="T28" fmla="*/ 5 w 8"/>
                  <a:gd name="T29" fmla="*/ 0 h 9"/>
                  <a:gd name="T30" fmla="*/ 4 w 8"/>
                  <a:gd name="T31" fmla="*/ 0 h 9"/>
                  <a:gd name="T32" fmla="*/ 2 w 8"/>
                  <a:gd name="T33" fmla="*/ 0 h 9"/>
                  <a:gd name="T34" fmla="*/ 1 w 8"/>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1" y="0"/>
                    </a:moveTo>
                    <a:lnTo>
                      <a:pt x="0" y="2"/>
                    </a:lnTo>
                    <a:lnTo>
                      <a:pt x="0" y="3"/>
                    </a:lnTo>
                    <a:lnTo>
                      <a:pt x="0" y="5"/>
                    </a:lnTo>
                    <a:lnTo>
                      <a:pt x="0" y="6"/>
                    </a:lnTo>
                    <a:lnTo>
                      <a:pt x="1" y="8"/>
                    </a:lnTo>
                    <a:lnTo>
                      <a:pt x="2" y="9"/>
                    </a:lnTo>
                    <a:lnTo>
                      <a:pt x="4" y="9"/>
                    </a:lnTo>
                    <a:lnTo>
                      <a:pt x="5" y="8"/>
                    </a:lnTo>
                    <a:lnTo>
                      <a:pt x="7" y="6"/>
                    </a:lnTo>
                    <a:lnTo>
                      <a:pt x="8" y="5"/>
                    </a:lnTo>
                    <a:lnTo>
                      <a:pt x="8" y="3"/>
                    </a:lnTo>
                    <a:lnTo>
                      <a:pt x="7" y="2"/>
                    </a:lnTo>
                    <a:lnTo>
                      <a:pt x="5" y="0"/>
                    </a:lnTo>
                    <a:lnTo>
                      <a:pt x="4" y="0"/>
                    </a:lnTo>
                    <a:lnTo>
                      <a:pt x="2" y="0"/>
                    </a:lnTo>
                    <a:lnTo>
                      <a:pt x="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00" name="Freeform 236"/>
              <p:cNvSpPr>
                <a:spLocks/>
              </p:cNvSpPr>
              <p:nvPr/>
            </p:nvSpPr>
            <p:spPr bwMode="auto">
              <a:xfrm>
                <a:off x="3912" y="1936"/>
                <a:ext cx="8" cy="8"/>
              </a:xfrm>
              <a:custGeom>
                <a:avLst/>
                <a:gdLst>
                  <a:gd name="T0" fmla="*/ 3 w 8"/>
                  <a:gd name="T1" fmla="*/ 1 h 8"/>
                  <a:gd name="T2" fmla="*/ 1 w 8"/>
                  <a:gd name="T3" fmla="*/ 3 h 8"/>
                  <a:gd name="T4" fmla="*/ 0 w 8"/>
                  <a:gd name="T5" fmla="*/ 4 h 8"/>
                  <a:gd name="T6" fmla="*/ 0 w 8"/>
                  <a:gd name="T7" fmla="*/ 6 h 8"/>
                  <a:gd name="T8" fmla="*/ 1 w 8"/>
                  <a:gd name="T9" fmla="*/ 7 h 8"/>
                  <a:gd name="T10" fmla="*/ 3 w 8"/>
                  <a:gd name="T11" fmla="*/ 8 h 8"/>
                  <a:gd name="T12" fmla="*/ 4 w 8"/>
                  <a:gd name="T13" fmla="*/ 8 h 8"/>
                  <a:gd name="T14" fmla="*/ 5 w 8"/>
                  <a:gd name="T15" fmla="*/ 8 h 8"/>
                  <a:gd name="T16" fmla="*/ 7 w 8"/>
                  <a:gd name="T17" fmla="*/ 8 h 8"/>
                  <a:gd name="T18" fmla="*/ 7 w 8"/>
                  <a:gd name="T19" fmla="*/ 8 h 8"/>
                  <a:gd name="T20" fmla="*/ 8 w 8"/>
                  <a:gd name="T21" fmla="*/ 7 h 8"/>
                  <a:gd name="T22" fmla="*/ 8 w 8"/>
                  <a:gd name="T23" fmla="*/ 6 h 8"/>
                  <a:gd name="T24" fmla="*/ 8 w 8"/>
                  <a:gd name="T25" fmla="*/ 4 h 8"/>
                  <a:gd name="T26" fmla="*/ 8 w 8"/>
                  <a:gd name="T27" fmla="*/ 3 h 8"/>
                  <a:gd name="T28" fmla="*/ 7 w 8"/>
                  <a:gd name="T29" fmla="*/ 1 h 8"/>
                  <a:gd name="T30" fmla="*/ 5 w 8"/>
                  <a:gd name="T31" fmla="*/ 0 h 8"/>
                  <a:gd name="T32" fmla="*/ 4 w 8"/>
                  <a:gd name="T33" fmla="*/ 0 h 8"/>
                  <a:gd name="T34" fmla="*/ 3 w 8"/>
                  <a:gd name="T35" fmla="*/ 1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8"/>
                  <a:gd name="T56" fmla="*/ 8 w 8"/>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8">
                    <a:moveTo>
                      <a:pt x="3" y="1"/>
                    </a:moveTo>
                    <a:lnTo>
                      <a:pt x="1" y="3"/>
                    </a:lnTo>
                    <a:lnTo>
                      <a:pt x="0" y="4"/>
                    </a:lnTo>
                    <a:lnTo>
                      <a:pt x="0" y="6"/>
                    </a:lnTo>
                    <a:lnTo>
                      <a:pt x="1" y="7"/>
                    </a:lnTo>
                    <a:lnTo>
                      <a:pt x="3" y="8"/>
                    </a:lnTo>
                    <a:lnTo>
                      <a:pt x="4" y="8"/>
                    </a:lnTo>
                    <a:lnTo>
                      <a:pt x="5" y="8"/>
                    </a:lnTo>
                    <a:lnTo>
                      <a:pt x="7" y="8"/>
                    </a:lnTo>
                    <a:lnTo>
                      <a:pt x="8" y="7"/>
                    </a:lnTo>
                    <a:lnTo>
                      <a:pt x="8" y="6"/>
                    </a:lnTo>
                    <a:lnTo>
                      <a:pt x="8" y="4"/>
                    </a:lnTo>
                    <a:lnTo>
                      <a:pt x="8" y="3"/>
                    </a:lnTo>
                    <a:lnTo>
                      <a:pt x="7" y="1"/>
                    </a:lnTo>
                    <a:lnTo>
                      <a:pt x="5" y="0"/>
                    </a:lnTo>
                    <a:lnTo>
                      <a:pt x="4" y="0"/>
                    </a:lnTo>
                    <a:lnTo>
                      <a:pt x="3"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01" name="Freeform 237"/>
              <p:cNvSpPr>
                <a:spLocks/>
              </p:cNvSpPr>
              <p:nvPr/>
            </p:nvSpPr>
            <p:spPr bwMode="auto">
              <a:xfrm>
                <a:off x="3925" y="1926"/>
                <a:ext cx="8" cy="8"/>
              </a:xfrm>
              <a:custGeom>
                <a:avLst/>
                <a:gdLst>
                  <a:gd name="T0" fmla="*/ 3 w 8"/>
                  <a:gd name="T1" fmla="*/ 0 h 8"/>
                  <a:gd name="T2" fmla="*/ 1 w 8"/>
                  <a:gd name="T3" fmla="*/ 1 h 8"/>
                  <a:gd name="T4" fmla="*/ 0 w 8"/>
                  <a:gd name="T5" fmla="*/ 3 h 8"/>
                  <a:gd name="T6" fmla="*/ 0 w 8"/>
                  <a:gd name="T7" fmla="*/ 4 h 8"/>
                  <a:gd name="T8" fmla="*/ 1 w 8"/>
                  <a:gd name="T9" fmla="*/ 5 h 8"/>
                  <a:gd name="T10" fmla="*/ 3 w 8"/>
                  <a:gd name="T11" fmla="*/ 7 h 8"/>
                  <a:gd name="T12" fmla="*/ 4 w 8"/>
                  <a:gd name="T13" fmla="*/ 8 h 8"/>
                  <a:gd name="T14" fmla="*/ 5 w 8"/>
                  <a:gd name="T15" fmla="*/ 8 h 8"/>
                  <a:gd name="T16" fmla="*/ 7 w 8"/>
                  <a:gd name="T17" fmla="*/ 7 h 8"/>
                  <a:gd name="T18" fmla="*/ 7 w 8"/>
                  <a:gd name="T19" fmla="*/ 7 h 8"/>
                  <a:gd name="T20" fmla="*/ 8 w 8"/>
                  <a:gd name="T21" fmla="*/ 5 h 8"/>
                  <a:gd name="T22" fmla="*/ 8 w 8"/>
                  <a:gd name="T23" fmla="*/ 4 h 8"/>
                  <a:gd name="T24" fmla="*/ 8 w 8"/>
                  <a:gd name="T25" fmla="*/ 3 h 8"/>
                  <a:gd name="T26" fmla="*/ 8 w 8"/>
                  <a:gd name="T27" fmla="*/ 1 h 8"/>
                  <a:gd name="T28" fmla="*/ 7 w 8"/>
                  <a:gd name="T29" fmla="*/ 0 h 8"/>
                  <a:gd name="T30" fmla="*/ 5 w 8"/>
                  <a:gd name="T31" fmla="*/ 0 h 8"/>
                  <a:gd name="T32" fmla="*/ 4 w 8"/>
                  <a:gd name="T33" fmla="*/ 0 h 8"/>
                  <a:gd name="T34" fmla="*/ 3 w 8"/>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8"/>
                  <a:gd name="T56" fmla="*/ 8 w 8"/>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8">
                    <a:moveTo>
                      <a:pt x="3" y="0"/>
                    </a:moveTo>
                    <a:lnTo>
                      <a:pt x="1" y="1"/>
                    </a:lnTo>
                    <a:lnTo>
                      <a:pt x="0" y="3"/>
                    </a:lnTo>
                    <a:lnTo>
                      <a:pt x="0" y="4"/>
                    </a:lnTo>
                    <a:lnTo>
                      <a:pt x="1" y="5"/>
                    </a:lnTo>
                    <a:lnTo>
                      <a:pt x="3" y="7"/>
                    </a:lnTo>
                    <a:lnTo>
                      <a:pt x="4" y="8"/>
                    </a:lnTo>
                    <a:lnTo>
                      <a:pt x="5" y="8"/>
                    </a:lnTo>
                    <a:lnTo>
                      <a:pt x="7" y="7"/>
                    </a:lnTo>
                    <a:lnTo>
                      <a:pt x="8" y="5"/>
                    </a:lnTo>
                    <a:lnTo>
                      <a:pt x="8" y="4"/>
                    </a:lnTo>
                    <a:lnTo>
                      <a:pt x="8" y="3"/>
                    </a:lnTo>
                    <a:lnTo>
                      <a:pt x="8" y="1"/>
                    </a:lnTo>
                    <a:lnTo>
                      <a:pt x="7" y="0"/>
                    </a:lnTo>
                    <a:lnTo>
                      <a:pt x="5" y="0"/>
                    </a:lnTo>
                    <a:lnTo>
                      <a:pt x="4"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02" name="Freeform 238"/>
              <p:cNvSpPr>
                <a:spLocks/>
              </p:cNvSpPr>
              <p:nvPr/>
            </p:nvSpPr>
            <p:spPr bwMode="auto">
              <a:xfrm>
                <a:off x="3939" y="1914"/>
                <a:ext cx="9" cy="9"/>
              </a:xfrm>
              <a:custGeom>
                <a:avLst/>
                <a:gdLst>
                  <a:gd name="T0" fmla="*/ 2 w 9"/>
                  <a:gd name="T1" fmla="*/ 1 h 9"/>
                  <a:gd name="T2" fmla="*/ 0 w 9"/>
                  <a:gd name="T3" fmla="*/ 3 h 9"/>
                  <a:gd name="T4" fmla="*/ 0 w 9"/>
                  <a:gd name="T5" fmla="*/ 4 h 9"/>
                  <a:gd name="T6" fmla="*/ 0 w 9"/>
                  <a:gd name="T7" fmla="*/ 6 h 9"/>
                  <a:gd name="T8" fmla="*/ 0 w 9"/>
                  <a:gd name="T9" fmla="*/ 7 h 9"/>
                  <a:gd name="T10" fmla="*/ 2 w 9"/>
                  <a:gd name="T11" fmla="*/ 9 h 9"/>
                  <a:gd name="T12" fmla="*/ 3 w 9"/>
                  <a:gd name="T13" fmla="*/ 9 h 9"/>
                  <a:gd name="T14" fmla="*/ 5 w 9"/>
                  <a:gd name="T15" fmla="*/ 9 h 9"/>
                  <a:gd name="T16" fmla="*/ 6 w 9"/>
                  <a:gd name="T17" fmla="*/ 9 h 9"/>
                  <a:gd name="T18" fmla="*/ 6 w 9"/>
                  <a:gd name="T19" fmla="*/ 9 h 9"/>
                  <a:gd name="T20" fmla="*/ 7 w 9"/>
                  <a:gd name="T21" fmla="*/ 7 h 9"/>
                  <a:gd name="T22" fmla="*/ 9 w 9"/>
                  <a:gd name="T23" fmla="*/ 6 h 9"/>
                  <a:gd name="T24" fmla="*/ 9 w 9"/>
                  <a:gd name="T25" fmla="*/ 4 h 9"/>
                  <a:gd name="T26" fmla="*/ 7 w 9"/>
                  <a:gd name="T27" fmla="*/ 3 h 9"/>
                  <a:gd name="T28" fmla="*/ 6 w 9"/>
                  <a:gd name="T29" fmla="*/ 1 h 9"/>
                  <a:gd name="T30" fmla="*/ 5 w 9"/>
                  <a:gd name="T31" fmla="*/ 0 h 9"/>
                  <a:gd name="T32" fmla="*/ 3 w 9"/>
                  <a:gd name="T33" fmla="*/ 0 h 9"/>
                  <a:gd name="T34" fmla="*/ 2 w 9"/>
                  <a:gd name="T35" fmla="*/ 1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2" y="1"/>
                    </a:moveTo>
                    <a:lnTo>
                      <a:pt x="0" y="3"/>
                    </a:lnTo>
                    <a:lnTo>
                      <a:pt x="0" y="4"/>
                    </a:lnTo>
                    <a:lnTo>
                      <a:pt x="0" y="6"/>
                    </a:lnTo>
                    <a:lnTo>
                      <a:pt x="0" y="7"/>
                    </a:lnTo>
                    <a:lnTo>
                      <a:pt x="2" y="9"/>
                    </a:lnTo>
                    <a:lnTo>
                      <a:pt x="3" y="9"/>
                    </a:lnTo>
                    <a:lnTo>
                      <a:pt x="5" y="9"/>
                    </a:lnTo>
                    <a:lnTo>
                      <a:pt x="6" y="9"/>
                    </a:lnTo>
                    <a:lnTo>
                      <a:pt x="7" y="7"/>
                    </a:lnTo>
                    <a:lnTo>
                      <a:pt x="9" y="6"/>
                    </a:lnTo>
                    <a:lnTo>
                      <a:pt x="9" y="4"/>
                    </a:lnTo>
                    <a:lnTo>
                      <a:pt x="7" y="3"/>
                    </a:lnTo>
                    <a:lnTo>
                      <a:pt x="6" y="1"/>
                    </a:lnTo>
                    <a:lnTo>
                      <a:pt x="5" y="0"/>
                    </a:lnTo>
                    <a:lnTo>
                      <a:pt x="3" y="0"/>
                    </a:lnTo>
                    <a:lnTo>
                      <a:pt x="2"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grpSp>
        <p:grpSp>
          <p:nvGrpSpPr>
            <p:cNvPr id="374" name="Group 239"/>
            <p:cNvGrpSpPr>
              <a:grpSpLocks/>
            </p:cNvGrpSpPr>
            <p:nvPr/>
          </p:nvGrpSpPr>
          <p:grpSpPr bwMode="auto">
            <a:xfrm>
              <a:off x="6309080" y="2394031"/>
              <a:ext cx="546100" cy="122238"/>
              <a:chOff x="3607" y="1897"/>
              <a:chExt cx="344" cy="77"/>
            </a:xfrm>
          </p:grpSpPr>
          <p:sp>
            <p:nvSpPr>
              <p:cNvPr id="457" name="Freeform 240"/>
              <p:cNvSpPr>
                <a:spLocks/>
              </p:cNvSpPr>
              <p:nvPr/>
            </p:nvSpPr>
            <p:spPr bwMode="auto">
              <a:xfrm>
                <a:off x="3607" y="1897"/>
                <a:ext cx="8" cy="8"/>
              </a:xfrm>
              <a:custGeom>
                <a:avLst/>
                <a:gdLst>
                  <a:gd name="T0" fmla="*/ 5 w 8"/>
                  <a:gd name="T1" fmla="*/ 0 h 8"/>
                  <a:gd name="T2" fmla="*/ 4 w 8"/>
                  <a:gd name="T3" fmla="*/ 0 h 8"/>
                  <a:gd name="T4" fmla="*/ 3 w 8"/>
                  <a:gd name="T5" fmla="*/ 1 h 8"/>
                  <a:gd name="T6" fmla="*/ 1 w 8"/>
                  <a:gd name="T7" fmla="*/ 2 h 8"/>
                  <a:gd name="T8" fmla="*/ 0 w 8"/>
                  <a:gd name="T9" fmla="*/ 4 h 8"/>
                  <a:gd name="T10" fmla="*/ 0 w 8"/>
                  <a:gd name="T11" fmla="*/ 4 h 8"/>
                  <a:gd name="T12" fmla="*/ 1 w 8"/>
                  <a:gd name="T13" fmla="*/ 5 h 8"/>
                  <a:gd name="T14" fmla="*/ 3 w 8"/>
                  <a:gd name="T15" fmla="*/ 7 h 8"/>
                  <a:gd name="T16" fmla="*/ 4 w 8"/>
                  <a:gd name="T17" fmla="*/ 8 h 8"/>
                  <a:gd name="T18" fmla="*/ 4 w 8"/>
                  <a:gd name="T19" fmla="*/ 8 h 8"/>
                  <a:gd name="T20" fmla="*/ 4 w 8"/>
                  <a:gd name="T21" fmla="*/ 8 h 8"/>
                  <a:gd name="T22" fmla="*/ 5 w 8"/>
                  <a:gd name="T23" fmla="*/ 7 h 8"/>
                  <a:gd name="T24" fmla="*/ 7 w 8"/>
                  <a:gd name="T25" fmla="*/ 5 h 8"/>
                  <a:gd name="T26" fmla="*/ 8 w 8"/>
                  <a:gd name="T27" fmla="*/ 4 h 8"/>
                  <a:gd name="T28" fmla="*/ 8 w 8"/>
                  <a:gd name="T29" fmla="*/ 4 h 8"/>
                  <a:gd name="T30" fmla="*/ 7 w 8"/>
                  <a:gd name="T31" fmla="*/ 2 h 8"/>
                  <a:gd name="T32" fmla="*/ 5 w 8"/>
                  <a:gd name="T33" fmla="*/ 1 h 8"/>
                  <a:gd name="T34" fmla="*/ 5 w 8"/>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8"/>
                  <a:gd name="T56" fmla="*/ 8 w 8"/>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8">
                    <a:moveTo>
                      <a:pt x="5" y="0"/>
                    </a:moveTo>
                    <a:lnTo>
                      <a:pt x="4" y="0"/>
                    </a:lnTo>
                    <a:lnTo>
                      <a:pt x="3" y="1"/>
                    </a:lnTo>
                    <a:lnTo>
                      <a:pt x="1" y="2"/>
                    </a:lnTo>
                    <a:lnTo>
                      <a:pt x="0" y="4"/>
                    </a:lnTo>
                    <a:lnTo>
                      <a:pt x="1" y="5"/>
                    </a:lnTo>
                    <a:lnTo>
                      <a:pt x="3" y="7"/>
                    </a:lnTo>
                    <a:lnTo>
                      <a:pt x="4" y="8"/>
                    </a:lnTo>
                    <a:lnTo>
                      <a:pt x="5" y="7"/>
                    </a:lnTo>
                    <a:lnTo>
                      <a:pt x="7" y="5"/>
                    </a:lnTo>
                    <a:lnTo>
                      <a:pt x="8" y="4"/>
                    </a:lnTo>
                    <a:lnTo>
                      <a:pt x="7" y="2"/>
                    </a:lnTo>
                    <a:lnTo>
                      <a:pt x="5"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458" name="Freeform 241"/>
              <p:cNvSpPr>
                <a:spLocks/>
              </p:cNvSpPr>
              <p:nvPr/>
            </p:nvSpPr>
            <p:spPr bwMode="auto">
              <a:xfrm>
                <a:off x="3623" y="1904"/>
                <a:ext cx="8" cy="9"/>
              </a:xfrm>
              <a:custGeom>
                <a:avLst/>
                <a:gdLst>
                  <a:gd name="T0" fmla="*/ 5 w 8"/>
                  <a:gd name="T1" fmla="*/ 1 h 9"/>
                  <a:gd name="T2" fmla="*/ 4 w 8"/>
                  <a:gd name="T3" fmla="*/ 0 h 9"/>
                  <a:gd name="T4" fmla="*/ 3 w 8"/>
                  <a:gd name="T5" fmla="*/ 0 h 9"/>
                  <a:gd name="T6" fmla="*/ 1 w 8"/>
                  <a:gd name="T7" fmla="*/ 1 h 9"/>
                  <a:gd name="T8" fmla="*/ 0 w 8"/>
                  <a:gd name="T9" fmla="*/ 3 h 9"/>
                  <a:gd name="T10" fmla="*/ 0 w 8"/>
                  <a:gd name="T11" fmla="*/ 4 h 9"/>
                  <a:gd name="T12" fmla="*/ 0 w 8"/>
                  <a:gd name="T13" fmla="*/ 6 h 9"/>
                  <a:gd name="T14" fmla="*/ 0 w 8"/>
                  <a:gd name="T15" fmla="*/ 7 h 9"/>
                  <a:gd name="T16" fmla="*/ 1 w 8"/>
                  <a:gd name="T17" fmla="*/ 9 h 9"/>
                  <a:gd name="T18" fmla="*/ 1 w 8"/>
                  <a:gd name="T19" fmla="*/ 9 h 9"/>
                  <a:gd name="T20" fmla="*/ 3 w 8"/>
                  <a:gd name="T21" fmla="*/ 9 h 9"/>
                  <a:gd name="T22" fmla="*/ 4 w 8"/>
                  <a:gd name="T23" fmla="*/ 9 h 9"/>
                  <a:gd name="T24" fmla="*/ 5 w 8"/>
                  <a:gd name="T25" fmla="*/ 9 h 9"/>
                  <a:gd name="T26" fmla="*/ 7 w 8"/>
                  <a:gd name="T27" fmla="*/ 7 h 9"/>
                  <a:gd name="T28" fmla="*/ 8 w 8"/>
                  <a:gd name="T29" fmla="*/ 6 h 9"/>
                  <a:gd name="T30" fmla="*/ 8 w 8"/>
                  <a:gd name="T31" fmla="*/ 4 h 9"/>
                  <a:gd name="T32" fmla="*/ 7 w 8"/>
                  <a:gd name="T33" fmla="*/ 3 h 9"/>
                  <a:gd name="T34" fmla="*/ 5 w 8"/>
                  <a:gd name="T35" fmla="*/ 1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5" y="1"/>
                    </a:moveTo>
                    <a:lnTo>
                      <a:pt x="4" y="0"/>
                    </a:lnTo>
                    <a:lnTo>
                      <a:pt x="3" y="0"/>
                    </a:lnTo>
                    <a:lnTo>
                      <a:pt x="1" y="1"/>
                    </a:lnTo>
                    <a:lnTo>
                      <a:pt x="0" y="3"/>
                    </a:lnTo>
                    <a:lnTo>
                      <a:pt x="0" y="4"/>
                    </a:lnTo>
                    <a:lnTo>
                      <a:pt x="0" y="6"/>
                    </a:lnTo>
                    <a:lnTo>
                      <a:pt x="0" y="7"/>
                    </a:lnTo>
                    <a:lnTo>
                      <a:pt x="1" y="9"/>
                    </a:lnTo>
                    <a:lnTo>
                      <a:pt x="3" y="9"/>
                    </a:lnTo>
                    <a:lnTo>
                      <a:pt x="4" y="9"/>
                    </a:lnTo>
                    <a:lnTo>
                      <a:pt x="5" y="9"/>
                    </a:lnTo>
                    <a:lnTo>
                      <a:pt x="7" y="7"/>
                    </a:lnTo>
                    <a:lnTo>
                      <a:pt x="8" y="6"/>
                    </a:lnTo>
                    <a:lnTo>
                      <a:pt x="8" y="4"/>
                    </a:lnTo>
                    <a:lnTo>
                      <a:pt x="7" y="3"/>
                    </a:lnTo>
                    <a:lnTo>
                      <a:pt x="5"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459" name="Freeform 242"/>
              <p:cNvSpPr>
                <a:spLocks/>
              </p:cNvSpPr>
              <p:nvPr/>
            </p:nvSpPr>
            <p:spPr bwMode="auto">
              <a:xfrm>
                <a:off x="3637" y="1913"/>
                <a:ext cx="9" cy="8"/>
              </a:xfrm>
              <a:custGeom>
                <a:avLst/>
                <a:gdLst>
                  <a:gd name="T0" fmla="*/ 7 w 9"/>
                  <a:gd name="T1" fmla="*/ 1 h 8"/>
                  <a:gd name="T2" fmla="*/ 6 w 9"/>
                  <a:gd name="T3" fmla="*/ 0 h 8"/>
                  <a:gd name="T4" fmla="*/ 4 w 9"/>
                  <a:gd name="T5" fmla="*/ 0 h 8"/>
                  <a:gd name="T6" fmla="*/ 3 w 9"/>
                  <a:gd name="T7" fmla="*/ 1 h 8"/>
                  <a:gd name="T8" fmla="*/ 2 w 9"/>
                  <a:gd name="T9" fmla="*/ 2 h 8"/>
                  <a:gd name="T10" fmla="*/ 0 w 9"/>
                  <a:gd name="T11" fmla="*/ 4 h 8"/>
                  <a:gd name="T12" fmla="*/ 0 w 9"/>
                  <a:gd name="T13" fmla="*/ 5 h 8"/>
                  <a:gd name="T14" fmla="*/ 2 w 9"/>
                  <a:gd name="T15" fmla="*/ 7 h 8"/>
                  <a:gd name="T16" fmla="*/ 3 w 9"/>
                  <a:gd name="T17" fmla="*/ 8 h 8"/>
                  <a:gd name="T18" fmla="*/ 3 w 9"/>
                  <a:gd name="T19" fmla="*/ 8 h 8"/>
                  <a:gd name="T20" fmla="*/ 4 w 9"/>
                  <a:gd name="T21" fmla="*/ 8 h 8"/>
                  <a:gd name="T22" fmla="*/ 6 w 9"/>
                  <a:gd name="T23" fmla="*/ 8 h 8"/>
                  <a:gd name="T24" fmla="*/ 7 w 9"/>
                  <a:gd name="T25" fmla="*/ 8 h 8"/>
                  <a:gd name="T26" fmla="*/ 9 w 9"/>
                  <a:gd name="T27" fmla="*/ 7 h 8"/>
                  <a:gd name="T28" fmla="*/ 9 w 9"/>
                  <a:gd name="T29" fmla="*/ 5 h 8"/>
                  <a:gd name="T30" fmla="*/ 9 w 9"/>
                  <a:gd name="T31" fmla="*/ 4 h 8"/>
                  <a:gd name="T32" fmla="*/ 9 w 9"/>
                  <a:gd name="T33" fmla="*/ 2 h 8"/>
                  <a:gd name="T34" fmla="*/ 7 w 9"/>
                  <a:gd name="T35" fmla="*/ 1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7" y="1"/>
                    </a:moveTo>
                    <a:lnTo>
                      <a:pt x="6" y="0"/>
                    </a:lnTo>
                    <a:lnTo>
                      <a:pt x="4" y="0"/>
                    </a:lnTo>
                    <a:lnTo>
                      <a:pt x="3" y="1"/>
                    </a:lnTo>
                    <a:lnTo>
                      <a:pt x="2" y="2"/>
                    </a:lnTo>
                    <a:lnTo>
                      <a:pt x="0" y="4"/>
                    </a:lnTo>
                    <a:lnTo>
                      <a:pt x="0" y="5"/>
                    </a:lnTo>
                    <a:lnTo>
                      <a:pt x="2" y="7"/>
                    </a:lnTo>
                    <a:lnTo>
                      <a:pt x="3" y="8"/>
                    </a:lnTo>
                    <a:lnTo>
                      <a:pt x="4" y="8"/>
                    </a:lnTo>
                    <a:lnTo>
                      <a:pt x="6" y="8"/>
                    </a:lnTo>
                    <a:lnTo>
                      <a:pt x="7" y="8"/>
                    </a:lnTo>
                    <a:lnTo>
                      <a:pt x="9" y="7"/>
                    </a:lnTo>
                    <a:lnTo>
                      <a:pt x="9" y="5"/>
                    </a:lnTo>
                    <a:lnTo>
                      <a:pt x="9" y="4"/>
                    </a:lnTo>
                    <a:lnTo>
                      <a:pt x="9" y="2"/>
                    </a:lnTo>
                    <a:lnTo>
                      <a:pt x="7"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460" name="Freeform 243"/>
              <p:cNvSpPr>
                <a:spLocks/>
              </p:cNvSpPr>
              <p:nvPr/>
            </p:nvSpPr>
            <p:spPr bwMode="auto">
              <a:xfrm>
                <a:off x="3653" y="1921"/>
                <a:ext cx="9" cy="9"/>
              </a:xfrm>
              <a:custGeom>
                <a:avLst/>
                <a:gdLst>
                  <a:gd name="T0" fmla="*/ 6 w 9"/>
                  <a:gd name="T1" fmla="*/ 2 h 9"/>
                  <a:gd name="T2" fmla="*/ 4 w 9"/>
                  <a:gd name="T3" fmla="*/ 0 h 9"/>
                  <a:gd name="T4" fmla="*/ 3 w 9"/>
                  <a:gd name="T5" fmla="*/ 0 h 9"/>
                  <a:gd name="T6" fmla="*/ 2 w 9"/>
                  <a:gd name="T7" fmla="*/ 2 h 9"/>
                  <a:gd name="T8" fmla="*/ 0 w 9"/>
                  <a:gd name="T9" fmla="*/ 3 h 9"/>
                  <a:gd name="T10" fmla="*/ 0 w 9"/>
                  <a:gd name="T11" fmla="*/ 5 h 9"/>
                  <a:gd name="T12" fmla="*/ 0 w 9"/>
                  <a:gd name="T13" fmla="*/ 6 h 9"/>
                  <a:gd name="T14" fmla="*/ 0 w 9"/>
                  <a:gd name="T15" fmla="*/ 8 h 9"/>
                  <a:gd name="T16" fmla="*/ 2 w 9"/>
                  <a:gd name="T17" fmla="*/ 9 h 9"/>
                  <a:gd name="T18" fmla="*/ 2 w 9"/>
                  <a:gd name="T19" fmla="*/ 9 h 9"/>
                  <a:gd name="T20" fmla="*/ 3 w 9"/>
                  <a:gd name="T21" fmla="*/ 9 h 9"/>
                  <a:gd name="T22" fmla="*/ 4 w 9"/>
                  <a:gd name="T23" fmla="*/ 9 h 9"/>
                  <a:gd name="T24" fmla="*/ 6 w 9"/>
                  <a:gd name="T25" fmla="*/ 9 h 9"/>
                  <a:gd name="T26" fmla="*/ 7 w 9"/>
                  <a:gd name="T27" fmla="*/ 8 h 9"/>
                  <a:gd name="T28" fmla="*/ 9 w 9"/>
                  <a:gd name="T29" fmla="*/ 6 h 9"/>
                  <a:gd name="T30" fmla="*/ 9 w 9"/>
                  <a:gd name="T31" fmla="*/ 5 h 9"/>
                  <a:gd name="T32" fmla="*/ 7 w 9"/>
                  <a:gd name="T33" fmla="*/ 3 h 9"/>
                  <a:gd name="T34" fmla="*/ 6 w 9"/>
                  <a:gd name="T35" fmla="*/ 2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6" y="2"/>
                    </a:moveTo>
                    <a:lnTo>
                      <a:pt x="4" y="0"/>
                    </a:lnTo>
                    <a:lnTo>
                      <a:pt x="3" y="0"/>
                    </a:lnTo>
                    <a:lnTo>
                      <a:pt x="2" y="2"/>
                    </a:lnTo>
                    <a:lnTo>
                      <a:pt x="0" y="3"/>
                    </a:lnTo>
                    <a:lnTo>
                      <a:pt x="0" y="5"/>
                    </a:lnTo>
                    <a:lnTo>
                      <a:pt x="0" y="6"/>
                    </a:lnTo>
                    <a:lnTo>
                      <a:pt x="0" y="8"/>
                    </a:lnTo>
                    <a:lnTo>
                      <a:pt x="2" y="9"/>
                    </a:lnTo>
                    <a:lnTo>
                      <a:pt x="3" y="9"/>
                    </a:lnTo>
                    <a:lnTo>
                      <a:pt x="4" y="9"/>
                    </a:lnTo>
                    <a:lnTo>
                      <a:pt x="6" y="9"/>
                    </a:lnTo>
                    <a:lnTo>
                      <a:pt x="7" y="8"/>
                    </a:lnTo>
                    <a:lnTo>
                      <a:pt x="9" y="6"/>
                    </a:lnTo>
                    <a:lnTo>
                      <a:pt x="9" y="5"/>
                    </a:lnTo>
                    <a:lnTo>
                      <a:pt x="7" y="3"/>
                    </a:lnTo>
                    <a:lnTo>
                      <a:pt x="6"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461" name="Freeform 244"/>
              <p:cNvSpPr>
                <a:spLocks/>
              </p:cNvSpPr>
              <p:nvPr/>
            </p:nvSpPr>
            <p:spPr bwMode="auto">
              <a:xfrm>
                <a:off x="3668" y="1930"/>
                <a:ext cx="8" cy="9"/>
              </a:xfrm>
              <a:custGeom>
                <a:avLst/>
                <a:gdLst>
                  <a:gd name="T0" fmla="*/ 7 w 8"/>
                  <a:gd name="T1" fmla="*/ 1 h 9"/>
                  <a:gd name="T2" fmla="*/ 5 w 8"/>
                  <a:gd name="T3" fmla="*/ 0 h 9"/>
                  <a:gd name="T4" fmla="*/ 4 w 8"/>
                  <a:gd name="T5" fmla="*/ 0 h 9"/>
                  <a:gd name="T6" fmla="*/ 3 w 8"/>
                  <a:gd name="T7" fmla="*/ 1 h 9"/>
                  <a:gd name="T8" fmla="*/ 1 w 8"/>
                  <a:gd name="T9" fmla="*/ 3 h 9"/>
                  <a:gd name="T10" fmla="*/ 0 w 8"/>
                  <a:gd name="T11" fmla="*/ 4 h 9"/>
                  <a:gd name="T12" fmla="*/ 0 w 8"/>
                  <a:gd name="T13" fmla="*/ 6 h 9"/>
                  <a:gd name="T14" fmla="*/ 1 w 8"/>
                  <a:gd name="T15" fmla="*/ 7 h 9"/>
                  <a:gd name="T16" fmla="*/ 3 w 8"/>
                  <a:gd name="T17" fmla="*/ 9 h 9"/>
                  <a:gd name="T18" fmla="*/ 3 w 8"/>
                  <a:gd name="T19" fmla="*/ 9 h 9"/>
                  <a:gd name="T20" fmla="*/ 4 w 8"/>
                  <a:gd name="T21" fmla="*/ 9 h 9"/>
                  <a:gd name="T22" fmla="*/ 5 w 8"/>
                  <a:gd name="T23" fmla="*/ 9 h 9"/>
                  <a:gd name="T24" fmla="*/ 7 w 8"/>
                  <a:gd name="T25" fmla="*/ 9 h 9"/>
                  <a:gd name="T26" fmla="*/ 8 w 8"/>
                  <a:gd name="T27" fmla="*/ 7 h 9"/>
                  <a:gd name="T28" fmla="*/ 8 w 8"/>
                  <a:gd name="T29" fmla="*/ 6 h 9"/>
                  <a:gd name="T30" fmla="*/ 8 w 8"/>
                  <a:gd name="T31" fmla="*/ 4 h 9"/>
                  <a:gd name="T32" fmla="*/ 8 w 8"/>
                  <a:gd name="T33" fmla="*/ 3 h 9"/>
                  <a:gd name="T34" fmla="*/ 7 w 8"/>
                  <a:gd name="T35" fmla="*/ 1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7" y="1"/>
                    </a:moveTo>
                    <a:lnTo>
                      <a:pt x="5" y="0"/>
                    </a:lnTo>
                    <a:lnTo>
                      <a:pt x="4" y="0"/>
                    </a:lnTo>
                    <a:lnTo>
                      <a:pt x="3" y="1"/>
                    </a:lnTo>
                    <a:lnTo>
                      <a:pt x="1" y="3"/>
                    </a:lnTo>
                    <a:lnTo>
                      <a:pt x="0" y="4"/>
                    </a:lnTo>
                    <a:lnTo>
                      <a:pt x="0" y="6"/>
                    </a:lnTo>
                    <a:lnTo>
                      <a:pt x="1" y="7"/>
                    </a:lnTo>
                    <a:lnTo>
                      <a:pt x="3" y="9"/>
                    </a:lnTo>
                    <a:lnTo>
                      <a:pt x="4" y="9"/>
                    </a:lnTo>
                    <a:lnTo>
                      <a:pt x="5" y="9"/>
                    </a:lnTo>
                    <a:lnTo>
                      <a:pt x="7" y="9"/>
                    </a:lnTo>
                    <a:lnTo>
                      <a:pt x="8" y="7"/>
                    </a:lnTo>
                    <a:lnTo>
                      <a:pt x="8" y="6"/>
                    </a:lnTo>
                    <a:lnTo>
                      <a:pt x="8" y="4"/>
                    </a:lnTo>
                    <a:lnTo>
                      <a:pt x="8" y="3"/>
                    </a:lnTo>
                    <a:lnTo>
                      <a:pt x="7"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462" name="Freeform 245"/>
              <p:cNvSpPr>
                <a:spLocks/>
              </p:cNvSpPr>
              <p:nvPr/>
            </p:nvSpPr>
            <p:spPr bwMode="auto">
              <a:xfrm>
                <a:off x="3684" y="1939"/>
                <a:ext cx="8" cy="8"/>
              </a:xfrm>
              <a:custGeom>
                <a:avLst/>
                <a:gdLst>
                  <a:gd name="T0" fmla="*/ 4 w 8"/>
                  <a:gd name="T1" fmla="*/ 0 h 8"/>
                  <a:gd name="T2" fmla="*/ 3 w 8"/>
                  <a:gd name="T3" fmla="*/ 0 h 8"/>
                  <a:gd name="T4" fmla="*/ 1 w 8"/>
                  <a:gd name="T5" fmla="*/ 0 h 8"/>
                  <a:gd name="T6" fmla="*/ 0 w 8"/>
                  <a:gd name="T7" fmla="*/ 1 h 8"/>
                  <a:gd name="T8" fmla="*/ 0 w 8"/>
                  <a:gd name="T9" fmla="*/ 3 h 8"/>
                  <a:gd name="T10" fmla="*/ 0 w 8"/>
                  <a:gd name="T11" fmla="*/ 4 h 8"/>
                  <a:gd name="T12" fmla="*/ 0 w 8"/>
                  <a:gd name="T13" fmla="*/ 5 h 8"/>
                  <a:gd name="T14" fmla="*/ 1 w 8"/>
                  <a:gd name="T15" fmla="*/ 7 h 8"/>
                  <a:gd name="T16" fmla="*/ 3 w 8"/>
                  <a:gd name="T17" fmla="*/ 8 h 8"/>
                  <a:gd name="T18" fmla="*/ 3 w 8"/>
                  <a:gd name="T19" fmla="*/ 8 h 8"/>
                  <a:gd name="T20" fmla="*/ 4 w 8"/>
                  <a:gd name="T21" fmla="*/ 8 h 8"/>
                  <a:gd name="T22" fmla="*/ 5 w 8"/>
                  <a:gd name="T23" fmla="*/ 7 h 8"/>
                  <a:gd name="T24" fmla="*/ 7 w 8"/>
                  <a:gd name="T25" fmla="*/ 5 h 8"/>
                  <a:gd name="T26" fmla="*/ 8 w 8"/>
                  <a:gd name="T27" fmla="*/ 4 h 8"/>
                  <a:gd name="T28" fmla="*/ 8 w 8"/>
                  <a:gd name="T29" fmla="*/ 3 h 8"/>
                  <a:gd name="T30" fmla="*/ 7 w 8"/>
                  <a:gd name="T31" fmla="*/ 1 h 8"/>
                  <a:gd name="T32" fmla="*/ 5 w 8"/>
                  <a:gd name="T33" fmla="*/ 0 h 8"/>
                  <a:gd name="T34" fmla="*/ 4 w 8"/>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8"/>
                  <a:gd name="T56" fmla="*/ 8 w 8"/>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8">
                    <a:moveTo>
                      <a:pt x="4" y="0"/>
                    </a:moveTo>
                    <a:lnTo>
                      <a:pt x="3" y="0"/>
                    </a:lnTo>
                    <a:lnTo>
                      <a:pt x="1" y="0"/>
                    </a:lnTo>
                    <a:lnTo>
                      <a:pt x="0" y="1"/>
                    </a:lnTo>
                    <a:lnTo>
                      <a:pt x="0" y="3"/>
                    </a:lnTo>
                    <a:lnTo>
                      <a:pt x="0" y="4"/>
                    </a:lnTo>
                    <a:lnTo>
                      <a:pt x="0" y="5"/>
                    </a:lnTo>
                    <a:lnTo>
                      <a:pt x="1" y="7"/>
                    </a:lnTo>
                    <a:lnTo>
                      <a:pt x="3" y="8"/>
                    </a:lnTo>
                    <a:lnTo>
                      <a:pt x="4" y="8"/>
                    </a:lnTo>
                    <a:lnTo>
                      <a:pt x="5" y="7"/>
                    </a:lnTo>
                    <a:lnTo>
                      <a:pt x="7" y="5"/>
                    </a:lnTo>
                    <a:lnTo>
                      <a:pt x="8" y="4"/>
                    </a:lnTo>
                    <a:lnTo>
                      <a:pt x="8" y="3"/>
                    </a:lnTo>
                    <a:lnTo>
                      <a:pt x="7" y="1"/>
                    </a:lnTo>
                    <a:lnTo>
                      <a:pt x="5"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463" name="Freeform 246"/>
              <p:cNvSpPr>
                <a:spLocks/>
              </p:cNvSpPr>
              <p:nvPr/>
            </p:nvSpPr>
            <p:spPr bwMode="auto">
              <a:xfrm>
                <a:off x="3700" y="1946"/>
                <a:ext cx="8" cy="9"/>
              </a:xfrm>
              <a:custGeom>
                <a:avLst/>
                <a:gdLst>
                  <a:gd name="T0" fmla="*/ 4 w 8"/>
                  <a:gd name="T1" fmla="*/ 0 h 9"/>
                  <a:gd name="T2" fmla="*/ 2 w 8"/>
                  <a:gd name="T3" fmla="*/ 0 h 9"/>
                  <a:gd name="T4" fmla="*/ 1 w 8"/>
                  <a:gd name="T5" fmla="*/ 0 h 9"/>
                  <a:gd name="T6" fmla="*/ 0 w 8"/>
                  <a:gd name="T7" fmla="*/ 1 h 9"/>
                  <a:gd name="T8" fmla="*/ 0 w 8"/>
                  <a:gd name="T9" fmla="*/ 3 h 9"/>
                  <a:gd name="T10" fmla="*/ 0 w 8"/>
                  <a:gd name="T11" fmla="*/ 4 h 9"/>
                  <a:gd name="T12" fmla="*/ 0 w 8"/>
                  <a:gd name="T13" fmla="*/ 6 h 9"/>
                  <a:gd name="T14" fmla="*/ 1 w 8"/>
                  <a:gd name="T15" fmla="*/ 7 h 9"/>
                  <a:gd name="T16" fmla="*/ 2 w 8"/>
                  <a:gd name="T17" fmla="*/ 9 h 9"/>
                  <a:gd name="T18" fmla="*/ 2 w 8"/>
                  <a:gd name="T19" fmla="*/ 9 h 9"/>
                  <a:gd name="T20" fmla="*/ 4 w 8"/>
                  <a:gd name="T21" fmla="*/ 9 h 9"/>
                  <a:gd name="T22" fmla="*/ 5 w 8"/>
                  <a:gd name="T23" fmla="*/ 7 h 9"/>
                  <a:gd name="T24" fmla="*/ 7 w 8"/>
                  <a:gd name="T25" fmla="*/ 6 h 9"/>
                  <a:gd name="T26" fmla="*/ 8 w 8"/>
                  <a:gd name="T27" fmla="*/ 4 h 9"/>
                  <a:gd name="T28" fmla="*/ 8 w 8"/>
                  <a:gd name="T29" fmla="*/ 3 h 9"/>
                  <a:gd name="T30" fmla="*/ 7 w 8"/>
                  <a:gd name="T31" fmla="*/ 1 h 9"/>
                  <a:gd name="T32" fmla="*/ 5 w 8"/>
                  <a:gd name="T33" fmla="*/ 0 h 9"/>
                  <a:gd name="T34" fmla="*/ 4 w 8"/>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4" y="0"/>
                    </a:moveTo>
                    <a:lnTo>
                      <a:pt x="2" y="0"/>
                    </a:lnTo>
                    <a:lnTo>
                      <a:pt x="1" y="0"/>
                    </a:lnTo>
                    <a:lnTo>
                      <a:pt x="0" y="1"/>
                    </a:lnTo>
                    <a:lnTo>
                      <a:pt x="0" y="3"/>
                    </a:lnTo>
                    <a:lnTo>
                      <a:pt x="0" y="4"/>
                    </a:lnTo>
                    <a:lnTo>
                      <a:pt x="0" y="6"/>
                    </a:lnTo>
                    <a:lnTo>
                      <a:pt x="1" y="7"/>
                    </a:lnTo>
                    <a:lnTo>
                      <a:pt x="2" y="9"/>
                    </a:lnTo>
                    <a:lnTo>
                      <a:pt x="4" y="9"/>
                    </a:lnTo>
                    <a:lnTo>
                      <a:pt x="5" y="7"/>
                    </a:lnTo>
                    <a:lnTo>
                      <a:pt x="7" y="6"/>
                    </a:lnTo>
                    <a:lnTo>
                      <a:pt x="8" y="4"/>
                    </a:lnTo>
                    <a:lnTo>
                      <a:pt x="8" y="3"/>
                    </a:lnTo>
                    <a:lnTo>
                      <a:pt x="7" y="1"/>
                    </a:lnTo>
                    <a:lnTo>
                      <a:pt x="5"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464" name="Freeform 247"/>
              <p:cNvSpPr>
                <a:spLocks/>
              </p:cNvSpPr>
              <p:nvPr/>
            </p:nvSpPr>
            <p:spPr bwMode="auto">
              <a:xfrm>
                <a:off x="3716" y="1952"/>
                <a:ext cx="8" cy="8"/>
              </a:xfrm>
              <a:custGeom>
                <a:avLst/>
                <a:gdLst>
                  <a:gd name="T0" fmla="*/ 4 w 8"/>
                  <a:gd name="T1" fmla="*/ 0 h 8"/>
                  <a:gd name="T2" fmla="*/ 2 w 8"/>
                  <a:gd name="T3" fmla="*/ 0 h 8"/>
                  <a:gd name="T4" fmla="*/ 1 w 8"/>
                  <a:gd name="T5" fmla="*/ 1 h 8"/>
                  <a:gd name="T6" fmla="*/ 0 w 8"/>
                  <a:gd name="T7" fmla="*/ 3 h 8"/>
                  <a:gd name="T8" fmla="*/ 0 w 8"/>
                  <a:gd name="T9" fmla="*/ 4 h 8"/>
                  <a:gd name="T10" fmla="*/ 0 w 8"/>
                  <a:gd name="T11" fmla="*/ 6 h 8"/>
                  <a:gd name="T12" fmla="*/ 0 w 8"/>
                  <a:gd name="T13" fmla="*/ 7 h 8"/>
                  <a:gd name="T14" fmla="*/ 1 w 8"/>
                  <a:gd name="T15" fmla="*/ 8 h 8"/>
                  <a:gd name="T16" fmla="*/ 2 w 8"/>
                  <a:gd name="T17" fmla="*/ 8 h 8"/>
                  <a:gd name="T18" fmla="*/ 2 w 8"/>
                  <a:gd name="T19" fmla="*/ 8 h 8"/>
                  <a:gd name="T20" fmla="*/ 4 w 8"/>
                  <a:gd name="T21" fmla="*/ 8 h 8"/>
                  <a:gd name="T22" fmla="*/ 5 w 8"/>
                  <a:gd name="T23" fmla="*/ 8 h 8"/>
                  <a:gd name="T24" fmla="*/ 7 w 8"/>
                  <a:gd name="T25" fmla="*/ 7 h 8"/>
                  <a:gd name="T26" fmla="*/ 8 w 8"/>
                  <a:gd name="T27" fmla="*/ 6 h 8"/>
                  <a:gd name="T28" fmla="*/ 8 w 8"/>
                  <a:gd name="T29" fmla="*/ 4 h 8"/>
                  <a:gd name="T30" fmla="*/ 7 w 8"/>
                  <a:gd name="T31" fmla="*/ 3 h 8"/>
                  <a:gd name="T32" fmla="*/ 5 w 8"/>
                  <a:gd name="T33" fmla="*/ 1 h 8"/>
                  <a:gd name="T34" fmla="*/ 4 w 8"/>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8"/>
                  <a:gd name="T56" fmla="*/ 8 w 8"/>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8">
                    <a:moveTo>
                      <a:pt x="4" y="0"/>
                    </a:moveTo>
                    <a:lnTo>
                      <a:pt x="2" y="0"/>
                    </a:lnTo>
                    <a:lnTo>
                      <a:pt x="1" y="1"/>
                    </a:lnTo>
                    <a:lnTo>
                      <a:pt x="0" y="3"/>
                    </a:lnTo>
                    <a:lnTo>
                      <a:pt x="0" y="4"/>
                    </a:lnTo>
                    <a:lnTo>
                      <a:pt x="0" y="6"/>
                    </a:lnTo>
                    <a:lnTo>
                      <a:pt x="0" y="7"/>
                    </a:lnTo>
                    <a:lnTo>
                      <a:pt x="1" y="8"/>
                    </a:lnTo>
                    <a:lnTo>
                      <a:pt x="2" y="8"/>
                    </a:lnTo>
                    <a:lnTo>
                      <a:pt x="4" y="8"/>
                    </a:lnTo>
                    <a:lnTo>
                      <a:pt x="5" y="8"/>
                    </a:lnTo>
                    <a:lnTo>
                      <a:pt x="7" y="7"/>
                    </a:lnTo>
                    <a:lnTo>
                      <a:pt x="8" y="6"/>
                    </a:lnTo>
                    <a:lnTo>
                      <a:pt x="8" y="4"/>
                    </a:lnTo>
                    <a:lnTo>
                      <a:pt x="7" y="3"/>
                    </a:lnTo>
                    <a:lnTo>
                      <a:pt x="5" y="1"/>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465" name="Freeform 248"/>
              <p:cNvSpPr>
                <a:spLocks/>
              </p:cNvSpPr>
              <p:nvPr/>
            </p:nvSpPr>
            <p:spPr bwMode="auto">
              <a:xfrm>
                <a:off x="3732" y="1959"/>
                <a:ext cx="8" cy="9"/>
              </a:xfrm>
              <a:custGeom>
                <a:avLst/>
                <a:gdLst>
                  <a:gd name="T0" fmla="*/ 4 w 8"/>
                  <a:gd name="T1" fmla="*/ 0 h 9"/>
                  <a:gd name="T2" fmla="*/ 2 w 8"/>
                  <a:gd name="T3" fmla="*/ 0 h 9"/>
                  <a:gd name="T4" fmla="*/ 1 w 8"/>
                  <a:gd name="T5" fmla="*/ 0 h 9"/>
                  <a:gd name="T6" fmla="*/ 0 w 8"/>
                  <a:gd name="T7" fmla="*/ 1 h 9"/>
                  <a:gd name="T8" fmla="*/ 0 w 8"/>
                  <a:gd name="T9" fmla="*/ 3 h 9"/>
                  <a:gd name="T10" fmla="*/ 0 w 8"/>
                  <a:gd name="T11" fmla="*/ 4 h 9"/>
                  <a:gd name="T12" fmla="*/ 0 w 8"/>
                  <a:gd name="T13" fmla="*/ 6 h 9"/>
                  <a:gd name="T14" fmla="*/ 1 w 8"/>
                  <a:gd name="T15" fmla="*/ 7 h 9"/>
                  <a:gd name="T16" fmla="*/ 2 w 8"/>
                  <a:gd name="T17" fmla="*/ 9 h 9"/>
                  <a:gd name="T18" fmla="*/ 2 w 8"/>
                  <a:gd name="T19" fmla="*/ 9 h 9"/>
                  <a:gd name="T20" fmla="*/ 4 w 8"/>
                  <a:gd name="T21" fmla="*/ 9 h 9"/>
                  <a:gd name="T22" fmla="*/ 5 w 8"/>
                  <a:gd name="T23" fmla="*/ 7 h 9"/>
                  <a:gd name="T24" fmla="*/ 7 w 8"/>
                  <a:gd name="T25" fmla="*/ 6 h 9"/>
                  <a:gd name="T26" fmla="*/ 8 w 8"/>
                  <a:gd name="T27" fmla="*/ 4 h 9"/>
                  <a:gd name="T28" fmla="*/ 8 w 8"/>
                  <a:gd name="T29" fmla="*/ 3 h 9"/>
                  <a:gd name="T30" fmla="*/ 7 w 8"/>
                  <a:gd name="T31" fmla="*/ 1 h 9"/>
                  <a:gd name="T32" fmla="*/ 5 w 8"/>
                  <a:gd name="T33" fmla="*/ 0 h 9"/>
                  <a:gd name="T34" fmla="*/ 4 w 8"/>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4" y="0"/>
                    </a:moveTo>
                    <a:lnTo>
                      <a:pt x="2" y="0"/>
                    </a:lnTo>
                    <a:lnTo>
                      <a:pt x="1" y="0"/>
                    </a:lnTo>
                    <a:lnTo>
                      <a:pt x="0" y="1"/>
                    </a:lnTo>
                    <a:lnTo>
                      <a:pt x="0" y="3"/>
                    </a:lnTo>
                    <a:lnTo>
                      <a:pt x="0" y="4"/>
                    </a:lnTo>
                    <a:lnTo>
                      <a:pt x="0" y="6"/>
                    </a:lnTo>
                    <a:lnTo>
                      <a:pt x="1" y="7"/>
                    </a:lnTo>
                    <a:lnTo>
                      <a:pt x="2" y="9"/>
                    </a:lnTo>
                    <a:lnTo>
                      <a:pt x="4" y="9"/>
                    </a:lnTo>
                    <a:lnTo>
                      <a:pt x="5" y="7"/>
                    </a:lnTo>
                    <a:lnTo>
                      <a:pt x="7" y="6"/>
                    </a:lnTo>
                    <a:lnTo>
                      <a:pt x="8" y="4"/>
                    </a:lnTo>
                    <a:lnTo>
                      <a:pt x="8" y="3"/>
                    </a:lnTo>
                    <a:lnTo>
                      <a:pt x="7" y="1"/>
                    </a:lnTo>
                    <a:lnTo>
                      <a:pt x="5"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466" name="Freeform 249"/>
              <p:cNvSpPr>
                <a:spLocks/>
              </p:cNvSpPr>
              <p:nvPr/>
            </p:nvSpPr>
            <p:spPr bwMode="auto">
              <a:xfrm>
                <a:off x="3747" y="1963"/>
                <a:ext cx="9" cy="9"/>
              </a:xfrm>
              <a:custGeom>
                <a:avLst/>
                <a:gdLst>
                  <a:gd name="T0" fmla="*/ 6 w 9"/>
                  <a:gd name="T1" fmla="*/ 0 h 9"/>
                  <a:gd name="T2" fmla="*/ 5 w 9"/>
                  <a:gd name="T3" fmla="*/ 0 h 9"/>
                  <a:gd name="T4" fmla="*/ 3 w 9"/>
                  <a:gd name="T5" fmla="*/ 0 h 9"/>
                  <a:gd name="T6" fmla="*/ 2 w 9"/>
                  <a:gd name="T7" fmla="*/ 2 h 9"/>
                  <a:gd name="T8" fmla="*/ 0 w 9"/>
                  <a:gd name="T9" fmla="*/ 3 h 9"/>
                  <a:gd name="T10" fmla="*/ 0 w 9"/>
                  <a:gd name="T11" fmla="*/ 5 h 9"/>
                  <a:gd name="T12" fmla="*/ 2 w 9"/>
                  <a:gd name="T13" fmla="*/ 6 h 9"/>
                  <a:gd name="T14" fmla="*/ 3 w 9"/>
                  <a:gd name="T15" fmla="*/ 8 h 9"/>
                  <a:gd name="T16" fmla="*/ 5 w 9"/>
                  <a:gd name="T17" fmla="*/ 9 h 9"/>
                  <a:gd name="T18" fmla="*/ 5 w 9"/>
                  <a:gd name="T19" fmla="*/ 9 h 9"/>
                  <a:gd name="T20" fmla="*/ 6 w 9"/>
                  <a:gd name="T21" fmla="*/ 9 h 9"/>
                  <a:gd name="T22" fmla="*/ 8 w 9"/>
                  <a:gd name="T23" fmla="*/ 8 h 9"/>
                  <a:gd name="T24" fmla="*/ 9 w 9"/>
                  <a:gd name="T25" fmla="*/ 6 h 9"/>
                  <a:gd name="T26" fmla="*/ 9 w 9"/>
                  <a:gd name="T27" fmla="*/ 5 h 9"/>
                  <a:gd name="T28" fmla="*/ 9 w 9"/>
                  <a:gd name="T29" fmla="*/ 3 h 9"/>
                  <a:gd name="T30" fmla="*/ 9 w 9"/>
                  <a:gd name="T31" fmla="*/ 2 h 9"/>
                  <a:gd name="T32" fmla="*/ 8 w 9"/>
                  <a:gd name="T33" fmla="*/ 0 h 9"/>
                  <a:gd name="T34" fmla="*/ 6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6" y="0"/>
                    </a:moveTo>
                    <a:lnTo>
                      <a:pt x="5" y="0"/>
                    </a:lnTo>
                    <a:lnTo>
                      <a:pt x="3" y="0"/>
                    </a:lnTo>
                    <a:lnTo>
                      <a:pt x="2" y="2"/>
                    </a:lnTo>
                    <a:lnTo>
                      <a:pt x="0" y="3"/>
                    </a:lnTo>
                    <a:lnTo>
                      <a:pt x="0" y="5"/>
                    </a:lnTo>
                    <a:lnTo>
                      <a:pt x="2" y="6"/>
                    </a:lnTo>
                    <a:lnTo>
                      <a:pt x="3" y="8"/>
                    </a:lnTo>
                    <a:lnTo>
                      <a:pt x="5" y="9"/>
                    </a:lnTo>
                    <a:lnTo>
                      <a:pt x="6" y="9"/>
                    </a:lnTo>
                    <a:lnTo>
                      <a:pt x="8" y="8"/>
                    </a:lnTo>
                    <a:lnTo>
                      <a:pt x="9" y="6"/>
                    </a:lnTo>
                    <a:lnTo>
                      <a:pt x="9" y="5"/>
                    </a:lnTo>
                    <a:lnTo>
                      <a:pt x="9" y="3"/>
                    </a:lnTo>
                    <a:lnTo>
                      <a:pt x="9" y="2"/>
                    </a:lnTo>
                    <a:lnTo>
                      <a:pt x="8" y="0"/>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467" name="Freeform 250"/>
              <p:cNvSpPr>
                <a:spLocks/>
              </p:cNvSpPr>
              <p:nvPr/>
            </p:nvSpPr>
            <p:spPr bwMode="auto">
              <a:xfrm>
                <a:off x="3765" y="1965"/>
                <a:ext cx="9" cy="9"/>
              </a:xfrm>
              <a:custGeom>
                <a:avLst/>
                <a:gdLst>
                  <a:gd name="T0" fmla="*/ 6 w 9"/>
                  <a:gd name="T1" fmla="*/ 0 h 9"/>
                  <a:gd name="T2" fmla="*/ 4 w 9"/>
                  <a:gd name="T3" fmla="*/ 0 h 9"/>
                  <a:gd name="T4" fmla="*/ 3 w 9"/>
                  <a:gd name="T5" fmla="*/ 1 h 9"/>
                  <a:gd name="T6" fmla="*/ 1 w 9"/>
                  <a:gd name="T7" fmla="*/ 3 h 9"/>
                  <a:gd name="T8" fmla="*/ 0 w 9"/>
                  <a:gd name="T9" fmla="*/ 4 h 9"/>
                  <a:gd name="T10" fmla="*/ 0 w 9"/>
                  <a:gd name="T11" fmla="*/ 6 h 9"/>
                  <a:gd name="T12" fmla="*/ 1 w 9"/>
                  <a:gd name="T13" fmla="*/ 7 h 9"/>
                  <a:gd name="T14" fmla="*/ 3 w 9"/>
                  <a:gd name="T15" fmla="*/ 9 h 9"/>
                  <a:gd name="T16" fmla="*/ 4 w 9"/>
                  <a:gd name="T17" fmla="*/ 9 h 9"/>
                  <a:gd name="T18" fmla="*/ 4 w 9"/>
                  <a:gd name="T19" fmla="*/ 9 h 9"/>
                  <a:gd name="T20" fmla="*/ 6 w 9"/>
                  <a:gd name="T21" fmla="*/ 9 h 9"/>
                  <a:gd name="T22" fmla="*/ 7 w 9"/>
                  <a:gd name="T23" fmla="*/ 9 h 9"/>
                  <a:gd name="T24" fmla="*/ 9 w 9"/>
                  <a:gd name="T25" fmla="*/ 7 h 9"/>
                  <a:gd name="T26" fmla="*/ 9 w 9"/>
                  <a:gd name="T27" fmla="*/ 6 h 9"/>
                  <a:gd name="T28" fmla="*/ 9 w 9"/>
                  <a:gd name="T29" fmla="*/ 4 h 9"/>
                  <a:gd name="T30" fmla="*/ 9 w 9"/>
                  <a:gd name="T31" fmla="*/ 3 h 9"/>
                  <a:gd name="T32" fmla="*/ 7 w 9"/>
                  <a:gd name="T33" fmla="*/ 1 h 9"/>
                  <a:gd name="T34" fmla="*/ 6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6" y="0"/>
                    </a:moveTo>
                    <a:lnTo>
                      <a:pt x="4" y="0"/>
                    </a:lnTo>
                    <a:lnTo>
                      <a:pt x="3" y="1"/>
                    </a:lnTo>
                    <a:lnTo>
                      <a:pt x="1" y="3"/>
                    </a:lnTo>
                    <a:lnTo>
                      <a:pt x="0" y="4"/>
                    </a:lnTo>
                    <a:lnTo>
                      <a:pt x="0" y="6"/>
                    </a:lnTo>
                    <a:lnTo>
                      <a:pt x="1" y="7"/>
                    </a:lnTo>
                    <a:lnTo>
                      <a:pt x="3" y="9"/>
                    </a:lnTo>
                    <a:lnTo>
                      <a:pt x="4" y="9"/>
                    </a:lnTo>
                    <a:lnTo>
                      <a:pt x="6" y="9"/>
                    </a:lnTo>
                    <a:lnTo>
                      <a:pt x="7" y="9"/>
                    </a:lnTo>
                    <a:lnTo>
                      <a:pt x="9" y="7"/>
                    </a:lnTo>
                    <a:lnTo>
                      <a:pt x="9" y="6"/>
                    </a:lnTo>
                    <a:lnTo>
                      <a:pt x="9" y="4"/>
                    </a:lnTo>
                    <a:lnTo>
                      <a:pt x="9" y="3"/>
                    </a:lnTo>
                    <a:lnTo>
                      <a:pt x="7" y="1"/>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468" name="Freeform 251"/>
              <p:cNvSpPr>
                <a:spLocks/>
              </p:cNvSpPr>
              <p:nvPr/>
            </p:nvSpPr>
            <p:spPr bwMode="auto">
              <a:xfrm>
                <a:off x="3782" y="1965"/>
                <a:ext cx="9" cy="9"/>
              </a:xfrm>
              <a:custGeom>
                <a:avLst/>
                <a:gdLst>
                  <a:gd name="T0" fmla="*/ 6 w 9"/>
                  <a:gd name="T1" fmla="*/ 0 h 9"/>
                  <a:gd name="T2" fmla="*/ 5 w 9"/>
                  <a:gd name="T3" fmla="*/ 0 h 9"/>
                  <a:gd name="T4" fmla="*/ 3 w 9"/>
                  <a:gd name="T5" fmla="*/ 1 h 9"/>
                  <a:gd name="T6" fmla="*/ 2 w 9"/>
                  <a:gd name="T7" fmla="*/ 3 h 9"/>
                  <a:gd name="T8" fmla="*/ 0 w 9"/>
                  <a:gd name="T9" fmla="*/ 4 h 9"/>
                  <a:gd name="T10" fmla="*/ 0 w 9"/>
                  <a:gd name="T11" fmla="*/ 6 h 9"/>
                  <a:gd name="T12" fmla="*/ 2 w 9"/>
                  <a:gd name="T13" fmla="*/ 7 h 9"/>
                  <a:gd name="T14" fmla="*/ 3 w 9"/>
                  <a:gd name="T15" fmla="*/ 9 h 9"/>
                  <a:gd name="T16" fmla="*/ 5 w 9"/>
                  <a:gd name="T17" fmla="*/ 9 h 9"/>
                  <a:gd name="T18" fmla="*/ 5 w 9"/>
                  <a:gd name="T19" fmla="*/ 9 h 9"/>
                  <a:gd name="T20" fmla="*/ 6 w 9"/>
                  <a:gd name="T21" fmla="*/ 9 h 9"/>
                  <a:gd name="T22" fmla="*/ 8 w 9"/>
                  <a:gd name="T23" fmla="*/ 9 h 9"/>
                  <a:gd name="T24" fmla="*/ 9 w 9"/>
                  <a:gd name="T25" fmla="*/ 7 h 9"/>
                  <a:gd name="T26" fmla="*/ 9 w 9"/>
                  <a:gd name="T27" fmla="*/ 6 h 9"/>
                  <a:gd name="T28" fmla="*/ 9 w 9"/>
                  <a:gd name="T29" fmla="*/ 4 h 9"/>
                  <a:gd name="T30" fmla="*/ 9 w 9"/>
                  <a:gd name="T31" fmla="*/ 3 h 9"/>
                  <a:gd name="T32" fmla="*/ 8 w 9"/>
                  <a:gd name="T33" fmla="*/ 1 h 9"/>
                  <a:gd name="T34" fmla="*/ 6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6" y="0"/>
                    </a:moveTo>
                    <a:lnTo>
                      <a:pt x="5" y="0"/>
                    </a:lnTo>
                    <a:lnTo>
                      <a:pt x="3" y="1"/>
                    </a:lnTo>
                    <a:lnTo>
                      <a:pt x="2" y="3"/>
                    </a:lnTo>
                    <a:lnTo>
                      <a:pt x="0" y="4"/>
                    </a:lnTo>
                    <a:lnTo>
                      <a:pt x="0" y="6"/>
                    </a:lnTo>
                    <a:lnTo>
                      <a:pt x="2" y="7"/>
                    </a:lnTo>
                    <a:lnTo>
                      <a:pt x="3" y="9"/>
                    </a:lnTo>
                    <a:lnTo>
                      <a:pt x="5" y="9"/>
                    </a:lnTo>
                    <a:lnTo>
                      <a:pt x="6" y="9"/>
                    </a:lnTo>
                    <a:lnTo>
                      <a:pt x="8" y="9"/>
                    </a:lnTo>
                    <a:lnTo>
                      <a:pt x="9" y="7"/>
                    </a:lnTo>
                    <a:lnTo>
                      <a:pt x="9" y="6"/>
                    </a:lnTo>
                    <a:lnTo>
                      <a:pt x="9" y="4"/>
                    </a:lnTo>
                    <a:lnTo>
                      <a:pt x="9" y="3"/>
                    </a:lnTo>
                    <a:lnTo>
                      <a:pt x="8" y="1"/>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469" name="Freeform 252"/>
              <p:cNvSpPr>
                <a:spLocks/>
              </p:cNvSpPr>
              <p:nvPr/>
            </p:nvSpPr>
            <p:spPr bwMode="auto">
              <a:xfrm>
                <a:off x="3800" y="1962"/>
                <a:ext cx="8" cy="9"/>
              </a:xfrm>
              <a:custGeom>
                <a:avLst/>
                <a:gdLst>
                  <a:gd name="T0" fmla="*/ 4 w 8"/>
                  <a:gd name="T1" fmla="*/ 0 h 9"/>
                  <a:gd name="T2" fmla="*/ 3 w 8"/>
                  <a:gd name="T3" fmla="*/ 1 h 9"/>
                  <a:gd name="T4" fmla="*/ 1 w 8"/>
                  <a:gd name="T5" fmla="*/ 3 h 9"/>
                  <a:gd name="T6" fmla="*/ 0 w 8"/>
                  <a:gd name="T7" fmla="*/ 4 h 9"/>
                  <a:gd name="T8" fmla="*/ 0 w 8"/>
                  <a:gd name="T9" fmla="*/ 6 h 9"/>
                  <a:gd name="T10" fmla="*/ 1 w 8"/>
                  <a:gd name="T11" fmla="*/ 7 h 9"/>
                  <a:gd name="T12" fmla="*/ 3 w 8"/>
                  <a:gd name="T13" fmla="*/ 9 h 9"/>
                  <a:gd name="T14" fmla="*/ 4 w 8"/>
                  <a:gd name="T15" fmla="*/ 9 h 9"/>
                  <a:gd name="T16" fmla="*/ 6 w 8"/>
                  <a:gd name="T17" fmla="*/ 9 h 9"/>
                  <a:gd name="T18" fmla="*/ 6 w 8"/>
                  <a:gd name="T19" fmla="*/ 9 h 9"/>
                  <a:gd name="T20" fmla="*/ 7 w 8"/>
                  <a:gd name="T21" fmla="*/ 9 h 9"/>
                  <a:gd name="T22" fmla="*/ 8 w 8"/>
                  <a:gd name="T23" fmla="*/ 7 h 9"/>
                  <a:gd name="T24" fmla="*/ 8 w 8"/>
                  <a:gd name="T25" fmla="*/ 6 h 9"/>
                  <a:gd name="T26" fmla="*/ 8 w 8"/>
                  <a:gd name="T27" fmla="*/ 4 h 9"/>
                  <a:gd name="T28" fmla="*/ 8 w 8"/>
                  <a:gd name="T29" fmla="*/ 3 h 9"/>
                  <a:gd name="T30" fmla="*/ 7 w 8"/>
                  <a:gd name="T31" fmla="*/ 1 h 9"/>
                  <a:gd name="T32" fmla="*/ 6 w 8"/>
                  <a:gd name="T33" fmla="*/ 0 h 9"/>
                  <a:gd name="T34" fmla="*/ 4 w 8"/>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4" y="0"/>
                    </a:moveTo>
                    <a:lnTo>
                      <a:pt x="3" y="1"/>
                    </a:lnTo>
                    <a:lnTo>
                      <a:pt x="1" y="3"/>
                    </a:lnTo>
                    <a:lnTo>
                      <a:pt x="0" y="4"/>
                    </a:lnTo>
                    <a:lnTo>
                      <a:pt x="0" y="6"/>
                    </a:lnTo>
                    <a:lnTo>
                      <a:pt x="1" y="7"/>
                    </a:lnTo>
                    <a:lnTo>
                      <a:pt x="3" y="9"/>
                    </a:lnTo>
                    <a:lnTo>
                      <a:pt x="4" y="9"/>
                    </a:lnTo>
                    <a:lnTo>
                      <a:pt x="6" y="9"/>
                    </a:lnTo>
                    <a:lnTo>
                      <a:pt x="7" y="9"/>
                    </a:lnTo>
                    <a:lnTo>
                      <a:pt x="8" y="7"/>
                    </a:lnTo>
                    <a:lnTo>
                      <a:pt x="8" y="6"/>
                    </a:lnTo>
                    <a:lnTo>
                      <a:pt x="8" y="4"/>
                    </a:lnTo>
                    <a:lnTo>
                      <a:pt x="8" y="3"/>
                    </a:lnTo>
                    <a:lnTo>
                      <a:pt x="7" y="1"/>
                    </a:lnTo>
                    <a:lnTo>
                      <a:pt x="6"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470" name="Freeform 253"/>
              <p:cNvSpPr>
                <a:spLocks/>
              </p:cNvSpPr>
              <p:nvPr/>
            </p:nvSpPr>
            <p:spPr bwMode="auto">
              <a:xfrm>
                <a:off x="3817" y="1958"/>
                <a:ext cx="9" cy="8"/>
              </a:xfrm>
              <a:custGeom>
                <a:avLst/>
                <a:gdLst>
                  <a:gd name="T0" fmla="*/ 3 w 9"/>
                  <a:gd name="T1" fmla="*/ 0 h 8"/>
                  <a:gd name="T2" fmla="*/ 2 w 9"/>
                  <a:gd name="T3" fmla="*/ 1 h 8"/>
                  <a:gd name="T4" fmla="*/ 0 w 9"/>
                  <a:gd name="T5" fmla="*/ 2 h 8"/>
                  <a:gd name="T6" fmla="*/ 0 w 9"/>
                  <a:gd name="T7" fmla="*/ 4 h 8"/>
                  <a:gd name="T8" fmla="*/ 0 w 9"/>
                  <a:gd name="T9" fmla="*/ 5 h 8"/>
                  <a:gd name="T10" fmla="*/ 0 w 9"/>
                  <a:gd name="T11" fmla="*/ 7 h 8"/>
                  <a:gd name="T12" fmla="*/ 2 w 9"/>
                  <a:gd name="T13" fmla="*/ 8 h 8"/>
                  <a:gd name="T14" fmla="*/ 3 w 9"/>
                  <a:gd name="T15" fmla="*/ 8 h 8"/>
                  <a:gd name="T16" fmla="*/ 5 w 9"/>
                  <a:gd name="T17" fmla="*/ 8 h 8"/>
                  <a:gd name="T18" fmla="*/ 5 w 9"/>
                  <a:gd name="T19" fmla="*/ 8 h 8"/>
                  <a:gd name="T20" fmla="*/ 6 w 9"/>
                  <a:gd name="T21" fmla="*/ 8 h 8"/>
                  <a:gd name="T22" fmla="*/ 7 w 9"/>
                  <a:gd name="T23" fmla="*/ 7 h 8"/>
                  <a:gd name="T24" fmla="*/ 9 w 9"/>
                  <a:gd name="T25" fmla="*/ 5 h 8"/>
                  <a:gd name="T26" fmla="*/ 9 w 9"/>
                  <a:gd name="T27" fmla="*/ 4 h 8"/>
                  <a:gd name="T28" fmla="*/ 7 w 9"/>
                  <a:gd name="T29" fmla="*/ 2 h 8"/>
                  <a:gd name="T30" fmla="*/ 6 w 9"/>
                  <a:gd name="T31" fmla="*/ 1 h 8"/>
                  <a:gd name="T32" fmla="*/ 5 w 9"/>
                  <a:gd name="T33" fmla="*/ 0 h 8"/>
                  <a:gd name="T34" fmla="*/ 3 w 9"/>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3" y="0"/>
                    </a:moveTo>
                    <a:lnTo>
                      <a:pt x="2" y="1"/>
                    </a:lnTo>
                    <a:lnTo>
                      <a:pt x="0" y="2"/>
                    </a:lnTo>
                    <a:lnTo>
                      <a:pt x="0" y="4"/>
                    </a:lnTo>
                    <a:lnTo>
                      <a:pt x="0" y="5"/>
                    </a:lnTo>
                    <a:lnTo>
                      <a:pt x="0" y="7"/>
                    </a:lnTo>
                    <a:lnTo>
                      <a:pt x="2" y="8"/>
                    </a:lnTo>
                    <a:lnTo>
                      <a:pt x="3" y="8"/>
                    </a:lnTo>
                    <a:lnTo>
                      <a:pt x="5" y="8"/>
                    </a:lnTo>
                    <a:lnTo>
                      <a:pt x="6" y="8"/>
                    </a:lnTo>
                    <a:lnTo>
                      <a:pt x="7" y="7"/>
                    </a:lnTo>
                    <a:lnTo>
                      <a:pt x="9" y="5"/>
                    </a:lnTo>
                    <a:lnTo>
                      <a:pt x="9" y="4"/>
                    </a:lnTo>
                    <a:lnTo>
                      <a:pt x="7" y="2"/>
                    </a:lnTo>
                    <a:lnTo>
                      <a:pt x="6" y="1"/>
                    </a:lnTo>
                    <a:lnTo>
                      <a:pt x="5"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471" name="Freeform 254"/>
              <p:cNvSpPr>
                <a:spLocks/>
              </p:cNvSpPr>
              <p:nvPr/>
            </p:nvSpPr>
            <p:spPr bwMode="auto">
              <a:xfrm>
                <a:off x="3833" y="1952"/>
                <a:ext cx="9" cy="8"/>
              </a:xfrm>
              <a:custGeom>
                <a:avLst/>
                <a:gdLst>
                  <a:gd name="T0" fmla="*/ 3 w 9"/>
                  <a:gd name="T1" fmla="*/ 0 h 8"/>
                  <a:gd name="T2" fmla="*/ 2 w 9"/>
                  <a:gd name="T3" fmla="*/ 1 h 8"/>
                  <a:gd name="T4" fmla="*/ 0 w 9"/>
                  <a:gd name="T5" fmla="*/ 3 h 8"/>
                  <a:gd name="T6" fmla="*/ 0 w 9"/>
                  <a:gd name="T7" fmla="*/ 4 h 8"/>
                  <a:gd name="T8" fmla="*/ 0 w 9"/>
                  <a:gd name="T9" fmla="*/ 6 h 8"/>
                  <a:gd name="T10" fmla="*/ 0 w 9"/>
                  <a:gd name="T11" fmla="*/ 7 h 8"/>
                  <a:gd name="T12" fmla="*/ 2 w 9"/>
                  <a:gd name="T13" fmla="*/ 8 h 8"/>
                  <a:gd name="T14" fmla="*/ 3 w 9"/>
                  <a:gd name="T15" fmla="*/ 8 h 8"/>
                  <a:gd name="T16" fmla="*/ 5 w 9"/>
                  <a:gd name="T17" fmla="*/ 8 h 8"/>
                  <a:gd name="T18" fmla="*/ 5 w 9"/>
                  <a:gd name="T19" fmla="*/ 8 h 8"/>
                  <a:gd name="T20" fmla="*/ 6 w 9"/>
                  <a:gd name="T21" fmla="*/ 8 h 8"/>
                  <a:gd name="T22" fmla="*/ 7 w 9"/>
                  <a:gd name="T23" fmla="*/ 7 h 8"/>
                  <a:gd name="T24" fmla="*/ 9 w 9"/>
                  <a:gd name="T25" fmla="*/ 6 h 8"/>
                  <a:gd name="T26" fmla="*/ 9 w 9"/>
                  <a:gd name="T27" fmla="*/ 4 h 8"/>
                  <a:gd name="T28" fmla="*/ 7 w 9"/>
                  <a:gd name="T29" fmla="*/ 3 h 8"/>
                  <a:gd name="T30" fmla="*/ 6 w 9"/>
                  <a:gd name="T31" fmla="*/ 1 h 8"/>
                  <a:gd name="T32" fmla="*/ 5 w 9"/>
                  <a:gd name="T33" fmla="*/ 0 h 8"/>
                  <a:gd name="T34" fmla="*/ 3 w 9"/>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3" y="0"/>
                    </a:moveTo>
                    <a:lnTo>
                      <a:pt x="2" y="1"/>
                    </a:lnTo>
                    <a:lnTo>
                      <a:pt x="0" y="3"/>
                    </a:lnTo>
                    <a:lnTo>
                      <a:pt x="0" y="4"/>
                    </a:lnTo>
                    <a:lnTo>
                      <a:pt x="0" y="6"/>
                    </a:lnTo>
                    <a:lnTo>
                      <a:pt x="0" y="7"/>
                    </a:lnTo>
                    <a:lnTo>
                      <a:pt x="2" y="8"/>
                    </a:lnTo>
                    <a:lnTo>
                      <a:pt x="3" y="8"/>
                    </a:lnTo>
                    <a:lnTo>
                      <a:pt x="5" y="8"/>
                    </a:lnTo>
                    <a:lnTo>
                      <a:pt x="6" y="8"/>
                    </a:lnTo>
                    <a:lnTo>
                      <a:pt x="7" y="7"/>
                    </a:lnTo>
                    <a:lnTo>
                      <a:pt x="9" y="6"/>
                    </a:lnTo>
                    <a:lnTo>
                      <a:pt x="9" y="4"/>
                    </a:lnTo>
                    <a:lnTo>
                      <a:pt x="7" y="3"/>
                    </a:lnTo>
                    <a:lnTo>
                      <a:pt x="6" y="1"/>
                    </a:lnTo>
                    <a:lnTo>
                      <a:pt x="5"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472" name="Freeform 255"/>
              <p:cNvSpPr>
                <a:spLocks/>
              </p:cNvSpPr>
              <p:nvPr/>
            </p:nvSpPr>
            <p:spPr bwMode="auto">
              <a:xfrm>
                <a:off x="3849" y="1944"/>
                <a:ext cx="9" cy="9"/>
              </a:xfrm>
              <a:custGeom>
                <a:avLst/>
                <a:gdLst>
                  <a:gd name="T0" fmla="*/ 3 w 9"/>
                  <a:gd name="T1" fmla="*/ 0 h 9"/>
                  <a:gd name="T2" fmla="*/ 2 w 9"/>
                  <a:gd name="T3" fmla="*/ 2 h 9"/>
                  <a:gd name="T4" fmla="*/ 0 w 9"/>
                  <a:gd name="T5" fmla="*/ 3 h 9"/>
                  <a:gd name="T6" fmla="*/ 0 w 9"/>
                  <a:gd name="T7" fmla="*/ 5 h 9"/>
                  <a:gd name="T8" fmla="*/ 0 w 9"/>
                  <a:gd name="T9" fmla="*/ 6 h 9"/>
                  <a:gd name="T10" fmla="*/ 0 w 9"/>
                  <a:gd name="T11" fmla="*/ 8 h 9"/>
                  <a:gd name="T12" fmla="*/ 2 w 9"/>
                  <a:gd name="T13" fmla="*/ 9 h 9"/>
                  <a:gd name="T14" fmla="*/ 3 w 9"/>
                  <a:gd name="T15" fmla="*/ 9 h 9"/>
                  <a:gd name="T16" fmla="*/ 5 w 9"/>
                  <a:gd name="T17" fmla="*/ 9 h 9"/>
                  <a:gd name="T18" fmla="*/ 5 w 9"/>
                  <a:gd name="T19" fmla="*/ 9 h 9"/>
                  <a:gd name="T20" fmla="*/ 6 w 9"/>
                  <a:gd name="T21" fmla="*/ 9 h 9"/>
                  <a:gd name="T22" fmla="*/ 7 w 9"/>
                  <a:gd name="T23" fmla="*/ 8 h 9"/>
                  <a:gd name="T24" fmla="*/ 9 w 9"/>
                  <a:gd name="T25" fmla="*/ 6 h 9"/>
                  <a:gd name="T26" fmla="*/ 9 w 9"/>
                  <a:gd name="T27" fmla="*/ 5 h 9"/>
                  <a:gd name="T28" fmla="*/ 7 w 9"/>
                  <a:gd name="T29" fmla="*/ 3 h 9"/>
                  <a:gd name="T30" fmla="*/ 6 w 9"/>
                  <a:gd name="T31" fmla="*/ 2 h 9"/>
                  <a:gd name="T32" fmla="*/ 5 w 9"/>
                  <a:gd name="T33" fmla="*/ 0 h 9"/>
                  <a:gd name="T34" fmla="*/ 3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3" y="0"/>
                    </a:moveTo>
                    <a:lnTo>
                      <a:pt x="2" y="2"/>
                    </a:lnTo>
                    <a:lnTo>
                      <a:pt x="0" y="3"/>
                    </a:lnTo>
                    <a:lnTo>
                      <a:pt x="0" y="5"/>
                    </a:lnTo>
                    <a:lnTo>
                      <a:pt x="0" y="6"/>
                    </a:lnTo>
                    <a:lnTo>
                      <a:pt x="0" y="8"/>
                    </a:lnTo>
                    <a:lnTo>
                      <a:pt x="2" y="9"/>
                    </a:lnTo>
                    <a:lnTo>
                      <a:pt x="3" y="9"/>
                    </a:lnTo>
                    <a:lnTo>
                      <a:pt x="5" y="9"/>
                    </a:lnTo>
                    <a:lnTo>
                      <a:pt x="6" y="9"/>
                    </a:lnTo>
                    <a:lnTo>
                      <a:pt x="7" y="8"/>
                    </a:lnTo>
                    <a:lnTo>
                      <a:pt x="9" y="6"/>
                    </a:lnTo>
                    <a:lnTo>
                      <a:pt x="9" y="5"/>
                    </a:lnTo>
                    <a:lnTo>
                      <a:pt x="7" y="3"/>
                    </a:lnTo>
                    <a:lnTo>
                      <a:pt x="6" y="2"/>
                    </a:lnTo>
                    <a:lnTo>
                      <a:pt x="5"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473" name="Freeform 256"/>
              <p:cNvSpPr>
                <a:spLocks/>
              </p:cNvSpPr>
              <p:nvPr/>
            </p:nvSpPr>
            <p:spPr bwMode="auto">
              <a:xfrm>
                <a:off x="3865" y="1937"/>
                <a:ext cx="9" cy="9"/>
              </a:xfrm>
              <a:custGeom>
                <a:avLst/>
                <a:gdLst>
                  <a:gd name="T0" fmla="*/ 3 w 9"/>
                  <a:gd name="T1" fmla="*/ 0 h 9"/>
                  <a:gd name="T2" fmla="*/ 2 w 9"/>
                  <a:gd name="T3" fmla="*/ 2 h 9"/>
                  <a:gd name="T4" fmla="*/ 0 w 9"/>
                  <a:gd name="T5" fmla="*/ 3 h 9"/>
                  <a:gd name="T6" fmla="*/ 0 w 9"/>
                  <a:gd name="T7" fmla="*/ 5 h 9"/>
                  <a:gd name="T8" fmla="*/ 0 w 9"/>
                  <a:gd name="T9" fmla="*/ 6 h 9"/>
                  <a:gd name="T10" fmla="*/ 0 w 9"/>
                  <a:gd name="T11" fmla="*/ 7 h 9"/>
                  <a:gd name="T12" fmla="*/ 2 w 9"/>
                  <a:gd name="T13" fmla="*/ 9 h 9"/>
                  <a:gd name="T14" fmla="*/ 3 w 9"/>
                  <a:gd name="T15" fmla="*/ 9 h 9"/>
                  <a:gd name="T16" fmla="*/ 4 w 9"/>
                  <a:gd name="T17" fmla="*/ 9 h 9"/>
                  <a:gd name="T18" fmla="*/ 4 w 9"/>
                  <a:gd name="T19" fmla="*/ 9 h 9"/>
                  <a:gd name="T20" fmla="*/ 6 w 9"/>
                  <a:gd name="T21" fmla="*/ 9 h 9"/>
                  <a:gd name="T22" fmla="*/ 7 w 9"/>
                  <a:gd name="T23" fmla="*/ 7 h 9"/>
                  <a:gd name="T24" fmla="*/ 9 w 9"/>
                  <a:gd name="T25" fmla="*/ 6 h 9"/>
                  <a:gd name="T26" fmla="*/ 9 w 9"/>
                  <a:gd name="T27" fmla="*/ 5 h 9"/>
                  <a:gd name="T28" fmla="*/ 7 w 9"/>
                  <a:gd name="T29" fmla="*/ 3 h 9"/>
                  <a:gd name="T30" fmla="*/ 6 w 9"/>
                  <a:gd name="T31" fmla="*/ 2 h 9"/>
                  <a:gd name="T32" fmla="*/ 4 w 9"/>
                  <a:gd name="T33" fmla="*/ 0 h 9"/>
                  <a:gd name="T34" fmla="*/ 3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3" y="0"/>
                    </a:moveTo>
                    <a:lnTo>
                      <a:pt x="2" y="2"/>
                    </a:lnTo>
                    <a:lnTo>
                      <a:pt x="0" y="3"/>
                    </a:lnTo>
                    <a:lnTo>
                      <a:pt x="0" y="5"/>
                    </a:lnTo>
                    <a:lnTo>
                      <a:pt x="0" y="6"/>
                    </a:lnTo>
                    <a:lnTo>
                      <a:pt x="0" y="7"/>
                    </a:lnTo>
                    <a:lnTo>
                      <a:pt x="2" y="9"/>
                    </a:lnTo>
                    <a:lnTo>
                      <a:pt x="3" y="9"/>
                    </a:lnTo>
                    <a:lnTo>
                      <a:pt x="4" y="9"/>
                    </a:lnTo>
                    <a:lnTo>
                      <a:pt x="6" y="9"/>
                    </a:lnTo>
                    <a:lnTo>
                      <a:pt x="7" y="7"/>
                    </a:lnTo>
                    <a:lnTo>
                      <a:pt x="9" y="6"/>
                    </a:lnTo>
                    <a:lnTo>
                      <a:pt x="9" y="5"/>
                    </a:lnTo>
                    <a:lnTo>
                      <a:pt x="7" y="3"/>
                    </a:lnTo>
                    <a:lnTo>
                      <a:pt x="6" y="2"/>
                    </a:lnTo>
                    <a:lnTo>
                      <a:pt x="4"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474" name="Freeform 257"/>
              <p:cNvSpPr>
                <a:spLocks/>
              </p:cNvSpPr>
              <p:nvPr/>
            </p:nvSpPr>
            <p:spPr bwMode="auto">
              <a:xfrm>
                <a:off x="3881" y="1930"/>
                <a:ext cx="9" cy="9"/>
              </a:xfrm>
              <a:custGeom>
                <a:avLst/>
                <a:gdLst>
                  <a:gd name="T0" fmla="*/ 2 w 9"/>
                  <a:gd name="T1" fmla="*/ 1 h 9"/>
                  <a:gd name="T2" fmla="*/ 0 w 9"/>
                  <a:gd name="T3" fmla="*/ 3 h 9"/>
                  <a:gd name="T4" fmla="*/ 0 w 9"/>
                  <a:gd name="T5" fmla="*/ 4 h 9"/>
                  <a:gd name="T6" fmla="*/ 0 w 9"/>
                  <a:gd name="T7" fmla="*/ 6 h 9"/>
                  <a:gd name="T8" fmla="*/ 0 w 9"/>
                  <a:gd name="T9" fmla="*/ 7 h 9"/>
                  <a:gd name="T10" fmla="*/ 2 w 9"/>
                  <a:gd name="T11" fmla="*/ 9 h 9"/>
                  <a:gd name="T12" fmla="*/ 3 w 9"/>
                  <a:gd name="T13" fmla="*/ 9 h 9"/>
                  <a:gd name="T14" fmla="*/ 4 w 9"/>
                  <a:gd name="T15" fmla="*/ 9 h 9"/>
                  <a:gd name="T16" fmla="*/ 6 w 9"/>
                  <a:gd name="T17" fmla="*/ 9 h 9"/>
                  <a:gd name="T18" fmla="*/ 6 w 9"/>
                  <a:gd name="T19" fmla="*/ 9 h 9"/>
                  <a:gd name="T20" fmla="*/ 7 w 9"/>
                  <a:gd name="T21" fmla="*/ 7 h 9"/>
                  <a:gd name="T22" fmla="*/ 9 w 9"/>
                  <a:gd name="T23" fmla="*/ 6 h 9"/>
                  <a:gd name="T24" fmla="*/ 9 w 9"/>
                  <a:gd name="T25" fmla="*/ 4 h 9"/>
                  <a:gd name="T26" fmla="*/ 7 w 9"/>
                  <a:gd name="T27" fmla="*/ 3 h 9"/>
                  <a:gd name="T28" fmla="*/ 6 w 9"/>
                  <a:gd name="T29" fmla="*/ 1 h 9"/>
                  <a:gd name="T30" fmla="*/ 4 w 9"/>
                  <a:gd name="T31" fmla="*/ 0 h 9"/>
                  <a:gd name="T32" fmla="*/ 3 w 9"/>
                  <a:gd name="T33" fmla="*/ 0 h 9"/>
                  <a:gd name="T34" fmla="*/ 2 w 9"/>
                  <a:gd name="T35" fmla="*/ 1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2" y="1"/>
                    </a:moveTo>
                    <a:lnTo>
                      <a:pt x="0" y="3"/>
                    </a:lnTo>
                    <a:lnTo>
                      <a:pt x="0" y="4"/>
                    </a:lnTo>
                    <a:lnTo>
                      <a:pt x="0" y="6"/>
                    </a:lnTo>
                    <a:lnTo>
                      <a:pt x="0" y="7"/>
                    </a:lnTo>
                    <a:lnTo>
                      <a:pt x="2" y="9"/>
                    </a:lnTo>
                    <a:lnTo>
                      <a:pt x="3" y="9"/>
                    </a:lnTo>
                    <a:lnTo>
                      <a:pt x="4" y="9"/>
                    </a:lnTo>
                    <a:lnTo>
                      <a:pt x="6" y="9"/>
                    </a:lnTo>
                    <a:lnTo>
                      <a:pt x="7" y="7"/>
                    </a:lnTo>
                    <a:lnTo>
                      <a:pt x="9" y="6"/>
                    </a:lnTo>
                    <a:lnTo>
                      <a:pt x="9" y="4"/>
                    </a:lnTo>
                    <a:lnTo>
                      <a:pt x="7" y="3"/>
                    </a:lnTo>
                    <a:lnTo>
                      <a:pt x="6" y="1"/>
                    </a:lnTo>
                    <a:lnTo>
                      <a:pt x="4" y="0"/>
                    </a:lnTo>
                    <a:lnTo>
                      <a:pt x="3" y="0"/>
                    </a:lnTo>
                    <a:lnTo>
                      <a:pt x="2"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475" name="Freeform 258"/>
              <p:cNvSpPr>
                <a:spLocks/>
              </p:cNvSpPr>
              <p:nvPr/>
            </p:nvSpPr>
            <p:spPr bwMode="auto">
              <a:xfrm>
                <a:off x="3896" y="1923"/>
                <a:ext cx="8" cy="8"/>
              </a:xfrm>
              <a:custGeom>
                <a:avLst/>
                <a:gdLst>
                  <a:gd name="T0" fmla="*/ 3 w 8"/>
                  <a:gd name="T1" fmla="*/ 0 h 8"/>
                  <a:gd name="T2" fmla="*/ 1 w 8"/>
                  <a:gd name="T3" fmla="*/ 1 h 8"/>
                  <a:gd name="T4" fmla="*/ 0 w 8"/>
                  <a:gd name="T5" fmla="*/ 3 h 8"/>
                  <a:gd name="T6" fmla="*/ 0 w 8"/>
                  <a:gd name="T7" fmla="*/ 4 h 8"/>
                  <a:gd name="T8" fmla="*/ 1 w 8"/>
                  <a:gd name="T9" fmla="*/ 6 h 8"/>
                  <a:gd name="T10" fmla="*/ 3 w 8"/>
                  <a:gd name="T11" fmla="*/ 7 h 8"/>
                  <a:gd name="T12" fmla="*/ 4 w 8"/>
                  <a:gd name="T13" fmla="*/ 8 h 8"/>
                  <a:gd name="T14" fmla="*/ 5 w 8"/>
                  <a:gd name="T15" fmla="*/ 8 h 8"/>
                  <a:gd name="T16" fmla="*/ 7 w 8"/>
                  <a:gd name="T17" fmla="*/ 7 h 8"/>
                  <a:gd name="T18" fmla="*/ 7 w 8"/>
                  <a:gd name="T19" fmla="*/ 7 h 8"/>
                  <a:gd name="T20" fmla="*/ 8 w 8"/>
                  <a:gd name="T21" fmla="*/ 6 h 8"/>
                  <a:gd name="T22" fmla="*/ 8 w 8"/>
                  <a:gd name="T23" fmla="*/ 4 h 8"/>
                  <a:gd name="T24" fmla="*/ 8 w 8"/>
                  <a:gd name="T25" fmla="*/ 3 h 8"/>
                  <a:gd name="T26" fmla="*/ 8 w 8"/>
                  <a:gd name="T27" fmla="*/ 1 h 8"/>
                  <a:gd name="T28" fmla="*/ 7 w 8"/>
                  <a:gd name="T29" fmla="*/ 0 h 8"/>
                  <a:gd name="T30" fmla="*/ 5 w 8"/>
                  <a:gd name="T31" fmla="*/ 0 h 8"/>
                  <a:gd name="T32" fmla="*/ 4 w 8"/>
                  <a:gd name="T33" fmla="*/ 0 h 8"/>
                  <a:gd name="T34" fmla="*/ 3 w 8"/>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8"/>
                  <a:gd name="T56" fmla="*/ 8 w 8"/>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8">
                    <a:moveTo>
                      <a:pt x="3" y="0"/>
                    </a:moveTo>
                    <a:lnTo>
                      <a:pt x="1" y="1"/>
                    </a:lnTo>
                    <a:lnTo>
                      <a:pt x="0" y="3"/>
                    </a:lnTo>
                    <a:lnTo>
                      <a:pt x="0" y="4"/>
                    </a:lnTo>
                    <a:lnTo>
                      <a:pt x="1" y="6"/>
                    </a:lnTo>
                    <a:lnTo>
                      <a:pt x="3" y="7"/>
                    </a:lnTo>
                    <a:lnTo>
                      <a:pt x="4" y="8"/>
                    </a:lnTo>
                    <a:lnTo>
                      <a:pt x="5" y="8"/>
                    </a:lnTo>
                    <a:lnTo>
                      <a:pt x="7" y="7"/>
                    </a:lnTo>
                    <a:lnTo>
                      <a:pt x="8" y="6"/>
                    </a:lnTo>
                    <a:lnTo>
                      <a:pt x="8" y="4"/>
                    </a:lnTo>
                    <a:lnTo>
                      <a:pt x="8" y="3"/>
                    </a:lnTo>
                    <a:lnTo>
                      <a:pt x="8" y="1"/>
                    </a:lnTo>
                    <a:lnTo>
                      <a:pt x="7" y="0"/>
                    </a:lnTo>
                    <a:lnTo>
                      <a:pt x="5" y="0"/>
                    </a:lnTo>
                    <a:lnTo>
                      <a:pt x="4"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476" name="Freeform 259"/>
              <p:cNvSpPr>
                <a:spLocks/>
              </p:cNvSpPr>
              <p:nvPr/>
            </p:nvSpPr>
            <p:spPr bwMode="auto">
              <a:xfrm>
                <a:off x="3912" y="1914"/>
                <a:ext cx="8" cy="9"/>
              </a:xfrm>
              <a:custGeom>
                <a:avLst/>
                <a:gdLst>
                  <a:gd name="T0" fmla="*/ 1 w 8"/>
                  <a:gd name="T1" fmla="*/ 0 h 9"/>
                  <a:gd name="T2" fmla="*/ 0 w 8"/>
                  <a:gd name="T3" fmla="*/ 1 h 9"/>
                  <a:gd name="T4" fmla="*/ 0 w 8"/>
                  <a:gd name="T5" fmla="*/ 3 h 9"/>
                  <a:gd name="T6" fmla="*/ 0 w 8"/>
                  <a:gd name="T7" fmla="*/ 4 h 9"/>
                  <a:gd name="T8" fmla="*/ 0 w 8"/>
                  <a:gd name="T9" fmla="*/ 6 h 9"/>
                  <a:gd name="T10" fmla="*/ 1 w 8"/>
                  <a:gd name="T11" fmla="*/ 7 h 9"/>
                  <a:gd name="T12" fmla="*/ 3 w 8"/>
                  <a:gd name="T13" fmla="*/ 9 h 9"/>
                  <a:gd name="T14" fmla="*/ 4 w 8"/>
                  <a:gd name="T15" fmla="*/ 9 h 9"/>
                  <a:gd name="T16" fmla="*/ 5 w 8"/>
                  <a:gd name="T17" fmla="*/ 7 h 9"/>
                  <a:gd name="T18" fmla="*/ 5 w 8"/>
                  <a:gd name="T19" fmla="*/ 7 h 9"/>
                  <a:gd name="T20" fmla="*/ 7 w 8"/>
                  <a:gd name="T21" fmla="*/ 6 h 9"/>
                  <a:gd name="T22" fmla="*/ 8 w 8"/>
                  <a:gd name="T23" fmla="*/ 4 h 9"/>
                  <a:gd name="T24" fmla="*/ 8 w 8"/>
                  <a:gd name="T25" fmla="*/ 3 h 9"/>
                  <a:gd name="T26" fmla="*/ 7 w 8"/>
                  <a:gd name="T27" fmla="*/ 1 h 9"/>
                  <a:gd name="T28" fmla="*/ 5 w 8"/>
                  <a:gd name="T29" fmla="*/ 0 h 9"/>
                  <a:gd name="T30" fmla="*/ 4 w 8"/>
                  <a:gd name="T31" fmla="*/ 0 h 9"/>
                  <a:gd name="T32" fmla="*/ 3 w 8"/>
                  <a:gd name="T33" fmla="*/ 0 h 9"/>
                  <a:gd name="T34" fmla="*/ 1 w 8"/>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1" y="0"/>
                    </a:moveTo>
                    <a:lnTo>
                      <a:pt x="0" y="1"/>
                    </a:lnTo>
                    <a:lnTo>
                      <a:pt x="0" y="3"/>
                    </a:lnTo>
                    <a:lnTo>
                      <a:pt x="0" y="4"/>
                    </a:lnTo>
                    <a:lnTo>
                      <a:pt x="0" y="6"/>
                    </a:lnTo>
                    <a:lnTo>
                      <a:pt x="1" y="7"/>
                    </a:lnTo>
                    <a:lnTo>
                      <a:pt x="3" y="9"/>
                    </a:lnTo>
                    <a:lnTo>
                      <a:pt x="4" y="9"/>
                    </a:lnTo>
                    <a:lnTo>
                      <a:pt x="5" y="7"/>
                    </a:lnTo>
                    <a:lnTo>
                      <a:pt x="7" y="6"/>
                    </a:lnTo>
                    <a:lnTo>
                      <a:pt x="8" y="4"/>
                    </a:lnTo>
                    <a:lnTo>
                      <a:pt x="8" y="3"/>
                    </a:lnTo>
                    <a:lnTo>
                      <a:pt x="7" y="1"/>
                    </a:lnTo>
                    <a:lnTo>
                      <a:pt x="5" y="0"/>
                    </a:lnTo>
                    <a:lnTo>
                      <a:pt x="4" y="0"/>
                    </a:lnTo>
                    <a:lnTo>
                      <a:pt x="3" y="0"/>
                    </a:lnTo>
                    <a:lnTo>
                      <a:pt x="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477" name="Freeform 260"/>
              <p:cNvSpPr>
                <a:spLocks/>
              </p:cNvSpPr>
              <p:nvPr/>
            </p:nvSpPr>
            <p:spPr bwMode="auto">
              <a:xfrm>
                <a:off x="3926" y="1905"/>
                <a:ext cx="9" cy="9"/>
              </a:xfrm>
              <a:custGeom>
                <a:avLst/>
                <a:gdLst>
                  <a:gd name="T0" fmla="*/ 3 w 9"/>
                  <a:gd name="T1" fmla="*/ 2 h 9"/>
                  <a:gd name="T2" fmla="*/ 2 w 9"/>
                  <a:gd name="T3" fmla="*/ 3 h 9"/>
                  <a:gd name="T4" fmla="*/ 0 w 9"/>
                  <a:gd name="T5" fmla="*/ 5 h 9"/>
                  <a:gd name="T6" fmla="*/ 0 w 9"/>
                  <a:gd name="T7" fmla="*/ 6 h 9"/>
                  <a:gd name="T8" fmla="*/ 2 w 9"/>
                  <a:gd name="T9" fmla="*/ 8 h 9"/>
                  <a:gd name="T10" fmla="*/ 3 w 9"/>
                  <a:gd name="T11" fmla="*/ 9 h 9"/>
                  <a:gd name="T12" fmla="*/ 4 w 9"/>
                  <a:gd name="T13" fmla="*/ 9 h 9"/>
                  <a:gd name="T14" fmla="*/ 6 w 9"/>
                  <a:gd name="T15" fmla="*/ 9 h 9"/>
                  <a:gd name="T16" fmla="*/ 7 w 9"/>
                  <a:gd name="T17" fmla="*/ 9 h 9"/>
                  <a:gd name="T18" fmla="*/ 7 w 9"/>
                  <a:gd name="T19" fmla="*/ 9 h 9"/>
                  <a:gd name="T20" fmla="*/ 9 w 9"/>
                  <a:gd name="T21" fmla="*/ 8 h 9"/>
                  <a:gd name="T22" fmla="*/ 9 w 9"/>
                  <a:gd name="T23" fmla="*/ 6 h 9"/>
                  <a:gd name="T24" fmla="*/ 9 w 9"/>
                  <a:gd name="T25" fmla="*/ 5 h 9"/>
                  <a:gd name="T26" fmla="*/ 9 w 9"/>
                  <a:gd name="T27" fmla="*/ 3 h 9"/>
                  <a:gd name="T28" fmla="*/ 7 w 9"/>
                  <a:gd name="T29" fmla="*/ 2 h 9"/>
                  <a:gd name="T30" fmla="*/ 6 w 9"/>
                  <a:gd name="T31" fmla="*/ 0 h 9"/>
                  <a:gd name="T32" fmla="*/ 4 w 9"/>
                  <a:gd name="T33" fmla="*/ 0 h 9"/>
                  <a:gd name="T34" fmla="*/ 3 w 9"/>
                  <a:gd name="T35" fmla="*/ 2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3" y="2"/>
                    </a:moveTo>
                    <a:lnTo>
                      <a:pt x="2" y="3"/>
                    </a:lnTo>
                    <a:lnTo>
                      <a:pt x="0" y="5"/>
                    </a:lnTo>
                    <a:lnTo>
                      <a:pt x="0" y="6"/>
                    </a:lnTo>
                    <a:lnTo>
                      <a:pt x="2" y="8"/>
                    </a:lnTo>
                    <a:lnTo>
                      <a:pt x="3" y="9"/>
                    </a:lnTo>
                    <a:lnTo>
                      <a:pt x="4" y="9"/>
                    </a:lnTo>
                    <a:lnTo>
                      <a:pt x="6" y="9"/>
                    </a:lnTo>
                    <a:lnTo>
                      <a:pt x="7" y="9"/>
                    </a:lnTo>
                    <a:lnTo>
                      <a:pt x="9" y="8"/>
                    </a:lnTo>
                    <a:lnTo>
                      <a:pt x="9" y="6"/>
                    </a:lnTo>
                    <a:lnTo>
                      <a:pt x="9" y="5"/>
                    </a:lnTo>
                    <a:lnTo>
                      <a:pt x="9" y="3"/>
                    </a:lnTo>
                    <a:lnTo>
                      <a:pt x="7" y="2"/>
                    </a:lnTo>
                    <a:lnTo>
                      <a:pt x="6" y="0"/>
                    </a:lnTo>
                    <a:lnTo>
                      <a:pt x="4" y="0"/>
                    </a:lnTo>
                    <a:lnTo>
                      <a:pt x="3"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478" name="Freeform 261"/>
              <p:cNvSpPr>
                <a:spLocks/>
              </p:cNvSpPr>
              <p:nvPr/>
            </p:nvSpPr>
            <p:spPr bwMode="auto">
              <a:xfrm>
                <a:off x="3942" y="1898"/>
                <a:ext cx="9" cy="9"/>
              </a:xfrm>
              <a:custGeom>
                <a:avLst/>
                <a:gdLst>
                  <a:gd name="T0" fmla="*/ 4 w 9"/>
                  <a:gd name="T1" fmla="*/ 0 h 9"/>
                  <a:gd name="T2" fmla="*/ 3 w 9"/>
                  <a:gd name="T3" fmla="*/ 1 h 9"/>
                  <a:gd name="T4" fmla="*/ 2 w 9"/>
                  <a:gd name="T5" fmla="*/ 3 h 9"/>
                  <a:gd name="T6" fmla="*/ 0 w 9"/>
                  <a:gd name="T7" fmla="*/ 4 h 9"/>
                  <a:gd name="T8" fmla="*/ 0 w 9"/>
                  <a:gd name="T9" fmla="*/ 6 h 9"/>
                  <a:gd name="T10" fmla="*/ 2 w 9"/>
                  <a:gd name="T11" fmla="*/ 7 h 9"/>
                  <a:gd name="T12" fmla="*/ 3 w 9"/>
                  <a:gd name="T13" fmla="*/ 9 h 9"/>
                  <a:gd name="T14" fmla="*/ 4 w 9"/>
                  <a:gd name="T15" fmla="*/ 9 h 9"/>
                  <a:gd name="T16" fmla="*/ 6 w 9"/>
                  <a:gd name="T17" fmla="*/ 9 h 9"/>
                  <a:gd name="T18" fmla="*/ 6 w 9"/>
                  <a:gd name="T19" fmla="*/ 9 h 9"/>
                  <a:gd name="T20" fmla="*/ 7 w 9"/>
                  <a:gd name="T21" fmla="*/ 9 h 9"/>
                  <a:gd name="T22" fmla="*/ 9 w 9"/>
                  <a:gd name="T23" fmla="*/ 7 h 9"/>
                  <a:gd name="T24" fmla="*/ 9 w 9"/>
                  <a:gd name="T25" fmla="*/ 6 h 9"/>
                  <a:gd name="T26" fmla="*/ 9 w 9"/>
                  <a:gd name="T27" fmla="*/ 4 h 9"/>
                  <a:gd name="T28" fmla="*/ 9 w 9"/>
                  <a:gd name="T29" fmla="*/ 3 h 9"/>
                  <a:gd name="T30" fmla="*/ 7 w 9"/>
                  <a:gd name="T31" fmla="*/ 1 h 9"/>
                  <a:gd name="T32" fmla="*/ 6 w 9"/>
                  <a:gd name="T33" fmla="*/ 0 h 9"/>
                  <a:gd name="T34" fmla="*/ 4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4" y="0"/>
                    </a:moveTo>
                    <a:lnTo>
                      <a:pt x="3" y="1"/>
                    </a:lnTo>
                    <a:lnTo>
                      <a:pt x="2" y="3"/>
                    </a:lnTo>
                    <a:lnTo>
                      <a:pt x="0" y="4"/>
                    </a:lnTo>
                    <a:lnTo>
                      <a:pt x="0" y="6"/>
                    </a:lnTo>
                    <a:lnTo>
                      <a:pt x="2" y="7"/>
                    </a:lnTo>
                    <a:lnTo>
                      <a:pt x="3" y="9"/>
                    </a:lnTo>
                    <a:lnTo>
                      <a:pt x="4" y="9"/>
                    </a:lnTo>
                    <a:lnTo>
                      <a:pt x="6" y="9"/>
                    </a:lnTo>
                    <a:lnTo>
                      <a:pt x="7" y="9"/>
                    </a:lnTo>
                    <a:lnTo>
                      <a:pt x="9" y="7"/>
                    </a:lnTo>
                    <a:lnTo>
                      <a:pt x="9" y="6"/>
                    </a:lnTo>
                    <a:lnTo>
                      <a:pt x="9" y="4"/>
                    </a:lnTo>
                    <a:lnTo>
                      <a:pt x="9" y="3"/>
                    </a:lnTo>
                    <a:lnTo>
                      <a:pt x="7" y="1"/>
                    </a:lnTo>
                    <a:lnTo>
                      <a:pt x="6"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grpSp>
        <p:grpSp>
          <p:nvGrpSpPr>
            <p:cNvPr id="375" name="Group 262"/>
            <p:cNvGrpSpPr>
              <a:grpSpLocks/>
            </p:cNvGrpSpPr>
            <p:nvPr/>
          </p:nvGrpSpPr>
          <p:grpSpPr bwMode="auto">
            <a:xfrm>
              <a:off x="6259867" y="2721056"/>
              <a:ext cx="652463" cy="246063"/>
              <a:chOff x="3576" y="2103"/>
              <a:chExt cx="411" cy="155"/>
            </a:xfrm>
          </p:grpSpPr>
          <p:sp>
            <p:nvSpPr>
              <p:cNvPr id="427" name="Freeform 263"/>
              <p:cNvSpPr>
                <a:spLocks/>
              </p:cNvSpPr>
              <p:nvPr/>
            </p:nvSpPr>
            <p:spPr bwMode="auto">
              <a:xfrm>
                <a:off x="3576" y="2250"/>
                <a:ext cx="9" cy="8"/>
              </a:xfrm>
              <a:custGeom>
                <a:avLst/>
                <a:gdLst>
                  <a:gd name="T0" fmla="*/ 3 w 9"/>
                  <a:gd name="T1" fmla="*/ 1 h 8"/>
                  <a:gd name="T2" fmla="*/ 2 w 9"/>
                  <a:gd name="T3" fmla="*/ 2 h 8"/>
                  <a:gd name="T4" fmla="*/ 0 w 9"/>
                  <a:gd name="T5" fmla="*/ 4 h 8"/>
                  <a:gd name="T6" fmla="*/ 0 w 9"/>
                  <a:gd name="T7" fmla="*/ 4 h 8"/>
                  <a:gd name="T8" fmla="*/ 2 w 9"/>
                  <a:gd name="T9" fmla="*/ 5 h 8"/>
                  <a:gd name="T10" fmla="*/ 3 w 9"/>
                  <a:gd name="T11" fmla="*/ 7 h 8"/>
                  <a:gd name="T12" fmla="*/ 4 w 9"/>
                  <a:gd name="T13" fmla="*/ 8 h 8"/>
                  <a:gd name="T14" fmla="*/ 4 w 9"/>
                  <a:gd name="T15" fmla="*/ 8 h 8"/>
                  <a:gd name="T16" fmla="*/ 7 w 9"/>
                  <a:gd name="T17" fmla="*/ 8 h 8"/>
                  <a:gd name="T18" fmla="*/ 7 w 9"/>
                  <a:gd name="T19" fmla="*/ 7 h 8"/>
                  <a:gd name="T20" fmla="*/ 9 w 9"/>
                  <a:gd name="T21" fmla="*/ 5 h 8"/>
                  <a:gd name="T22" fmla="*/ 9 w 9"/>
                  <a:gd name="T23" fmla="*/ 4 h 8"/>
                  <a:gd name="T24" fmla="*/ 9 w 9"/>
                  <a:gd name="T25" fmla="*/ 2 h 8"/>
                  <a:gd name="T26" fmla="*/ 9 w 9"/>
                  <a:gd name="T27" fmla="*/ 1 h 8"/>
                  <a:gd name="T28" fmla="*/ 7 w 9"/>
                  <a:gd name="T29" fmla="*/ 0 h 8"/>
                  <a:gd name="T30" fmla="*/ 6 w 9"/>
                  <a:gd name="T31" fmla="*/ 0 h 8"/>
                  <a:gd name="T32" fmla="*/ 4 w 9"/>
                  <a:gd name="T33" fmla="*/ 0 h 8"/>
                  <a:gd name="T34" fmla="*/ 3 w 9"/>
                  <a:gd name="T35" fmla="*/ 0 h 8"/>
                  <a:gd name="T36" fmla="*/ 3 w 9"/>
                  <a:gd name="T37" fmla="*/ 1 h 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9"/>
                  <a:gd name="T58" fmla="*/ 0 h 8"/>
                  <a:gd name="T59" fmla="*/ 9 w 9"/>
                  <a:gd name="T60" fmla="*/ 8 h 8"/>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9" h="8">
                    <a:moveTo>
                      <a:pt x="3" y="1"/>
                    </a:moveTo>
                    <a:lnTo>
                      <a:pt x="2" y="2"/>
                    </a:lnTo>
                    <a:lnTo>
                      <a:pt x="0" y="4"/>
                    </a:lnTo>
                    <a:lnTo>
                      <a:pt x="2" y="5"/>
                    </a:lnTo>
                    <a:lnTo>
                      <a:pt x="3" y="7"/>
                    </a:lnTo>
                    <a:lnTo>
                      <a:pt x="4" y="8"/>
                    </a:lnTo>
                    <a:lnTo>
                      <a:pt x="7" y="8"/>
                    </a:lnTo>
                    <a:lnTo>
                      <a:pt x="7" y="7"/>
                    </a:lnTo>
                    <a:lnTo>
                      <a:pt x="9" y="5"/>
                    </a:lnTo>
                    <a:lnTo>
                      <a:pt x="9" y="4"/>
                    </a:lnTo>
                    <a:lnTo>
                      <a:pt x="9" y="2"/>
                    </a:lnTo>
                    <a:lnTo>
                      <a:pt x="9" y="1"/>
                    </a:lnTo>
                    <a:lnTo>
                      <a:pt x="7" y="0"/>
                    </a:lnTo>
                    <a:lnTo>
                      <a:pt x="6" y="0"/>
                    </a:lnTo>
                    <a:lnTo>
                      <a:pt x="4" y="0"/>
                    </a:lnTo>
                    <a:lnTo>
                      <a:pt x="3" y="0"/>
                    </a:lnTo>
                    <a:lnTo>
                      <a:pt x="3"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428" name="Freeform 264"/>
              <p:cNvSpPr>
                <a:spLocks/>
              </p:cNvSpPr>
              <p:nvPr/>
            </p:nvSpPr>
            <p:spPr bwMode="auto">
              <a:xfrm>
                <a:off x="3589" y="2238"/>
                <a:ext cx="9" cy="9"/>
              </a:xfrm>
              <a:custGeom>
                <a:avLst/>
                <a:gdLst>
                  <a:gd name="T0" fmla="*/ 2 w 9"/>
                  <a:gd name="T1" fmla="*/ 0 h 9"/>
                  <a:gd name="T2" fmla="*/ 0 w 9"/>
                  <a:gd name="T3" fmla="*/ 1 h 9"/>
                  <a:gd name="T4" fmla="*/ 0 w 9"/>
                  <a:gd name="T5" fmla="*/ 3 h 9"/>
                  <a:gd name="T6" fmla="*/ 0 w 9"/>
                  <a:gd name="T7" fmla="*/ 4 h 9"/>
                  <a:gd name="T8" fmla="*/ 0 w 9"/>
                  <a:gd name="T9" fmla="*/ 6 h 9"/>
                  <a:gd name="T10" fmla="*/ 2 w 9"/>
                  <a:gd name="T11" fmla="*/ 7 h 9"/>
                  <a:gd name="T12" fmla="*/ 3 w 9"/>
                  <a:gd name="T13" fmla="*/ 9 h 9"/>
                  <a:gd name="T14" fmla="*/ 5 w 9"/>
                  <a:gd name="T15" fmla="*/ 9 h 9"/>
                  <a:gd name="T16" fmla="*/ 6 w 9"/>
                  <a:gd name="T17" fmla="*/ 7 h 9"/>
                  <a:gd name="T18" fmla="*/ 6 w 9"/>
                  <a:gd name="T19" fmla="*/ 7 h 9"/>
                  <a:gd name="T20" fmla="*/ 7 w 9"/>
                  <a:gd name="T21" fmla="*/ 6 h 9"/>
                  <a:gd name="T22" fmla="*/ 9 w 9"/>
                  <a:gd name="T23" fmla="*/ 4 h 9"/>
                  <a:gd name="T24" fmla="*/ 9 w 9"/>
                  <a:gd name="T25" fmla="*/ 3 h 9"/>
                  <a:gd name="T26" fmla="*/ 7 w 9"/>
                  <a:gd name="T27" fmla="*/ 1 h 9"/>
                  <a:gd name="T28" fmla="*/ 6 w 9"/>
                  <a:gd name="T29" fmla="*/ 0 h 9"/>
                  <a:gd name="T30" fmla="*/ 5 w 9"/>
                  <a:gd name="T31" fmla="*/ 0 h 9"/>
                  <a:gd name="T32" fmla="*/ 3 w 9"/>
                  <a:gd name="T33" fmla="*/ 0 h 9"/>
                  <a:gd name="T34" fmla="*/ 2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2" y="0"/>
                    </a:moveTo>
                    <a:lnTo>
                      <a:pt x="0" y="1"/>
                    </a:lnTo>
                    <a:lnTo>
                      <a:pt x="0" y="3"/>
                    </a:lnTo>
                    <a:lnTo>
                      <a:pt x="0" y="4"/>
                    </a:lnTo>
                    <a:lnTo>
                      <a:pt x="0" y="6"/>
                    </a:lnTo>
                    <a:lnTo>
                      <a:pt x="2" y="7"/>
                    </a:lnTo>
                    <a:lnTo>
                      <a:pt x="3" y="9"/>
                    </a:lnTo>
                    <a:lnTo>
                      <a:pt x="5" y="9"/>
                    </a:lnTo>
                    <a:lnTo>
                      <a:pt x="6" y="7"/>
                    </a:lnTo>
                    <a:lnTo>
                      <a:pt x="7" y="6"/>
                    </a:lnTo>
                    <a:lnTo>
                      <a:pt x="9" y="4"/>
                    </a:lnTo>
                    <a:lnTo>
                      <a:pt x="9" y="3"/>
                    </a:lnTo>
                    <a:lnTo>
                      <a:pt x="7" y="1"/>
                    </a:lnTo>
                    <a:lnTo>
                      <a:pt x="6" y="0"/>
                    </a:lnTo>
                    <a:lnTo>
                      <a:pt x="5" y="0"/>
                    </a:lnTo>
                    <a:lnTo>
                      <a:pt x="3" y="0"/>
                    </a:lnTo>
                    <a:lnTo>
                      <a:pt x="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429" name="Freeform 265"/>
              <p:cNvSpPr>
                <a:spLocks/>
              </p:cNvSpPr>
              <p:nvPr/>
            </p:nvSpPr>
            <p:spPr bwMode="auto">
              <a:xfrm>
                <a:off x="3601" y="2226"/>
                <a:ext cx="9" cy="9"/>
              </a:xfrm>
              <a:custGeom>
                <a:avLst/>
                <a:gdLst>
                  <a:gd name="T0" fmla="*/ 1 w 9"/>
                  <a:gd name="T1" fmla="*/ 2 h 9"/>
                  <a:gd name="T2" fmla="*/ 0 w 9"/>
                  <a:gd name="T3" fmla="*/ 3 h 9"/>
                  <a:gd name="T4" fmla="*/ 0 w 9"/>
                  <a:gd name="T5" fmla="*/ 5 h 9"/>
                  <a:gd name="T6" fmla="*/ 1 w 9"/>
                  <a:gd name="T7" fmla="*/ 6 h 9"/>
                  <a:gd name="T8" fmla="*/ 3 w 9"/>
                  <a:gd name="T9" fmla="*/ 8 h 9"/>
                  <a:gd name="T10" fmla="*/ 4 w 9"/>
                  <a:gd name="T11" fmla="*/ 9 h 9"/>
                  <a:gd name="T12" fmla="*/ 6 w 9"/>
                  <a:gd name="T13" fmla="*/ 9 h 9"/>
                  <a:gd name="T14" fmla="*/ 7 w 9"/>
                  <a:gd name="T15" fmla="*/ 8 h 9"/>
                  <a:gd name="T16" fmla="*/ 9 w 9"/>
                  <a:gd name="T17" fmla="*/ 6 h 9"/>
                  <a:gd name="T18" fmla="*/ 9 w 9"/>
                  <a:gd name="T19" fmla="*/ 6 h 9"/>
                  <a:gd name="T20" fmla="*/ 9 w 9"/>
                  <a:gd name="T21" fmla="*/ 5 h 9"/>
                  <a:gd name="T22" fmla="*/ 9 w 9"/>
                  <a:gd name="T23" fmla="*/ 3 h 9"/>
                  <a:gd name="T24" fmla="*/ 9 w 9"/>
                  <a:gd name="T25" fmla="*/ 2 h 9"/>
                  <a:gd name="T26" fmla="*/ 7 w 9"/>
                  <a:gd name="T27" fmla="*/ 0 h 9"/>
                  <a:gd name="T28" fmla="*/ 6 w 9"/>
                  <a:gd name="T29" fmla="*/ 0 h 9"/>
                  <a:gd name="T30" fmla="*/ 4 w 9"/>
                  <a:gd name="T31" fmla="*/ 0 h 9"/>
                  <a:gd name="T32" fmla="*/ 3 w 9"/>
                  <a:gd name="T33" fmla="*/ 0 h 9"/>
                  <a:gd name="T34" fmla="*/ 1 w 9"/>
                  <a:gd name="T35" fmla="*/ 2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1" y="2"/>
                    </a:moveTo>
                    <a:lnTo>
                      <a:pt x="0" y="3"/>
                    </a:lnTo>
                    <a:lnTo>
                      <a:pt x="0" y="5"/>
                    </a:lnTo>
                    <a:lnTo>
                      <a:pt x="1" y="6"/>
                    </a:lnTo>
                    <a:lnTo>
                      <a:pt x="3" y="8"/>
                    </a:lnTo>
                    <a:lnTo>
                      <a:pt x="4" y="9"/>
                    </a:lnTo>
                    <a:lnTo>
                      <a:pt x="6" y="9"/>
                    </a:lnTo>
                    <a:lnTo>
                      <a:pt x="7" y="8"/>
                    </a:lnTo>
                    <a:lnTo>
                      <a:pt x="9" y="6"/>
                    </a:lnTo>
                    <a:lnTo>
                      <a:pt x="9" y="5"/>
                    </a:lnTo>
                    <a:lnTo>
                      <a:pt x="9" y="3"/>
                    </a:lnTo>
                    <a:lnTo>
                      <a:pt x="9" y="2"/>
                    </a:lnTo>
                    <a:lnTo>
                      <a:pt x="7" y="0"/>
                    </a:lnTo>
                    <a:lnTo>
                      <a:pt x="6" y="0"/>
                    </a:lnTo>
                    <a:lnTo>
                      <a:pt x="4" y="0"/>
                    </a:lnTo>
                    <a:lnTo>
                      <a:pt x="3" y="0"/>
                    </a:lnTo>
                    <a:lnTo>
                      <a:pt x="1"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430" name="Freeform 266"/>
              <p:cNvSpPr>
                <a:spLocks/>
              </p:cNvSpPr>
              <p:nvPr/>
            </p:nvSpPr>
            <p:spPr bwMode="auto">
              <a:xfrm>
                <a:off x="3614" y="2213"/>
                <a:ext cx="9" cy="9"/>
              </a:xfrm>
              <a:custGeom>
                <a:avLst/>
                <a:gdLst>
                  <a:gd name="T0" fmla="*/ 0 w 9"/>
                  <a:gd name="T1" fmla="*/ 3 h 9"/>
                  <a:gd name="T2" fmla="*/ 0 w 9"/>
                  <a:gd name="T3" fmla="*/ 5 h 9"/>
                  <a:gd name="T4" fmla="*/ 0 w 9"/>
                  <a:gd name="T5" fmla="*/ 6 h 9"/>
                  <a:gd name="T6" fmla="*/ 0 w 9"/>
                  <a:gd name="T7" fmla="*/ 8 h 9"/>
                  <a:gd name="T8" fmla="*/ 1 w 9"/>
                  <a:gd name="T9" fmla="*/ 9 h 9"/>
                  <a:gd name="T10" fmla="*/ 3 w 9"/>
                  <a:gd name="T11" fmla="*/ 9 h 9"/>
                  <a:gd name="T12" fmla="*/ 4 w 9"/>
                  <a:gd name="T13" fmla="*/ 9 h 9"/>
                  <a:gd name="T14" fmla="*/ 6 w 9"/>
                  <a:gd name="T15" fmla="*/ 9 h 9"/>
                  <a:gd name="T16" fmla="*/ 7 w 9"/>
                  <a:gd name="T17" fmla="*/ 8 h 9"/>
                  <a:gd name="T18" fmla="*/ 7 w 9"/>
                  <a:gd name="T19" fmla="*/ 8 h 9"/>
                  <a:gd name="T20" fmla="*/ 9 w 9"/>
                  <a:gd name="T21" fmla="*/ 6 h 9"/>
                  <a:gd name="T22" fmla="*/ 9 w 9"/>
                  <a:gd name="T23" fmla="*/ 5 h 9"/>
                  <a:gd name="T24" fmla="*/ 7 w 9"/>
                  <a:gd name="T25" fmla="*/ 3 h 9"/>
                  <a:gd name="T26" fmla="*/ 6 w 9"/>
                  <a:gd name="T27" fmla="*/ 2 h 9"/>
                  <a:gd name="T28" fmla="*/ 4 w 9"/>
                  <a:gd name="T29" fmla="*/ 0 h 9"/>
                  <a:gd name="T30" fmla="*/ 3 w 9"/>
                  <a:gd name="T31" fmla="*/ 0 h 9"/>
                  <a:gd name="T32" fmla="*/ 1 w 9"/>
                  <a:gd name="T33" fmla="*/ 2 h 9"/>
                  <a:gd name="T34" fmla="*/ 0 w 9"/>
                  <a:gd name="T35" fmla="*/ 3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0" y="3"/>
                    </a:moveTo>
                    <a:lnTo>
                      <a:pt x="0" y="5"/>
                    </a:lnTo>
                    <a:lnTo>
                      <a:pt x="0" y="6"/>
                    </a:lnTo>
                    <a:lnTo>
                      <a:pt x="0" y="8"/>
                    </a:lnTo>
                    <a:lnTo>
                      <a:pt x="1" y="9"/>
                    </a:lnTo>
                    <a:lnTo>
                      <a:pt x="3" y="9"/>
                    </a:lnTo>
                    <a:lnTo>
                      <a:pt x="4" y="9"/>
                    </a:lnTo>
                    <a:lnTo>
                      <a:pt x="6" y="9"/>
                    </a:lnTo>
                    <a:lnTo>
                      <a:pt x="7" y="8"/>
                    </a:lnTo>
                    <a:lnTo>
                      <a:pt x="9" y="6"/>
                    </a:lnTo>
                    <a:lnTo>
                      <a:pt x="9" y="5"/>
                    </a:lnTo>
                    <a:lnTo>
                      <a:pt x="7" y="3"/>
                    </a:lnTo>
                    <a:lnTo>
                      <a:pt x="6" y="2"/>
                    </a:lnTo>
                    <a:lnTo>
                      <a:pt x="4" y="0"/>
                    </a:lnTo>
                    <a:lnTo>
                      <a:pt x="3" y="0"/>
                    </a:lnTo>
                    <a:lnTo>
                      <a:pt x="1" y="2"/>
                    </a:lnTo>
                    <a:lnTo>
                      <a:pt x="0"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431" name="Freeform 267"/>
              <p:cNvSpPr>
                <a:spLocks/>
              </p:cNvSpPr>
              <p:nvPr/>
            </p:nvSpPr>
            <p:spPr bwMode="auto">
              <a:xfrm>
                <a:off x="3626" y="2202"/>
                <a:ext cx="8" cy="8"/>
              </a:xfrm>
              <a:custGeom>
                <a:avLst/>
                <a:gdLst>
                  <a:gd name="T0" fmla="*/ 1 w 8"/>
                  <a:gd name="T1" fmla="*/ 1 h 8"/>
                  <a:gd name="T2" fmla="*/ 0 w 8"/>
                  <a:gd name="T3" fmla="*/ 3 h 8"/>
                  <a:gd name="T4" fmla="*/ 0 w 8"/>
                  <a:gd name="T5" fmla="*/ 4 h 8"/>
                  <a:gd name="T6" fmla="*/ 1 w 8"/>
                  <a:gd name="T7" fmla="*/ 5 h 8"/>
                  <a:gd name="T8" fmla="*/ 2 w 8"/>
                  <a:gd name="T9" fmla="*/ 7 h 8"/>
                  <a:gd name="T10" fmla="*/ 4 w 8"/>
                  <a:gd name="T11" fmla="*/ 8 h 8"/>
                  <a:gd name="T12" fmla="*/ 5 w 8"/>
                  <a:gd name="T13" fmla="*/ 8 h 8"/>
                  <a:gd name="T14" fmla="*/ 7 w 8"/>
                  <a:gd name="T15" fmla="*/ 7 h 8"/>
                  <a:gd name="T16" fmla="*/ 8 w 8"/>
                  <a:gd name="T17" fmla="*/ 5 h 8"/>
                  <a:gd name="T18" fmla="*/ 8 w 8"/>
                  <a:gd name="T19" fmla="*/ 5 h 8"/>
                  <a:gd name="T20" fmla="*/ 8 w 8"/>
                  <a:gd name="T21" fmla="*/ 4 h 8"/>
                  <a:gd name="T22" fmla="*/ 8 w 8"/>
                  <a:gd name="T23" fmla="*/ 3 h 8"/>
                  <a:gd name="T24" fmla="*/ 8 w 8"/>
                  <a:gd name="T25" fmla="*/ 1 h 8"/>
                  <a:gd name="T26" fmla="*/ 7 w 8"/>
                  <a:gd name="T27" fmla="*/ 0 h 8"/>
                  <a:gd name="T28" fmla="*/ 5 w 8"/>
                  <a:gd name="T29" fmla="*/ 0 h 8"/>
                  <a:gd name="T30" fmla="*/ 4 w 8"/>
                  <a:gd name="T31" fmla="*/ 0 h 8"/>
                  <a:gd name="T32" fmla="*/ 2 w 8"/>
                  <a:gd name="T33" fmla="*/ 0 h 8"/>
                  <a:gd name="T34" fmla="*/ 1 w 8"/>
                  <a:gd name="T35" fmla="*/ 1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8"/>
                  <a:gd name="T56" fmla="*/ 8 w 8"/>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8">
                    <a:moveTo>
                      <a:pt x="1" y="1"/>
                    </a:moveTo>
                    <a:lnTo>
                      <a:pt x="0" y="3"/>
                    </a:lnTo>
                    <a:lnTo>
                      <a:pt x="0" y="4"/>
                    </a:lnTo>
                    <a:lnTo>
                      <a:pt x="1" y="5"/>
                    </a:lnTo>
                    <a:lnTo>
                      <a:pt x="2" y="7"/>
                    </a:lnTo>
                    <a:lnTo>
                      <a:pt x="4" y="8"/>
                    </a:lnTo>
                    <a:lnTo>
                      <a:pt x="5" y="8"/>
                    </a:lnTo>
                    <a:lnTo>
                      <a:pt x="7" y="7"/>
                    </a:lnTo>
                    <a:lnTo>
                      <a:pt x="8" y="5"/>
                    </a:lnTo>
                    <a:lnTo>
                      <a:pt x="8" y="4"/>
                    </a:lnTo>
                    <a:lnTo>
                      <a:pt x="8" y="3"/>
                    </a:lnTo>
                    <a:lnTo>
                      <a:pt x="8" y="1"/>
                    </a:lnTo>
                    <a:lnTo>
                      <a:pt x="7" y="0"/>
                    </a:lnTo>
                    <a:lnTo>
                      <a:pt x="5" y="0"/>
                    </a:lnTo>
                    <a:lnTo>
                      <a:pt x="4" y="0"/>
                    </a:lnTo>
                    <a:lnTo>
                      <a:pt x="2" y="0"/>
                    </a:lnTo>
                    <a:lnTo>
                      <a:pt x="1"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432" name="Freeform 268"/>
              <p:cNvSpPr>
                <a:spLocks/>
              </p:cNvSpPr>
              <p:nvPr/>
            </p:nvSpPr>
            <p:spPr bwMode="auto">
              <a:xfrm>
                <a:off x="3639" y="2189"/>
                <a:ext cx="8" cy="8"/>
              </a:xfrm>
              <a:custGeom>
                <a:avLst/>
                <a:gdLst>
                  <a:gd name="T0" fmla="*/ 1 w 8"/>
                  <a:gd name="T1" fmla="*/ 1 h 8"/>
                  <a:gd name="T2" fmla="*/ 0 w 8"/>
                  <a:gd name="T3" fmla="*/ 2 h 8"/>
                  <a:gd name="T4" fmla="*/ 0 w 8"/>
                  <a:gd name="T5" fmla="*/ 4 h 8"/>
                  <a:gd name="T6" fmla="*/ 0 w 8"/>
                  <a:gd name="T7" fmla="*/ 5 h 8"/>
                  <a:gd name="T8" fmla="*/ 0 w 8"/>
                  <a:gd name="T9" fmla="*/ 7 h 8"/>
                  <a:gd name="T10" fmla="*/ 1 w 8"/>
                  <a:gd name="T11" fmla="*/ 8 h 8"/>
                  <a:gd name="T12" fmla="*/ 2 w 8"/>
                  <a:gd name="T13" fmla="*/ 8 h 8"/>
                  <a:gd name="T14" fmla="*/ 4 w 8"/>
                  <a:gd name="T15" fmla="*/ 8 h 8"/>
                  <a:gd name="T16" fmla="*/ 5 w 8"/>
                  <a:gd name="T17" fmla="*/ 8 h 8"/>
                  <a:gd name="T18" fmla="*/ 5 w 8"/>
                  <a:gd name="T19" fmla="*/ 8 h 8"/>
                  <a:gd name="T20" fmla="*/ 7 w 8"/>
                  <a:gd name="T21" fmla="*/ 7 h 8"/>
                  <a:gd name="T22" fmla="*/ 8 w 8"/>
                  <a:gd name="T23" fmla="*/ 5 h 8"/>
                  <a:gd name="T24" fmla="*/ 8 w 8"/>
                  <a:gd name="T25" fmla="*/ 4 h 8"/>
                  <a:gd name="T26" fmla="*/ 7 w 8"/>
                  <a:gd name="T27" fmla="*/ 2 h 8"/>
                  <a:gd name="T28" fmla="*/ 5 w 8"/>
                  <a:gd name="T29" fmla="*/ 1 h 8"/>
                  <a:gd name="T30" fmla="*/ 4 w 8"/>
                  <a:gd name="T31" fmla="*/ 0 h 8"/>
                  <a:gd name="T32" fmla="*/ 2 w 8"/>
                  <a:gd name="T33" fmla="*/ 0 h 8"/>
                  <a:gd name="T34" fmla="*/ 1 w 8"/>
                  <a:gd name="T35" fmla="*/ 1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8"/>
                  <a:gd name="T56" fmla="*/ 8 w 8"/>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8">
                    <a:moveTo>
                      <a:pt x="1" y="1"/>
                    </a:moveTo>
                    <a:lnTo>
                      <a:pt x="0" y="2"/>
                    </a:lnTo>
                    <a:lnTo>
                      <a:pt x="0" y="4"/>
                    </a:lnTo>
                    <a:lnTo>
                      <a:pt x="0" y="5"/>
                    </a:lnTo>
                    <a:lnTo>
                      <a:pt x="0" y="7"/>
                    </a:lnTo>
                    <a:lnTo>
                      <a:pt x="1" y="8"/>
                    </a:lnTo>
                    <a:lnTo>
                      <a:pt x="2" y="8"/>
                    </a:lnTo>
                    <a:lnTo>
                      <a:pt x="4" y="8"/>
                    </a:lnTo>
                    <a:lnTo>
                      <a:pt x="5" y="8"/>
                    </a:lnTo>
                    <a:lnTo>
                      <a:pt x="7" y="7"/>
                    </a:lnTo>
                    <a:lnTo>
                      <a:pt x="8" y="5"/>
                    </a:lnTo>
                    <a:lnTo>
                      <a:pt x="8" y="4"/>
                    </a:lnTo>
                    <a:lnTo>
                      <a:pt x="7" y="2"/>
                    </a:lnTo>
                    <a:lnTo>
                      <a:pt x="5" y="1"/>
                    </a:lnTo>
                    <a:lnTo>
                      <a:pt x="4" y="0"/>
                    </a:lnTo>
                    <a:lnTo>
                      <a:pt x="2" y="0"/>
                    </a:lnTo>
                    <a:lnTo>
                      <a:pt x="1"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433" name="Freeform 269"/>
              <p:cNvSpPr>
                <a:spLocks/>
              </p:cNvSpPr>
              <p:nvPr/>
            </p:nvSpPr>
            <p:spPr bwMode="auto">
              <a:xfrm>
                <a:off x="3652" y="2177"/>
                <a:ext cx="8" cy="9"/>
              </a:xfrm>
              <a:custGeom>
                <a:avLst/>
                <a:gdLst>
                  <a:gd name="T0" fmla="*/ 1 w 8"/>
                  <a:gd name="T1" fmla="*/ 0 h 9"/>
                  <a:gd name="T2" fmla="*/ 0 w 8"/>
                  <a:gd name="T3" fmla="*/ 1 h 9"/>
                  <a:gd name="T4" fmla="*/ 0 w 8"/>
                  <a:gd name="T5" fmla="*/ 3 h 9"/>
                  <a:gd name="T6" fmla="*/ 0 w 8"/>
                  <a:gd name="T7" fmla="*/ 4 h 9"/>
                  <a:gd name="T8" fmla="*/ 0 w 8"/>
                  <a:gd name="T9" fmla="*/ 6 h 9"/>
                  <a:gd name="T10" fmla="*/ 1 w 8"/>
                  <a:gd name="T11" fmla="*/ 7 h 9"/>
                  <a:gd name="T12" fmla="*/ 3 w 8"/>
                  <a:gd name="T13" fmla="*/ 9 h 9"/>
                  <a:gd name="T14" fmla="*/ 4 w 8"/>
                  <a:gd name="T15" fmla="*/ 9 h 9"/>
                  <a:gd name="T16" fmla="*/ 5 w 8"/>
                  <a:gd name="T17" fmla="*/ 7 h 9"/>
                  <a:gd name="T18" fmla="*/ 5 w 8"/>
                  <a:gd name="T19" fmla="*/ 7 h 9"/>
                  <a:gd name="T20" fmla="*/ 7 w 8"/>
                  <a:gd name="T21" fmla="*/ 6 h 9"/>
                  <a:gd name="T22" fmla="*/ 8 w 8"/>
                  <a:gd name="T23" fmla="*/ 4 h 9"/>
                  <a:gd name="T24" fmla="*/ 8 w 8"/>
                  <a:gd name="T25" fmla="*/ 3 h 9"/>
                  <a:gd name="T26" fmla="*/ 7 w 8"/>
                  <a:gd name="T27" fmla="*/ 1 h 9"/>
                  <a:gd name="T28" fmla="*/ 5 w 8"/>
                  <a:gd name="T29" fmla="*/ 0 h 9"/>
                  <a:gd name="T30" fmla="*/ 4 w 8"/>
                  <a:gd name="T31" fmla="*/ 0 h 9"/>
                  <a:gd name="T32" fmla="*/ 3 w 8"/>
                  <a:gd name="T33" fmla="*/ 0 h 9"/>
                  <a:gd name="T34" fmla="*/ 1 w 8"/>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1" y="0"/>
                    </a:moveTo>
                    <a:lnTo>
                      <a:pt x="0" y="1"/>
                    </a:lnTo>
                    <a:lnTo>
                      <a:pt x="0" y="3"/>
                    </a:lnTo>
                    <a:lnTo>
                      <a:pt x="0" y="4"/>
                    </a:lnTo>
                    <a:lnTo>
                      <a:pt x="0" y="6"/>
                    </a:lnTo>
                    <a:lnTo>
                      <a:pt x="1" y="7"/>
                    </a:lnTo>
                    <a:lnTo>
                      <a:pt x="3" y="9"/>
                    </a:lnTo>
                    <a:lnTo>
                      <a:pt x="4" y="9"/>
                    </a:lnTo>
                    <a:lnTo>
                      <a:pt x="5" y="7"/>
                    </a:lnTo>
                    <a:lnTo>
                      <a:pt x="7" y="6"/>
                    </a:lnTo>
                    <a:lnTo>
                      <a:pt x="8" y="4"/>
                    </a:lnTo>
                    <a:lnTo>
                      <a:pt x="8" y="3"/>
                    </a:lnTo>
                    <a:lnTo>
                      <a:pt x="7" y="1"/>
                    </a:lnTo>
                    <a:lnTo>
                      <a:pt x="5" y="0"/>
                    </a:lnTo>
                    <a:lnTo>
                      <a:pt x="4" y="0"/>
                    </a:lnTo>
                    <a:lnTo>
                      <a:pt x="3" y="0"/>
                    </a:lnTo>
                    <a:lnTo>
                      <a:pt x="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434" name="Freeform 270"/>
              <p:cNvSpPr>
                <a:spLocks/>
              </p:cNvSpPr>
              <p:nvPr/>
            </p:nvSpPr>
            <p:spPr bwMode="auto">
              <a:xfrm>
                <a:off x="3663" y="2165"/>
                <a:ext cx="9" cy="9"/>
              </a:xfrm>
              <a:custGeom>
                <a:avLst/>
                <a:gdLst>
                  <a:gd name="T0" fmla="*/ 3 w 9"/>
                  <a:gd name="T1" fmla="*/ 0 h 9"/>
                  <a:gd name="T2" fmla="*/ 2 w 9"/>
                  <a:gd name="T3" fmla="*/ 2 h 9"/>
                  <a:gd name="T4" fmla="*/ 0 w 9"/>
                  <a:gd name="T5" fmla="*/ 3 h 9"/>
                  <a:gd name="T6" fmla="*/ 0 w 9"/>
                  <a:gd name="T7" fmla="*/ 5 h 9"/>
                  <a:gd name="T8" fmla="*/ 2 w 9"/>
                  <a:gd name="T9" fmla="*/ 6 h 9"/>
                  <a:gd name="T10" fmla="*/ 3 w 9"/>
                  <a:gd name="T11" fmla="*/ 8 h 9"/>
                  <a:gd name="T12" fmla="*/ 5 w 9"/>
                  <a:gd name="T13" fmla="*/ 9 h 9"/>
                  <a:gd name="T14" fmla="*/ 6 w 9"/>
                  <a:gd name="T15" fmla="*/ 9 h 9"/>
                  <a:gd name="T16" fmla="*/ 8 w 9"/>
                  <a:gd name="T17" fmla="*/ 8 h 9"/>
                  <a:gd name="T18" fmla="*/ 8 w 9"/>
                  <a:gd name="T19" fmla="*/ 8 h 9"/>
                  <a:gd name="T20" fmla="*/ 9 w 9"/>
                  <a:gd name="T21" fmla="*/ 6 h 9"/>
                  <a:gd name="T22" fmla="*/ 9 w 9"/>
                  <a:gd name="T23" fmla="*/ 5 h 9"/>
                  <a:gd name="T24" fmla="*/ 9 w 9"/>
                  <a:gd name="T25" fmla="*/ 3 h 9"/>
                  <a:gd name="T26" fmla="*/ 9 w 9"/>
                  <a:gd name="T27" fmla="*/ 2 h 9"/>
                  <a:gd name="T28" fmla="*/ 8 w 9"/>
                  <a:gd name="T29" fmla="*/ 0 h 9"/>
                  <a:gd name="T30" fmla="*/ 6 w 9"/>
                  <a:gd name="T31" fmla="*/ 0 h 9"/>
                  <a:gd name="T32" fmla="*/ 5 w 9"/>
                  <a:gd name="T33" fmla="*/ 0 h 9"/>
                  <a:gd name="T34" fmla="*/ 3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3" y="0"/>
                    </a:moveTo>
                    <a:lnTo>
                      <a:pt x="2" y="2"/>
                    </a:lnTo>
                    <a:lnTo>
                      <a:pt x="0" y="3"/>
                    </a:lnTo>
                    <a:lnTo>
                      <a:pt x="0" y="5"/>
                    </a:lnTo>
                    <a:lnTo>
                      <a:pt x="2" y="6"/>
                    </a:lnTo>
                    <a:lnTo>
                      <a:pt x="3" y="8"/>
                    </a:lnTo>
                    <a:lnTo>
                      <a:pt x="5" y="9"/>
                    </a:lnTo>
                    <a:lnTo>
                      <a:pt x="6" y="9"/>
                    </a:lnTo>
                    <a:lnTo>
                      <a:pt x="8" y="8"/>
                    </a:lnTo>
                    <a:lnTo>
                      <a:pt x="9" y="6"/>
                    </a:lnTo>
                    <a:lnTo>
                      <a:pt x="9" y="5"/>
                    </a:lnTo>
                    <a:lnTo>
                      <a:pt x="9" y="3"/>
                    </a:lnTo>
                    <a:lnTo>
                      <a:pt x="9" y="2"/>
                    </a:lnTo>
                    <a:lnTo>
                      <a:pt x="8" y="0"/>
                    </a:lnTo>
                    <a:lnTo>
                      <a:pt x="6" y="0"/>
                    </a:lnTo>
                    <a:lnTo>
                      <a:pt x="5"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435" name="Freeform 271"/>
              <p:cNvSpPr>
                <a:spLocks/>
              </p:cNvSpPr>
              <p:nvPr/>
            </p:nvSpPr>
            <p:spPr bwMode="auto">
              <a:xfrm>
                <a:off x="3676" y="2154"/>
                <a:ext cx="9" cy="8"/>
              </a:xfrm>
              <a:custGeom>
                <a:avLst/>
                <a:gdLst>
                  <a:gd name="T0" fmla="*/ 3 w 9"/>
                  <a:gd name="T1" fmla="*/ 0 h 8"/>
                  <a:gd name="T2" fmla="*/ 2 w 9"/>
                  <a:gd name="T3" fmla="*/ 1 h 8"/>
                  <a:gd name="T4" fmla="*/ 0 w 9"/>
                  <a:gd name="T5" fmla="*/ 3 h 8"/>
                  <a:gd name="T6" fmla="*/ 0 w 9"/>
                  <a:gd name="T7" fmla="*/ 4 h 8"/>
                  <a:gd name="T8" fmla="*/ 2 w 9"/>
                  <a:gd name="T9" fmla="*/ 6 h 8"/>
                  <a:gd name="T10" fmla="*/ 3 w 9"/>
                  <a:gd name="T11" fmla="*/ 7 h 8"/>
                  <a:gd name="T12" fmla="*/ 5 w 9"/>
                  <a:gd name="T13" fmla="*/ 8 h 8"/>
                  <a:gd name="T14" fmla="*/ 6 w 9"/>
                  <a:gd name="T15" fmla="*/ 8 h 8"/>
                  <a:gd name="T16" fmla="*/ 8 w 9"/>
                  <a:gd name="T17" fmla="*/ 7 h 8"/>
                  <a:gd name="T18" fmla="*/ 8 w 9"/>
                  <a:gd name="T19" fmla="*/ 7 h 8"/>
                  <a:gd name="T20" fmla="*/ 9 w 9"/>
                  <a:gd name="T21" fmla="*/ 6 h 8"/>
                  <a:gd name="T22" fmla="*/ 9 w 9"/>
                  <a:gd name="T23" fmla="*/ 4 h 8"/>
                  <a:gd name="T24" fmla="*/ 9 w 9"/>
                  <a:gd name="T25" fmla="*/ 3 h 8"/>
                  <a:gd name="T26" fmla="*/ 9 w 9"/>
                  <a:gd name="T27" fmla="*/ 1 h 8"/>
                  <a:gd name="T28" fmla="*/ 8 w 9"/>
                  <a:gd name="T29" fmla="*/ 0 h 8"/>
                  <a:gd name="T30" fmla="*/ 6 w 9"/>
                  <a:gd name="T31" fmla="*/ 0 h 8"/>
                  <a:gd name="T32" fmla="*/ 5 w 9"/>
                  <a:gd name="T33" fmla="*/ 0 h 8"/>
                  <a:gd name="T34" fmla="*/ 3 w 9"/>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3" y="0"/>
                    </a:moveTo>
                    <a:lnTo>
                      <a:pt x="2" y="1"/>
                    </a:lnTo>
                    <a:lnTo>
                      <a:pt x="0" y="3"/>
                    </a:lnTo>
                    <a:lnTo>
                      <a:pt x="0" y="4"/>
                    </a:lnTo>
                    <a:lnTo>
                      <a:pt x="2" y="6"/>
                    </a:lnTo>
                    <a:lnTo>
                      <a:pt x="3" y="7"/>
                    </a:lnTo>
                    <a:lnTo>
                      <a:pt x="5" y="8"/>
                    </a:lnTo>
                    <a:lnTo>
                      <a:pt x="6" y="8"/>
                    </a:lnTo>
                    <a:lnTo>
                      <a:pt x="8" y="7"/>
                    </a:lnTo>
                    <a:lnTo>
                      <a:pt x="9" y="6"/>
                    </a:lnTo>
                    <a:lnTo>
                      <a:pt x="9" y="4"/>
                    </a:lnTo>
                    <a:lnTo>
                      <a:pt x="9" y="3"/>
                    </a:lnTo>
                    <a:lnTo>
                      <a:pt x="9" y="1"/>
                    </a:lnTo>
                    <a:lnTo>
                      <a:pt x="8" y="0"/>
                    </a:lnTo>
                    <a:lnTo>
                      <a:pt x="6" y="0"/>
                    </a:lnTo>
                    <a:lnTo>
                      <a:pt x="5"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436" name="Freeform 272"/>
              <p:cNvSpPr>
                <a:spLocks/>
              </p:cNvSpPr>
              <p:nvPr/>
            </p:nvSpPr>
            <p:spPr bwMode="auto">
              <a:xfrm>
                <a:off x="3691" y="2142"/>
                <a:ext cx="9" cy="9"/>
              </a:xfrm>
              <a:custGeom>
                <a:avLst/>
                <a:gdLst>
                  <a:gd name="T0" fmla="*/ 1 w 9"/>
                  <a:gd name="T1" fmla="*/ 0 h 9"/>
                  <a:gd name="T2" fmla="*/ 0 w 9"/>
                  <a:gd name="T3" fmla="*/ 2 h 9"/>
                  <a:gd name="T4" fmla="*/ 0 w 9"/>
                  <a:gd name="T5" fmla="*/ 3 h 9"/>
                  <a:gd name="T6" fmla="*/ 0 w 9"/>
                  <a:gd name="T7" fmla="*/ 4 h 9"/>
                  <a:gd name="T8" fmla="*/ 0 w 9"/>
                  <a:gd name="T9" fmla="*/ 6 h 9"/>
                  <a:gd name="T10" fmla="*/ 1 w 9"/>
                  <a:gd name="T11" fmla="*/ 7 h 9"/>
                  <a:gd name="T12" fmla="*/ 3 w 9"/>
                  <a:gd name="T13" fmla="*/ 9 h 9"/>
                  <a:gd name="T14" fmla="*/ 4 w 9"/>
                  <a:gd name="T15" fmla="*/ 9 h 9"/>
                  <a:gd name="T16" fmla="*/ 6 w 9"/>
                  <a:gd name="T17" fmla="*/ 7 h 9"/>
                  <a:gd name="T18" fmla="*/ 6 w 9"/>
                  <a:gd name="T19" fmla="*/ 7 h 9"/>
                  <a:gd name="T20" fmla="*/ 7 w 9"/>
                  <a:gd name="T21" fmla="*/ 6 h 9"/>
                  <a:gd name="T22" fmla="*/ 9 w 9"/>
                  <a:gd name="T23" fmla="*/ 4 h 9"/>
                  <a:gd name="T24" fmla="*/ 9 w 9"/>
                  <a:gd name="T25" fmla="*/ 3 h 9"/>
                  <a:gd name="T26" fmla="*/ 7 w 9"/>
                  <a:gd name="T27" fmla="*/ 2 h 9"/>
                  <a:gd name="T28" fmla="*/ 6 w 9"/>
                  <a:gd name="T29" fmla="*/ 0 h 9"/>
                  <a:gd name="T30" fmla="*/ 4 w 9"/>
                  <a:gd name="T31" fmla="*/ 0 h 9"/>
                  <a:gd name="T32" fmla="*/ 3 w 9"/>
                  <a:gd name="T33" fmla="*/ 0 h 9"/>
                  <a:gd name="T34" fmla="*/ 1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1" y="0"/>
                    </a:moveTo>
                    <a:lnTo>
                      <a:pt x="0" y="2"/>
                    </a:lnTo>
                    <a:lnTo>
                      <a:pt x="0" y="3"/>
                    </a:lnTo>
                    <a:lnTo>
                      <a:pt x="0" y="4"/>
                    </a:lnTo>
                    <a:lnTo>
                      <a:pt x="0" y="6"/>
                    </a:lnTo>
                    <a:lnTo>
                      <a:pt x="1" y="7"/>
                    </a:lnTo>
                    <a:lnTo>
                      <a:pt x="3" y="9"/>
                    </a:lnTo>
                    <a:lnTo>
                      <a:pt x="4" y="9"/>
                    </a:lnTo>
                    <a:lnTo>
                      <a:pt x="6" y="7"/>
                    </a:lnTo>
                    <a:lnTo>
                      <a:pt x="7" y="6"/>
                    </a:lnTo>
                    <a:lnTo>
                      <a:pt x="9" y="4"/>
                    </a:lnTo>
                    <a:lnTo>
                      <a:pt x="9" y="3"/>
                    </a:lnTo>
                    <a:lnTo>
                      <a:pt x="7" y="2"/>
                    </a:lnTo>
                    <a:lnTo>
                      <a:pt x="6" y="0"/>
                    </a:lnTo>
                    <a:lnTo>
                      <a:pt x="4" y="0"/>
                    </a:lnTo>
                    <a:lnTo>
                      <a:pt x="3" y="0"/>
                    </a:lnTo>
                    <a:lnTo>
                      <a:pt x="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437" name="Freeform 273"/>
              <p:cNvSpPr>
                <a:spLocks/>
              </p:cNvSpPr>
              <p:nvPr/>
            </p:nvSpPr>
            <p:spPr bwMode="auto">
              <a:xfrm>
                <a:off x="3704" y="2132"/>
                <a:ext cx="9" cy="9"/>
              </a:xfrm>
              <a:custGeom>
                <a:avLst/>
                <a:gdLst>
                  <a:gd name="T0" fmla="*/ 3 w 9"/>
                  <a:gd name="T1" fmla="*/ 0 h 9"/>
                  <a:gd name="T2" fmla="*/ 1 w 9"/>
                  <a:gd name="T3" fmla="*/ 1 h 9"/>
                  <a:gd name="T4" fmla="*/ 0 w 9"/>
                  <a:gd name="T5" fmla="*/ 3 h 9"/>
                  <a:gd name="T6" fmla="*/ 0 w 9"/>
                  <a:gd name="T7" fmla="*/ 4 h 9"/>
                  <a:gd name="T8" fmla="*/ 1 w 9"/>
                  <a:gd name="T9" fmla="*/ 6 h 9"/>
                  <a:gd name="T10" fmla="*/ 3 w 9"/>
                  <a:gd name="T11" fmla="*/ 7 h 9"/>
                  <a:gd name="T12" fmla="*/ 4 w 9"/>
                  <a:gd name="T13" fmla="*/ 9 h 9"/>
                  <a:gd name="T14" fmla="*/ 6 w 9"/>
                  <a:gd name="T15" fmla="*/ 9 h 9"/>
                  <a:gd name="T16" fmla="*/ 7 w 9"/>
                  <a:gd name="T17" fmla="*/ 7 h 9"/>
                  <a:gd name="T18" fmla="*/ 7 w 9"/>
                  <a:gd name="T19" fmla="*/ 7 h 9"/>
                  <a:gd name="T20" fmla="*/ 9 w 9"/>
                  <a:gd name="T21" fmla="*/ 6 h 9"/>
                  <a:gd name="T22" fmla="*/ 9 w 9"/>
                  <a:gd name="T23" fmla="*/ 4 h 9"/>
                  <a:gd name="T24" fmla="*/ 9 w 9"/>
                  <a:gd name="T25" fmla="*/ 3 h 9"/>
                  <a:gd name="T26" fmla="*/ 9 w 9"/>
                  <a:gd name="T27" fmla="*/ 1 h 9"/>
                  <a:gd name="T28" fmla="*/ 7 w 9"/>
                  <a:gd name="T29" fmla="*/ 0 h 9"/>
                  <a:gd name="T30" fmla="*/ 6 w 9"/>
                  <a:gd name="T31" fmla="*/ 0 h 9"/>
                  <a:gd name="T32" fmla="*/ 4 w 9"/>
                  <a:gd name="T33" fmla="*/ 0 h 9"/>
                  <a:gd name="T34" fmla="*/ 3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3" y="0"/>
                    </a:moveTo>
                    <a:lnTo>
                      <a:pt x="1" y="1"/>
                    </a:lnTo>
                    <a:lnTo>
                      <a:pt x="0" y="3"/>
                    </a:lnTo>
                    <a:lnTo>
                      <a:pt x="0" y="4"/>
                    </a:lnTo>
                    <a:lnTo>
                      <a:pt x="1" y="6"/>
                    </a:lnTo>
                    <a:lnTo>
                      <a:pt x="3" y="7"/>
                    </a:lnTo>
                    <a:lnTo>
                      <a:pt x="4" y="9"/>
                    </a:lnTo>
                    <a:lnTo>
                      <a:pt x="6" y="9"/>
                    </a:lnTo>
                    <a:lnTo>
                      <a:pt x="7" y="7"/>
                    </a:lnTo>
                    <a:lnTo>
                      <a:pt x="9" y="6"/>
                    </a:lnTo>
                    <a:lnTo>
                      <a:pt x="9" y="4"/>
                    </a:lnTo>
                    <a:lnTo>
                      <a:pt x="9" y="3"/>
                    </a:lnTo>
                    <a:lnTo>
                      <a:pt x="9" y="1"/>
                    </a:lnTo>
                    <a:lnTo>
                      <a:pt x="7" y="0"/>
                    </a:lnTo>
                    <a:lnTo>
                      <a:pt x="6" y="0"/>
                    </a:lnTo>
                    <a:lnTo>
                      <a:pt x="4"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438" name="Freeform 274"/>
              <p:cNvSpPr>
                <a:spLocks/>
              </p:cNvSpPr>
              <p:nvPr/>
            </p:nvSpPr>
            <p:spPr bwMode="auto">
              <a:xfrm>
                <a:off x="3718" y="2122"/>
                <a:ext cx="9" cy="8"/>
              </a:xfrm>
              <a:custGeom>
                <a:avLst/>
                <a:gdLst>
                  <a:gd name="T0" fmla="*/ 3 w 9"/>
                  <a:gd name="T1" fmla="*/ 1 h 8"/>
                  <a:gd name="T2" fmla="*/ 2 w 9"/>
                  <a:gd name="T3" fmla="*/ 3 h 8"/>
                  <a:gd name="T4" fmla="*/ 0 w 9"/>
                  <a:gd name="T5" fmla="*/ 4 h 8"/>
                  <a:gd name="T6" fmla="*/ 0 w 9"/>
                  <a:gd name="T7" fmla="*/ 6 h 8"/>
                  <a:gd name="T8" fmla="*/ 2 w 9"/>
                  <a:gd name="T9" fmla="*/ 7 h 8"/>
                  <a:gd name="T10" fmla="*/ 3 w 9"/>
                  <a:gd name="T11" fmla="*/ 8 h 8"/>
                  <a:gd name="T12" fmla="*/ 5 w 9"/>
                  <a:gd name="T13" fmla="*/ 8 h 8"/>
                  <a:gd name="T14" fmla="*/ 6 w 9"/>
                  <a:gd name="T15" fmla="*/ 8 h 8"/>
                  <a:gd name="T16" fmla="*/ 8 w 9"/>
                  <a:gd name="T17" fmla="*/ 8 h 8"/>
                  <a:gd name="T18" fmla="*/ 8 w 9"/>
                  <a:gd name="T19" fmla="*/ 8 h 8"/>
                  <a:gd name="T20" fmla="*/ 9 w 9"/>
                  <a:gd name="T21" fmla="*/ 7 h 8"/>
                  <a:gd name="T22" fmla="*/ 9 w 9"/>
                  <a:gd name="T23" fmla="*/ 6 h 8"/>
                  <a:gd name="T24" fmla="*/ 9 w 9"/>
                  <a:gd name="T25" fmla="*/ 4 h 8"/>
                  <a:gd name="T26" fmla="*/ 9 w 9"/>
                  <a:gd name="T27" fmla="*/ 3 h 8"/>
                  <a:gd name="T28" fmla="*/ 8 w 9"/>
                  <a:gd name="T29" fmla="*/ 1 h 8"/>
                  <a:gd name="T30" fmla="*/ 6 w 9"/>
                  <a:gd name="T31" fmla="*/ 0 h 8"/>
                  <a:gd name="T32" fmla="*/ 5 w 9"/>
                  <a:gd name="T33" fmla="*/ 0 h 8"/>
                  <a:gd name="T34" fmla="*/ 3 w 9"/>
                  <a:gd name="T35" fmla="*/ 1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3" y="1"/>
                    </a:moveTo>
                    <a:lnTo>
                      <a:pt x="2" y="3"/>
                    </a:lnTo>
                    <a:lnTo>
                      <a:pt x="0" y="4"/>
                    </a:lnTo>
                    <a:lnTo>
                      <a:pt x="0" y="6"/>
                    </a:lnTo>
                    <a:lnTo>
                      <a:pt x="2" y="7"/>
                    </a:lnTo>
                    <a:lnTo>
                      <a:pt x="3" y="8"/>
                    </a:lnTo>
                    <a:lnTo>
                      <a:pt x="5" y="8"/>
                    </a:lnTo>
                    <a:lnTo>
                      <a:pt x="6" y="8"/>
                    </a:lnTo>
                    <a:lnTo>
                      <a:pt x="8" y="8"/>
                    </a:lnTo>
                    <a:lnTo>
                      <a:pt x="9" y="7"/>
                    </a:lnTo>
                    <a:lnTo>
                      <a:pt x="9" y="6"/>
                    </a:lnTo>
                    <a:lnTo>
                      <a:pt x="9" y="4"/>
                    </a:lnTo>
                    <a:lnTo>
                      <a:pt x="9" y="3"/>
                    </a:lnTo>
                    <a:lnTo>
                      <a:pt x="8" y="1"/>
                    </a:lnTo>
                    <a:lnTo>
                      <a:pt x="6" y="0"/>
                    </a:lnTo>
                    <a:lnTo>
                      <a:pt x="5" y="0"/>
                    </a:lnTo>
                    <a:lnTo>
                      <a:pt x="3"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439" name="Freeform 275"/>
              <p:cNvSpPr>
                <a:spLocks/>
              </p:cNvSpPr>
              <p:nvPr/>
            </p:nvSpPr>
            <p:spPr bwMode="auto">
              <a:xfrm>
                <a:off x="3733" y="2113"/>
                <a:ext cx="10" cy="9"/>
              </a:xfrm>
              <a:custGeom>
                <a:avLst/>
                <a:gdLst>
                  <a:gd name="T0" fmla="*/ 3 w 10"/>
                  <a:gd name="T1" fmla="*/ 1 h 9"/>
                  <a:gd name="T2" fmla="*/ 1 w 10"/>
                  <a:gd name="T3" fmla="*/ 3 h 9"/>
                  <a:gd name="T4" fmla="*/ 0 w 10"/>
                  <a:gd name="T5" fmla="*/ 4 h 9"/>
                  <a:gd name="T6" fmla="*/ 0 w 10"/>
                  <a:gd name="T7" fmla="*/ 6 h 9"/>
                  <a:gd name="T8" fmla="*/ 1 w 10"/>
                  <a:gd name="T9" fmla="*/ 7 h 9"/>
                  <a:gd name="T10" fmla="*/ 3 w 10"/>
                  <a:gd name="T11" fmla="*/ 9 h 9"/>
                  <a:gd name="T12" fmla="*/ 4 w 10"/>
                  <a:gd name="T13" fmla="*/ 9 h 9"/>
                  <a:gd name="T14" fmla="*/ 6 w 10"/>
                  <a:gd name="T15" fmla="*/ 9 h 9"/>
                  <a:gd name="T16" fmla="*/ 7 w 10"/>
                  <a:gd name="T17" fmla="*/ 9 h 9"/>
                  <a:gd name="T18" fmla="*/ 7 w 10"/>
                  <a:gd name="T19" fmla="*/ 9 h 9"/>
                  <a:gd name="T20" fmla="*/ 9 w 10"/>
                  <a:gd name="T21" fmla="*/ 7 h 9"/>
                  <a:gd name="T22" fmla="*/ 10 w 10"/>
                  <a:gd name="T23" fmla="*/ 6 h 9"/>
                  <a:gd name="T24" fmla="*/ 10 w 10"/>
                  <a:gd name="T25" fmla="*/ 4 h 9"/>
                  <a:gd name="T26" fmla="*/ 9 w 10"/>
                  <a:gd name="T27" fmla="*/ 3 h 9"/>
                  <a:gd name="T28" fmla="*/ 7 w 10"/>
                  <a:gd name="T29" fmla="*/ 1 h 9"/>
                  <a:gd name="T30" fmla="*/ 6 w 10"/>
                  <a:gd name="T31" fmla="*/ 0 h 9"/>
                  <a:gd name="T32" fmla="*/ 4 w 10"/>
                  <a:gd name="T33" fmla="*/ 0 h 9"/>
                  <a:gd name="T34" fmla="*/ 3 w 10"/>
                  <a:gd name="T35" fmla="*/ 1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
                  <a:gd name="T55" fmla="*/ 0 h 9"/>
                  <a:gd name="T56" fmla="*/ 10 w 10"/>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 h="9">
                    <a:moveTo>
                      <a:pt x="3" y="1"/>
                    </a:moveTo>
                    <a:lnTo>
                      <a:pt x="1" y="3"/>
                    </a:lnTo>
                    <a:lnTo>
                      <a:pt x="0" y="4"/>
                    </a:lnTo>
                    <a:lnTo>
                      <a:pt x="0" y="6"/>
                    </a:lnTo>
                    <a:lnTo>
                      <a:pt x="1" y="7"/>
                    </a:lnTo>
                    <a:lnTo>
                      <a:pt x="3" y="9"/>
                    </a:lnTo>
                    <a:lnTo>
                      <a:pt x="4" y="9"/>
                    </a:lnTo>
                    <a:lnTo>
                      <a:pt x="6" y="9"/>
                    </a:lnTo>
                    <a:lnTo>
                      <a:pt x="7" y="9"/>
                    </a:lnTo>
                    <a:lnTo>
                      <a:pt x="9" y="7"/>
                    </a:lnTo>
                    <a:lnTo>
                      <a:pt x="10" y="6"/>
                    </a:lnTo>
                    <a:lnTo>
                      <a:pt x="10" y="4"/>
                    </a:lnTo>
                    <a:lnTo>
                      <a:pt x="9" y="3"/>
                    </a:lnTo>
                    <a:lnTo>
                      <a:pt x="7" y="1"/>
                    </a:lnTo>
                    <a:lnTo>
                      <a:pt x="6" y="0"/>
                    </a:lnTo>
                    <a:lnTo>
                      <a:pt x="4" y="0"/>
                    </a:lnTo>
                    <a:lnTo>
                      <a:pt x="3"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440" name="Freeform 276"/>
              <p:cNvSpPr>
                <a:spLocks/>
              </p:cNvSpPr>
              <p:nvPr/>
            </p:nvSpPr>
            <p:spPr bwMode="auto">
              <a:xfrm>
                <a:off x="3750" y="2106"/>
                <a:ext cx="9" cy="8"/>
              </a:xfrm>
              <a:custGeom>
                <a:avLst/>
                <a:gdLst>
                  <a:gd name="T0" fmla="*/ 3 w 9"/>
                  <a:gd name="T1" fmla="*/ 0 h 8"/>
                  <a:gd name="T2" fmla="*/ 2 w 9"/>
                  <a:gd name="T3" fmla="*/ 1 h 8"/>
                  <a:gd name="T4" fmla="*/ 0 w 9"/>
                  <a:gd name="T5" fmla="*/ 3 h 8"/>
                  <a:gd name="T6" fmla="*/ 0 w 9"/>
                  <a:gd name="T7" fmla="*/ 4 h 8"/>
                  <a:gd name="T8" fmla="*/ 0 w 9"/>
                  <a:gd name="T9" fmla="*/ 6 h 8"/>
                  <a:gd name="T10" fmla="*/ 0 w 9"/>
                  <a:gd name="T11" fmla="*/ 7 h 8"/>
                  <a:gd name="T12" fmla="*/ 2 w 9"/>
                  <a:gd name="T13" fmla="*/ 8 h 8"/>
                  <a:gd name="T14" fmla="*/ 3 w 9"/>
                  <a:gd name="T15" fmla="*/ 8 h 8"/>
                  <a:gd name="T16" fmla="*/ 5 w 9"/>
                  <a:gd name="T17" fmla="*/ 8 h 8"/>
                  <a:gd name="T18" fmla="*/ 5 w 9"/>
                  <a:gd name="T19" fmla="*/ 8 h 8"/>
                  <a:gd name="T20" fmla="*/ 6 w 9"/>
                  <a:gd name="T21" fmla="*/ 8 h 8"/>
                  <a:gd name="T22" fmla="*/ 8 w 9"/>
                  <a:gd name="T23" fmla="*/ 7 h 8"/>
                  <a:gd name="T24" fmla="*/ 9 w 9"/>
                  <a:gd name="T25" fmla="*/ 6 h 8"/>
                  <a:gd name="T26" fmla="*/ 9 w 9"/>
                  <a:gd name="T27" fmla="*/ 4 h 8"/>
                  <a:gd name="T28" fmla="*/ 8 w 9"/>
                  <a:gd name="T29" fmla="*/ 3 h 8"/>
                  <a:gd name="T30" fmla="*/ 6 w 9"/>
                  <a:gd name="T31" fmla="*/ 1 h 8"/>
                  <a:gd name="T32" fmla="*/ 5 w 9"/>
                  <a:gd name="T33" fmla="*/ 0 h 8"/>
                  <a:gd name="T34" fmla="*/ 3 w 9"/>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3" y="0"/>
                    </a:moveTo>
                    <a:lnTo>
                      <a:pt x="2" y="1"/>
                    </a:lnTo>
                    <a:lnTo>
                      <a:pt x="0" y="3"/>
                    </a:lnTo>
                    <a:lnTo>
                      <a:pt x="0" y="4"/>
                    </a:lnTo>
                    <a:lnTo>
                      <a:pt x="0" y="6"/>
                    </a:lnTo>
                    <a:lnTo>
                      <a:pt x="0" y="7"/>
                    </a:lnTo>
                    <a:lnTo>
                      <a:pt x="2" y="8"/>
                    </a:lnTo>
                    <a:lnTo>
                      <a:pt x="3" y="8"/>
                    </a:lnTo>
                    <a:lnTo>
                      <a:pt x="5" y="8"/>
                    </a:lnTo>
                    <a:lnTo>
                      <a:pt x="6" y="8"/>
                    </a:lnTo>
                    <a:lnTo>
                      <a:pt x="8" y="7"/>
                    </a:lnTo>
                    <a:lnTo>
                      <a:pt x="9" y="6"/>
                    </a:lnTo>
                    <a:lnTo>
                      <a:pt x="9" y="4"/>
                    </a:lnTo>
                    <a:lnTo>
                      <a:pt x="8" y="3"/>
                    </a:lnTo>
                    <a:lnTo>
                      <a:pt x="6" y="1"/>
                    </a:lnTo>
                    <a:lnTo>
                      <a:pt x="5"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441" name="Freeform 277"/>
              <p:cNvSpPr>
                <a:spLocks/>
              </p:cNvSpPr>
              <p:nvPr/>
            </p:nvSpPr>
            <p:spPr bwMode="auto">
              <a:xfrm>
                <a:off x="3766" y="2103"/>
                <a:ext cx="9" cy="9"/>
              </a:xfrm>
              <a:custGeom>
                <a:avLst/>
                <a:gdLst>
                  <a:gd name="T0" fmla="*/ 6 w 9"/>
                  <a:gd name="T1" fmla="*/ 0 h 9"/>
                  <a:gd name="T2" fmla="*/ 5 w 9"/>
                  <a:gd name="T3" fmla="*/ 0 h 9"/>
                  <a:gd name="T4" fmla="*/ 3 w 9"/>
                  <a:gd name="T5" fmla="*/ 0 h 9"/>
                  <a:gd name="T6" fmla="*/ 2 w 9"/>
                  <a:gd name="T7" fmla="*/ 1 h 9"/>
                  <a:gd name="T8" fmla="*/ 0 w 9"/>
                  <a:gd name="T9" fmla="*/ 3 h 9"/>
                  <a:gd name="T10" fmla="*/ 0 w 9"/>
                  <a:gd name="T11" fmla="*/ 4 h 9"/>
                  <a:gd name="T12" fmla="*/ 2 w 9"/>
                  <a:gd name="T13" fmla="*/ 6 h 9"/>
                  <a:gd name="T14" fmla="*/ 3 w 9"/>
                  <a:gd name="T15" fmla="*/ 7 h 9"/>
                  <a:gd name="T16" fmla="*/ 5 w 9"/>
                  <a:gd name="T17" fmla="*/ 9 h 9"/>
                  <a:gd name="T18" fmla="*/ 5 w 9"/>
                  <a:gd name="T19" fmla="*/ 9 h 9"/>
                  <a:gd name="T20" fmla="*/ 6 w 9"/>
                  <a:gd name="T21" fmla="*/ 9 h 9"/>
                  <a:gd name="T22" fmla="*/ 8 w 9"/>
                  <a:gd name="T23" fmla="*/ 7 h 9"/>
                  <a:gd name="T24" fmla="*/ 9 w 9"/>
                  <a:gd name="T25" fmla="*/ 6 h 9"/>
                  <a:gd name="T26" fmla="*/ 9 w 9"/>
                  <a:gd name="T27" fmla="*/ 4 h 9"/>
                  <a:gd name="T28" fmla="*/ 9 w 9"/>
                  <a:gd name="T29" fmla="*/ 3 h 9"/>
                  <a:gd name="T30" fmla="*/ 9 w 9"/>
                  <a:gd name="T31" fmla="*/ 1 h 9"/>
                  <a:gd name="T32" fmla="*/ 8 w 9"/>
                  <a:gd name="T33" fmla="*/ 0 h 9"/>
                  <a:gd name="T34" fmla="*/ 6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6" y="0"/>
                    </a:moveTo>
                    <a:lnTo>
                      <a:pt x="5" y="0"/>
                    </a:lnTo>
                    <a:lnTo>
                      <a:pt x="3" y="0"/>
                    </a:lnTo>
                    <a:lnTo>
                      <a:pt x="2" y="1"/>
                    </a:lnTo>
                    <a:lnTo>
                      <a:pt x="0" y="3"/>
                    </a:lnTo>
                    <a:lnTo>
                      <a:pt x="0" y="4"/>
                    </a:lnTo>
                    <a:lnTo>
                      <a:pt x="2" y="6"/>
                    </a:lnTo>
                    <a:lnTo>
                      <a:pt x="3" y="7"/>
                    </a:lnTo>
                    <a:lnTo>
                      <a:pt x="5" y="9"/>
                    </a:lnTo>
                    <a:lnTo>
                      <a:pt x="6" y="9"/>
                    </a:lnTo>
                    <a:lnTo>
                      <a:pt x="8" y="7"/>
                    </a:lnTo>
                    <a:lnTo>
                      <a:pt x="9" y="6"/>
                    </a:lnTo>
                    <a:lnTo>
                      <a:pt x="9" y="4"/>
                    </a:lnTo>
                    <a:lnTo>
                      <a:pt x="9" y="3"/>
                    </a:lnTo>
                    <a:lnTo>
                      <a:pt x="9" y="1"/>
                    </a:lnTo>
                    <a:lnTo>
                      <a:pt x="8" y="0"/>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442" name="Freeform 278"/>
              <p:cNvSpPr>
                <a:spLocks/>
              </p:cNvSpPr>
              <p:nvPr/>
            </p:nvSpPr>
            <p:spPr bwMode="auto">
              <a:xfrm>
                <a:off x="3784" y="2103"/>
                <a:ext cx="9" cy="9"/>
              </a:xfrm>
              <a:custGeom>
                <a:avLst/>
                <a:gdLst>
                  <a:gd name="T0" fmla="*/ 6 w 9"/>
                  <a:gd name="T1" fmla="*/ 0 h 9"/>
                  <a:gd name="T2" fmla="*/ 4 w 9"/>
                  <a:gd name="T3" fmla="*/ 0 h 9"/>
                  <a:gd name="T4" fmla="*/ 3 w 9"/>
                  <a:gd name="T5" fmla="*/ 0 h 9"/>
                  <a:gd name="T6" fmla="*/ 1 w 9"/>
                  <a:gd name="T7" fmla="*/ 1 h 9"/>
                  <a:gd name="T8" fmla="*/ 0 w 9"/>
                  <a:gd name="T9" fmla="*/ 3 h 9"/>
                  <a:gd name="T10" fmla="*/ 0 w 9"/>
                  <a:gd name="T11" fmla="*/ 4 h 9"/>
                  <a:gd name="T12" fmla="*/ 1 w 9"/>
                  <a:gd name="T13" fmla="*/ 6 h 9"/>
                  <a:gd name="T14" fmla="*/ 3 w 9"/>
                  <a:gd name="T15" fmla="*/ 7 h 9"/>
                  <a:gd name="T16" fmla="*/ 4 w 9"/>
                  <a:gd name="T17" fmla="*/ 9 h 9"/>
                  <a:gd name="T18" fmla="*/ 4 w 9"/>
                  <a:gd name="T19" fmla="*/ 9 h 9"/>
                  <a:gd name="T20" fmla="*/ 6 w 9"/>
                  <a:gd name="T21" fmla="*/ 9 h 9"/>
                  <a:gd name="T22" fmla="*/ 7 w 9"/>
                  <a:gd name="T23" fmla="*/ 7 h 9"/>
                  <a:gd name="T24" fmla="*/ 9 w 9"/>
                  <a:gd name="T25" fmla="*/ 6 h 9"/>
                  <a:gd name="T26" fmla="*/ 9 w 9"/>
                  <a:gd name="T27" fmla="*/ 4 h 9"/>
                  <a:gd name="T28" fmla="*/ 9 w 9"/>
                  <a:gd name="T29" fmla="*/ 3 h 9"/>
                  <a:gd name="T30" fmla="*/ 9 w 9"/>
                  <a:gd name="T31" fmla="*/ 1 h 9"/>
                  <a:gd name="T32" fmla="*/ 7 w 9"/>
                  <a:gd name="T33" fmla="*/ 0 h 9"/>
                  <a:gd name="T34" fmla="*/ 6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6" y="0"/>
                    </a:moveTo>
                    <a:lnTo>
                      <a:pt x="4" y="0"/>
                    </a:lnTo>
                    <a:lnTo>
                      <a:pt x="3" y="0"/>
                    </a:lnTo>
                    <a:lnTo>
                      <a:pt x="1" y="1"/>
                    </a:lnTo>
                    <a:lnTo>
                      <a:pt x="0" y="3"/>
                    </a:lnTo>
                    <a:lnTo>
                      <a:pt x="0" y="4"/>
                    </a:lnTo>
                    <a:lnTo>
                      <a:pt x="1" y="6"/>
                    </a:lnTo>
                    <a:lnTo>
                      <a:pt x="3" y="7"/>
                    </a:lnTo>
                    <a:lnTo>
                      <a:pt x="4" y="9"/>
                    </a:lnTo>
                    <a:lnTo>
                      <a:pt x="6" y="9"/>
                    </a:lnTo>
                    <a:lnTo>
                      <a:pt x="7" y="7"/>
                    </a:lnTo>
                    <a:lnTo>
                      <a:pt x="9" y="6"/>
                    </a:lnTo>
                    <a:lnTo>
                      <a:pt x="9" y="4"/>
                    </a:lnTo>
                    <a:lnTo>
                      <a:pt x="9" y="3"/>
                    </a:lnTo>
                    <a:lnTo>
                      <a:pt x="9" y="1"/>
                    </a:lnTo>
                    <a:lnTo>
                      <a:pt x="7" y="0"/>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443" name="Freeform 279"/>
              <p:cNvSpPr>
                <a:spLocks/>
              </p:cNvSpPr>
              <p:nvPr/>
            </p:nvSpPr>
            <p:spPr bwMode="auto">
              <a:xfrm>
                <a:off x="3801" y="2106"/>
                <a:ext cx="9" cy="8"/>
              </a:xfrm>
              <a:custGeom>
                <a:avLst/>
                <a:gdLst>
                  <a:gd name="T0" fmla="*/ 5 w 9"/>
                  <a:gd name="T1" fmla="*/ 0 h 8"/>
                  <a:gd name="T2" fmla="*/ 3 w 9"/>
                  <a:gd name="T3" fmla="*/ 0 h 8"/>
                  <a:gd name="T4" fmla="*/ 2 w 9"/>
                  <a:gd name="T5" fmla="*/ 1 h 8"/>
                  <a:gd name="T6" fmla="*/ 0 w 9"/>
                  <a:gd name="T7" fmla="*/ 3 h 8"/>
                  <a:gd name="T8" fmla="*/ 0 w 9"/>
                  <a:gd name="T9" fmla="*/ 4 h 8"/>
                  <a:gd name="T10" fmla="*/ 0 w 9"/>
                  <a:gd name="T11" fmla="*/ 6 h 8"/>
                  <a:gd name="T12" fmla="*/ 0 w 9"/>
                  <a:gd name="T13" fmla="*/ 7 h 8"/>
                  <a:gd name="T14" fmla="*/ 2 w 9"/>
                  <a:gd name="T15" fmla="*/ 8 h 8"/>
                  <a:gd name="T16" fmla="*/ 3 w 9"/>
                  <a:gd name="T17" fmla="*/ 8 h 8"/>
                  <a:gd name="T18" fmla="*/ 3 w 9"/>
                  <a:gd name="T19" fmla="*/ 8 h 8"/>
                  <a:gd name="T20" fmla="*/ 5 w 9"/>
                  <a:gd name="T21" fmla="*/ 8 h 8"/>
                  <a:gd name="T22" fmla="*/ 6 w 9"/>
                  <a:gd name="T23" fmla="*/ 8 h 8"/>
                  <a:gd name="T24" fmla="*/ 7 w 9"/>
                  <a:gd name="T25" fmla="*/ 7 h 8"/>
                  <a:gd name="T26" fmla="*/ 9 w 9"/>
                  <a:gd name="T27" fmla="*/ 6 h 8"/>
                  <a:gd name="T28" fmla="*/ 9 w 9"/>
                  <a:gd name="T29" fmla="*/ 4 h 8"/>
                  <a:gd name="T30" fmla="*/ 7 w 9"/>
                  <a:gd name="T31" fmla="*/ 3 h 8"/>
                  <a:gd name="T32" fmla="*/ 6 w 9"/>
                  <a:gd name="T33" fmla="*/ 1 h 8"/>
                  <a:gd name="T34" fmla="*/ 5 w 9"/>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5" y="0"/>
                    </a:moveTo>
                    <a:lnTo>
                      <a:pt x="3" y="0"/>
                    </a:lnTo>
                    <a:lnTo>
                      <a:pt x="2" y="1"/>
                    </a:lnTo>
                    <a:lnTo>
                      <a:pt x="0" y="3"/>
                    </a:lnTo>
                    <a:lnTo>
                      <a:pt x="0" y="4"/>
                    </a:lnTo>
                    <a:lnTo>
                      <a:pt x="0" y="6"/>
                    </a:lnTo>
                    <a:lnTo>
                      <a:pt x="0" y="7"/>
                    </a:lnTo>
                    <a:lnTo>
                      <a:pt x="2" y="8"/>
                    </a:lnTo>
                    <a:lnTo>
                      <a:pt x="3" y="8"/>
                    </a:lnTo>
                    <a:lnTo>
                      <a:pt x="5" y="8"/>
                    </a:lnTo>
                    <a:lnTo>
                      <a:pt x="6" y="8"/>
                    </a:lnTo>
                    <a:lnTo>
                      <a:pt x="7" y="7"/>
                    </a:lnTo>
                    <a:lnTo>
                      <a:pt x="9" y="6"/>
                    </a:lnTo>
                    <a:lnTo>
                      <a:pt x="9" y="4"/>
                    </a:lnTo>
                    <a:lnTo>
                      <a:pt x="7" y="3"/>
                    </a:lnTo>
                    <a:lnTo>
                      <a:pt x="6"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444" name="Freeform 280"/>
              <p:cNvSpPr>
                <a:spLocks/>
              </p:cNvSpPr>
              <p:nvPr/>
            </p:nvSpPr>
            <p:spPr bwMode="auto">
              <a:xfrm>
                <a:off x="3817" y="2113"/>
                <a:ext cx="9" cy="9"/>
              </a:xfrm>
              <a:custGeom>
                <a:avLst/>
                <a:gdLst>
                  <a:gd name="T0" fmla="*/ 6 w 9"/>
                  <a:gd name="T1" fmla="*/ 0 h 9"/>
                  <a:gd name="T2" fmla="*/ 5 w 9"/>
                  <a:gd name="T3" fmla="*/ 0 h 9"/>
                  <a:gd name="T4" fmla="*/ 3 w 9"/>
                  <a:gd name="T5" fmla="*/ 0 h 9"/>
                  <a:gd name="T6" fmla="*/ 2 w 9"/>
                  <a:gd name="T7" fmla="*/ 0 h 9"/>
                  <a:gd name="T8" fmla="*/ 0 w 9"/>
                  <a:gd name="T9" fmla="*/ 1 h 9"/>
                  <a:gd name="T10" fmla="*/ 0 w 9"/>
                  <a:gd name="T11" fmla="*/ 3 h 9"/>
                  <a:gd name="T12" fmla="*/ 0 w 9"/>
                  <a:gd name="T13" fmla="*/ 4 h 9"/>
                  <a:gd name="T14" fmla="*/ 0 w 9"/>
                  <a:gd name="T15" fmla="*/ 6 h 9"/>
                  <a:gd name="T16" fmla="*/ 2 w 9"/>
                  <a:gd name="T17" fmla="*/ 7 h 9"/>
                  <a:gd name="T18" fmla="*/ 2 w 9"/>
                  <a:gd name="T19" fmla="*/ 7 h 9"/>
                  <a:gd name="T20" fmla="*/ 3 w 9"/>
                  <a:gd name="T21" fmla="*/ 9 h 9"/>
                  <a:gd name="T22" fmla="*/ 5 w 9"/>
                  <a:gd name="T23" fmla="*/ 9 h 9"/>
                  <a:gd name="T24" fmla="*/ 6 w 9"/>
                  <a:gd name="T25" fmla="*/ 7 h 9"/>
                  <a:gd name="T26" fmla="*/ 7 w 9"/>
                  <a:gd name="T27" fmla="*/ 6 h 9"/>
                  <a:gd name="T28" fmla="*/ 9 w 9"/>
                  <a:gd name="T29" fmla="*/ 4 h 9"/>
                  <a:gd name="T30" fmla="*/ 9 w 9"/>
                  <a:gd name="T31" fmla="*/ 3 h 9"/>
                  <a:gd name="T32" fmla="*/ 7 w 9"/>
                  <a:gd name="T33" fmla="*/ 1 h 9"/>
                  <a:gd name="T34" fmla="*/ 6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6" y="0"/>
                    </a:moveTo>
                    <a:lnTo>
                      <a:pt x="5" y="0"/>
                    </a:lnTo>
                    <a:lnTo>
                      <a:pt x="3" y="0"/>
                    </a:lnTo>
                    <a:lnTo>
                      <a:pt x="2" y="0"/>
                    </a:lnTo>
                    <a:lnTo>
                      <a:pt x="0" y="1"/>
                    </a:lnTo>
                    <a:lnTo>
                      <a:pt x="0" y="3"/>
                    </a:lnTo>
                    <a:lnTo>
                      <a:pt x="0" y="4"/>
                    </a:lnTo>
                    <a:lnTo>
                      <a:pt x="0" y="6"/>
                    </a:lnTo>
                    <a:lnTo>
                      <a:pt x="2" y="7"/>
                    </a:lnTo>
                    <a:lnTo>
                      <a:pt x="3" y="9"/>
                    </a:lnTo>
                    <a:lnTo>
                      <a:pt x="5" y="9"/>
                    </a:lnTo>
                    <a:lnTo>
                      <a:pt x="6" y="7"/>
                    </a:lnTo>
                    <a:lnTo>
                      <a:pt x="7" y="6"/>
                    </a:lnTo>
                    <a:lnTo>
                      <a:pt x="9" y="4"/>
                    </a:lnTo>
                    <a:lnTo>
                      <a:pt x="9" y="3"/>
                    </a:lnTo>
                    <a:lnTo>
                      <a:pt x="7" y="1"/>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445" name="Freeform 281"/>
              <p:cNvSpPr>
                <a:spLocks/>
              </p:cNvSpPr>
              <p:nvPr/>
            </p:nvSpPr>
            <p:spPr bwMode="auto">
              <a:xfrm>
                <a:off x="3832" y="2122"/>
                <a:ext cx="8" cy="8"/>
              </a:xfrm>
              <a:custGeom>
                <a:avLst/>
                <a:gdLst>
                  <a:gd name="T0" fmla="*/ 7 w 8"/>
                  <a:gd name="T1" fmla="*/ 0 h 8"/>
                  <a:gd name="T2" fmla="*/ 6 w 8"/>
                  <a:gd name="T3" fmla="*/ 0 h 8"/>
                  <a:gd name="T4" fmla="*/ 4 w 8"/>
                  <a:gd name="T5" fmla="*/ 0 h 8"/>
                  <a:gd name="T6" fmla="*/ 3 w 8"/>
                  <a:gd name="T7" fmla="*/ 0 h 8"/>
                  <a:gd name="T8" fmla="*/ 1 w 8"/>
                  <a:gd name="T9" fmla="*/ 1 h 8"/>
                  <a:gd name="T10" fmla="*/ 0 w 8"/>
                  <a:gd name="T11" fmla="*/ 3 h 8"/>
                  <a:gd name="T12" fmla="*/ 0 w 8"/>
                  <a:gd name="T13" fmla="*/ 4 h 8"/>
                  <a:gd name="T14" fmla="*/ 1 w 8"/>
                  <a:gd name="T15" fmla="*/ 6 h 8"/>
                  <a:gd name="T16" fmla="*/ 3 w 8"/>
                  <a:gd name="T17" fmla="*/ 7 h 8"/>
                  <a:gd name="T18" fmla="*/ 3 w 8"/>
                  <a:gd name="T19" fmla="*/ 7 h 8"/>
                  <a:gd name="T20" fmla="*/ 4 w 8"/>
                  <a:gd name="T21" fmla="*/ 8 h 8"/>
                  <a:gd name="T22" fmla="*/ 6 w 8"/>
                  <a:gd name="T23" fmla="*/ 8 h 8"/>
                  <a:gd name="T24" fmla="*/ 7 w 8"/>
                  <a:gd name="T25" fmla="*/ 7 h 8"/>
                  <a:gd name="T26" fmla="*/ 8 w 8"/>
                  <a:gd name="T27" fmla="*/ 6 h 8"/>
                  <a:gd name="T28" fmla="*/ 8 w 8"/>
                  <a:gd name="T29" fmla="*/ 4 h 8"/>
                  <a:gd name="T30" fmla="*/ 8 w 8"/>
                  <a:gd name="T31" fmla="*/ 3 h 8"/>
                  <a:gd name="T32" fmla="*/ 8 w 8"/>
                  <a:gd name="T33" fmla="*/ 1 h 8"/>
                  <a:gd name="T34" fmla="*/ 7 w 8"/>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8"/>
                  <a:gd name="T56" fmla="*/ 8 w 8"/>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8">
                    <a:moveTo>
                      <a:pt x="7" y="0"/>
                    </a:moveTo>
                    <a:lnTo>
                      <a:pt x="6" y="0"/>
                    </a:lnTo>
                    <a:lnTo>
                      <a:pt x="4" y="0"/>
                    </a:lnTo>
                    <a:lnTo>
                      <a:pt x="3" y="0"/>
                    </a:lnTo>
                    <a:lnTo>
                      <a:pt x="1" y="1"/>
                    </a:lnTo>
                    <a:lnTo>
                      <a:pt x="0" y="3"/>
                    </a:lnTo>
                    <a:lnTo>
                      <a:pt x="0" y="4"/>
                    </a:lnTo>
                    <a:lnTo>
                      <a:pt x="1" y="6"/>
                    </a:lnTo>
                    <a:lnTo>
                      <a:pt x="3" y="7"/>
                    </a:lnTo>
                    <a:lnTo>
                      <a:pt x="4" y="8"/>
                    </a:lnTo>
                    <a:lnTo>
                      <a:pt x="6" y="8"/>
                    </a:lnTo>
                    <a:lnTo>
                      <a:pt x="7" y="7"/>
                    </a:lnTo>
                    <a:lnTo>
                      <a:pt x="8" y="6"/>
                    </a:lnTo>
                    <a:lnTo>
                      <a:pt x="8" y="4"/>
                    </a:lnTo>
                    <a:lnTo>
                      <a:pt x="8" y="3"/>
                    </a:lnTo>
                    <a:lnTo>
                      <a:pt x="8" y="1"/>
                    </a:lnTo>
                    <a:lnTo>
                      <a:pt x="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446" name="Freeform 282"/>
              <p:cNvSpPr>
                <a:spLocks/>
              </p:cNvSpPr>
              <p:nvPr/>
            </p:nvSpPr>
            <p:spPr bwMode="auto">
              <a:xfrm>
                <a:off x="3846" y="2130"/>
                <a:ext cx="9" cy="9"/>
              </a:xfrm>
              <a:custGeom>
                <a:avLst/>
                <a:gdLst>
                  <a:gd name="T0" fmla="*/ 8 w 9"/>
                  <a:gd name="T1" fmla="*/ 2 h 9"/>
                  <a:gd name="T2" fmla="*/ 6 w 9"/>
                  <a:gd name="T3" fmla="*/ 0 h 9"/>
                  <a:gd name="T4" fmla="*/ 5 w 9"/>
                  <a:gd name="T5" fmla="*/ 0 h 9"/>
                  <a:gd name="T6" fmla="*/ 3 w 9"/>
                  <a:gd name="T7" fmla="*/ 2 h 9"/>
                  <a:gd name="T8" fmla="*/ 2 w 9"/>
                  <a:gd name="T9" fmla="*/ 3 h 9"/>
                  <a:gd name="T10" fmla="*/ 0 w 9"/>
                  <a:gd name="T11" fmla="*/ 5 h 9"/>
                  <a:gd name="T12" fmla="*/ 0 w 9"/>
                  <a:gd name="T13" fmla="*/ 6 h 9"/>
                  <a:gd name="T14" fmla="*/ 2 w 9"/>
                  <a:gd name="T15" fmla="*/ 8 h 9"/>
                  <a:gd name="T16" fmla="*/ 3 w 9"/>
                  <a:gd name="T17" fmla="*/ 9 h 9"/>
                  <a:gd name="T18" fmla="*/ 3 w 9"/>
                  <a:gd name="T19" fmla="*/ 9 h 9"/>
                  <a:gd name="T20" fmla="*/ 5 w 9"/>
                  <a:gd name="T21" fmla="*/ 9 h 9"/>
                  <a:gd name="T22" fmla="*/ 6 w 9"/>
                  <a:gd name="T23" fmla="*/ 9 h 9"/>
                  <a:gd name="T24" fmla="*/ 8 w 9"/>
                  <a:gd name="T25" fmla="*/ 9 h 9"/>
                  <a:gd name="T26" fmla="*/ 9 w 9"/>
                  <a:gd name="T27" fmla="*/ 8 h 9"/>
                  <a:gd name="T28" fmla="*/ 9 w 9"/>
                  <a:gd name="T29" fmla="*/ 6 h 9"/>
                  <a:gd name="T30" fmla="*/ 9 w 9"/>
                  <a:gd name="T31" fmla="*/ 5 h 9"/>
                  <a:gd name="T32" fmla="*/ 9 w 9"/>
                  <a:gd name="T33" fmla="*/ 3 h 9"/>
                  <a:gd name="T34" fmla="*/ 8 w 9"/>
                  <a:gd name="T35" fmla="*/ 2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8" y="2"/>
                    </a:moveTo>
                    <a:lnTo>
                      <a:pt x="6" y="0"/>
                    </a:lnTo>
                    <a:lnTo>
                      <a:pt x="5" y="0"/>
                    </a:lnTo>
                    <a:lnTo>
                      <a:pt x="3" y="2"/>
                    </a:lnTo>
                    <a:lnTo>
                      <a:pt x="2" y="3"/>
                    </a:lnTo>
                    <a:lnTo>
                      <a:pt x="0" y="5"/>
                    </a:lnTo>
                    <a:lnTo>
                      <a:pt x="0" y="6"/>
                    </a:lnTo>
                    <a:lnTo>
                      <a:pt x="2" y="8"/>
                    </a:lnTo>
                    <a:lnTo>
                      <a:pt x="3" y="9"/>
                    </a:lnTo>
                    <a:lnTo>
                      <a:pt x="5" y="9"/>
                    </a:lnTo>
                    <a:lnTo>
                      <a:pt x="6" y="9"/>
                    </a:lnTo>
                    <a:lnTo>
                      <a:pt x="8" y="9"/>
                    </a:lnTo>
                    <a:lnTo>
                      <a:pt x="9" y="8"/>
                    </a:lnTo>
                    <a:lnTo>
                      <a:pt x="9" y="6"/>
                    </a:lnTo>
                    <a:lnTo>
                      <a:pt x="9" y="5"/>
                    </a:lnTo>
                    <a:lnTo>
                      <a:pt x="9" y="3"/>
                    </a:lnTo>
                    <a:lnTo>
                      <a:pt x="8"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447" name="Freeform 283"/>
              <p:cNvSpPr>
                <a:spLocks/>
              </p:cNvSpPr>
              <p:nvPr/>
            </p:nvSpPr>
            <p:spPr bwMode="auto">
              <a:xfrm>
                <a:off x="3861" y="2141"/>
                <a:ext cx="8" cy="8"/>
              </a:xfrm>
              <a:custGeom>
                <a:avLst/>
                <a:gdLst>
                  <a:gd name="T0" fmla="*/ 7 w 8"/>
                  <a:gd name="T1" fmla="*/ 1 h 8"/>
                  <a:gd name="T2" fmla="*/ 6 w 8"/>
                  <a:gd name="T3" fmla="*/ 0 h 8"/>
                  <a:gd name="T4" fmla="*/ 4 w 8"/>
                  <a:gd name="T5" fmla="*/ 0 h 8"/>
                  <a:gd name="T6" fmla="*/ 3 w 8"/>
                  <a:gd name="T7" fmla="*/ 1 h 8"/>
                  <a:gd name="T8" fmla="*/ 1 w 8"/>
                  <a:gd name="T9" fmla="*/ 3 h 8"/>
                  <a:gd name="T10" fmla="*/ 0 w 8"/>
                  <a:gd name="T11" fmla="*/ 4 h 8"/>
                  <a:gd name="T12" fmla="*/ 0 w 8"/>
                  <a:gd name="T13" fmla="*/ 5 h 8"/>
                  <a:gd name="T14" fmla="*/ 1 w 8"/>
                  <a:gd name="T15" fmla="*/ 7 h 8"/>
                  <a:gd name="T16" fmla="*/ 3 w 8"/>
                  <a:gd name="T17" fmla="*/ 8 h 8"/>
                  <a:gd name="T18" fmla="*/ 3 w 8"/>
                  <a:gd name="T19" fmla="*/ 8 h 8"/>
                  <a:gd name="T20" fmla="*/ 4 w 8"/>
                  <a:gd name="T21" fmla="*/ 8 h 8"/>
                  <a:gd name="T22" fmla="*/ 6 w 8"/>
                  <a:gd name="T23" fmla="*/ 8 h 8"/>
                  <a:gd name="T24" fmla="*/ 7 w 8"/>
                  <a:gd name="T25" fmla="*/ 8 h 8"/>
                  <a:gd name="T26" fmla="*/ 8 w 8"/>
                  <a:gd name="T27" fmla="*/ 7 h 8"/>
                  <a:gd name="T28" fmla="*/ 8 w 8"/>
                  <a:gd name="T29" fmla="*/ 5 h 8"/>
                  <a:gd name="T30" fmla="*/ 8 w 8"/>
                  <a:gd name="T31" fmla="*/ 4 h 8"/>
                  <a:gd name="T32" fmla="*/ 8 w 8"/>
                  <a:gd name="T33" fmla="*/ 3 h 8"/>
                  <a:gd name="T34" fmla="*/ 7 w 8"/>
                  <a:gd name="T35" fmla="*/ 1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8"/>
                  <a:gd name="T56" fmla="*/ 8 w 8"/>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8">
                    <a:moveTo>
                      <a:pt x="7" y="1"/>
                    </a:moveTo>
                    <a:lnTo>
                      <a:pt x="6" y="0"/>
                    </a:lnTo>
                    <a:lnTo>
                      <a:pt x="4" y="0"/>
                    </a:lnTo>
                    <a:lnTo>
                      <a:pt x="3" y="1"/>
                    </a:lnTo>
                    <a:lnTo>
                      <a:pt x="1" y="3"/>
                    </a:lnTo>
                    <a:lnTo>
                      <a:pt x="0" y="4"/>
                    </a:lnTo>
                    <a:lnTo>
                      <a:pt x="0" y="5"/>
                    </a:lnTo>
                    <a:lnTo>
                      <a:pt x="1" y="7"/>
                    </a:lnTo>
                    <a:lnTo>
                      <a:pt x="3" y="8"/>
                    </a:lnTo>
                    <a:lnTo>
                      <a:pt x="4" y="8"/>
                    </a:lnTo>
                    <a:lnTo>
                      <a:pt x="6" y="8"/>
                    </a:lnTo>
                    <a:lnTo>
                      <a:pt x="7" y="8"/>
                    </a:lnTo>
                    <a:lnTo>
                      <a:pt x="8" y="7"/>
                    </a:lnTo>
                    <a:lnTo>
                      <a:pt x="8" y="5"/>
                    </a:lnTo>
                    <a:lnTo>
                      <a:pt x="8" y="4"/>
                    </a:lnTo>
                    <a:lnTo>
                      <a:pt x="8" y="3"/>
                    </a:lnTo>
                    <a:lnTo>
                      <a:pt x="7"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448" name="Freeform 284"/>
              <p:cNvSpPr>
                <a:spLocks/>
              </p:cNvSpPr>
              <p:nvPr/>
            </p:nvSpPr>
            <p:spPr bwMode="auto">
              <a:xfrm>
                <a:off x="3874" y="2152"/>
                <a:ext cx="9" cy="9"/>
              </a:xfrm>
              <a:custGeom>
                <a:avLst/>
                <a:gdLst>
                  <a:gd name="T0" fmla="*/ 7 w 9"/>
                  <a:gd name="T1" fmla="*/ 0 h 9"/>
                  <a:gd name="T2" fmla="*/ 6 w 9"/>
                  <a:gd name="T3" fmla="*/ 0 h 9"/>
                  <a:gd name="T4" fmla="*/ 4 w 9"/>
                  <a:gd name="T5" fmla="*/ 0 h 9"/>
                  <a:gd name="T6" fmla="*/ 3 w 9"/>
                  <a:gd name="T7" fmla="*/ 0 h 9"/>
                  <a:gd name="T8" fmla="*/ 1 w 9"/>
                  <a:gd name="T9" fmla="*/ 2 h 9"/>
                  <a:gd name="T10" fmla="*/ 0 w 9"/>
                  <a:gd name="T11" fmla="*/ 3 h 9"/>
                  <a:gd name="T12" fmla="*/ 0 w 9"/>
                  <a:gd name="T13" fmla="*/ 5 h 9"/>
                  <a:gd name="T14" fmla="*/ 1 w 9"/>
                  <a:gd name="T15" fmla="*/ 6 h 9"/>
                  <a:gd name="T16" fmla="*/ 3 w 9"/>
                  <a:gd name="T17" fmla="*/ 8 h 9"/>
                  <a:gd name="T18" fmla="*/ 3 w 9"/>
                  <a:gd name="T19" fmla="*/ 8 h 9"/>
                  <a:gd name="T20" fmla="*/ 4 w 9"/>
                  <a:gd name="T21" fmla="*/ 9 h 9"/>
                  <a:gd name="T22" fmla="*/ 6 w 9"/>
                  <a:gd name="T23" fmla="*/ 9 h 9"/>
                  <a:gd name="T24" fmla="*/ 7 w 9"/>
                  <a:gd name="T25" fmla="*/ 8 h 9"/>
                  <a:gd name="T26" fmla="*/ 9 w 9"/>
                  <a:gd name="T27" fmla="*/ 6 h 9"/>
                  <a:gd name="T28" fmla="*/ 9 w 9"/>
                  <a:gd name="T29" fmla="*/ 5 h 9"/>
                  <a:gd name="T30" fmla="*/ 9 w 9"/>
                  <a:gd name="T31" fmla="*/ 3 h 9"/>
                  <a:gd name="T32" fmla="*/ 9 w 9"/>
                  <a:gd name="T33" fmla="*/ 2 h 9"/>
                  <a:gd name="T34" fmla="*/ 7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7" y="0"/>
                    </a:moveTo>
                    <a:lnTo>
                      <a:pt x="6" y="0"/>
                    </a:lnTo>
                    <a:lnTo>
                      <a:pt x="4" y="0"/>
                    </a:lnTo>
                    <a:lnTo>
                      <a:pt x="3" y="0"/>
                    </a:lnTo>
                    <a:lnTo>
                      <a:pt x="1" y="2"/>
                    </a:lnTo>
                    <a:lnTo>
                      <a:pt x="0" y="3"/>
                    </a:lnTo>
                    <a:lnTo>
                      <a:pt x="0" y="5"/>
                    </a:lnTo>
                    <a:lnTo>
                      <a:pt x="1" y="6"/>
                    </a:lnTo>
                    <a:lnTo>
                      <a:pt x="3" y="8"/>
                    </a:lnTo>
                    <a:lnTo>
                      <a:pt x="4" y="9"/>
                    </a:lnTo>
                    <a:lnTo>
                      <a:pt x="6" y="9"/>
                    </a:lnTo>
                    <a:lnTo>
                      <a:pt x="7" y="8"/>
                    </a:lnTo>
                    <a:lnTo>
                      <a:pt x="9" y="6"/>
                    </a:lnTo>
                    <a:lnTo>
                      <a:pt x="9" y="5"/>
                    </a:lnTo>
                    <a:lnTo>
                      <a:pt x="9" y="3"/>
                    </a:lnTo>
                    <a:lnTo>
                      <a:pt x="9" y="2"/>
                    </a:lnTo>
                    <a:lnTo>
                      <a:pt x="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449" name="Freeform 285"/>
              <p:cNvSpPr>
                <a:spLocks/>
              </p:cNvSpPr>
              <p:nvPr/>
            </p:nvSpPr>
            <p:spPr bwMode="auto">
              <a:xfrm>
                <a:off x="3888" y="2164"/>
                <a:ext cx="9" cy="9"/>
              </a:xfrm>
              <a:custGeom>
                <a:avLst/>
                <a:gdLst>
                  <a:gd name="T0" fmla="*/ 6 w 9"/>
                  <a:gd name="T1" fmla="*/ 0 h 9"/>
                  <a:gd name="T2" fmla="*/ 5 w 9"/>
                  <a:gd name="T3" fmla="*/ 0 h 9"/>
                  <a:gd name="T4" fmla="*/ 3 w 9"/>
                  <a:gd name="T5" fmla="*/ 0 h 9"/>
                  <a:gd name="T6" fmla="*/ 2 w 9"/>
                  <a:gd name="T7" fmla="*/ 0 h 9"/>
                  <a:gd name="T8" fmla="*/ 0 w 9"/>
                  <a:gd name="T9" fmla="*/ 1 h 9"/>
                  <a:gd name="T10" fmla="*/ 0 w 9"/>
                  <a:gd name="T11" fmla="*/ 3 h 9"/>
                  <a:gd name="T12" fmla="*/ 0 w 9"/>
                  <a:gd name="T13" fmla="*/ 4 h 9"/>
                  <a:gd name="T14" fmla="*/ 0 w 9"/>
                  <a:gd name="T15" fmla="*/ 6 h 9"/>
                  <a:gd name="T16" fmla="*/ 2 w 9"/>
                  <a:gd name="T17" fmla="*/ 7 h 9"/>
                  <a:gd name="T18" fmla="*/ 2 w 9"/>
                  <a:gd name="T19" fmla="*/ 7 h 9"/>
                  <a:gd name="T20" fmla="*/ 3 w 9"/>
                  <a:gd name="T21" fmla="*/ 9 h 9"/>
                  <a:gd name="T22" fmla="*/ 5 w 9"/>
                  <a:gd name="T23" fmla="*/ 9 h 9"/>
                  <a:gd name="T24" fmla="*/ 6 w 9"/>
                  <a:gd name="T25" fmla="*/ 7 h 9"/>
                  <a:gd name="T26" fmla="*/ 8 w 9"/>
                  <a:gd name="T27" fmla="*/ 6 h 9"/>
                  <a:gd name="T28" fmla="*/ 9 w 9"/>
                  <a:gd name="T29" fmla="*/ 4 h 9"/>
                  <a:gd name="T30" fmla="*/ 9 w 9"/>
                  <a:gd name="T31" fmla="*/ 3 h 9"/>
                  <a:gd name="T32" fmla="*/ 8 w 9"/>
                  <a:gd name="T33" fmla="*/ 1 h 9"/>
                  <a:gd name="T34" fmla="*/ 6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6" y="0"/>
                    </a:moveTo>
                    <a:lnTo>
                      <a:pt x="5" y="0"/>
                    </a:lnTo>
                    <a:lnTo>
                      <a:pt x="3" y="0"/>
                    </a:lnTo>
                    <a:lnTo>
                      <a:pt x="2" y="0"/>
                    </a:lnTo>
                    <a:lnTo>
                      <a:pt x="0" y="1"/>
                    </a:lnTo>
                    <a:lnTo>
                      <a:pt x="0" y="3"/>
                    </a:lnTo>
                    <a:lnTo>
                      <a:pt x="0" y="4"/>
                    </a:lnTo>
                    <a:lnTo>
                      <a:pt x="0" y="6"/>
                    </a:lnTo>
                    <a:lnTo>
                      <a:pt x="2" y="7"/>
                    </a:lnTo>
                    <a:lnTo>
                      <a:pt x="3" y="9"/>
                    </a:lnTo>
                    <a:lnTo>
                      <a:pt x="5" y="9"/>
                    </a:lnTo>
                    <a:lnTo>
                      <a:pt x="6" y="7"/>
                    </a:lnTo>
                    <a:lnTo>
                      <a:pt x="8" y="6"/>
                    </a:lnTo>
                    <a:lnTo>
                      <a:pt x="9" y="4"/>
                    </a:lnTo>
                    <a:lnTo>
                      <a:pt x="9" y="3"/>
                    </a:lnTo>
                    <a:lnTo>
                      <a:pt x="8" y="1"/>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450" name="Freeform 286"/>
              <p:cNvSpPr>
                <a:spLocks/>
              </p:cNvSpPr>
              <p:nvPr/>
            </p:nvSpPr>
            <p:spPr bwMode="auto">
              <a:xfrm>
                <a:off x="3901" y="2174"/>
                <a:ext cx="9" cy="9"/>
              </a:xfrm>
              <a:custGeom>
                <a:avLst/>
                <a:gdLst>
                  <a:gd name="T0" fmla="*/ 6 w 9"/>
                  <a:gd name="T1" fmla="*/ 1 h 9"/>
                  <a:gd name="T2" fmla="*/ 5 w 9"/>
                  <a:gd name="T3" fmla="*/ 0 h 9"/>
                  <a:gd name="T4" fmla="*/ 3 w 9"/>
                  <a:gd name="T5" fmla="*/ 0 h 9"/>
                  <a:gd name="T6" fmla="*/ 2 w 9"/>
                  <a:gd name="T7" fmla="*/ 1 h 9"/>
                  <a:gd name="T8" fmla="*/ 0 w 9"/>
                  <a:gd name="T9" fmla="*/ 3 h 9"/>
                  <a:gd name="T10" fmla="*/ 0 w 9"/>
                  <a:gd name="T11" fmla="*/ 4 h 9"/>
                  <a:gd name="T12" fmla="*/ 0 w 9"/>
                  <a:gd name="T13" fmla="*/ 6 h 9"/>
                  <a:gd name="T14" fmla="*/ 0 w 9"/>
                  <a:gd name="T15" fmla="*/ 7 h 9"/>
                  <a:gd name="T16" fmla="*/ 2 w 9"/>
                  <a:gd name="T17" fmla="*/ 9 h 9"/>
                  <a:gd name="T18" fmla="*/ 2 w 9"/>
                  <a:gd name="T19" fmla="*/ 9 h 9"/>
                  <a:gd name="T20" fmla="*/ 3 w 9"/>
                  <a:gd name="T21" fmla="*/ 9 h 9"/>
                  <a:gd name="T22" fmla="*/ 5 w 9"/>
                  <a:gd name="T23" fmla="*/ 9 h 9"/>
                  <a:gd name="T24" fmla="*/ 6 w 9"/>
                  <a:gd name="T25" fmla="*/ 9 h 9"/>
                  <a:gd name="T26" fmla="*/ 8 w 9"/>
                  <a:gd name="T27" fmla="*/ 7 h 9"/>
                  <a:gd name="T28" fmla="*/ 9 w 9"/>
                  <a:gd name="T29" fmla="*/ 6 h 9"/>
                  <a:gd name="T30" fmla="*/ 9 w 9"/>
                  <a:gd name="T31" fmla="*/ 4 h 9"/>
                  <a:gd name="T32" fmla="*/ 8 w 9"/>
                  <a:gd name="T33" fmla="*/ 3 h 9"/>
                  <a:gd name="T34" fmla="*/ 6 w 9"/>
                  <a:gd name="T35" fmla="*/ 1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6" y="1"/>
                    </a:moveTo>
                    <a:lnTo>
                      <a:pt x="5" y="0"/>
                    </a:lnTo>
                    <a:lnTo>
                      <a:pt x="3" y="0"/>
                    </a:lnTo>
                    <a:lnTo>
                      <a:pt x="2" y="1"/>
                    </a:lnTo>
                    <a:lnTo>
                      <a:pt x="0" y="3"/>
                    </a:lnTo>
                    <a:lnTo>
                      <a:pt x="0" y="4"/>
                    </a:lnTo>
                    <a:lnTo>
                      <a:pt x="0" y="6"/>
                    </a:lnTo>
                    <a:lnTo>
                      <a:pt x="0" y="7"/>
                    </a:lnTo>
                    <a:lnTo>
                      <a:pt x="2" y="9"/>
                    </a:lnTo>
                    <a:lnTo>
                      <a:pt x="3" y="9"/>
                    </a:lnTo>
                    <a:lnTo>
                      <a:pt x="5" y="9"/>
                    </a:lnTo>
                    <a:lnTo>
                      <a:pt x="6" y="9"/>
                    </a:lnTo>
                    <a:lnTo>
                      <a:pt x="8" y="7"/>
                    </a:lnTo>
                    <a:lnTo>
                      <a:pt x="9" y="6"/>
                    </a:lnTo>
                    <a:lnTo>
                      <a:pt x="9" y="4"/>
                    </a:lnTo>
                    <a:lnTo>
                      <a:pt x="8" y="3"/>
                    </a:lnTo>
                    <a:lnTo>
                      <a:pt x="6"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451" name="Freeform 287"/>
              <p:cNvSpPr>
                <a:spLocks/>
              </p:cNvSpPr>
              <p:nvPr/>
            </p:nvSpPr>
            <p:spPr bwMode="auto">
              <a:xfrm>
                <a:off x="3915" y="2187"/>
                <a:ext cx="8" cy="9"/>
              </a:xfrm>
              <a:custGeom>
                <a:avLst/>
                <a:gdLst>
                  <a:gd name="T0" fmla="*/ 5 w 8"/>
                  <a:gd name="T1" fmla="*/ 0 h 9"/>
                  <a:gd name="T2" fmla="*/ 4 w 8"/>
                  <a:gd name="T3" fmla="*/ 0 h 9"/>
                  <a:gd name="T4" fmla="*/ 2 w 8"/>
                  <a:gd name="T5" fmla="*/ 0 h 9"/>
                  <a:gd name="T6" fmla="*/ 1 w 8"/>
                  <a:gd name="T7" fmla="*/ 0 h 9"/>
                  <a:gd name="T8" fmla="*/ 0 w 8"/>
                  <a:gd name="T9" fmla="*/ 2 h 9"/>
                  <a:gd name="T10" fmla="*/ 0 w 8"/>
                  <a:gd name="T11" fmla="*/ 3 h 9"/>
                  <a:gd name="T12" fmla="*/ 0 w 8"/>
                  <a:gd name="T13" fmla="*/ 4 h 9"/>
                  <a:gd name="T14" fmla="*/ 0 w 8"/>
                  <a:gd name="T15" fmla="*/ 6 h 9"/>
                  <a:gd name="T16" fmla="*/ 1 w 8"/>
                  <a:gd name="T17" fmla="*/ 7 h 9"/>
                  <a:gd name="T18" fmla="*/ 1 w 8"/>
                  <a:gd name="T19" fmla="*/ 7 h 9"/>
                  <a:gd name="T20" fmla="*/ 2 w 8"/>
                  <a:gd name="T21" fmla="*/ 9 h 9"/>
                  <a:gd name="T22" fmla="*/ 4 w 8"/>
                  <a:gd name="T23" fmla="*/ 9 h 9"/>
                  <a:gd name="T24" fmla="*/ 5 w 8"/>
                  <a:gd name="T25" fmla="*/ 7 h 9"/>
                  <a:gd name="T26" fmla="*/ 7 w 8"/>
                  <a:gd name="T27" fmla="*/ 6 h 9"/>
                  <a:gd name="T28" fmla="*/ 8 w 8"/>
                  <a:gd name="T29" fmla="*/ 4 h 9"/>
                  <a:gd name="T30" fmla="*/ 8 w 8"/>
                  <a:gd name="T31" fmla="*/ 3 h 9"/>
                  <a:gd name="T32" fmla="*/ 7 w 8"/>
                  <a:gd name="T33" fmla="*/ 2 h 9"/>
                  <a:gd name="T34" fmla="*/ 5 w 8"/>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5" y="0"/>
                    </a:moveTo>
                    <a:lnTo>
                      <a:pt x="4" y="0"/>
                    </a:lnTo>
                    <a:lnTo>
                      <a:pt x="2" y="0"/>
                    </a:lnTo>
                    <a:lnTo>
                      <a:pt x="1" y="0"/>
                    </a:lnTo>
                    <a:lnTo>
                      <a:pt x="0" y="2"/>
                    </a:lnTo>
                    <a:lnTo>
                      <a:pt x="0" y="3"/>
                    </a:lnTo>
                    <a:lnTo>
                      <a:pt x="0" y="4"/>
                    </a:lnTo>
                    <a:lnTo>
                      <a:pt x="0" y="6"/>
                    </a:lnTo>
                    <a:lnTo>
                      <a:pt x="1" y="7"/>
                    </a:lnTo>
                    <a:lnTo>
                      <a:pt x="2" y="9"/>
                    </a:lnTo>
                    <a:lnTo>
                      <a:pt x="4" y="9"/>
                    </a:lnTo>
                    <a:lnTo>
                      <a:pt x="5" y="7"/>
                    </a:lnTo>
                    <a:lnTo>
                      <a:pt x="7" y="6"/>
                    </a:lnTo>
                    <a:lnTo>
                      <a:pt x="8" y="4"/>
                    </a:lnTo>
                    <a:lnTo>
                      <a:pt x="8" y="3"/>
                    </a:lnTo>
                    <a:lnTo>
                      <a:pt x="7" y="2"/>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452" name="Freeform 288"/>
              <p:cNvSpPr>
                <a:spLocks/>
              </p:cNvSpPr>
              <p:nvPr/>
            </p:nvSpPr>
            <p:spPr bwMode="auto">
              <a:xfrm>
                <a:off x="3926" y="2199"/>
                <a:ext cx="9" cy="8"/>
              </a:xfrm>
              <a:custGeom>
                <a:avLst/>
                <a:gdLst>
                  <a:gd name="T0" fmla="*/ 7 w 9"/>
                  <a:gd name="T1" fmla="*/ 0 h 8"/>
                  <a:gd name="T2" fmla="*/ 6 w 9"/>
                  <a:gd name="T3" fmla="*/ 0 h 8"/>
                  <a:gd name="T4" fmla="*/ 4 w 9"/>
                  <a:gd name="T5" fmla="*/ 0 h 8"/>
                  <a:gd name="T6" fmla="*/ 3 w 9"/>
                  <a:gd name="T7" fmla="*/ 0 h 8"/>
                  <a:gd name="T8" fmla="*/ 2 w 9"/>
                  <a:gd name="T9" fmla="*/ 1 h 8"/>
                  <a:gd name="T10" fmla="*/ 0 w 9"/>
                  <a:gd name="T11" fmla="*/ 3 h 8"/>
                  <a:gd name="T12" fmla="*/ 0 w 9"/>
                  <a:gd name="T13" fmla="*/ 4 h 8"/>
                  <a:gd name="T14" fmla="*/ 2 w 9"/>
                  <a:gd name="T15" fmla="*/ 6 h 8"/>
                  <a:gd name="T16" fmla="*/ 3 w 9"/>
                  <a:gd name="T17" fmla="*/ 7 h 8"/>
                  <a:gd name="T18" fmla="*/ 3 w 9"/>
                  <a:gd name="T19" fmla="*/ 7 h 8"/>
                  <a:gd name="T20" fmla="*/ 4 w 9"/>
                  <a:gd name="T21" fmla="*/ 8 h 8"/>
                  <a:gd name="T22" fmla="*/ 6 w 9"/>
                  <a:gd name="T23" fmla="*/ 8 h 8"/>
                  <a:gd name="T24" fmla="*/ 7 w 9"/>
                  <a:gd name="T25" fmla="*/ 7 h 8"/>
                  <a:gd name="T26" fmla="*/ 9 w 9"/>
                  <a:gd name="T27" fmla="*/ 6 h 8"/>
                  <a:gd name="T28" fmla="*/ 9 w 9"/>
                  <a:gd name="T29" fmla="*/ 4 h 8"/>
                  <a:gd name="T30" fmla="*/ 9 w 9"/>
                  <a:gd name="T31" fmla="*/ 3 h 8"/>
                  <a:gd name="T32" fmla="*/ 9 w 9"/>
                  <a:gd name="T33" fmla="*/ 1 h 8"/>
                  <a:gd name="T34" fmla="*/ 7 w 9"/>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7" y="0"/>
                    </a:moveTo>
                    <a:lnTo>
                      <a:pt x="6" y="0"/>
                    </a:lnTo>
                    <a:lnTo>
                      <a:pt x="4" y="0"/>
                    </a:lnTo>
                    <a:lnTo>
                      <a:pt x="3" y="0"/>
                    </a:lnTo>
                    <a:lnTo>
                      <a:pt x="2" y="1"/>
                    </a:lnTo>
                    <a:lnTo>
                      <a:pt x="0" y="3"/>
                    </a:lnTo>
                    <a:lnTo>
                      <a:pt x="0" y="4"/>
                    </a:lnTo>
                    <a:lnTo>
                      <a:pt x="2" y="6"/>
                    </a:lnTo>
                    <a:lnTo>
                      <a:pt x="3" y="7"/>
                    </a:lnTo>
                    <a:lnTo>
                      <a:pt x="4" y="8"/>
                    </a:lnTo>
                    <a:lnTo>
                      <a:pt x="6" y="8"/>
                    </a:lnTo>
                    <a:lnTo>
                      <a:pt x="7" y="7"/>
                    </a:lnTo>
                    <a:lnTo>
                      <a:pt x="9" y="6"/>
                    </a:lnTo>
                    <a:lnTo>
                      <a:pt x="9" y="4"/>
                    </a:lnTo>
                    <a:lnTo>
                      <a:pt x="9" y="3"/>
                    </a:lnTo>
                    <a:lnTo>
                      <a:pt x="9" y="1"/>
                    </a:lnTo>
                    <a:lnTo>
                      <a:pt x="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453" name="Freeform 289"/>
              <p:cNvSpPr>
                <a:spLocks/>
              </p:cNvSpPr>
              <p:nvPr/>
            </p:nvSpPr>
            <p:spPr bwMode="auto">
              <a:xfrm>
                <a:off x="3939" y="2210"/>
                <a:ext cx="9" cy="9"/>
              </a:xfrm>
              <a:custGeom>
                <a:avLst/>
                <a:gdLst>
                  <a:gd name="T0" fmla="*/ 7 w 9"/>
                  <a:gd name="T1" fmla="*/ 0 h 9"/>
                  <a:gd name="T2" fmla="*/ 6 w 9"/>
                  <a:gd name="T3" fmla="*/ 0 h 9"/>
                  <a:gd name="T4" fmla="*/ 5 w 9"/>
                  <a:gd name="T5" fmla="*/ 0 h 9"/>
                  <a:gd name="T6" fmla="*/ 3 w 9"/>
                  <a:gd name="T7" fmla="*/ 0 h 9"/>
                  <a:gd name="T8" fmla="*/ 2 w 9"/>
                  <a:gd name="T9" fmla="*/ 2 h 9"/>
                  <a:gd name="T10" fmla="*/ 0 w 9"/>
                  <a:gd name="T11" fmla="*/ 3 h 9"/>
                  <a:gd name="T12" fmla="*/ 0 w 9"/>
                  <a:gd name="T13" fmla="*/ 5 h 9"/>
                  <a:gd name="T14" fmla="*/ 2 w 9"/>
                  <a:gd name="T15" fmla="*/ 6 h 9"/>
                  <a:gd name="T16" fmla="*/ 3 w 9"/>
                  <a:gd name="T17" fmla="*/ 8 h 9"/>
                  <a:gd name="T18" fmla="*/ 3 w 9"/>
                  <a:gd name="T19" fmla="*/ 8 h 9"/>
                  <a:gd name="T20" fmla="*/ 5 w 9"/>
                  <a:gd name="T21" fmla="*/ 9 h 9"/>
                  <a:gd name="T22" fmla="*/ 6 w 9"/>
                  <a:gd name="T23" fmla="*/ 9 h 9"/>
                  <a:gd name="T24" fmla="*/ 7 w 9"/>
                  <a:gd name="T25" fmla="*/ 8 h 9"/>
                  <a:gd name="T26" fmla="*/ 9 w 9"/>
                  <a:gd name="T27" fmla="*/ 6 h 9"/>
                  <a:gd name="T28" fmla="*/ 9 w 9"/>
                  <a:gd name="T29" fmla="*/ 5 h 9"/>
                  <a:gd name="T30" fmla="*/ 9 w 9"/>
                  <a:gd name="T31" fmla="*/ 3 h 9"/>
                  <a:gd name="T32" fmla="*/ 9 w 9"/>
                  <a:gd name="T33" fmla="*/ 2 h 9"/>
                  <a:gd name="T34" fmla="*/ 7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7" y="0"/>
                    </a:moveTo>
                    <a:lnTo>
                      <a:pt x="6" y="0"/>
                    </a:lnTo>
                    <a:lnTo>
                      <a:pt x="5" y="0"/>
                    </a:lnTo>
                    <a:lnTo>
                      <a:pt x="3" y="0"/>
                    </a:lnTo>
                    <a:lnTo>
                      <a:pt x="2" y="2"/>
                    </a:lnTo>
                    <a:lnTo>
                      <a:pt x="0" y="3"/>
                    </a:lnTo>
                    <a:lnTo>
                      <a:pt x="0" y="5"/>
                    </a:lnTo>
                    <a:lnTo>
                      <a:pt x="2" y="6"/>
                    </a:lnTo>
                    <a:lnTo>
                      <a:pt x="3" y="8"/>
                    </a:lnTo>
                    <a:lnTo>
                      <a:pt x="5" y="9"/>
                    </a:lnTo>
                    <a:lnTo>
                      <a:pt x="6" y="9"/>
                    </a:lnTo>
                    <a:lnTo>
                      <a:pt x="7" y="8"/>
                    </a:lnTo>
                    <a:lnTo>
                      <a:pt x="9" y="6"/>
                    </a:lnTo>
                    <a:lnTo>
                      <a:pt x="9" y="5"/>
                    </a:lnTo>
                    <a:lnTo>
                      <a:pt x="9" y="3"/>
                    </a:lnTo>
                    <a:lnTo>
                      <a:pt x="9" y="2"/>
                    </a:lnTo>
                    <a:lnTo>
                      <a:pt x="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454" name="Freeform 290"/>
              <p:cNvSpPr>
                <a:spLocks/>
              </p:cNvSpPr>
              <p:nvPr/>
            </p:nvSpPr>
            <p:spPr bwMode="auto">
              <a:xfrm>
                <a:off x="3952" y="2222"/>
                <a:ext cx="9" cy="9"/>
              </a:xfrm>
              <a:custGeom>
                <a:avLst/>
                <a:gdLst>
                  <a:gd name="T0" fmla="*/ 8 w 9"/>
                  <a:gd name="T1" fmla="*/ 0 h 9"/>
                  <a:gd name="T2" fmla="*/ 6 w 9"/>
                  <a:gd name="T3" fmla="*/ 0 h 9"/>
                  <a:gd name="T4" fmla="*/ 5 w 9"/>
                  <a:gd name="T5" fmla="*/ 0 h 9"/>
                  <a:gd name="T6" fmla="*/ 3 w 9"/>
                  <a:gd name="T7" fmla="*/ 0 h 9"/>
                  <a:gd name="T8" fmla="*/ 2 w 9"/>
                  <a:gd name="T9" fmla="*/ 1 h 9"/>
                  <a:gd name="T10" fmla="*/ 0 w 9"/>
                  <a:gd name="T11" fmla="*/ 3 h 9"/>
                  <a:gd name="T12" fmla="*/ 0 w 9"/>
                  <a:gd name="T13" fmla="*/ 4 h 9"/>
                  <a:gd name="T14" fmla="*/ 2 w 9"/>
                  <a:gd name="T15" fmla="*/ 6 h 9"/>
                  <a:gd name="T16" fmla="*/ 3 w 9"/>
                  <a:gd name="T17" fmla="*/ 7 h 9"/>
                  <a:gd name="T18" fmla="*/ 3 w 9"/>
                  <a:gd name="T19" fmla="*/ 7 h 9"/>
                  <a:gd name="T20" fmla="*/ 5 w 9"/>
                  <a:gd name="T21" fmla="*/ 9 h 9"/>
                  <a:gd name="T22" fmla="*/ 6 w 9"/>
                  <a:gd name="T23" fmla="*/ 9 h 9"/>
                  <a:gd name="T24" fmla="*/ 8 w 9"/>
                  <a:gd name="T25" fmla="*/ 7 h 9"/>
                  <a:gd name="T26" fmla="*/ 9 w 9"/>
                  <a:gd name="T27" fmla="*/ 6 h 9"/>
                  <a:gd name="T28" fmla="*/ 9 w 9"/>
                  <a:gd name="T29" fmla="*/ 4 h 9"/>
                  <a:gd name="T30" fmla="*/ 9 w 9"/>
                  <a:gd name="T31" fmla="*/ 3 h 9"/>
                  <a:gd name="T32" fmla="*/ 9 w 9"/>
                  <a:gd name="T33" fmla="*/ 1 h 9"/>
                  <a:gd name="T34" fmla="*/ 8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8" y="0"/>
                    </a:moveTo>
                    <a:lnTo>
                      <a:pt x="6" y="0"/>
                    </a:lnTo>
                    <a:lnTo>
                      <a:pt x="5" y="0"/>
                    </a:lnTo>
                    <a:lnTo>
                      <a:pt x="3" y="0"/>
                    </a:lnTo>
                    <a:lnTo>
                      <a:pt x="2" y="1"/>
                    </a:lnTo>
                    <a:lnTo>
                      <a:pt x="0" y="3"/>
                    </a:lnTo>
                    <a:lnTo>
                      <a:pt x="0" y="4"/>
                    </a:lnTo>
                    <a:lnTo>
                      <a:pt x="2" y="6"/>
                    </a:lnTo>
                    <a:lnTo>
                      <a:pt x="3" y="7"/>
                    </a:lnTo>
                    <a:lnTo>
                      <a:pt x="5" y="9"/>
                    </a:lnTo>
                    <a:lnTo>
                      <a:pt x="6" y="9"/>
                    </a:lnTo>
                    <a:lnTo>
                      <a:pt x="8" y="7"/>
                    </a:lnTo>
                    <a:lnTo>
                      <a:pt x="9" y="6"/>
                    </a:lnTo>
                    <a:lnTo>
                      <a:pt x="9" y="4"/>
                    </a:lnTo>
                    <a:lnTo>
                      <a:pt x="9" y="3"/>
                    </a:lnTo>
                    <a:lnTo>
                      <a:pt x="9" y="1"/>
                    </a:lnTo>
                    <a:lnTo>
                      <a:pt x="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455" name="Freeform 291"/>
              <p:cNvSpPr>
                <a:spLocks/>
              </p:cNvSpPr>
              <p:nvPr/>
            </p:nvSpPr>
            <p:spPr bwMode="auto">
              <a:xfrm>
                <a:off x="3965" y="2234"/>
                <a:ext cx="9" cy="8"/>
              </a:xfrm>
              <a:custGeom>
                <a:avLst/>
                <a:gdLst>
                  <a:gd name="T0" fmla="*/ 6 w 9"/>
                  <a:gd name="T1" fmla="*/ 0 h 8"/>
                  <a:gd name="T2" fmla="*/ 5 w 9"/>
                  <a:gd name="T3" fmla="*/ 0 h 8"/>
                  <a:gd name="T4" fmla="*/ 3 w 9"/>
                  <a:gd name="T5" fmla="*/ 0 h 8"/>
                  <a:gd name="T6" fmla="*/ 2 w 9"/>
                  <a:gd name="T7" fmla="*/ 0 h 8"/>
                  <a:gd name="T8" fmla="*/ 0 w 9"/>
                  <a:gd name="T9" fmla="*/ 1 h 8"/>
                  <a:gd name="T10" fmla="*/ 0 w 9"/>
                  <a:gd name="T11" fmla="*/ 3 h 8"/>
                  <a:gd name="T12" fmla="*/ 0 w 9"/>
                  <a:gd name="T13" fmla="*/ 4 h 8"/>
                  <a:gd name="T14" fmla="*/ 0 w 9"/>
                  <a:gd name="T15" fmla="*/ 5 h 8"/>
                  <a:gd name="T16" fmla="*/ 2 w 9"/>
                  <a:gd name="T17" fmla="*/ 7 h 8"/>
                  <a:gd name="T18" fmla="*/ 2 w 9"/>
                  <a:gd name="T19" fmla="*/ 7 h 8"/>
                  <a:gd name="T20" fmla="*/ 3 w 9"/>
                  <a:gd name="T21" fmla="*/ 8 h 8"/>
                  <a:gd name="T22" fmla="*/ 5 w 9"/>
                  <a:gd name="T23" fmla="*/ 8 h 8"/>
                  <a:gd name="T24" fmla="*/ 6 w 9"/>
                  <a:gd name="T25" fmla="*/ 7 h 8"/>
                  <a:gd name="T26" fmla="*/ 8 w 9"/>
                  <a:gd name="T27" fmla="*/ 5 h 8"/>
                  <a:gd name="T28" fmla="*/ 9 w 9"/>
                  <a:gd name="T29" fmla="*/ 4 h 8"/>
                  <a:gd name="T30" fmla="*/ 9 w 9"/>
                  <a:gd name="T31" fmla="*/ 3 h 8"/>
                  <a:gd name="T32" fmla="*/ 8 w 9"/>
                  <a:gd name="T33" fmla="*/ 1 h 8"/>
                  <a:gd name="T34" fmla="*/ 6 w 9"/>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6" y="0"/>
                    </a:moveTo>
                    <a:lnTo>
                      <a:pt x="5" y="0"/>
                    </a:lnTo>
                    <a:lnTo>
                      <a:pt x="3" y="0"/>
                    </a:lnTo>
                    <a:lnTo>
                      <a:pt x="2" y="0"/>
                    </a:lnTo>
                    <a:lnTo>
                      <a:pt x="0" y="1"/>
                    </a:lnTo>
                    <a:lnTo>
                      <a:pt x="0" y="3"/>
                    </a:lnTo>
                    <a:lnTo>
                      <a:pt x="0" y="4"/>
                    </a:lnTo>
                    <a:lnTo>
                      <a:pt x="0" y="5"/>
                    </a:lnTo>
                    <a:lnTo>
                      <a:pt x="2" y="7"/>
                    </a:lnTo>
                    <a:lnTo>
                      <a:pt x="3" y="8"/>
                    </a:lnTo>
                    <a:lnTo>
                      <a:pt x="5" y="8"/>
                    </a:lnTo>
                    <a:lnTo>
                      <a:pt x="6" y="7"/>
                    </a:lnTo>
                    <a:lnTo>
                      <a:pt x="8" y="5"/>
                    </a:lnTo>
                    <a:lnTo>
                      <a:pt x="9" y="4"/>
                    </a:lnTo>
                    <a:lnTo>
                      <a:pt x="9" y="3"/>
                    </a:lnTo>
                    <a:lnTo>
                      <a:pt x="8" y="1"/>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456" name="Freeform 292"/>
              <p:cNvSpPr>
                <a:spLocks/>
              </p:cNvSpPr>
              <p:nvPr/>
            </p:nvSpPr>
            <p:spPr bwMode="auto">
              <a:xfrm>
                <a:off x="3978" y="2245"/>
                <a:ext cx="9" cy="9"/>
              </a:xfrm>
              <a:custGeom>
                <a:avLst/>
                <a:gdLst>
                  <a:gd name="T0" fmla="*/ 8 w 9"/>
                  <a:gd name="T1" fmla="*/ 0 h 9"/>
                  <a:gd name="T2" fmla="*/ 6 w 9"/>
                  <a:gd name="T3" fmla="*/ 0 h 9"/>
                  <a:gd name="T4" fmla="*/ 5 w 9"/>
                  <a:gd name="T5" fmla="*/ 0 h 9"/>
                  <a:gd name="T6" fmla="*/ 3 w 9"/>
                  <a:gd name="T7" fmla="*/ 0 h 9"/>
                  <a:gd name="T8" fmla="*/ 2 w 9"/>
                  <a:gd name="T9" fmla="*/ 2 h 9"/>
                  <a:gd name="T10" fmla="*/ 0 w 9"/>
                  <a:gd name="T11" fmla="*/ 3 h 9"/>
                  <a:gd name="T12" fmla="*/ 0 w 9"/>
                  <a:gd name="T13" fmla="*/ 5 h 9"/>
                  <a:gd name="T14" fmla="*/ 2 w 9"/>
                  <a:gd name="T15" fmla="*/ 6 h 9"/>
                  <a:gd name="T16" fmla="*/ 3 w 9"/>
                  <a:gd name="T17" fmla="*/ 7 h 9"/>
                  <a:gd name="T18" fmla="*/ 3 w 9"/>
                  <a:gd name="T19" fmla="*/ 7 h 9"/>
                  <a:gd name="T20" fmla="*/ 5 w 9"/>
                  <a:gd name="T21" fmla="*/ 9 h 9"/>
                  <a:gd name="T22" fmla="*/ 6 w 9"/>
                  <a:gd name="T23" fmla="*/ 9 h 9"/>
                  <a:gd name="T24" fmla="*/ 8 w 9"/>
                  <a:gd name="T25" fmla="*/ 7 h 9"/>
                  <a:gd name="T26" fmla="*/ 9 w 9"/>
                  <a:gd name="T27" fmla="*/ 6 h 9"/>
                  <a:gd name="T28" fmla="*/ 9 w 9"/>
                  <a:gd name="T29" fmla="*/ 5 h 9"/>
                  <a:gd name="T30" fmla="*/ 9 w 9"/>
                  <a:gd name="T31" fmla="*/ 3 h 9"/>
                  <a:gd name="T32" fmla="*/ 9 w 9"/>
                  <a:gd name="T33" fmla="*/ 2 h 9"/>
                  <a:gd name="T34" fmla="*/ 8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8" y="0"/>
                    </a:moveTo>
                    <a:lnTo>
                      <a:pt x="6" y="0"/>
                    </a:lnTo>
                    <a:lnTo>
                      <a:pt x="5" y="0"/>
                    </a:lnTo>
                    <a:lnTo>
                      <a:pt x="3" y="0"/>
                    </a:lnTo>
                    <a:lnTo>
                      <a:pt x="2" y="2"/>
                    </a:lnTo>
                    <a:lnTo>
                      <a:pt x="0" y="3"/>
                    </a:lnTo>
                    <a:lnTo>
                      <a:pt x="0" y="5"/>
                    </a:lnTo>
                    <a:lnTo>
                      <a:pt x="2" y="6"/>
                    </a:lnTo>
                    <a:lnTo>
                      <a:pt x="3" y="7"/>
                    </a:lnTo>
                    <a:lnTo>
                      <a:pt x="5" y="9"/>
                    </a:lnTo>
                    <a:lnTo>
                      <a:pt x="6" y="9"/>
                    </a:lnTo>
                    <a:lnTo>
                      <a:pt x="8" y="7"/>
                    </a:lnTo>
                    <a:lnTo>
                      <a:pt x="9" y="6"/>
                    </a:lnTo>
                    <a:lnTo>
                      <a:pt x="9" y="5"/>
                    </a:lnTo>
                    <a:lnTo>
                      <a:pt x="9" y="3"/>
                    </a:lnTo>
                    <a:lnTo>
                      <a:pt x="9" y="2"/>
                    </a:lnTo>
                    <a:lnTo>
                      <a:pt x="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grpSp>
        <p:grpSp>
          <p:nvGrpSpPr>
            <p:cNvPr id="376" name="Group 293"/>
            <p:cNvGrpSpPr>
              <a:grpSpLocks/>
            </p:cNvGrpSpPr>
            <p:nvPr/>
          </p:nvGrpSpPr>
          <p:grpSpPr bwMode="auto">
            <a:xfrm>
              <a:off x="6258280" y="2441656"/>
              <a:ext cx="652463" cy="247650"/>
              <a:chOff x="3575" y="1927"/>
              <a:chExt cx="411" cy="156"/>
            </a:xfrm>
          </p:grpSpPr>
          <p:sp>
            <p:nvSpPr>
              <p:cNvPr id="397" name="Freeform 294"/>
              <p:cNvSpPr>
                <a:spLocks/>
              </p:cNvSpPr>
              <p:nvPr/>
            </p:nvSpPr>
            <p:spPr bwMode="auto">
              <a:xfrm>
                <a:off x="3977" y="1927"/>
                <a:ext cx="9" cy="9"/>
              </a:xfrm>
              <a:custGeom>
                <a:avLst/>
                <a:gdLst>
                  <a:gd name="T0" fmla="*/ 7 w 9"/>
                  <a:gd name="T1" fmla="*/ 9 h 9"/>
                  <a:gd name="T2" fmla="*/ 7 w 9"/>
                  <a:gd name="T3" fmla="*/ 6 h 9"/>
                  <a:gd name="T4" fmla="*/ 9 w 9"/>
                  <a:gd name="T5" fmla="*/ 4 h 9"/>
                  <a:gd name="T6" fmla="*/ 9 w 9"/>
                  <a:gd name="T7" fmla="*/ 4 h 9"/>
                  <a:gd name="T8" fmla="*/ 7 w 9"/>
                  <a:gd name="T9" fmla="*/ 3 h 9"/>
                  <a:gd name="T10" fmla="*/ 6 w 9"/>
                  <a:gd name="T11" fmla="*/ 2 h 9"/>
                  <a:gd name="T12" fmla="*/ 4 w 9"/>
                  <a:gd name="T13" fmla="*/ 0 h 9"/>
                  <a:gd name="T14" fmla="*/ 4 w 9"/>
                  <a:gd name="T15" fmla="*/ 0 h 9"/>
                  <a:gd name="T16" fmla="*/ 3 w 9"/>
                  <a:gd name="T17" fmla="*/ 2 h 9"/>
                  <a:gd name="T18" fmla="*/ 1 w 9"/>
                  <a:gd name="T19" fmla="*/ 2 h 9"/>
                  <a:gd name="T20" fmla="*/ 0 w 9"/>
                  <a:gd name="T21" fmla="*/ 3 h 9"/>
                  <a:gd name="T22" fmla="*/ 0 w 9"/>
                  <a:gd name="T23" fmla="*/ 4 h 9"/>
                  <a:gd name="T24" fmla="*/ 0 w 9"/>
                  <a:gd name="T25" fmla="*/ 6 h 9"/>
                  <a:gd name="T26" fmla="*/ 0 w 9"/>
                  <a:gd name="T27" fmla="*/ 7 h 9"/>
                  <a:gd name="T28" fmla="*/ 1 w 9"/>
                  <a:gd name="T29" fmla="*/ 9 h 9"/>
                  <a:gd name="T30" fmla="*/ 3 w 9"/>
                  <a:gd name="T31" fmla="*/ 9 h 9"/>
                  <a:gd name="T32" fmla="*/ 4 w 9"/>
                  <a:gd name="T33" fmla="*/ 9 h 9"/>
                  <a:gd name="T34" fmla="*/ 6 w 9"/>
                  <a:gd name="T35" fmla="*/ 9 h 9"/>
                  <a:gd name="T36" fmla="*/ 7 w 9"/>
                  <a:gd name="T37" fmla="*/ 9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9"/>
                  <a:gd name="T58" fmla="*/ 0 h 9"/>
                  <a:gd name="T59" fmla="*/ 9 w 9"/>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9" h="9">
                    <a:moveTo>
                      <a:pt x="7" y="9"/>
                    </a:moveTo>
                    <a:lnTo>
                      <a:pt x="7" y="6"/>
                    </a:lnTo>
                    <a:lnTo>
                      <a:pt x="9" y="4"/>
                    </a:lnTo>
                    <a:lnTo>
                      <a:pt x="7" y="3"/>
                    </a:lnTo>
                    <a:lnTo>
                      <a:pt x="6" y="2"/>
                    </a:lnTo>
                    <a:lnTo>
                      <a:pt x="4" y="0"/>
                    </a:lnTo>
                    <a:lnTo>
                      <a:pt x="3" y="2"/>
                    </a:lnTo>
                    <a:lnTo>
                      <a:pt x="1" y="2"/>
                    </a:lnTo>
                    <a:lnTo>
                      <a:pt x="0" y="3"/>
                    </a:lnTo>
                    <a:lnTo>
                      <a:pt x="0" y="4"/>
                    </a:lnTo>
                    <a:lnTo>
                      <a:pt x="0" y="6"/>
                    </a:lnTo>
                    <a:lnTo>
                      <a:pt x="0" y="7"/>
                    </a:lnTo>
                    <a:lnTo>
                      <a:pt x="1" y="9"/>
                    </a:lnTo>
                    <a:lnTo>
                      <a:pt x="3" y="9"/>
                    </a:lnTo>
                    <a:lnTo>
                      <a:pt x="4" y="9"/>
                    </a:lnTo>
                    <a:lnTo>
                      <a:pt x="6" y="9"/>
                    </a:lnTo>
                    <a:lnTo>
                      <a:pt x="7"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98" name="Freeform 295"/>
              <p:cNvSpPr>
                <a:spLocks/>
              </p:cNvSpPr>
              <p:nvPr/>
            </p:nvSpPr>
            <p:spPr bwMode="auto">
              <a:xfrm>
                <a:off x="3964" y="1939"/>
                <a:ext cx="9" cy="8"/>
              </a:xfrm>
              <a:custGeom>
                <a:avLst/>
                <a:gdLst>
                  <a:gd name="T0" fmla="*/ 7 w 9"/>
                  <a:gd name="T1" fmla="*/ 8 h 8"/>
                  <a:gd name="T2" fmla="*/ 9 w 9"/>
                  <a:gd name="T3" fmla="*/ 7 h 8"/>
                  <a:gd name="T4" fmla="*/ 9 w 9"/>
                  <a:gd name="T5" fmla="*/ 5 h 8"/>
                  <a:gd name="T6" fmla="*/ 9 w 9"/>
                  <a:gd name="T7" fmla="*/ 4 h 8"/>
                  <a:gd name="T8" fmla="*/ 9 w 9"/>
                  <a:gd name="T9" fmla="*/ 3 h 8"/>
                  <a:gd name="T10" fmla="*/ 7 w 9"/>
                  <a:gd name="T11" fmla="*/ 1 h 8"/>
                  <a:gd name="T12" fmla="*/ 6 w 9"/>
                  <a:gd name="T13" fmla="*/ 0 h 8"/>
                  <a:gd name="T14" fmla="*/ 4 w 9"/>
                  <a:gd name="T15" fmla="*/ 0 h 8"/>
                  <a:gd name="T16" fmla="*/ 3 w 9"/>
                  <a:gd name="T17" fmla="*/ 1 h 8"/>
                  <a:gd name="T18" fmla="*/ 3 w 9"/>
                  <a:gd name="T19" fmla="*/ 1 h 8"/>
                  <a:gd name="T20" fmla="*/ 1 w 9"/>
                  <a:gd name="T21" fmla="*/ 3 h 8"/>
                  <a:gd name="T22" fmla="*/ 0 w 9"/>
                  <a:gd name="T23" fmla="*/ 4 h 8"/>
                  <a:gd name="T24" fmla="*/ 0 w 9"/>
                  <a:gd name="T25" fmla="*/ 5 h 8"/>
                  <a:gd name="T26" fmla="*/ 1 w 9"/>
                  <a:gd name="T27" fmla="*/ 7 h 8"/>
                  <a:gd name="T28" fmla="*/ 3 w 9"/>
                  <a:gd name="T29" fmla="*/ 8 h 8"/>
                  <a:gd name="T30" fmla="*/ 4 w 9"/>
                  <a:gd name="T31" fmla="*/ 8 h 8"/>
                  <a:gd name="T32" fmla="*/ 6 w 9"/>
                  <a:gd name="T33" fmla="*/ 8 h 8"/>
                  <a:gd name="T34" fmla="*/ 7 w 9"/>
                  <a:gd name="T35" fmla="*/ 8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7" y="8"/>
                    </a:moveTo>
                    <a:lnTo>
                      <a:pt x="9" y="7"/>
                    </a:lnTo>
                    <a:lnTo>
                      <a:pt x="9" y="5"/>
                    </a:lnTo>
                    <a:lnTo>
                      <a:pt x="9" y="4"/>
                    </a:lnTo>
                    <a:lnTo>
                      <a:pt x="9" y="3"/>
                    </a:lnTo>
                    <a:lnTo>
                      <a:pt x="7" y="1"/>
                    </a:lnTo>
                    <a:lnTo>
                      <a:pt x="6" y="0"/>
                    </a:lnTo>
                    <a:lnTo>
                      <a:pt x="4" y="0"/>
                    </a:lnTo>
                    <a:lnTo>
                      <a:pt x="3" y="1"/>
                    </a:lnTo>
                    <a:lnTo>
                      <a:pt x="1" y="3"/>
                    </a:lnTo>
                    <a:lnTo>
                      <a:pt x="0" y="4"/>
                    </a:lnTo>
                    <a:lnTo>
                      <a:pt x="0" y="5"/>
                    </a:lnTo>
                    <a:lnTo>
                      <a:pt x="1" y="7"/>
                    </a:lnTo>
                    <a:lnTo>
                      <a:pt x="3" y="8"/>
                    </a:lnTo>
                    <a:lnTo>
                      <a:pt x="4" y="8"/>
                    </a:lnTo>
                    <a:lnTo>
                      <a:pt x="6" y="8"/>
                    </a:lnTo>
                    <a:lnTo>
                      <a:pt x="7"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99" name="Freeform 296"/>
              <p:cNvSpPr>
                <a:spLocks/>
              </p:cNvSpPr>
              <p:nvPr/>
            </p:nvSpPr>
            <p:spPr bwMode="auto">
              <a:xfrm>
                <a:off x="3952" y="1950"/>
                <a:ext cx="9" cy="9"/>
              </a:xfrm>
              <a:custGeom>
                <a:avLst/>
                <a:gdLst>
                  <a:gd name="T0" fmla="*/ 8 w 9"/>
                  <a:gd name="T1" fmla="*/ 8 h 9"/>
                  <a:gd name="T2" fmla="*/ 9 w 9"/>
                  <a:gd name="T3" fmla="*/ 6 h 9"/>
                  <a:gd name="T4" fmla="*/ 9 w 9"/>
                  <a:gd name="T5" fmla="*/ 5 h 9"/>
                  <a:gd name="T6" fmla="*/ 8 w 9"/>
                  <a:gd name="T7" fmla="*/ 3 h 9"/>
                  <a:gd name="T8" fmla="*/ 6 w 9"/>
                  <a:gd name="T9" fmla="*/ 2 h 9"/>
                  <a:gd name="T10" fmla="*/ 5 w 9"/>
                  <a:gd name="T11" fmla="*/ 0 h 9"/>
                  <a:gd name="T12" fmla="*/ 3 w 9"/>
                  <a:gd name="T13" fmla="*/ 0 h 9"/>
                  <a:gd name="T14" fmla="*/ 2 w 9"/>
                  <a:gd name="T15" fmla="*/ 2 h 9"/>
                  <a:gd name="T16" fmla="*/ 0 w 9"/>
                  <a:gd name="T17" fmla="*/ 3 h 9"/>
                  <a:gd name="T18" fmla="*/ 0 w 9"/>
                  <a:gd name="T19" fmla="*/ 3 h 9"/>
                  <a:gd name="T20" fmla="*/ 0 w 9"/>
                  <a:gd name="T21" fmla="*/ 5 h 9"/>
                  <a:gd name="T22" fmla="*/ 0 w 9"/>
                  <a:gd name="T23" fmla="*/ 6 h 9"/>
                  <a:gd name="T24" fmla="*/ 0 w 9"/>
                  <a:gd name="T25" fmla="*/ 8 h 9"/>
                  <a:gd name="T26" fmla="*/ 2 w 9"/>
                  <a:gd name="T27" fmla="*/ 9 h 9"/>
                  <a:gd name="T28" fmla="*/ 3 w 9"/>
                  <a:gd name="T29" fmla="*/ 9 h 9"/>
                  <a:gd name="T30" fmla="*/ 5 w 9"/>
                  <a:gd name="T31" fmla="*/ 9 h 9"/>
                  <a:gd name="T32" fmla="*/ 6 w 9"/>
                  <a:gd name="T33" fmla="*/ 9 h 9"/>
                  <a:gd name="T34" fmla="*/ 8 w 9"/>
                  <a:gd name="T35" fmla="*/ 8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8" y="8"/>
                    </a:moveTo>
                    <a:lnTo>
                      <a:pt x="9" y="6"/>
                    </a:lnTo>
                    <a:lnTo>
                      <a:pt x="9" y="5"/>
                    </a:lnTo>
                    <a:lnTo>
                      <a:pt x="8" y="3"/>
                    </a:lnTo>
                    <a:lnTo>
                      <a:pt x="6" y="2"/>
                    </a:lnTo>
                    <a:lnTo>
                      <a:pt x="5" y="0"/>
                    </a:lnTo>
                    <a:lnTo>
                      <a:pt x="3" y="0"/>
                    </a:lnTo>
                    <a:lnTo>
                      <a:pt x="2" y="2"/>
                    </a:lnTo>
                    <a:lnTo>
                      <a:pt x="0" y="3"/>
                    </a:lnTo>
                    <a:lnTo>
                      <a:pt x="0" y="5"/>
                    </a:lnTo>
                    <a:lnTo>
                      <a:pt x="0" y="6"/>
                    </a:lnTo>
                    <a:lnTo>
                      <a:pt x="0" y="8"/>
                    </a:lnTo>
                    <a:lnTo>
                      <a:pt x="2" y="9"/>
                    </a:lnTo>
                    <a:lnTo>
                      <a:pt x="3" y="9"/>
                    </a:lnTo>
                    <a:lnTo>
                      <a:pt x="5" y="9"/>
                    </a:lnTo>
                    <a:lnTo>
                      <a:pt x="6" y="9"/>
                    </a:lnTo>
                    <a:lnTo>
                      <a:pt x="8"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400" name="Freeform 297"/>
              <p:cNvSpPr>
                <a:spLocks/>
              </p:cNvSpPr>
              <p:nvPr/>
            </p:nvSpPr>
            <p:spPr bwMode="auto">
              <a:xfrm>
                <a:off x="3939" y="1963"/>
                <a:ext cx="9" cy="9"/>
              </a:xfrm>
              <a:custGeom>
                <a:avLst/>
                <a:gdLst>
                  <a:gd name="T0" fmla="*/ 9 w 9"/>
                  <a:gd name="T1" fmla="*/ 6 h 9"/>
                  <a:gd name="T2" fmla="*/ 9 w 9"/>
                  <a:gd name="T3" fmla="*/ 5 h 9"/>
                  <a:gd name="T4" fmla="*/ 9 w 9"/>
                  <a:gd name="T5" fmla="*/ 3 h 9"/>
                  <a:gd name="T6" fmla="*/ 9 w 9"/>
                  <a:gd name="T7" fmla="*/ 2 h 9"/>
                  <a:gd name="T8" fmla="*/ 7 w 9"/>
                  <a:gd name="T9" fmla="*/ 0 h 9"/>
                  <a:gd name="T10" fmla="*/ 6 w 9"/>
                  <a:gd name="T11" fmla="*/ 0 h 9"/>
                  <a:gd name="T12" fmla="*/ 5 w 9"/>
                  <a:gd name="T13" fmla="*/ 0 h 9"/>
                  <a:gd name="T14" fmla="*/ 3 w 9"/>
                  <a:gd name="T15" fmla="*/ 0 h 9"/>
                  <a:gd name="T16" fmla="*/ 2 w 9"/>
                  <a:gd name="T17" fmla="*/ 2 h 9"/>
                  <a:gd name="T18" fmla="*/ 2 w 9"/>
                  <a:gd name="T19" fmla="*/ 2 h 9"/>
                  <a:gd name="T20" fmla="*/ 0 w 9"/>
                  <a:gd name="T21" fmla="*/ 3 h 9"/>
                  <a:gd name="T22" fmla="*/ 0 w 9"/>
                  <a:gd name="T23" fmla="*/ 5 h 9"/>
                  <a:gd name="T24" fmla="*/ 2 w 9"/>
                  <a:gd name="T25" fmla="*/ 6 h 9"/>
                  <a:gd name="T26" fmla="*/ 3 w 9"/>
                  <a:gd name="T27" fmla="*/ 8 h 9"/>
                  <a:gd name="T28" fmla="*/ 5 w 9"/>
                  <a:gd name="T29" fmla="*/ 9 h 9"/>
                  <a:gd name="T30" fmla="*/ 6 w 9"/>
                  <a:gd name="T31" fmla="*/ 9 h 9"/>
                  <a:gd name="T32" fmla="*/ 7 w 9"/>
                  <a:gd name="T33" fmla="*/ 8 h 9"/>
                  <a:gd name="T34" fmla="*/ 9 w 9"/>
                  <a:gd name="T35" fmla="*/ 6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9" y="6"/>
                    </a:moveTo>
                    <a:lnTo>
                      <a:pt x="9" y="5"/>
                    </a:lnTo>
                    <a:lnTo>
                      <a:pt x="9" y="3"/>
                    </a:lnTo>
                    <a:lnTo>
                      <a:pt x="9" y="2"/>
                    </a:lnTo>
                    <a:lnTo>
                      <a:pt x="7" y="0"/>
                    </a:lnTo>
                    <a:lnTo>
                      <a:pt x="6" y="0"/>
                    </a:lnTo>
                    <a:lnTo>
                      <a:pt x="5" y="0"/>
                    </a:lnTo>
                    <a:lnTo>
                      <a:pt x="3" y="0"/>
                    </a:lnTo>
                    <a:lnTo>
                      <a:pt x="2" y="2"/>
                    </a:lnTo>
                    <a:lnTo>
                      <a:pt x="0" y="3"/>
                    </a:lnTo>
                    <a:lnTo>
                      <a:pt x="0" y="5"/>
                    </a:lnTo>
                    <a:lnTo>
                      <a:pt x="2" y="6"/>
                    </a:lnTo>
                    <a:lnTo>
                      <a:pt x="3" y="8"/>
                    </a:lnTo>
                    <a:lnTo>
                      <a:pt x="5" y="9"/>
                    </a:lnTo>
                    <a:lnTo>
                      <a:pt x="6" y="9"/>
                    </a:lnTo>
                    <a:lnTo>
                      <a:pt x="7" y="8"/>
                    </a:lnTo>
                    <a:lnTo>
                      <a:pt x="9"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401" name="Freeform 298"/>
              <p:cNvSpPr>
                <a:spLocks/>
              </p:cNvSpPr>
              <p:nvPr/>
            </p:nvSpPr>
            <p:spPr bwMode="auto">
              <a:xfrm>
                <a:off x="3928" y="1975"/>
                <a:ext cx="8" cy="9"/>
              </a:xfrm>
              <a:custGeom>
                <a:avLst/>
                <a:gdLst>
                  <a:gd name="T0" fmla="*/ 7 w 8"/>
                  <a:gd name="T1" fmla="*/ 7 h 9"/>
                  <a:gd name="T2" fmla="*/ 8 w 8"/>
                  <a:gd name="T3" fmla="*/ 6 h 9"/>
                  <a:gd name="T4" fmla="*/ 8 w 8"/>
                  <a:gd name="T5" fmla="*/ 4 h 9"/>
                  <a:gd name="T6" fmla="*/ 7 w 8"/>
                  <a:gd name="T7" fmla="*/ 3 h 9"/>
                  <a:gd name="T8" fmla="*/ 5 w 8"/>
                  <a:gd name="T9" fmla="*/ 1 h 9"/>
                  <a:gd name="T10" fmla="*/ 4 w 8"/>
                  <a:gd name="T11" fmla="*/ 0 h 9"/>
                  <a:gd name="T12" fmla="*/ 2 w 8"/>
                  <a:gd name="T13" fmla="*/ 0 h 9"/>
                  <a:gd name="T14" fmla="*/ 1 w 8"/>
                  <a:gd name="T15" fmla="*/ 1 h 9"/>
                  <a:gd name="T16" fmla="*/ 0 w 8"/>
                  <a:gd name="T17" fmla="*/ 3 h 9"/>
                  <a:gd name="T18" fmla="*/ 0 w 8"/>
                  <a:gd name="T19" fmla="*/ 3 h 9"/>
                  <a:gd name="T20" fmla="*/ 0 w 8"/>
                  <a:gd name="T21" fmla="*/ 4 h 9"/>
                  <a:gd name="T22" fmla="*/ 0 w 8"/>
                  <a:gd name="T23" fmla="*/ 6 h 9"/>
                  <a:gd name="T24" fmla="*/ 0 w 8"/>
                  <a:gd name="T25" fmla="*/ 7 h 9"/>
                  <a:gd name="T26" fmla="*/ 1 w 8"/>
                  <a:gd name="T27" fmla="*/ 9 h 9"/>
                  <a:gd name="T28" fmla="*/ 2 w 8"/>
                  <a:gd name="T29" fmla="*/ 9 h 9"/>
                  <a:gd name="T30" fmla="*/ 4 w 8"/>
                  <a:gd name="T31" fmla="*/ 9 h 9"/>
                  <a:gd name="T32" fmla="*/ 5 w 8"/>
                  <a:gd name="T33" fmla="*/ 9 h 9"/>
                  <a:gd name="T34" fmla="*/ 7 w 8"/>
                  <a:gd name="T35" fmla="*/ 7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7" y="7"/>
                    </a:moveTo>
                    <a:lnTo>
                      <a:pt x="8" y="6"/>
                    </a:lnTo>
                    <a:lnTo>
                      <a:pt x="8" y="4"/>
                    </a:lnTo>
                    <a:lnTo>
                      <a:pt x="7" y="3"/>
                    </a:lnTo>
                    <a:lnTo>
                      <a:pt x="5" y="1"/>
                    </a:lnTo>
                    <a:lnTo>
                      <a:pt x="4" y="0"/>
                    </a:lnTo>
                    <a:lnTo>
                      <a:pt x="2" y="0"/>
                    </a:lnTo>
                    <a:lnTo>
                      <a:pt x="1" y="1"/>
                    </a:lnTo>
                    <a:lnTo>
                      <a:pt x="0" y="3"/>
                    </a:lnTo>
                    <a:lnTo>
                      <a:pt x="0" y="4"/>
                    </a:lnTo>
                    <a:lnTo>
                      <a:pt x="0" y="6"/>
                    </a:lnTo>
                    <a:lnTo>
                      <a:pt x="0" y="7"/>
                    </a:lnTo>
                    <a:lnTo>
                      <a:pt x="1" y="9"/>
                    </a:lnTo>
                    <a:lnTo>
                      <a:pt x="2" y="9"/>
                    </a:lnTo>
                    <a:lnTo>
                      <a:pt x="4" y="9"/>
                    </a:lnTo>
                    <a:lnTo>
                      <a:pt x="5" y="9"/>
                    </a:lnTo>
                    <a:lnTo>
                      <a:pt x="7"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402" name="Freeform 299"/>
              <p:cNvSpPr>
                <a:spLocks/>
              </p:cNvSpPr>
              <p:nvPr/>
            </p:nvSpPr>
            <p:spPr bwMode="auto">
              <a:xfrm>
                <a:off x="3915" y="1988"/>
                <a:ext cx="8" cy="9"/>
              </a:xfrm>
              <a:custGeom>
                <a:avLst/>
                <a:gdLst>
                  <a:gd name="T0" fmla="*/ 7 w 8"/>
                  <a:gd name="T1" fmla="*/ 7 h 9"/>
                  <a:gd name="T2" fmla="*/ 8 w 8"/>
                  <a:gd name="T3" fmla="*/ 6 h 9"/>
                  <a:gd name="T4" fmla="*/ 8 w 8"/>
                  <a:gd name="T5" fmla="*/ 4 h 9"/>
                  <a:gd name="T6" fmla="*/ 8 w 8"/>
                  <a:gd name="T7" fmla="*/ 3 h 9"/>
                  <a:gd name="T8" fmla="*/ 8 w 8"/>
                  <a:gd name="T9" fmla="*/ 2 h 9"/>
                  <a:gd name="T10" fmla="*/ 7 w 8"/>
                  <a:gd name="T11" fmla="*/ 0 h 9"/>
                  <a:gd name="T12" fmla="*/ 5 w 8"/>
                  <a:gd name="T13" fmla="*/ 0 h 9"/>
                  <a:gd name="T14" fmla="*/ 4 w 8"/>
                  <a:gd name="T15" fmla="*/ 0 h 9"/>
                  <a:gd name="T16" fmla="*/ 2 w 8"/>
                  <a:gd name="T17" fmla="*/ 0 h 9"/>
                  <a:gd name="T18" fmla="*/ 2 w 8"/>
                  <a:gd name="T19" fmla="*/ 0 h 9"/>
                  <a:gd name="T20" fmla="*/ 1 w 8"/>
                  <a:gd name="T21" fmla="*/ 2 h 9"/>
                  <a:gd name="T22" fmla="*/ 0 w 8"/>
                  <a:gd name="T23" fmla="*/ 3 h 9"/>
                  <a:gd name="T24" fmla="*/ 0 w 8"/>
                  <a:gd name="T25" fmla="*/ 4 h 9"/>
                  <a:gd name="T26" fmla="*/ 1 w 8"/>
                  <a:gd name="T27" fmla="*/ 6 h 9"/>
                  <a:gd name="T28" fmla="*/ 2 w 8"/>
                  <a:gd name="T29" fmla="*/ 7 h 9"/>
                  <a:gd name="T30" fmla="*/ 4 w 8"/>
                  <a:gd name="T31" fmla="*/ 9 h 9"/>
                  <a:gd name="T32" fmla="*/ 5 w 8"/>
                  <a:gd name="T33" fmla="*/ 9 h 9"/>
                  <a:gd name="T34" fmla="*/ 7 w 8"/>
                  <a:gd name="T35" fmla="*/ 7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7" y="7"/>
                    </a:moveTo>
                    <a:lnTo>
                      <a:pt x="8" y="6"/>
                    </a:lnTo>
                    <a:lnTo>
                      <a:pt x="8" y="4"/>
                    </a:lnTo>
                    <a:lnTo>
                      <a:pt x="8" y="3"/>
                    </a:lnTo>
                    <a:lnTo>
                      <a:pt x="8" y="2"/>
                    </a:lnTo>
                    <a:lnTo>
                      <a:pt x="7" y="0"/>
                    </a:lnTo>
                    <a:lnTo>
                      <a:pt x="5" y="0"/>
                    </a:lnTo>
                    <a:lnTo>
                      <a:pt x="4" y="0"/>
                    </a:lnTo>
                    <a:lnTo>
                      <a:pt x="2" y="0"/>
                    </a:lnTo>
                    <a:lnTo>
                      <a:pt x="1" y="2"/>
                    </a:lnTo>
                    <a:lnTo>
                      <a:pt x="0" y="3"/>
                    </a:lnTo>
                    <a:lnTo>
                      <a:pt x="0" y="4"/>
                    </a:lnTo>
                    <a:lnTo>
                      <a:pt x="1" y="6"/>
                    </a:lnTo>
                    <a:lnTo>
                      <a:pt x="2" y="7"/>
                    </a:lnTo>
                    <a:lnTo>
                      <a:pt x="4" y="9"/>
                    </a:lnTo>
                    <a:lnTo>
                      <a:pt x="5" y="9"/>
                    </a:lnTo>
                    <a:lnTo>
                      <a:pt x="7"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403" name="Freeform 300"/>
              <p:cNvSpPr>
                <a:spLocks/>
              </p:cNvSpPr>
              <p:nvPr/>
            </p:nvSpPr>
            <p:spPr bwMode="auto">
              <a:xfrm>
                <a:off x="3901" y="2000"/>
                <a:ext cx="9" cy="8"/>
              </a:xfrm>
              <a:custGeom>
                <a:avLst/>
                <a:gdLst>
                  <a:gd name="T0" fmla="*/ 8 w 9"/>
                  <a:gd name="T1" fmla="*/ 8 h 8"/>
                  <a:gd name="T2" fmla="*/ 9 w 9"/>
                  <a:gd name="T3" fmla="*/ 7 h 8"/>
                  <a:gd name="T4" fmla="*/ 9 w 9"/>
                  <a:gd name="T5" fmla="*/ 6 h 8"/>
                  <a:gd name="T6" fmla="*/ 9 w 9"/>
                  <a:gd name="T7" fmla="*/ 4 h 8"/>
                  <a:gd name="T8" fmla="*/ 9 w 9"/>
                  <a:gd name="T9" fmla="*/ 3 h 8"/>
                  <a:gd name="T10" fmla="*/ 8 w 9"/>
                  <a:gd name="T11" fmla="*/ 1 h 8"/>
                  <a:gd name="T12" fmla="*/ 6 w 9"/>
                  <a:gd name="T13" fmla="*/ 0 h 8"/>
                  <a:gd name="T14" fmla="*/ 5 w 9"/>
                  <a:gd name="T15" fmla="*/ 0 h 8"/>
                  <a:gd name="T16" fmla="*/ 3 w 9"/>
                  <a:gd name="T17" fmla="*/ 1 h 8"/>
                  <a:gd name="T18" fmla="*/ 3 w 9"/>
                  <a:gd name="T19" fmla="*/ 1 h 8"/>
                  <a:gd name="T20" fmla="*/ 2 w 9"/>
                  <a:gd name="T21" fmla="*/ 3 h 8"/>
                  <a:gd name="T22" fmla="*/ 0 w 9"/>
                  <a:gd name="T23" fmla="*/ 4 h 8"/>
                  <a:gd name="T24" fmla="*/ 0 w 9"/>
                  <a:gd name="T25" fmla="*/ 6 h 8"/>
                  <a:gd name="T26" fmla="*/ 2 w 9"/>
                  <a:gd name="T27" fmla="*/ 7 h 8"/>
                  <a:gd name="T28" fmla="*/ 3 w 9"/>
                  <a:gd name="T29" fmla="*/ 8 h 8"/>
                  <a:gd name="T30" fmla="*/ 5 w 9"/>
                  <a:gd name="T31" fmla="*/ 8 h 8"/>
                  <a:gd name="T32" fmla="*/ 6 w 9"/>
                  <a:gd name="T33" fmla="*/ 8 h 8"/>
                  <a:gd name="T34" fmla="*/ 8 w 9"/>
                  <a:gd name="T35" fmla="*/ 8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8" y="8"/>
                    </a:moveTo>
                    <a:lnTo>
                      <a:pt x="9" y="7"/>
                    </a:lnTo>
                    <a:lnTo>
                      <a:pt x="9" y="6"/>
                    </a:lnTo>
                    <a:lnTo>
                      <a:pt x="9" y="4"/>
                    </a:lnTo>
                    <a:lnTo>
                      <a:pt x="9" y="3"/>
                    </a:lnTo>
                    <a:lnTo>
                      <a:pt x="8" y="1"/>
                    </a:lnTo>
                    <a:lnTo>
                      <a:pt x="6" y="0"/>
                    </a:lnTo>
                    <a:lnTo>
                      <a:pt x="5" y="0"/>
                    </a:lnTo>
                    <a:lnTo>
                      <a:pt x="3" y="1"/>
                    </a:lnTo>
                    <a:lnTo>
                      <a:pt x="2" y="3"/>
                    </a:lnTo>
                    <a:lnTo>
                      <a:pt x="0" y="4"/>
                    </a:lnTo>
                    <a:lnTo>
                      <a:pt x="0" y="6"/>
                    </a:lnTo>
                    <a:lnTo>
                      <a:pt x="2" y="7"/>
                    </a:lnTo>
                    <a:lnTo>
                      <a:pt x="3" y="8"/>
                    </a:lnTo>
                    <a:lnTo>
                      <a:pt x="5" y="8"/>
                    </a:lnTo>
                    <a:lnTo>
                      <a:pt x="6" y="8"/>
                    </a:lnTo>
                    <a:lnTo>
                      <a:pt x="8"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404" name="Freeform 301"/>
              <p:cNvSpPr>
                <a:spLocks/>
              </p:cNvSpPr>
              <p:nvPr/>
            </p:nvSpPr>
            <p:spPr bwMode="auto">
              <a:xfrm>
                <a:off x="3890" y="2011"/>
                <a:ext cx="9" cy="9"/>
              </a:xfrm>
              <a:custGeom>
                <a:avLst/>
                <a:gdLst>
                  <a:gd name="T0" fmla="*/ 6 w 9"/>
                  <a:gd name="T1" fmla="*/ 9 h 9"/>
                  <a:gd name="T2" fmla="*/ 7 w 9"/>
                  <a:gd name="T3" fmla="*/ 8 h 9"/>
                  <a:gd name="T4" fmla="*/ 9 w 9"/>
                  <a:gd name="T5" fmla="*/ 6 h 9"/>
                  <a:gd name="T6" fmla="*/ 9 w 9"/>
                  <a:gd name="T7" fmla="*/ 5 h 9"/>
                  <a:gd name="T8" fmla="*/ 7 w 9"/>
                  <a:gd name="T9" fmla="*/ 3 h 9"/>
                  <a:gd name="T10" fmla="*/ 6 w 9"/>
                  <a:gd name="T11" fmla="*/ 2 h 9"/>
                  <a:gd name="T12" fmla="*/ 4 w 9"/>
                  <a:gd name="T13" fmla="*/ 0 h 9"/>
                  <a:gd name="T14" fmla="*/ 3 w 9"/>
                  <a:gd name="T15" fmla="*/ 0 h 9"/>
                  <a:gd name="T16" fmla="*/ 1 w 9"/>
                  <a:gd name="T17" fmla="*/ 2 h 9"/>
                  <a:gd name="T18" fmla="*/ 1 w 9"/>
                  <a:gd name="T19" fmla="*/ 2 h 9"/>
                  <a:gd name="T20" fmla="*/ 0 w 9"/>
                  <a:gd name="T21" fmla="*/ 3 h 9"/>
                  <a:gd name="T22" fmla="*/ 0 w 9"/>
                  <a:gd name="T23" fmla="*/ 5 h 9"/>
                  <a:gd name="T24" fmla="*/ 0 w 9"/>
                  <a:gd name="T25" fmla="*/ 6 h 9"/>
                  <a:gd name="T26" fmla="*/ 0 w 9"/>
                  <a:gd name="T27" fmla="*/ 8 h 9"/>
                  <a:gd name="T28" fmla="*/ 1 w 9"/>
                  <a:gd name="T29" fmla="*/ 9 h 9"/>
                  <a:gd name="T30" fmla="*/ 3 w 9"/>
                  <a:gd name="T31" fmla="*/ 9 h 9"/>
                  <a:gd name="T32" fmla="*/ 4 w 9"/>
                  <a:gd name="T33" fmla="*/ 9 h 9"/>
                  <a:gd name="T34" fmla="*/ 6 w 9"/>
                  <a:gd name="T35" fmla="*/ 9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6" y="9"/>
                    </a:moveTo>
                    <a:lnTo>
                      <a:pt x="7" y="8"/>
                    </a:lnTo>
                    <a:lnTo>
                      <a:pt x="9" y="6"/>
                    </a:lnTo>
                    <a:lnTo>
                      <a:pt x="9" y="5"/>
                    </a:lnTo>
                    <a:lnTo>
                      <a:pt x="7" y="3"/>
                    </a:lnTo>
                    <a:lnTo>
                      <a:pt x="6" y="2"/>
                    </a:lnTo>
                    <a:lnTo>
                      <a:pt x="4" y="0"/>
                    </a:lnTo>
                    <a:lnTo>
                      <a:pt x="3" y="0"/>
                    </a:lnTo>
                    <a:lnTo>
                      <a:pt x="1" y="2"/>
                    </a:lnTo>
                    <a:lnTo>
                      <a:pt x="0" y="3"/>
                    </a:lnTo>
                    <a:lnTo>
                      <a:pt x="0" y="5"/>
                    </a:lnTo>
                    <a:lnTo>
                      <a:pt x="0" y="6"/>
                    </a:lnTo>
                    <a:lnTo>
                      <a:pt x="0" y="8"/>
                    </a:lnTo>
                    <a:lnTo>
                      <a:pt x="1" y="9"/>
                    </a:lnTo>
                    <a:lnTo>
                      <a:pt x="3" y="9"/>
                    </a:lnTo>
                    <a:lnTo>
                      <a:pt x="4" y="9"/>
                    </a:lnTo>
                    <a:lnTo>
                      <a:pt x="6"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405" name="Freeform 302"/>
              <p:cNvSpPr>
                <a:spLocks/>
              </p:cNvSpPr>
              <p:nvPr/>
            </p:nvSpPr>
            <p:spPr bwMode="auto">
              <a:xfrm>
                <a:off x="3877" y="2023"/>
                <a:ext cx="8" cy="9"/>
              </a:xfrm>
              <a:custGeom>
                <a:avLst/>
                <a:gdLst>
                  <a:gd name="T0" fmla="*/ 6 w 8"/>
                  <a:gd name="T1" fmla="*/ 9 h 9"/>
                  <a:gd name="T2" fmla="*/ 7 w 8"/>
                  <a:gd name="T3" fmla="*/ 7 h 9"/>
                  <a:gd name="T4" fmla="*/ 8 w 8"/>
                  <a:gd name="T5" fmla="*/ 6 h 9"/>
                  <a:gd name="T6" fmla="*/ 8 w 8"/>
                  <a:gd name="T7" fmla="*/ 4 h 9"/>
                  <a:gd name="T8" fmla="*/ 7 w 8"/>
                  <a:gd name="T9" fmla="*/ 3 h 9"/>
                  <a:gd name="T10" fmla="*/ 6 w 8"/>
                  <a:gd name="T11" fmla="*/ 1 h 9"/>
                  <a:gd name="T12" fmla="*/ 4 w 8"/>
                  <a:gd name="T13" fmla="*/ 0 h 9"/>
                  <a:gd name="T14" fmla="*/ 3 w 8"/>
                  <a:gd name="T15" fmla="*/ 0 h 9"/>
                  <a:gd name="T16" fmla="*/ 1 w 8"/>
                  <a:gd name="T17" fmla="*/ 1 h 9"/>
                  <a:gd name="T18" fmla="*/ 1 w 8"/>
                  <a:gd name="T19" fmla="*/ 1 h 9"/>
                  <a:gd name="T20" fmla="*/ 0 w 8"/>
                  <a:gd name="T21" fmla="*/ 3 h 9"/>
                  <a:gd name="T22" fmla="*/ 0 w 8"/>
                  <a:gd name="T23" fmla="*/ 4 h 9"/>
                  <a:gd name="T24" fmla="*/ 0 w 8"/>
                  <a:gd name="T25" fmla="*/ 6 h 9"/>
                  <a:gd name="T26" fmla="*/ 0 w 8"/>
                  <a:gd name="T27" fmla="*/ 7 h 9"/>
                  <a:gd name="T28" fmla="*/ 1 w 8"/>
                  <a:gd name="T29" fmla="*/ 9 h 9"/>
                  <a:gd name="T30" fmla="*/ 3 w 8"/>
                  <a:gd name="T31" fmla="*/ 9 h 9"/>
                  <a:gd name="T32" fmla="*/ 4 w 8"/>
                  <a:gd name="T33" fmla="*/ 9 h 9"/>
                  <a:gd name="T34" fmla="*/ 6 w 8"/>
                  <a:gd name="T35" fmla="*/ 9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6" y="9"/>
                    </a:moveTo>
                    <a:lnTo>
                      <a:pt x="7" y="7"/>
                    </a:lnTo>
                    <a:lnTo>
                      <a:pt x="8" y="6"/>
                    </a:lnTo>
                    <a:lnTo>
                      <a:pt x="8" y="4"/>
                    </a:lnTo>
                    <a:lnTo>
                      <a:pt x="7" y="3"/>
                    </a:lnTo>
                    <a:lnTo>
                      <a:pt x="6" y="1"/>
                    </a:lnTo>
                    <a:lnTo>
                      <a:pt x="4" y="0"/>
                    </a:lnTo>
                    <a:lnTo>
                      <a:pt x="3" y="0"/>
                    </a:lnTo>
                    <a:lnTo>
                      <a:pt x="1" y="1"/>
                    </a:lnTo>
                    <a:lnTo>
                      <a:pt x="0" y="3"/>
                    </a:lnTo>
                    <a:lnTo>
                      <a:pt x="0" y="4"/>
                    </a:lnTo>
                    <a:lnTo>
                      <a:pt x="0" y="6"/>
                    </a:lnTo>
                    <a:lnTo>
                      <a:pt x="0" y="7"/>
                    </a:lnTo>
                    <a:lnTo>
                      <a:pt x="1" y="9"/>
                    </a:lnTo>
                    <a:lnTo>
                      <a:pt x="3" y="9"/>
                    </a:lnTo>
                    <a:lnTo>
                      <a:pt x="4" y="9"/>
                    </a:lnTo>
                    <a:lnTo>
                      <a:pt x="6"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406" name="Freeform 303"/>
              <p:cNvSpPr>
                <a:spLocks/>
              </p:cNvSpPr>
              <p:nvPr/>
            </p:nvSpPr>
            <p:spPr bwMode="auto">
              <a:xfrm>
                <a:off x="3862" y="2035"/>
                <a:ext cx="9" cy="8"/>
              </a:xfrm>
              <a:custGeom>
                <a:avLst/>
                <a:gdLst>
                  <a:gd name="T0" fmla="*/ 7 w 9"/>
                  <a:gd name="T1" fmla="*/ 8 h 8"/>
                  <a:gd name="T2" fmla="*/ 9 w 9"/>
                  <a:gd name="T3" fmla="*/ 7 h 8"/>
                  <a:gd name="T4" fmla="*/ 9 w 9"/>
                  <a:gd name="T5" fmla="*/ 5 h 8"/>
                  <a:gd name="T6" fmla="*/ 9 w 9"/>
                  <a:gd name="T7" fmla="*/ 4 h 8"/>
                  <a:gd name="T8" fmla="*/ 9 w 9"/>
                  <a:gd name="T9" fmla="*/ 2 h 8"/>
                  <a:gd name="T10" fmla="*/ 7 w 9"/>
                  <a:gd name="T11" fmla="*/ 1 h 8"/>
                  <a:gd name="T12" fmla="*/ 6 w 9"/>
                  <a:gd name="T13" fmla="*/ 0 h 8"/>
                  <a:gd name="T14" fmla="*/ 5 w 9"/>
                  <a:gd name="T15" fmla="*/ 0 h 8"/>
                  <a:gd name="T16" fmla="*/ 3 w 9"/>
                  <a:gd name="T17" fmla="*/ 1 h 8"/>
                  <a:gd name="T18" fmla="*/ 3 w 9"/>
                  <a:gd name="T19" fmla="*/ 1 h 8"/>
                  <a:gd name="T20" fmla="*/ 2 w 9"/>
                  <a:gd name="T21" fmla="*/ 2 h 8"/>
                  <a:gd name="T22" fmla="*/ 0 w 9"/>
                  <a:gd name="T23" fmla="*/ 4 h 8"/>
                  <a:gd name="T24" fmla="*/ 0 w 9"/>
                  <a:gd name="T25" fmla="*/ 5 h 8"/>
                  <a:gd name="T26" fmla="*/ 2 w 9"/>
                  <a:gd name="T27" fmla="*/ 7 h 8"/>
                  <a:gd name="T28" fmla="*/ 3 w 9"/>
                  <a:gd name="T29" fmla="*/ 8 h 8"/>
                  <a:gd name="T30" fmla="*/ 5 w 9"/>
                  <a:gd name="T31" fmla="*/ 8 h 8"/>
                  <a:gd name="T32" fmla="*/ 6 w 9"/>
                  <a:gd name="T33" fmla="*/ 8 h 8"/>
                  <a:gd name="T34" fmla="*/ 7 w 9"/>
                  <a:gd name="T35" fmla="*/ 8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7" y="8"/>
                    </a:moveTo>
                    <a:lnTo>
                      <a:pt x="9" y="7"/>
                    </a:lnTo>
                    <a:lnTo>
                      <a:pt x="9" y="5"/>
                    </a:lnTo>
                    <a:lnTo>
                      <a:pt x="9" y="4"/>
                    </a:lnTo>
                    <a:lnTo>
                      <a:pt x="9" y="2"/>
                    </a:lnTo>
                    <a:lnTo>
                      <a:pt x="7" y="1"/>
                    </a:lnTo>
                    <a:lnTo>
                      <a:pt x="6" y="0"/>
                    </a:lnTo>
                    <a:lnTo>
                      <a:pt x="5" y="0"/>
                    </a:lnTo>
                    <a:lnTo>
                      <a:pt x="3" y="1"/>
                    </a:lnTo>
                    <a:lnTo>
                      <a:pt x="2" y="2"/>
                    </a:lnTo>
                    <a:lnTo>
                      <a:pt x="0" y="4"/>
                    </a:lnTo>
                    <a:lnTo>
                      <a:pt x="0" y="5"/>
                    </a:lnTo>
                    <a:lnTo>
                      <a:pt x="2" y="7"/>
                    </a:lnTo>
                    <a:lnTo>
                      <a:pt x="3" y="8"/>
                    </a:lnTo>
                    <a:lnTo>
                      <a:pt x="5" y="8"/>
                    </a:lnTo>
                    <a:lnTo>
                      <a:pt x="6" y="8"/>
                    </a:lnTo>
                    <a:lnTo>
                      <a:pt x="7"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407" name="Freeform 304"/>
              <p:cNvSpPr>
                <a:spLocks/>
              </p:cNvSpPr>
              <p:nvPr/>
            </p:nvSpPr>
            <p:spPr bwMode="auto">
              <a:xfrm>
                <a:off x="3849" y="2045"/>
                <a:ext cx="9" cy="8"/>
              </a:xfrm>
              <a:custGeom>
                <a:avLst/>
                <a:gdLst>
                  <a:gd name="T0" fmla="*/ 6 w 9"/>
                  <a:gd name="T1" fmla="*/ 8 h 8"/>
                  <a:gd name="T2" fmla="*/ 7 w 9"/>
                  <a:gd name="T3" fmla="*/ 7 h 8"/>
                  <a:gd name="T4" fmla="*/ 9 w 9"/>
                  <a:gd name="T5" fmla="*/ 6 h 8"/>
                  <a:gd name="T6" fmla="*/ 9 w 9"/>
                  <a:gd name="T7" fmla="*/ 4 h 8"/>
                  <a:gd name="T8" fmla="*/ 7 w 9"/>
                  <a:gd name="T9" fmla="*/ 3 h 8"/>
                  <a:gd name="T10" fmla="*/ 6 w 9"/>
                  <a:gd name="T11" fmla="*/ 1 h 8"/>
                  <a:gd name="T12" fmla="*/ 5 w 9"/>
                  <a:gd name="T13" fmla="*/ 0 h 8"/>
                  <a:gd name="T14" fmla="*/ 3 w 9"/>
                  <a:gd name="T15" fmla="*/ 0 h 8"/>
                  <a:gd name="T16" fmla="*/ 2 w 9"/>
                  <a:gd name="T17" fmla="*/ 1 h 8"/>
                  <a:gd name="T18" fmla="*/ 2 w 9"/>
                  <a:gd name="T19" fmla="*/ 1 h 8"/>
                  <a:gd name="T20" fmla="*/ 0 w 9"/>
                  <a:gd name="T21" fmla="*/ 3 h 8"/>
                  <a:gd name="T22" fmla="*/ 0 w 9"/>
                  <a:gd name="T23" fmla="*/ 4 h 8"/>
                  <a:gd name="T24" fmla="*/ 0 w 9"/>
                  <a:gd name="T25" fmla="*/ 6 h 8"/>
                  <a:gd name="T26" fmla="*/ 0 w 9"/>
                  <a:gd name="T27" fmla="*/ 7 h 8"/>
                  <a:gd name="T28" fmla="*/ 2 w 9"/>
                  <a:gd name="T29" fmla="*/ 8 h 8"/>
                  <a:gd name="T30" fmla="*/ 3 w 9"/>
                  <a:gd name="T31" fmla="*/ 8 h 8"/>
                  <a:gd name="T32" fmla="*/ 5 w 9"/>
                  <a:gd name="T33" fmla="*/ 8 h 8"/>
                  <a:gd name="T34" fmla="*/ 6 w 9"/>
                  <a:gd name="T35" fmla="*/ 8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6" y="8"/>
                    </a:moveTo>
                    <a:lnTo>
                      <a:pt x="7" y="7"/>
                    </a:lnTo>
                    <a:lnTo>
                      <a:pt x="9" y="6"/>
                    </a:lnTo>
                    <a:lnTo>
                      <a:pt x="9" y="4"/>
                    </a:lnTo>
                    <a:lnTo>
                      <a:pt x="7" y="3"/>
                    </a:lnTo>
                    <a:lnTo>
                      <a:pt x="6" y="1"/>
                    </a:lnTo>
                    <a:lnTo>
                      <a:pt x="5" y="0"/>
                    </a:lnTo>
                    <a:lnTo>
                      <a:pt x="3" y="0"/>
                    </a:lnTo>
                    <a:lnTo>
                      <a:pt x="2" y="1"/>
                    </a:lnTo>
                    <a:lnTo>
                      <a:pt x="0" y="3"/>
                    </a:lnTo>
                    <a:lnTo>
                      <a:pt x="0" y="4"/>
                    </a:lnTo>
                    <a:lnTo>
                      <a:pt x="0" y="6"/>
                    </a:lnTo>
                    <a:lnTo>
                      <a:pt x="0" y="7"/>
                    </a:lnTo>
                    <a:lnTo>
                      <a:pt x="2" y="8"/>
                    </a:lnTo>
                    <a:lnTo>
                      <a:pt x="3" y="8"/>
                    </a:lnTo>
                    <a:lnTo>
                      <a:pt x="5" y="8"/>
                    </a:lnTo>
                    <a:lnTo>
                      <a:pt x="6"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408" name="Freeform 305"/>
              <p:cNvSpPr>
                <a:spLocks/>
              </p:cNvSpPr>
              <p:nvPr/>
            </p:nvSpPr>
            <p:spPr bwMode="auto">
              <a:xfrm>
                <a:off x="3835" y="2055"/>
                <a:ext cx="8" cy="9"/>
              </a:xfrm>
              <a:custGeom>
                <a:avLst/>
                <a:gdLst>
                  <a:gd name="T0" fmla="*/ 5 w 8"/>
                  <a:gd name="T1" fmla="*/ 7 h 9"/>
                  <a:gd name="T2" fmla="*/ 7 w 8"/>
                  <a:gd name="T3" fmla="*/ 6 h 9"/>
                  <a:gd name="T4" fmla="*/ 8 w 8"/>
                  <a:gd name="T5" fmla="*/ 4 h 9"/>
                  <a:gd name="T6" fmla="*/ 8 w 8"/>
                  <a:gd name="T7" fmla="*/ 3 h 9"/>
                  <a:gd name="T8" fmla="*/ 7 w 8"/>
                  <a:gd name="T9" fmla="*/ 1 h 9"/>
                  <a:gd name="T10" fmla="*/ 5 w 8"/>
                  <a:gd name="T11" fmla="*/ 0 h 9"/>
                  <a:gd name="T12" fmla="*/ 4 w 8"/>
                  <a:gd name="T13" fmla="*/ 0 h 9"/>
                  <a:gd name="T14" fmla="*/ 3 w 8"/>
                  <a:gd name="T15" fmla="*/ 0 h 9"/>
                  <a:gd name="T16" fmla="*/ 1 w 8"/>
                  <a:gd name="T17" fmla="*/ 0 h 9"/>
                  <a:gd name="T18" fmla="*/ 1 w 8"/>
                  <a:gd name="T19" fmla="*/ 0 h 9"/>
                  <a:gd name="T20" fmla="*/ 0 w 8"/>
                  <a:gd name="T21" fmla="*/ 1 h 9"/>
                  <a:gd name="T22" fmla="*/ 0 w 8"/>
                  <a:gd name="T23" fmla="*/ 3 h 9"/>
                  <a:gd name="T24" fmla="*/ 0 w 8"/>
                  <a:gd name="T25" fmla="*/ 4 h 9"/>
                  <a:gd name="T26" fmla="*/ 0 w 8"/>
                  <a:gd name="T27" fmla="*/ 6 h 9"/>
                  <a:gd name="T28" fmla="*/ 1 w 8"/>
                  <a:gd name="T29" fmla="*/ 7 h 9"/>
                  <a:gd name="T30" fmla="*/ 3 w 8"/>
                  <a:gd name="T31" fmla="*/ 9 h 9"/>
                  <a:gd name="T32" fmla="*/ 4 w 8"/>
                  <a:gd name="T33" fmla="*/ 9 h 9"/>
                  <a:gd name="T34" fmla="*/ 5 w 8"/>
                  <a:gd name="T35" fmla="*/ 7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5" y="7"/>
                    </a:moveTo>
                    <a:lnTo>
                      <a:pt x="7" y="6"/>
                    </a:lnTo>
                    <a:lnTo>
                      <a:pt x="8" y="4"/>
                    </a:lnTo>
                    <a:lnTo>
                      <a:pt x="8" y="3"/>
                    </a:lnTo>
                    <a:lnTo>
                      <a:pt x="7" y="1"/>
                    </a:lnTo>
                    <a:lnTo>
                      <a:pt x="5" y="0"/>
                    </a:lnTo>
                    <a:lnTo>
                      <a:pt x="4" y="0"/>
                    </a:lnTo>
                    <a:lnTo>
                      <a:pt x="3" y="0"/>
                    </a:lnTo>
                    <a:lnTo>
                      <a:pt x="1" y="0"/>
                    </a:lnTo>
                    <a:lnTo>
                      <a:pt x="0" y="1"/>
                    </a:lnTo>
                    <a:lnTo>
                      <a:pt x="0" y="3"/>
                    </a:lnTo>
                    <a:lnTo>
                      <a:pt x="0" y="4"/>
                    </a:lnTo>
                    <a:lnTo>
                      <a:pt x="0" y="6"/>
                    </a:lnTo>
                    <a:lnTo>
                      <a:pt x="1" y="7"/>
                    </a:lnTo>
                    <a:lnTo>
                      <a:pt x="3" y="9"/>
                    </a:lnTo>
                    <a:lnTo>
                      <a:pt x="4" y="9"/>
                    </a:lnTo>
                    <a:lnTo>
                      <a:pt x="5"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409" name="Freeform 306"/>
              <p:cNvSpPr>
                <a:spLocks/>
              </p:cNvSpPr>
              <p:nvPr/>
            </p:nvSpPr>
            <p:spPr bwMode="auto">
              <a:xfrm>
                <a:off x="3820" y="2064"/>
                <a:ext cx="9" cy="8"/>
              </a:xfrm>
              <a:custGeom>
                <a:avLst/>
                <a:gdLst>
                  <a:gd name="T0" fmla="*/ 6 w 9"/>
                  <a:gd name="T1" fmla="*/ 7 h 8"/>
                  <a:gd name="T2" fmla="*/ 7 w 9"/>
                  <a:gd name="T3" fmla="*/ 5 h 8"/>
                  <a:gd name="T4" fmla="*/ 9 w 9"/>
                  <a:gd name="T5" fmla="*/ 4 h 8"/>
                  <a:gd name="T6" fmla="*/ 9 w 9"/>
                  <a:gd name="T7" fmla="*/ 3 h 8"/>
                  <a:gd name="T8" fmla="*/ 7 w 9"/>
                  <a:gd name="T9" fmla="*/ 1 h 8"/>
                  <a:gd name="T10" fmla="*/ 6 w 9"/>
                  <a:gd name="T11" fmla="*/ 0 h 8"/>
                  <a:gd name="T12" fmla="*/ 4 w 9"/>
                  <a:gd name="T13" fmla="*/ 0 h 8"/>
                  <a:gd name="T14" fmla="*/ 3 w 9"/>
                  <a:gd name="T15" fmla="*/ 0 h 8"/>
                  <a:gd name="T16" fmla="*/ 2 w 9"/>
                  <a:gd name="T17" fmla="*/ 0 h 8"/>
                  <a:gd name="T18" fmla="*/ 2 w 9"/>
                  <a:gd name="T19" fmla="*/ 0 h 8"/>
                  <a:gd name="T20" fmla="*/ 0 w 9"/>
                  <a:gd name="T21" fmla="*/ 1 h 8"/>
                  <a:gd name="T22" fmla="*/ 0 w 9"/>
                  <a:gd name="T23" fmla="*/ 3 h 8"/>
                  <a:gd name="T24" fmla="*/ 0 w 9"/>
                  <a:gd name="T25" fmla="*/ 4 h 8"/>
                  <a:gd name="T26" fmla="*/ 0 w 9"/>
                  <a:gd name="T27" fmla="*/ 5 h 8"/>
                  <a:gd name="T28" fmla="*/ 2 w 9"/>
                  <a:gd name="T29" fmla="*/ 7 h 8"/>
                  <a:gd name="T30" fmla="*/ 3 w 9"/>
                  <a:gd name="T31" fmla="*/ 8 h 8"/>
                  <a:gd name="T32" fmla="*/ 4 w 9"/>
                  <a:gd name="T33" fmla="*/ 8 h 8"/>
                  <a:gd name="T34" fmla="*/ 6 w 9"/>
                  <a:gd name="T35" fmla="*/ 7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6" y="7"/>
                    </a:moveTo>
                    <a:lnTo>
                      <a:pt x="7" y="5"/>
                    </a:lnTo>
                    <a:lnTo>
                      <a:pt x="9" y="4"/>
                    </a:lnTo>
                    <a:lnTo>
                      <a:pt x="9" y="3"/>
                    </a:lnTo>
                    <a:lnTo>
                      <a:pt x="7" y="1"/>
                    </a:lnTo>
                    <a:lnTo>
                      <a:pt x="6" y="0"/>
                    </a:lnTo>
                    <a:lnTo>
                      <a:pt x="4" y="0"/>
                    </a:lnTo>
                    <a:lnTo>
                      <a:pt x="3" y="0"/>
                    </a:lnTo>
                    <a:lnTo>
                      <a:pt x="2" y="0"/>
                    </a:lnTo>
                    <a:lnTo>
                      <a:pt x="0" y="1"/>
                    </a:lnTo>
                    <a:lnTo>
                      <a:pt x="0" y="3"/>
                    </a:lnTo>
                    <a:lnTo>
                      <a:pt x="0" y="4"/>
                    </a:lnTo>
                    <a:lnTo>
                      <a:pt x="0" y="5"/>
                    </a:lnTo>
                    <a:lnTo>
                      <a:pt x="2" y="7"/>
                    </a:lnTo>
                    <a:lnTo>
                      <a:pt x="3" y="8"/>
                    </a:lnTo>
                    <a:lnTo>
                      <a:pt x="4" y="8"/>
                    </a:lnTo>
                    <a:lnTo>
                      <a:pt x="6"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410" name="Freeform 307"/>
              <p:cNvSpPr>
                <a:spLocks/>
              </p:cNvSpPr>
              <p:nvPr/>
            </p:nvSpPr>
            <p:spPr bwMode="auto">
              <a:xfrm>
                <a:off x="3803" y="2071"/>
                <a:ext cx="8" cy="9"/>
              </a:xfrm>
              <a:custGeom>
                <a:avLst/>
                <a:gdLst>
                  <a:gd name="T0" fmla="*/ 5 w 8"/>
                  <a:gd name="T1" fmla="*/ 9 h 9"/>
                  <a:gd name="T2" fmla="*/ 7 w 8"/>
                  <a:gd name="T3" fmla="*/ 7 h 9"/>
                  <a:gd name="T4" fmla="*/ 8 w 8"/>
                  <a:gd name="T5" fmla="*/ 6 h 9"/>
                  <a:gd name="T6" fmla="*/ 8 w 8"/>
                  <a:gd name="T7" fmla="*/ 4 h 9"/>
                  <a:gd name="T8" fmla="*/ 8 w 8"/>
                  <a:gd name="T9" fmla="*/ 3 h 9"/>
                  <a:gd name="T10" fmla="*/ 8 w 8"/>
                  <a:gd name="T11" fmla="*/ 1 h 9"/>
                  <a:gd name="T12" fmla="*/ 7 w 8"/>
                  <a:gd name="T13" fmla="*/ 0 h 9"/>
                  <a:gd name="T14" fmla="*/ 5 w 8"/>
                  <a:gd name="T15" fmla="*/ 0 h 9"/>
                  <a:gd name="T16" fmla="*/ 4 w 8"/>
                  <a:gd name="T17" fmla="*/ 0 h 9"/>
                  <a:gd name="T18" fmla="*/ 4 w 8"/>
                  <a:gd name="T19" fmla="*/ 0 h 9"/>
                  <a:gd name="T20" fmla="*/ 3 w 8"/>
                  <a:gd name="T21" fmla="*/ 0 h 9"/>
                  <a:gd name="T22" fmla="*/ 1 w 8"/>
                  <a:gd name="T23" fmla="*/ 1 h 9"/>
                  <a:gd name="T24" fmla="*/ 0 w 8"/>
                  <a:gd name="T25" fmla="*/ 3 h 9"/>
                  <a:gd name="T26" fmla="*/ 0 w 8"/>
                  <a:gd name="T27" fmla="*/ 4 h 9"/>
                  <a:gd name="T28" fmla="*/ 1 w 8"/>
                  <a:gd name="T29" fmla="*/ 6 h 9"/>
                  <a:gd name="T30" fmla="*/ 3 w 8"/>
                  <a:gd name="T31" fmla="*/ 7 h 9"/>
                  <a:gd name="T32" fmla="*/ 4 w 8"/>
                  <a:gd name="T33" fmla="*/ 9 h 9"/>
                  <a:gd name="T34" fmla="*/ 5 w 8"/>
                  <a:gd name="T35" fmla="*/ 9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5" y="9"/>
                    </a:moveTo>
                    <a:lnTo>
                      <a:pt x="7" y="7"/>
                    </a:lnTo>
                    <a:lnTo>
                      <a:pt x="8" y="6"/>
                    </a:lnTo>
                    <a:lnTo>
                      <a:pt x="8" y="4"/>
                    </a:lnTo>
                    <a:lnTo>
                      <a:pt x="8" y="3"/>
                    </a:lnTo>
                    <a:lnTo>
                      <a:pt x="8" y="1"/>
                    </a:lnTo>
                    <a:lnTo>
                      <a:pt x="7" y="0"/>
                    </a:lnTo>
                    <a:lnTo>
                      <a:pt x="5" y="0"/>
                    </a:lnTo>
                    <a:lnTo>
                      <a:pt x="4" y="0"/>
                    </a:lnTo>
                    <a:lnTo>
                      <a:pt x="3" y="0"/>
                    </a:lnTo>
                    <a:lnTo>
                      <a:pt x="1" y="1"/>
                    </a:lnTo>
                    <a:lnTo>
                      <a:pt x="0" y="3"/>
                    </a:lnTo>
                    <a:lnTo>
                      <a:pt x="0" y="4"/>
                    </a:lnTo>
                    <a:lnTo>
                      <a:pt x="1" y="6"/>
                    </a:lnTo>
                    <a:lnTo>
                      <a:pt x="3" y="7"/>
                    </a:lnTo>
                    <a:lnTo>
                      <a:pt x="4" y="9"/>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411" name="Freeform 308"/>
              <p:cNvSpPr>
                <a:spLocks/>
              </p:cNvSpPr>
              <p:nvPr/>
            </p:nvSpPr>
            <p:spPr bwMode="auto">
              <a:xfrm>
                <a:off x="3787" y="2074"/>
                <a:ext cx="8" cy="9"/>
              </a:xfrm>
              <a:custGeom>
                <a:avLst/>
                <a:gdLst>
                  <a:gd name="T0" fmla="*/ 4 w 8"/>
                  <a:gd name="T1" fmla="*/ 9 h 9"/>
                  <a:gd name="T2" fmla="*/ 6 w 8"/>
                  <a:gd name="T3" fmla="*/ 9 h 9"/>
                  <a:gd name="T4" fmla="*/ 7 w 8"/>
                  <a:gd name="T5" fmla="*/ 7 h 9"/>
                  <a:gd name="T6" fmla="*/ 8 w 8"/>
                  <a:gd name="T7" fmla="*/ 6 h 9"/>
                  <a:gd name="T8" fmla="*/ 8 w 8"/>
                  <a:gd name="T9" fmla="*/ 4 h 9"/>
                  <a:gd name="T10" fmla="*/ 7 w 8"/>
                  <a:gd name="T11" fmla="*/ 3 h 9"/>
                  <a:gd name="T12" fmla="*/ 6 w 8"/>
                  <a:gd name="T13" fmla="*/ 1 h 9"/>
                  <a:gd name="T14" fmla="*/ 4 w 8"/>
                  <a:gd name="T15" fmla="*/ 0 h 9"/>
                  <a:gd name="T16" fmla="*/ 3 w 8"/>
                  <a:gd name="T17" fmla="*/ 0 h 9"/>
                  <a:gd name="T18" fmla="*/ 3 w 8"/>
                  <a:gd name="T19" fmla="*/ 0 h 9"/>
                  <a:gd name="T20" fmla="*/ 1 w 8"/>
                  <a:gd name="T21" fmla="*/ 1 h 9"/>
                  <a:gd name="T22" fmla="*/ 0 w 8"/>
                  <a:gd name="T23" fmla="*/ 3 h 9"/>
                  <a:gd name="T24" fmla="*/ 0 w 8"/>
                  <a:gd name="T25" fmla="*/ 4 h 9"/>
                  <a:gd name="T26" fmla="*/ 0 w 8"/>
                  <a:gd name="T27" fmla="*/ 6 h 9"/>
                  <a:gd name="T28" fmla="*/ 0 w 8"/>
                  <a:gd name="T29" fmla="*/ 7 h 9"/>
                  <a:gd name="T30" fmla="*/ 1 w 8"/>
                  <a:gd name="T31" fmla="*/ 9 h 9"/>
                  <a:gd name="T32" fmla="*/ 3 w 8"/>
                  <a:gd name="T33" fmla="*/ 9 h 9"/>
                  <a:gd name="T34" fmla="*/ 4 w 8"/>
                  <a:gd name="T35" fmla="*/ 9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4" y="9"/>
                    </a:moveTo>
                    <a:lnTo>
                      <a:pt x="6" y="9"/>
                    </a:lnTo>
                    <a:lnTo>
                      <a:pt x="7" y="7"/>
                    </a:lnTo>
                    <a:lnTo>
                      <a:pt x="8" y="6"/>
                    </a:lnTo>
                    <a:lnTo>
                      <a:pt x="8" y="4"/>
                    </a:lnTo>
                    <a:lnTo>
                      <a:pt x="7" y="3"/>
                    </a:lnTo>
                    <a:lnTo>
                      <a:pt x="6" y="1"/>
                    </a:lnTo>
                    <a:lnTo>
                      <a:pt x="4" y="0"/>
                    </a:lnTo>
                    <a:lnTo>
                      <a:pt x="3" y="0"/>
                    </a:lnTo>
                    <a:lnTo>
                      <a:pt x="1" y="1"/>
                    </a:lnTo>
                    <a:lnTo>
                      <a:pt x="0" y="3"/>
                    </a:lnTo>
                    <a:lnTo>
                      <a:pt x="0" y="4"/>
                    </a:lnTo>
                    <a:lnTo>
                      <a:pt x="0" y="6"/>
                    </a:lnTo>
                    <a:lnTo>
                      <a:pt x="0" y="7"/>
                    </a:lnTo>
                    <a:lnTo>
                      <a:pt x="1" y="9"/>
                    </a:lnTo>
                    <a:lnTo>
                      <a:pt x="3" y="9"/>
                    </a:lnTo>
                    <a:lnTo>
                      <a:pt x="4"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412" name="Freeform 309"/>
              <p:cNvSpPr>
                <a:spLocks/>
              </p:cNvSpPr>
              <p:nvPr/>
            </p:nvSpPr>
            <p:spPr bwMode="auto">
              <a:xfrm>
                <a:off x="3769" y="2074"/>
                <a:ext cx="9" cy="9"/>
              </a:xfrm>
              <a:custGeom>
                <a:avLst/>
                <a:gdLst>
                  <a:gd name="T0" fmla="*/ 5 w 9"/>
                  <a:gd name="T1" fmla="*/ 9 h 9"/>
                  <a:gd name="T2" fmla="*/ 6 w 9"/>
                  <a:gd name="T3" fmla="*/ 9 h 9"/>
                  <a:gd name="T4" fmla="*/ 8 w 9"/>
                  <a:gd name="T5" fmla="*/ 7 h 9"/>
                  <a:gd name="T6" fmla="*/ 9 w 9"/>
                  <a:gd name="T7" fmla="*/ 6 h 9"/>
                  <a:gd name="T8" fmla="*/ 9 w 9"/>
                  <a:gd name="T9" fmla="*/ 4 h 9"/>
                  <a:gd name="T10" fmla="*/ 8 w 9"/>
                  <a:gd name="T11" fmla="*/ 3 h 9"/>
                  <a:gd name="T12" fmla="*/ 6 w 9"/>
                  <a:gd name="T13" fmla="*/ 1 h 9"/>
                  <a:gd name="T14" fmla="*/ 5 w 9"/>
                  <a:gd name="T15" fmla="*/ 0 h 9"/>
                  <a:gd name="T16" fmla="*/ 3 w 9"/>
                  <a:gd name="T17" fmla="*/ 0 h 9"/>
                  <a:gd name="T18" fmla="*/ 3 w 9"/>
                  <a:gd name="T19" fmla="*/ 0 h 9"/>
                  <a:gd name="T20" fmla="*/ 2 w 9"/>
                  <a:gd name="T21" fmla="*/ 1 h 9"/>
                  <a:gd name="T22" fmla="*/ 0 w 9"/>
                  <a:gd name="T23" fmla="*/ 3 h 9"/>
                  <a:gd name="T24" fmla="*/ 0 w 9"/>
                  <a:gd name="T25" fmla="*/ 4 h 9"/>
                  <a:gd name="T26" fmla="*/ 0 w 9"/>
                  <a:gd name="T27" fmla="*/ 6 h 9"/>
                  <a:gd name="T28" fmla="*/ 0 w 9"/>
                  <a:gd name="T29" fmla="*/ 7 h 9"/>
                  <a:gd name="T30" fmla="*/ 2 w 9"/>
                  <a:gd name="T31" fmla="*/ 9 h 9"/>
                  <a:gd name="T32" fmla="*/ 3 w 9"/>
                  <a:gd name="T33" fmla="*/ 9 h 9"/>
                  <a:gd name="T34" fmla="*/ 5 w 9"/>
                  <a:gd name="T35" fmla="*/ 9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5" y="9"/>
                    </a:moveTo>
                    <a:lnTo>
                      <a:pt x="6" y="9"/>
                    </a:lnTo>
                    <a:lnTo>
                      <a:pt x="8" y="7"/>
                    </a:lnTo>
                    <a:lnTo>
                      <a:pt x="9" y="6"/>
                    </a:lnTo>
                    <a:lnTo>
                      <a:pt x="9" y="4"/>
                    </a:lnTo>
                    <a:lnTo>
                      <a:pt x="8" y="3"/>
                    </a:lnTo>
                    <a:lnTo>
                      <a:pt x="6" y="1"/>
                    </a:lnTo>
                    <a:lnTo>
                      <a:pt x="5" y="0"/>
                    </a:lnTo>
                    <a:lnTo>
                      <a:pt x="3" y="0"/>
                    </a:lnTo>
                    <a:lnTo>
                      <a:pt x="2" y="1"/>
                    </a:lnTo>
                    <a:lnTo>
                      <a:pt x="0" y="3"/>
                    </a:lnTo>
                    <a:lnTo>
                      <a:pt x="0" y="4"/>
                    </a:lnTo>
                    <a:lnTo>
                      <a:pt x="0" y="6"/>
                    </a:lnTo>
                    <a:lnTo>
                      <a:pt x="0" y="7"/>
                    </a:lnTo>
                    <a:lnTo>
                      <a:pt x="2" y="9"/>
                    </a:lnTo>
                    <a:lnTo>
                      <a:pt x="3" y="9"/>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413" name="Freeform 310"/>
              <p:cNvSpPr>
                <a:spLocks/>
              </p:cNvSpPr>
              <p:nvPr/>
            </p:nvSpPr>
            <p:spPr bwMode="auto">
              <a:xfrm>
                <a:off x="3752" y="2071"/>
                <a:ext cx="9" cy="9"/>
              </a:xfrm>
              <a:custGeom>
                <a:avLst/>
                <a:gdLst>
                  <a:gd name="T0" fmla="*/ 4 w 9"/>
                  <a:gd name="T1" fmla="*/ 9 h 9"/>
                  <a:gd name="T2" fmla="*/ 6 w 9"/>
                  <a:gd name="T3" fmla="*/ 9 h 9"/>
                  <a:gd name="T4" fmla="*/ 7 w 9"/>
                  <a:gd name="T5" fmla="*/ 7 h 9"/>
                  <a:gd name="T6" fmla="*/ 9 w 9"/>
                  <a:gd name="T7" fmla="*/ 6 h 9"/>
                  <a:gd name="T8" fmla="*/ 9 w 9"/>
                  <a:gd name="T9" fmla="*/ 4 h 9"/>
                  <a:gd name="T10" fmla="*/ 9 w 9"/>
                  <a:gd name="T11" fmla="*/ 3 h 9"/>
                  <a:gd name="T12" fmla="*/ 9 w 9"/>
                  <a:gd name="T13" fmla="*/ 1 h 9"/>
                  <a:gd name="T14" fmla="*/ 7 w 9"/>
                  <a:gd name="T15" fmla="*/ 0 h 9"/>
                  <a:gd name="T16" fmla="*/ 6 w 9"/>
                  <a:gd name="T17" fmla="*/ 0 h 9"/>
                  <a:gd name="T18" fmla="*/ 6 w 9"/>
                  <a:gd name="T19" fmla="*/ 0 h 9"/>
                  <a:gd name="T20" fmla="*/ 4 w 9"/>
                  <a:gd name="T21" fmla="*/ 0 h 9"/>
                  <a:gd name="T22" fmla="*/ 3 w 9"/>
                  <a:gd name="T23" fmla="*/ 0 h 9"/>
                  <a:gd name="T24" fmla="*/ 1 w 9"/>
                  <a:gd name="T25" fmla="*/ 1 h 9"/>
                  <a:gd name="T26" fmla="*/ 0 w 9"/>
                  <a:gd name="T27" fmla="*/ 3 h 9"/>
                  <a:gd name="T28" fmla="*/ 0 w 9"/>
                  <a:gd name="T29" fmla="*/ 4 h 9"/>
                  <a:gd name="T30" fmla="*/ 1 w 9"/>
                  <a:gd name="T31" fmla="*/ 6 h 9"/>
                  <a:gd name="T32" fmla="*/ 3 w 9"/>
                  <a:gd name="T33" fmla="*/ 7 h 9"/>
                  <a:gd name="T34" fmla="*/ 4 w 9"/>
                  <a:gd name="T35" fmla="*/ 9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4" y="9"/>
                    </a:moveTo>
                    <a:lnTo>
                      <a:pt x="6" y="9"/>
                    </a:lnTo>
                    <a:lnTo>
                      <a:pt x="7" y="7"/>
                    </a:lnTo>
                    <a:lnTo>
                      <a:pt x="9" y="6"/>
                    </a:lnTo>
                    <a:lnTo>
                      <a:pt x="9" y="4"/>
                    </a:lnTo>
                    <a:lnTo>
                      <a:pt x="9" y="3"/>
                    </a:lnTo>
                    <a:lnTo>
                      <a:pt x="9" y="1"/>
                    </a:lnTo>
                    <a:lnTo>
                      <a:pt x="7" y="0"/>
                    </a:lnTo>
                    <a:lnTo>
                      <a:pt x="6" y="0"/>
                    </a:lnTo>
                    <a:lnTo>
                      <a:pt x="4" y="0"/>
                    </a:lnTo>
                    <a:lnTo>
                      <a:pt x="3" y="0"/>
                    </a:lnTo>
                    <a:lnTo>
                      <a:pt x="1" y="1"/>
                    </a:lnTo>
                    <a:lnTo>
                      <a:pt x="0" y="3"/>
                    </a:lnTo>
                    <a:lnTo>
                      <a:pt x="0" y="4"/>
                    </a:lnTo>
                    <a:lnTo>
                      <a:pt x="1" y="6"/>
                    </a:lnTo>
                    <a:lnTo>
                      <a:pt x="3" y="7"/>
                    </a:lnTo>
                    <a:lnTo>
                      <a:pt x="4"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414" name="Freeform 311"/>
              <p:cNvSpPr>
                <a:spLocks/>
              </p:cNvSpPr>
              <p:nvPr/>
            </p:nvSpPr>
            <p:spPr bwMode="auto">
              <a:xfrm>
                <a:off x="3736" y="2064"/>
                <a:ext cx="9" cy="8"/>
              </a:xfrm>
              <a:custGeom>
                <a:avLst/>
                <a:gdLst>
                  <a:gd name="T0" fmla="*/ 3 w 9"/>
                  <a:gd name="T1" fmla="*/ 8 h 8"/>
                  <a:gd name="T2" fmla="*/ 4 w 9"/>
                  <a:gd name="T3" fmla="*/ 8 h 8"/>
                  <a:gd name="T4" fmla="*/ 6 w 9"/>
                  <a:gd name="T5" fmla="*/ 8 h 8"/>
                  <a:gd name="T6" fmla="*/ 7 w 9"/>
                  <a:gd name="T7" fmla="*/ 8 h 8"/>
                  <a:gd name="T8" fmla="*/ 9 w 9"/>
                  <a:gd name="T9" fmla="*/ 7 h 8"/>
                  <a:gd name="T10" fmla="*/ 9 w 9"/>
                  <a:gd name="T11" fmla="*/ 5 h 8"/>
                  <a:gd name="T12" fmla="*/ 9 w 9"/>
                  <a:gd name="T13" fmla="*/ 4 h 8"/>
                  <a:gd name="T14" fmla="*/ 9 w 9"/>
                  <a:gd name="T15" fmla="*/ 3 h 8"/>
                  <a:gd name="T16" fmla="*/ 7 w 9"/>
                  <a:gd name="T17" fmla="*/ 1 h 8"/>
                  <a:gd name="T18" fmla="*/ 7 w 9"/>
                  <a:gd name="T19" fmla="*/ 1 h 8"/>
                  <a:gd name="T20" fmla="*/ 6 w 9"/>
                  <a:gd name="T21" fmla="*/ 0 h 8"/>
                  <a:gd name="T22" fmla="*/ 4 w 9"/>
                  <a:gd name="T23" fmla="*/ 0 h 8"/>
                  <a:gd name="T24" fmla="*/ 3 w 9"/>
                  <a:gd name="T25" fmla="*/ 1 h 8"/>
                  <a:gd name="T26" fmla="*/ 1 w 9"/>
                  <a:gd name="T27" fmla="*/ 3 h 8"/>
                  <a:gd name="T28" fmla="*/ 0 w 9"/>
                  <a:gd name="T29" fmla="*/ 4 h 8"/>
                  <a:gd name="T30" fmla="*/ 0 w 9"/>
                  <a:gd name="T31" fmla="*/ 5 h 8"/>
                  <a:gd name="T32" fmla="*/ 1 w 9"/>
                  <a:gd name="T33" fmla="*/ 7 h 8"/>
                  <a:gd name="T34" fmla="*/ 3 w 9"/>
                  <a:gd name="T35" fmla="*/ 8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3" y="8"/>
                    </a:moveTo>
                    <a:lnTo>
                      <a:pt x="4" y="8"/>
                    </a:lnTo>
                    <a:lnTo>
                      <a:pt x="6" y="8"/>
                    </a:lnTo>
                    <a:lnTo>
                      <a:pt x="7" y="8"/>
                    </a:lnTo>
                    <a:lnTo>
                      <a:pt x="9" y="7"/>
                    </a:lnTo>
                    <a:lnTo>
                      <a:pt x="9" y="5"/>
                    </a:lnTo>
                    <a:lnTo>
                      <a:pt x="9" y="4"/>
                    </a:lnTo>
                    <a:lnTo>
                      <a:pt x="9" y="3"/>
                    </a:lnTo>
                    <a:lnTo>
                      <a:pt x="7" y="1"/>
                    </a:lnTo>
                    <a:lnTo>
                      <a:pt x="6" y="0"/>
                    </a:lnTo>
                    <a:lnTo>
                      <a:pt x="4" y="0"/>
                    </a:lnTo>
                    <a:lnTo>
                      <a:pt x="3" y="1"/>
                    </a:lnTo>
                    <a:lnTo>
                      <a:pt x="1" y="3"/>
                    </a:lnTo>
                    <a:lnTo>
                      <a:pt x="0" y="4"/>
                    </a:lnTo>
                    <a:lnTo>
                      <a:pt x="0" y="5"/>
                    </a:lnTo>
                    <a:lnTo>
                      <a:pt x="1" y="7"/>
                    </a:lnTo>
                    <a:lnTo>
                      <a:pt x="3"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415" name="Freeform 312"/>
              <p:cNvSpPr>
                <a:spLocks/>
              </p:cNvSpPr>
              <p:nvPr/>
            </p:nvSpPr>
            <p:spPr bwMode="auto">
              <a:xfrm>
                <a:off x="3721" y="2055"/>
                <a:ext cx="9" cy="9"/>
              </a:xfrm>
              <a:custGeom>
                <a:avLst/>
                <a:gdLst>
                  <a:gd name="T0" fmla="*/ 2 w 9"/>
                  <a:gd name="T1" fmla="*/ 9 h 9"/>
                  <a:gd name="T2" fmla="*/ 3 w 9"/>
                  <a:gd name="T3" fmla="*/ 9 h 9"/>
                  <a:gd name="T4" fmla="*/ 5 w 9"/>
                  <a:gd name="T5" fmla="*/ 9 h 9"/>
                  <a:gd name="T6" fmla="*/ 6 w 9"/>
                  <a:gd name="T7" fmla="*/ 9 h 9"/>
                  <a:gd name="T8" fmla="*/ 8 w 9"/>
                  <a:gd name="T9" fmla="*/ 7 h 9"/>
                  <a:gd name="T10" fmla="*/ 9 w 9"/>
                  <a:gd name="T11" fmla="*/ 6 h 9"/>
                  <a:gd name="T12" fmla="*/ 9 w 9"/>
                  <a:gd name="T13" fmla="*/ 4 h 9"/>
                  <a:gd name="T14" fmla="*/ 8 w 9"/>
                  <a:gd name="T15" fmla="*/ 3 h 9"/>
                  <a:gd name="T16" fmla="*/ 6 w 9"/>
                  <a:gd name="T17" fmla="*/ 1 h 9"/>
                  <a:gd name="T18" fmla="*/ 6 w 9"/>
                  <a:gd name="T19" fmla="*/ 1 h 9"/>
                  <a:gd name="T20" fmla="*/ 5 w 9"/>
                  <a:gd name="T21" fmla="*/ 0 h 9"/>
                  <a:gd name="T22" fmla="*/ 3 w 9"/>
                  <a:gd name="T23" fmla="*/ 0 h 9"/>
                  <a:gd name="T24" fmla="*/ 2 w 9"/>
                  <a:gd name="T25" fmla="*/ 1 h 9"/>
                  <a:gd name="T26" fmla="*/ 0 w 9"/>
                  <a:gd name="T27" fmla="*/ 3 h 9"/>
                  <a:gd name="T28" fmla="*/ 0 w 9"/>
                  <a:gd name="T29" fmla="*/ 4 h 9"/>
                  <a:gd name="T30" fmla="*/ 0 w 9"/>
                  <a:gd name="T31" fmla="*/ 6 h 9"/>
                  <a:gd name="T32" fmla="*/ 0 w 9"/>
                  <a:gd name="T33" fmla="*/ 7 h 9"/>
                  <a:gd name="T34" fmla="*/ 2 w 9"/>
                  <a:gd name="T35" fmla="*/ 9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2" y="9"/>
                    </a:moveTo>
                    <a:lnTo>
                      <a:pt x="3" y="9"/>
                    </a:lnTo>
                    <a:lnTo>
                      <a:pt x="5" y="9"/>
                    </a:lnTo>
                    <a:lnTo>
                      <a:pt x="6" y="9"/>
                    </a:lnTo>
                    <a:lnTo>
                      <a:pt x="8" y="7"/>
                    </a:lnTo>
                    <a:lnTo>
                      <a:pt x="9" y="6"/>
                    </a:lnTo>
                    <a:lnTo>
                      <a:pt x="9" y="4"/>
                    </a:lnTo>
                    <a:lnTo>
                      <a:pt x="8" y="3"/>
                    </a:lnTo>
                    <a:lnTo>
                      <a:pt x="6" y="1"/>
                    </a:lnTo>
                    <a:lnTo>
                      <a:pt x="5" y="0"/>
                    </a:lnTo>
                    <a:lnTo>
                      <a:pt x="3" y="0"/>
                    </a:lnTo>
                    <a:lnTo>
                      <a:pt x="2" y="1"/>
                    </a:lnTo>
                    <a:lnTo>
                      <a:pt x="0" y="3"/>
                    </a:lnTo>
                    <a:lnTo>
                      <a:pt x="0" y="4"/>
                    </a:lnTo>
                    <a:lnTo>
                      <a:pt x="0" y="6"/>
                    </a:lnTo>
                    <a:lnTo>
                      <a:pt x="0" y="7"/>
                    </a:lnTo>
                    <a:lnTo>
                      <a:pt x="2"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416" name="Freeform 313"/>
              <p:cNvSpPr>
                <a:spLocks/>
              </p:cNvSpPr>
              <p:nvPr/>
            </p:nvSpPr>
            <p:spPr bwMode="auto">
              <a:xfrm>
                <a:off x="3707" y="2046"/>
                <a:ext cx="9" cy="9"/>
              </a:xfrm>
              <a:custGeom>
                <a:avLst/>
                <a:gdLst>
                  <a:gd name="T0" fmla="*/ 1 w 9"/>
                  <a:gd name="T1" fmla="*/ 7 h 9"/>
                  <a:gd name="T2" fmla="*/ 3 w 9"/>
                  <a:gd name="T3" fmla="*/ 9 h 9"/>
                  <a:gd name="T4" fmla="*/ 4 w 9"/>
                  <a:gd name="T5" fmla="*/ 9 h 9"/>
                  <a:gd name="T6" fmla="*/ 6 w 9"/>
                  <a:gd name="T7" fmla="*/ 7 h 9"/>
                  <a:gd name="T8" fmla="*/ 7 w 9"/>
                  <a:gd name="T9" fmla="*/ 6 h 9"/>
                  <a:gd name="T10" fmla="*/ 9 w 9"/>
                  <a:gd name="T11" fmla="*/ 5 h 9"/>
                  <a:gd name="T12" fmla="*/ 9 w 9"/>
                  <a:gd name="T13" fmla="*/ 3 h 9"/>
                  <a:gd name="T14" fmla="*/ 7 w 9"/>
                  <a:gd name="T15" fmla="*/ 2 h 9"/>
                  <a:gd name="T16" fmla="*/ 6 w 9"/>
                  <a:gd name="T17" fmla="*/ 0 h 9"/>
                  <a:gd name="T18" fmla="*/ 6 w 9"/>
                  <a:gd name="T19" fmla="*/ 0 h 9"/>
                  <a:gd name="T20" fmla="*/ 4 w 9"/>
                  <a:gd name="T21" fmla="*/ 0 h 9"/>
                  <a:gd name="T22" fmla="*/ 3 w 9"/>
                  <a:gd name="T23" fmla="*/ 0 h 9"/>
                  <a:gd name="T24" fmla="*/ 1 w 9"/>
                  <a:gd name="T25" fmla="*/ 0 h 9"/>
                  <a:gd name="T26" fmla="*/ 0 w 9"/>
                  <a:gd name="T27" fmla="*/ 2 h 9"/>
                  <a:gd name="T28" fmla="*/ 0 w 9"/>
                  <a:gd name="T29" fmla="*/ 3 h 9"/>
                  <a:gd name="T30" fmla="*/ 0 w 9"/>
                  <a:gd name="T31" fmla="*/ 5 h 9"/>
                  <a:gd name="T32" fmla="*/ 0 w 9"/>
                  <a:gd name="T33" fmla="*/ 6 h 9"/>
                  <a:gd name="T34" fmla="*/ 1 w 9"/>
                  <a:gd name="T35" fmla="*/ 7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1" y="7"/>
                    </a:moveTo>
                    <a:lnTo>
                      <a:pt x="3" y="9"/>
                    </a:lnTo>
                    <a:lnTo>
                      <a:pt x="4" y="9"/>
                    </a:lnTo>
                    <a:lnTo>
                      <a:pt x="6" y="7"/>
                    </a:lnTo>
                    <a:lnTo>
                      <a:pt x="7" y="6"/>
                    </a:lnTo>
                    <a:lnTo>
                      <a:pt x="9" y="5"/>
                    </a:lnTo>
                    <a:lnTo>
                      <a:pt x="9" y="3"/>
                    </a:lnTo>
                    <a:lnTo>
                      <a:pt x="7" y="2"/>
                    </a:lnTo>
                    <a:lnTo>
                      <a:pt x="6" y="0"/>
                    </a:lnTo>
                    <a:lnTo>
                      <a:pt x="4" y="0"/>
                    </a:lnTo>
                    <a:lnTo>
                      <a:pt x="3" y="0"/>
                    </a:lnTo>
                    <a:lnTo>
                      <a:pt x="1" y="0"/>
                    </a:lnTo>
                    <a:lnTo>
                      <a:pt x="0" y="2"/>
                    </a:lnTo>
                    <a:lnTo>
                      <a:pt x="0" y="3"/>
                    </a:lnTo>
                    <a:lnTo>
                      <a:pt x="0" y="5"/>
                    </a:lnTo>
                    <a:lnTo>
                      <a:pt x="0" y="6"/>
                    </a:lnTo>
                    <a:lnTo>
                      <a:pt x="1"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417" name="Freeform 314"/>
              <p:cNvSpPr>
                <a:spLocks/>
              </p:cNvSpPr>
              <p:nvPr/>
            </p:nvSpPr>
            <p:spPr bwMode="auto">
              <a:xfrm>
                <a:off x="3692" y="2036"/>
                <a:ext cx="9" cy="9"/>
              </a:xfrm>
              <a:custGeom>
                <a:avLst/>
                <a:gdLst>
                  <a:gd name="T0" fmla="*/ 2 w 9"/>
                  <a:gd name="T1" fmla="*/ 7 h 9"/>
                  <a:gd name="T2" fmla="*/ 3 w 9"/>
                  <a:gd name="T3" fmla="*/ 9 h 9"/>
                  <a:gd name="T4" fmla="*/ 5 w 9"/>
                  <a:gd name="T5" fmla="*/ 9 h 9"/>
                  <a:gd name="T6" fmla="*/ 6 w 9"/>
                  <a:gd name="T7" fmla="*/ 7 h 9"/>
                  <a:gd name="T8" fmla="*/ 8 w 9"/>
                  <a:gd name="T9" fmla="*/ 6 h 9"/>
                  <a:gd name="T10" fmla="*/ 9 w 9"/>
                  <a:gd name="T11" fmla="*/ 4 h 9"/>
                  <a:gd name="T12" fmla="*/ 9 w 9"/>
                  <a:gd name="T13" fmla="*/ 3 h 9"/>
                  <a:gd name="T14" fmla="*/ 8 w 9"/>
                  <a:gd name="T15" fmla="*/ 1 h 9"/>
                  <a:gd name="T16" fmla="*/ 6 w 9"/>
                  <a:gd name="T17" fmla="*/ 0 h 9"/>
                  <a:gd name="T18" fmla="*/ 6 w 9"/>
                  <a:gd name="T19" fmla="*/ 0 h 9"/>
                  <a:gd name="T20" fmla="*/ 5 w 9"/>
                  <a:gd name="T21" fmla="*/ 0 h 9"/>
                  <a:gd name="T22" fmla="*/ 3 w 9"/>
                  <a:gd name="T23" fmla="*/ 0 h 9"/>
                  <a:gd name="T24" fmla="*/ 2 w 9"/>
                  <a:gd name="T25" fmla="*/ 0 h 9"/>
                  <a:gd name="T26" fmla="*/ 0 w 9"/>
                  <a:gd name="T27" fmla="*/ 1 h 9"/>
                  <a:gd name="T28" fmla="*/ 0 w 9"/>
                  <a:gd name="T29" fmla="*/ 3 h 9"/>
                  <a:gd name="T30" fmla="*/ 0 w 9"/>
                  <a:gd name="T31" fmla="*/ 4 h 9"/>
                  <a:gd name="T32" fmla="*/ 0 w 9"/>
                  <a:gd name="T33" fmla="*/ 6 h 9"/>
                  <a:gd name="T34" fmla="*/ 2 w 9"/>
                  <a:gd name="T35" fmla="*/ 7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2" y="7"/>
                    </a:moveTo>
                    <a:lnTo>
                      <a:pt x="3" y="9"/>
                    </a:lnTo>
                    <a:lnTo>
                      <a:pt x="5" y="9"/>
                    </a:lnTo>
                    <a:lnTo>
                      <a:pt x="6" y="7"/>
                    </a:lnTo>
                    <a:lnTo>
                      <a:pt x="8" y="6"/>
                    </a:lnTo>
                    <a:lnTo>
                      <a:pt x="9" y="4"/>
                    </a:lnTo>
                    <a:lnTo>
                      <a:pt x="9" y="3"/>
                    </a:lnTo>
                    <a:lnTo>
                      <a:pt x="8" y="1"/>
                    </a:lnTo>
                    <a:lnTo>
                      <a:pt x="6" y="0"/>
                    </a:lnTo>
                    <a:lnTo>
                      <a:pt x="5" y="0"/>
                    </a:lnTo>
                    <a:lnTo>
                      <a:pt x="3" y="0"/>
                    </a:lnTo>
                    <a:lnTo>
                      <a:pt x="2" y="0"/>
                    </a:lnTo>
                    <a:lnTo>
                      <a:pt x="0" y="1"/>
                    </a:lnTo>
                    <a:lnTo>
                      <a:pt x="0" y="3"/>
                    </a:lnTo>
                    <a:lnTo>
                      <a:pt x="0" y="4"/>
                    </a:lnTo>
                    <a:lnTo>
                      <a:pt x="0" y="6"/>
                    </a:lnTo>
                    <a:lnTo>
                      <a:pt x="2"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418" name="Freeform 315"/>
              <p:cNvSpPr>
                <a:spLocks/>
              </p:cNvSpPr>
              <p:nvPr/>
            </p:nvSpPr>
            <p:spPr bwMode="auto">
              <a:xfrm>
                <a:off x="3679" y="2024"/>
                <a:ext cx="9" cy="9"/>
              </a:xfrm>
              <a:custGeom>
                <a:avLst/>
                <a:gdLst>
                  <a:gd name="T0" fmla="*/ 2 w 9"/>
                  <a:gd name="T1" fmla="*/ 9 h 9"/>
                  <a:gd name="T2" fmla="*/ 3 w 9"/>
                  <a:gd name="T3" fmla="*/ 9 h 9"/>
                  <a:gd name="T4" fmla="*/ 5 w 9"/>
                  <a:gd name="T5" fmla="*/ 9 h 9"/>
                  <a:gd name="T6" fmla="*/ 6 w 9"/>
                  <a:gd name="T7" fmla="*/ 9 h 9"/>
                  <a:gd name="T8" fmla="*/ 8 w 9"/>
                  <a:gd name="T9" fmla="*/ 8 h 9"/>
                  <a:gd name="T10" fmla="*/ 9 w 9"/>
                  <a:gd name="T11" fmla="*/ 6 h 9"/>
                  <a:gd name="T12" fmla="*/ 9 w 9"/>
                  <a:gd name="T13" fmla="*/ 5 h 9"/>
                  <a:gd name="T14" fmla="*/ 8 w 9"/>
                  <a:gd name="T15" fmla="*/ 3 h 9"/>
                  <a:gd name="T16" fmla="*/ 6 w 9"/>
                  <a:gd name="T17" fmla="*/ 2 h 9"/>
                  <a:gd name="T18" fmla="*/ 6 w 9"/>
                  <a:gd name="T19" fmla="*/ 2 h 9"/>
                  <a:gd name="T20" fmla="*/ 5 w 9"/>
                  <a:gd name="T21" fmla="*/ 0 h 9"/>
                  <a:gd name="T22" fmla="*/ 3 w 9"/>
                  <a:gd name="T23" fmla="*/ 0 h 9"/>
                  <a:gd name="T24" fmla="*/ 2 w 9"/>
                  <a:gd name="T25" fmla="*/ 2 h 9"/>
                  <a:gd name="T26" fmla="*/ 0 w 9"/>
                  <a:gd name="T27" fmla="*/ 3 h 9"/>
                  <a:gd name="T28" fmla="*/ 0 w 9"/>
                  <a:gd name="T29" fmla="*/ 5 h 9"/>
                  <a:gd name="T30" fmla="*/ 0 w 9"/>
                  <a:gd name="T31" fmla="*/ 6 h 9"/>
                  <a:gd name="T32" fmla="*/ 0 w 9"/>
                  <a:gd name="T33" fmla="*/ 8 h 9"/>
                  <a:gd name="T34" fmla="*/ 2 w 9"/>
                  <a:gd name="T35" fmla="*/ 9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2" y="9"/>
                    </a:moveTo>
                    <a:lnTo>
                      <a:pt x="3" y="9"/>
                    </a:lnTo>
                    <a:lnTo>
                      <a:pt x="5" y="9"/>
                    </a:lnTo>
                    <a:lnTo>
                      <a:pt x="6" y="9"/>
                    </a:lnTo>
                    <a:lnTo>
                      <a:pt x="8" y="8"/>
                    </a:lnTo>
                    <a:lnTo>
                      <a:pt x="9" y="6"/>
                    </a:lnTo>
                    <a:lnTo>
                      <a:pt x="9" y="5"/>
                    </a:lnTo>
                    <a:lnTo>
                      <a:pt x="8" y="3"/>
                    </a:lnTo>
                    <a:lnTo>
                      <a:pt x="6" y="2"/>
                    </a:lnTo>
                    <a:lnTo>
                      <a:pt x="5" y="0"/>
                    </a:lnTo>
                    <a:lnTo>
                      <a:pt x="3" y="0"/>
                    </a:lnTo>
                    <a:lnTo>
                      <a:pt x="2" y="2"/>
                    </a:lnTo>
                    <a:lnTo>
                      <a:pt x="0" y="3"/>
                    </a:lnTo>
                    <a:lnTo>
                      <a:pt x="0" y="5"/>
                    </a:lnTo>
                    <a:lnTo>
                      <a:pt x="0" y="6"/>
                    </a:lnTo>
                    <a:lnTo>
                      <a:pt x="0" y="8"/>
                    </a:lnTo>
                    <a:lnTo>
                      <a:pt x="2"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419" name="Freeform 316"/>
              <p:cNvSpPr>
                <a:spLocks/>
              </p:cNvSpPr>
              <p:nvPr/>
            </p:nvSpPr>
            <p:spPr bwMode="auto">
              <a:xfrm>
                <a:off x="3665" y="2013"/>
                <a:ext cx="8" cy="8"/>
              </a:xfrm>
              <a:custGeom>
                <a:avLst/>
                <a:gdLst>
                  <a:gd name="T0" fmla="*/ 3 w 8"/>
                  <a:gd name="T1" fmla="*/ 8 h 8"/>
                  <a:gd name="T2" fmla="*/ 4 w 8"/>
                  <a:gd name="T3" fmla="*/ 8 h 8"/>
                  <a:gd name="T4" fmla="*/ 6 w 8"/>
                  <a:gd name="T5" fmla="*/ 8 h 8"/>
                  <a:gd name="T6" fmla="*/ 7 w 8"/>
                  <a:gd name="T7" fmla="*/ 8 h 8"/>
                  <a:gd name="T8" fmla="*/ 8 w 8"/>
                  <a:gd name="T9" fmla="*/ 7 h 8"/>
                  <a:gd name="T10" fmla="*/ 8 w 8"/>
                  <a:gd name="T11" fmla="*/ 6 h 8"/>
                  <a:gd name="T12" fmla="*/ 8 w 8"/>
                  <a:gd name="T13" fmla="*/ 4 h 8"/>
                  <a:gd name="T14" fmla="*/ 8 w 8"/>
                  <a:gd name="T15" fmla="*/ 3 h 8"/>
                  <a:gd name="T16" fmla="*/ 7 w 8"/>
                  <a:gd name="T17" fmla="*/ 1 h 8"/>
                  <a:gd name="T18" fmla="*/ 7 w 8"/>
                  <a:gd name="T19" fmla="*/ 1 h 8"/>
                  <a:gd name="T20" fmla="*/ 6 w 8"/>
                  <a:gd name="T21" fmla="*/ 0 h 8"/>
                  <a:gd name="T22" fmla="*/ 4 w 8"/>
                  <a:gd name="T23" fmla="*/ 0 h 8"/>
                  <a:gd name="T24" fmla="*/ 3 w 8"/>
                  <a:gd name="T25" fmla="*/ 1 h 8"/>
                  <a:gd name="T26" fmla="*/ 1 w 8"/>
                  <a:gd name="T27" fmla="*/ 3 h 8"/>
                  <a:gd name="T28" fmla="*/ 0 w 8"/>
                  <a:gd name="T29" fmla="*/ 4 h 8"/>
                  <a:gd name="T30" fmla="*/ 0 w 8"/>
                  <a:gd name="T31" fmla="*/ 6 h 8"/>
                  <a:gd name="T32" fmla="*/ 1 w 8"/>
                  <a:gd name="T33" fmla="*/ 7 h 8"/>
                  <a:gd name="T34" fmla="*/ 3 w 8"/>
                  <a:gd name="T35" fmla="*/ 8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8"/>
                  <a:gd name="T56" fmla="*/ 8 w 8"/>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8">
                    <a:moveTo>
                      <a:pt x="3" y="8"/>
                    </a:moveTo>
                    <a:lnTo>
                      <a:pt x="4" y="8"/>
                    </a:lnTo>
                    <a:lnTo>
                      <a:pt x="6" y="8"/>
                    </a:lnTo>
                    <a:lnTo>
                      <a:pt x="7" y="8"/>
                    </a:lnTo>
                    <a:lnTo>
                      <a:pt x="8" y="7"/>
                    </a:lnTo>
                    <a:lnTo>
                      <a:pt x="8" y="6"/>
                    </a:lnTo>
                    <a:lnTo>
                      <a:pt x="8" y="4"/>
                    </a:lnTo>
                    <a:lnTo>
                      <a:pt x="8" y="3"/>
                    </a:lnTo>
                    <a:lnTo>
                      <a:pt x="7" y="1"/>
                    </a:lnTo>
                    <a:lnTo>
                      <a:pt x="6" y="0"/>
                    </a:lnTo>
                    <a:lnTo>
                      <a:pt x="4" y="0"/>
                    </a:lnTo>
                    <a:lnTo>
                      <a:pt x="3" y="1"/>
                    </a:lnTo>
                    <a:lnTo>
                      <a:pt x="1" y="3"/>
                    </a:lnTo>
                    <a:lnTo>
                      <a:pt x="0" y="4"/>
                    </a:lnTo>
                    <a:lnTo>
                      <a:pt x="0" y="6"/>
                    </a:lnTo>
                    <a:lnTo>
                      <a:pt x="1" y="7"/>
                    </a:lnTo>
                    <a:lnTo>
                      <a:pt x="3"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420" name="Freeform 317"/>
              <p:cNvSpPr>
                <a:spLocks/>
              </p:cNvSpPr>
              <p:nvPr/>
            </p:nvSpPr>
            <p:spPr bwMode="auto">
              <a:xfrm>
                <a:off x="3652" y="2003"/>
                <a:ext cx="8" cy="8"/>
              </a:xfrm>
              <a:custGeom>
                <a:avLst/>
                <a:gdLst>
                  <a:gd name="T0" fmla="*/ 3 w 8"/>
                  <a:gd name="T1" fmla="*/ 7 h 8"/>
                  <a:gd name="T2" fmla="*/ 4 w 8"/>
                  <a:gd name="T3" fmla="*/ 8 h 8"/>
                  <a:gd name="T4" fmla="*/ 5 w 8"/>
                  <a:gd name="T5" fmla="*/ 8 h 8"/>
                  <a:gd name="T6" fmla="*/ 7 w 8"/>
                  <a:gd name="T7" fmla="*/ 7 h 8"/>
                  <a:gd name="T8" fmla="*/ 8 w 8"/>
                  <a:gd name="T9" fmla="*/ 5 h 8"/>
                  <a:gd name="T10" fmla="*/ 8 w 8"/>
                  <a:gd name="T11" fmla="*/ 4 h 8"/>
                  <a:gd name="T12" fmla="*/ 8 w 8"/>
                  <a:gd name="T13" fmla="*/ 3 h 8"/>
                  <a:gd name="T14" fmla="*/ 8 w 8"/>
                  <a:gd name="T15" fmla="*/ 1 h 8"/>
                  <a:gd name="T16" fmla="*/ 7 w 8"/>
                  <a:gd name="T17" fmla="*/ 0 h 8"/>
                  <a:gd name="T18" fmla="*/ 7 w 8"/>
                  <a:gd name="T19" fmla="*/ 0 h 8"/>
                  <a:gd name="T20" fmla="*/ 5 w 8"/>
                  <a:gd name="T21" fmla="*/ 0 h 8"/>
                  <a:gd name="T22" fmla="*/ 4 w 8"/>
                  <a:gd name="T23" fmla="*/ 0 h 8"/>
                  <a:gd name="T24" fmla="*/ 3 w 8"/>
                  <a:gd name="T25" fmla="*/ 0 h 8"/>
                  <a:gd name="T26" fmla="*/ 1 w 8"/>
                  <a:gd name="T27" fmla="*/ 1 h 8"/>
                  <a:gd name="T28" fmla="*/ 0 w 8"/>
                  <a:gd name="T29" fmla="*/ 3 h 8"/>
                  <a:gd name="T30" fmla="*/ 0 w 8"/>
                  <a:gd name="T31" fmla="*/ 4 h 8"/>
                  <a:gd name="T32" fmla="*/ 1 w 8"/>
                  <a:gd name="T33" fmla="*/ 5 h 8"/>
                  <a:gd name="T34" fmla="*/ 3 w 8"/>
                  <a:gd name="T35" fmla="*/ 7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8"/>
                  <a:gd name="T56" fmla="*/ 8 w 8"/>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8">
                    <a:moveTo>
                      <a:pt x="3" y="7"/>
                    </a:moveTo>
                    <a:lnTo>
                      <a:pt x="4" y="8"/>
                    </a:lnTo>
                    <a:lnTo>
                      <a:pt x="5" y="8"/>
                    </a:lnTo>
                    <a:lnTo>
                      <a:pt x="7" y="7"/>
                    </a:lnTo>
                    <a:lnTo>
                      <a:pt x="8" y="5"/>
                    </a:lnTo>
                    <a:lnTo>
                      <a:pt x="8" y="4"/>
                    </a:lnTo>
                    <a:lnTo>
                      <a:pt x="8" y="3"/>
                    </a:lnTo>
                    <a:lnTo>
                      <a:pt x="8" y="1"/>
                    </a:lnTo>
                    <a:lnTo>
                      <a:pt x="7" y="0"/>
                    </a:lnTo>
                    <a:lnTo>
                      <a:pt x="5" y="0"/>
                    </a:lnTo>
                    <a:lnTo>
                      <a:pt x="4" y="0"/>
                    </a:lnTo>
                    <a:lnTo>
                      <a:pt x="3" y="0"/>
                    </a:lnTo>
                    <a:lnTo>
                      <a:pt x="1" y="1"/>
                    </a:lnTo>
                    <a:lnTo>
                      <a:pt x="0" y="3"/>
                    </a:lnTo>
                    <a:lnTo>
                      <a:pt x="0" y="4"/>
                    </a:lnTo>
                    <a:lnTo>
                      <a:pt x="1" y="5"/>
                    </a:lnTo>
                    <a:lnTo>
                      <a:pt x="3"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421" name="Freeform 318"/>
              <p:cNvSpPr>
                <a:spLocks/>
              </p:cNvSpPr>
              <p:nvPr/>
            </p:nvSpPr>
            <p:spPr bwMode="auto">
              <a:xfrm>
                <a:off x="3639" y="1990"/>
                <a:ext cx="8" cy="10"/>
              </a:xfrm>
              <a:custGeom>
                <a:avLst/>
                <a:gdLst>
                  <a:gd name="T0" fmla="*/ 2 w 8"/>
                  <a:gd name="T1" fmla="*/ 8 h 10"/>
                  <a:gd name="T2" fmla="*/ 4 w 8"/>
                  <a:gd name="T3" fmla="*/ 10 h 10"/>
                  <a:gd name="T4" fmla="*/ 5 w 8"/>
                  <a:gd name="T5" fmla="*/ 10 h 10"/>
                  <a:gd name="T6" fmla="*/ 7 w 8"/>
                  <a:gd name="T7" fmla="*/ 8 h 10"/>
                  <a:gd name="T8" fmla="*/ 8 w 8"/>
                  <a:gd name="T9" fmla="*/ 7 h 10"/>
                  <a:gd name="T10" fmla="*/ 8 w 8"/>
                  <a:gd name="T11" fmla="*/ 5 h 10"/>
                  <a:gd name="T12" fmla="*/ 8 w 8"/>
                  <a:gd name="T13" fmla="*/ 4 h 10"/>
                  <a:gd name="T14" fmla="*/ 8 w 8"/>
                  <a:gd name="T15" fmla="*/ 2 h 10"/>
                  <a:gd name="T16" fmla="*/ 7 w 8"/>
                  <a:gd name="T17" fmla="*/ 1 h 10"/>
                  <a:gd name="T18" fmla="*/ 7 w 8"/>
                  <a:gd name="T19" fmla="*/ 1 h 10"/>
                  <a:gd name="T20" fmla="*/ 5 w 8"/>
                  <a:gd name="T21" fmla="*/ 0 h 10"/>
                  <a:gd name="T22" fmla="*/ 4 w 8"/>
                  <a:gd name="T23" fmla="*/ 0 h 10"/>
                  <a:gd name="T24" fmla="*/ 2 w 8"/>
                  <a:gd name="T25" fmla="*/ 1 h 10"/>
                  <a:gd name="T26" fmla="*/ 1 w 8"/>
                  <a:gd name="T27" fmla="*/ 2 h 10"/>
                  <a:gd name="T28" fmla="*/ 0 w 8"/>
                  <a:gd name="T29" fmla="*/ 4 h 10"/>
                  <a:gd name="T30" fmla="*/ 0 w 8"/>
                  <a:gd name="T31" fmla="*/ 5 h 10"/>
                  <a:gd name="T32" fmla="*/ 1 w 8"/>
                  <a:gd name="T33" fmla="*/ 7 h 10"/>
                  <a:gd name="T34" fmla="*/ 2 w 8"/>
                  <a:gd name="T35" fmla="*/ 8 h 10"/>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10"/>
                  <a:gd name="T56" fmla="*/ 8 w 8"/>
                  <a:gd name="T57" fmla="*/ 10 h 10"/>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10">
                    <a:moveTo>
                      <a:pt x="2" y="8"/>
                    </a:moveTo>
                    <a:lnTo>
                      <a:pt x="4" y="10"/>
                    </a:lnTo>
                    <a:lnTo>
                      <a:pt x="5" y="10"/>
                    </a:lnTo>
                    <a:lnTo>
                      <a:pt x="7" y="8"/>
                    </a:lnTo>
                    <a:lnTo>
                      <a:pt x="8" y="7"/>
                    </a:lnTo>
                    <a:lnTo>
                      <a:pt x="8" y="5"/>
                    </a:lnTo>
                    <a:lnTo>
                      <a:pt x="8" y="4"/>
                    </a:lnTo>
                    <a:lnTo>
                      <a:pt x="8" y="2"/>
                    </a:lnTo>
                    <a:lnTo>
                      <a:pt x="7" y="1"/>
                    </a:lnTo>
                    <a:lnTo>
                      <a:pt x="5" y="0"/>
                    </a:lnTo>
                    <a:lnTo>
                      <a:pt x="4" y="0"/>
                    </a:lnTo>
                    <a:lnTo>
                      <a:pt x="2" y="1"/>
                    </a:lnTo>
                    <a:lnTo>
                      <a:pt x="1" y="2"/>
                    </a:lnTo>
                    <a:lnTo>
                      <a:pt x="0" y="4"/>
                    </a:lnTo>
                    <a:lnTo>
                      <a:pt x="0" y="5"/>
                    </a:lnTo>
                    <a:lnTo>
                      <a:pt x="1" y="7"/>
                    </a:lnTo>
                    <a:lnTo>
                      <a:pt x="2"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422" name="Freeform 319"/>
              <p:cNvSpPr>
                <a:spLocks/>
              </p:cNvSpPr>
              <p:nvPr/>
            </p:nvSpPr>
            <p:spPr bwMode="auto">
              <a:xfrm>
                <a:off x="3627" y="1978"/>
                <a:ext cx="9" cy="9"/>
              </a:xfrm>
              <a:custGeom>
                <a:avLst/>
                <a:gdLst>
                  <a:gd name="T0" fmla="*/ 1 w 9"/>
                  <a:gd name="T1" fmla="*/ 9 h 9"/>
                  <a:gd name="T2" fmla="*/ 3 w 9"/>
                  <a:gd name="T3" fmla="*/ 9 h 9"/>
                  <a:gd name="T4" fmla="*/ 4 w 9"/>
                  <a:gd name="T5" fmla="*/ 9 h 9"/>
                  <a:gd name="T6" fmla="*/ 6 w 9"/>
                  <a:gd name="T7" fmla="*/ 9 h 9"/>
                  <a:gd name="T8" fmla="*/ 7 w 9"/>
                  <a:gd name="T9" fmla="*/ 7 h 9"/>
                  <a:gd name="T10" fmla="*/ 9 w 9"/>
                  <a:gd name="T11" fmla="*/ 6 h 9"/>
                  <a:gd name="T12" fmla="*/ 9 w 9"/>
                  <a:gd name="T13" fmla="*/ 4 h 9"/>
                  <a:gd name="T14" fmla="*/ 7 w 9"/>
                  <a:gd name="T15" fmla="*/ 3 h 9"/>
                  <a:gd name="T16" fmla="*/ 6 w 9"/>
                  <a:gd name="T17" fmla="*/ 1 h 9"/>
                  <a:gd name="T18" fmla="*/ 6 w 9"/>
                  <a:gd name="T19" fmla="*/ 1 h 9"/>
                  <a:gd name="T20" fmla="*/ 4 w 9"/>
                  <a:gd name="T21" fmla="*/ 0 h 9"/>
                  <a:gd name="T22" fmla="*/ 3 w 9"/>
                  <a:gd name="T23" fmla="*/ 0 h 9"/>
                  <a:gd name="T24" fmla="*/ 1 w 9"/>
                  <a:gd name="T25" fmla="*/ 1 h 9"/>
                  <a:gd name="T26" fmla="*/ 0 w 9"/>
                  <a:gd name="T27" fmla="*/ 3 h 9"/>
                  <a:gd name="T28" fmla="*/ 0 w 9"/>
                  <a:gd name="T29" fmla="*/ 4 h 9"/>
                  <a:gd name="T30" fmla="*/ 0 w 9"/>
                  <a:gd name="T31" fmla="*/ 6 h 9"/>
                  <a:gd name="T32" fmla="*/ 0 w 9"/>
                  <a:gd name="T33" fmla="*/ 7 h 9"/>
                  <a:gd name="T34" fmla="*/ 1 w 9"/>
                  <a:gd name="T35" fmla="*/ 9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1" y="9"/>
                    </a:moveTo>
                    <a:lnTo>
                      <a:pt x="3" y="9"/>
                    </a:lnTo>
                    <a:lnTo>
                      <a:pt x="4" y="9"/>
                    </a:lnTo>
                    <a:lnTo>
                      <a:pt x="6" y="9"/>
                    </a:lnTo>
                    <a:lnTo>
                      <a:pt x="7" y="7"/>
                    </a:lnTo>
                    <a:lnTo>
                      <a:pt x="9" y="6"/>
                    </a:lnTo>
                    <a:lnTo>
                      <a:pt x="9" y="4"/>
                    </a:lnTo>
                    <a:lnTo>
                      <a:pt x="7" y="3"/>
                    </a:lnTo>
                    <a:lnTo>
                      <a:pt x="6" y="1"/>
                    </a:lnTo>
                    <a:lnTo>
                      <a:pt x="4" y="0"/>
                    </a:lnTo>
                    <a:lnTo>
                      <a:pt x="3" y="0"/>
                    </a:lnTo>
                    <a:lnTo>
                      <a:pt x="1" y="1"/>
                    </a:lnTo>
                    <a:lnTo>
                      <a:pt x="0" y="3"/>
                    </a:lnTo>
                    <a:lnTo>
                      <a:pt x="0" y="4"/>
                    </a:lnTo>
                    <a:lnTo>
                      <a:pt x="0" y="6"/>
                    </a:lnTo>
                    <a:lnTo>
                      <a:pt x="0" y="7"/>
                    </a:lnTo>
                    <a:lnTo>
                      <a:pt x="1"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423" name="Freeform 320"/>
              <p:cNvSpPr>
                <a:spLocks/>
              </p:cNvSpPr>
              <p:nvPr/>
            </p:nvSpPr>
            <p:spPr bwMode="auto">
              <a:xfrm>
                <a:off x="3614" y="1966"/>
                <a:ext cx="9" cy="9"/>
              </a:xfrm>
              <a:custGeom>
                <a:avLst/>
                <a:gdLst>
                  <a:gd name="T0" fmla="*/ 1 w 9"/>
                  <a:gd name="T1" fmla="*/ 9 h 9"/>
                  <a:gd name="T2" fmla="*/ 3 w 9"/>
                  <a:gd name="T3" fmla="*/ 9 h 9"/>
                  <a:gd name="T4" fmla="*/ 4 w 9"/>
                  <a:gd name="T5" fmla="*/ 9 h 9"/>
                  <a:gd name="T6" fmla="*/ 6 w 9"/>
                  <a:gd name="T7" fmla="*/ 9 h 9"/>
                  <a:gd name="T8" fmla="*/ 7 w 9"/>
                  <a:gd name="T9" fmla="*/ 8 h 9"/>
                  <a:gd name="T10" fmla="*/ 9 w 9"/>
                  <a:gd name="T11" fmla="*/ 6 h 9"/>
                  <a:gd name="T12" fmla="*/ 9 w 9"/>
                  <a:gd name="T13" fmla="*/ 5 h 9"/>
                  <a:gd name="T14" fmla="*/ 7 w 9"/>
                  <a:gd name="T15" fmla="*/ 3 h 9"/>
                  <a:gd name="T16" fmla="*/ 6 w 9"/>
                  <a:gd name="T17" fmla="*/ 2 h 9"/>
                  <a:gd name="T18" fmla="*/ 6 w 9"/>
                  <a:gd name="T19" fmla="*/ 2 h 9"/>
                  <a:gd name="T20" fmla="*/ 4 w 9"/>
                  <a:gd name="T21" fmla="*/ 0 h 9"/>
                  <a:gd name="T22" fmla="*/ 3 w 9"/>
                  <a:gd name="T23" fmla="*/ 0 h 9"/>
                  <a:gd name="T24" fmla="*/ 1 w 9"/>
                  <a:gd name="T25" fmla="*/ 2 h 9"/>
                  <a:gd name="T26" fmla="*/ 0 w 9"/>
                  <a:gd name="T27" fmla="*/ 3 h 9"/>
                  <a:gd name="T28" fmla="*/ 0 w 9"/>
                  <a:gd name="T29" fmla="*/ 5 h 9"/>
                  <a:gd name="T30" fmla="*/ 0 w 9"/>
                  <a:gd name="T31" fmla="*/ 6 h 9"/>
                  <a:gd name="T32" fmla="*/ 0 w 9"/>
                  <a:gd name="T33" fmla="*/ 8 h 9"/>
                  <a:gd name="T34" fmla="*/ 1 w 9"/>
                  <a:gd name="T35" fmla="*/ 9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1" y="9"/>
                    </a:moveTo>
                    <a:lnTo>
                      <a:pt x="3" y="9"/>
                    </a:lnTo>
                    <a:lnTo>
                      <a:pt x="4" y="9"/>
                    </a:lnTo>
                    <a:lnTo>
                      <a:pt x="6" y="9"/>
                    </a:lnTo>
                    <a:lnTo>
                      <a:pt x="7" y="8"/>
                    </a:lnTo>
                    <a:lnTo>
                      <a:pt x="9" y="6"/>
                    </a:lnTo>
                    <a:lnTo>
                      <a:pt x="9" y="5"/>
                    </a:lnTo>
                    <a:lnTo>
                      <a:pt x="7" y="3"/>
                    </a:lnTo>
                    <a:lnTo>
                      <a:pt x="6" y="2"/>
                    </a:lnTo>
                    <a:lnTo>
                      <a:pt x="4" y="0"/>
                    </a:lnTo>
                    <a:lnTo>
                      <a:pt x="3" y="0"/>
                    </a:lnTo>
                    <a:lnTo>
                      <a:pt x="1" y="2"/>
                    </a:lnTo>
                    <a:lnTo>
                      <a:pt x="0" y="3"/>
                    </a:lnTo>
                    <a:lnTo>
                      <a:pt x="0" y="5"/>
                    </a:lnTo>
                    <a:lnTo>
                      <a:pt x="0" y="6"/>
                    </a:lnTo>
                    <a:lnTo>
                      <a:pt x="0" y="8"/>
                    </a:lnTo>
                    <a:lnTo>
                      <a:pt x="1"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424" name="Freeform 321"/>
              <p:cNvSpPr>
                <a:spLocks/>
              </p:cNvSpPr>
              <p:nvPr/>
            </p:nvSpPr>
            <p:spPr bwMode="auto">
              <a:xfrm>
                <a:off x="3601" y="1955"/>
                <a:ext cx="9" cy="8"/>
              </a:xfrm>
              <a:custGeom>
                <a:avLst/>
                <a:gdLst>
                  <a:gd name="T0" fmla="*/ 1 w 9"/>
                  <a:gd name="T1" fmla="*/ 8 h 8"/>
                  <a:gd name="T2" fmla="*/ 3 w 9"/>
                  <a:gd name="T3" fmla="*/ 8 h 8"/>
                  <a:gd name="T4" fmla="*/ 4 w 9"/>
                  <a:gd name="T5" fmla="*/ 8 h 8"/>
                  <a:gd name="T6" fmla="*/ 6 w 9"/>
                  <a:gd name="T7" fmla="*/ 8 h 8"/>
                  <a:gd name="T8" fmla="*/ 7 w 9"/>
                  <a:gd name="T9" fmla="*/ 7 h 8"/>
                  <a:gd name="T10" fmla="*/ 9 w 9"/>
                  <a:gd name="T11" fmla="*/ 5 h 8"/>
                  <a:gd name="T12" fmla="*/ 9 w 9"/>
                  <a:gd name="T13" fmla="*/ 4 h 8"/>
                  <a:gd name="T14" fmla="*/ 7 w 9"/>
                  <a:gd name="T15" fmla="*/ 3 h 8"/>
                  <a:gd name="T16" fmla="*/ 6 w 9"/>
                  <a:gd name="T17" fmla="*/ 1 h 8"/>
                  <a:gd name="T18" fmla="*/ 6 w 9"/>
                  <a:gd name="T19" fmla="*/ 1 h 8"/>
                  <a:gd name="T20" fmla="*/ 4 w 9"/>
                  <a:gd name="T21" fmla="*/ 0 h 8"/>
                  <a:gd name="T22" fmla="*/ 3 w 9"/>
                  <a:gd name="T23" fmla="*/ 0 h 8"/>
                  <a:gd name="T24" fmla="*/ 1 w 9"/>
                  <a:gd name="T25" fmla="*/ 1 h 8"/>
                  <a:gd name="T26" fmla="*/ 0 w 9"/>
                  <a:gd name="T27" fmla="*/ 3 h 8"/>
                  <a:gd name="T28" fmla="*/ 0 w 9"/>
                  <a:gd name="T29" fmla="*/ 4 h 8"/>
                  <a:gd name="T30" fmla="*/ 0 w 9"/>
                  <a:gd name="T31" fmla="*/ 5 h 8"/>
                  <a:gd name="T32" fmla="*/ 0 w 9"/>
                  <a:gd name="T33" fmla="*/ 7 h 8"/>
                  <a:gd name="T34" fmla="*/ 1 w 9"/>
                  <a:gd name="T35" fmla="*/ 8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1" y="8"/>
                    </a:moveTo>
                    <a:lnTo>
                      <a:pt x="3" y="8"/>
                    </a:lnTo>
                    <a:lnTo>
                      <a:pt x="4" y="8"/>
                    </a:lnTo>
                    <a:lnTo>
                      <a:pt x="6" y="8"/>
                    </a:lnTo>
                    <a:lnTo>
                      <a:pt x="7" y="7"/>
                    </a:lnTo>
                    <a:lnTo>
                      <a:pt x="9" y="5"/>
                    </a:lnTo>
                    <a:lnTo>
                      <a:pt x="9" y="4"/>
                    </a:lnTo>
                    <a:lnTo>
                      <a:pt x="7" y="3"/>
                    </a:lnTo>
                    <a:lnTo>
                      <a:pt x="6" y="1"/>
                    </a:lnTo>
                    <a:lnTo>
                      <a:pt x="4" y="0"/>
                    </a:lnTo>
                    <a:lnTo>
                      <a:pt x="3" y="0"/>
                    </a:lnTo>
                    <a:lnTo>
                      <a:pt x="1" y="1"/>
                    </a:lnTo>
                    <a:lnTo>
                      <a:pt x="0" y="3"/>
                    </a:lnTo>
                    <a:lnTo>
                      <a:pt x="0" y="4"/>
                    </a:lnTo>
                    <a:lnTo>
                      <a:pt x="0" y="5"/>
                    </a:lnTo>
                    <a:lnTo>
                      <a:pt x="0" y="7"/>
                    </a:lnTo>
                    <a:lnTo>
                      <a:pt x="1"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425" name="Freeform 322"/>
              <p:cNvSpPr>
                <a:spLocks/>
              </p:cNvSpPr>
              <p:nvPr/>
            </p:nvSpPr>
            <p:spPr bwMode="auto">
              <a:xfrm>
                <a:off x="3588" y="1943"/>
                <a:ext cx="8" cy="9"/>
              </a:xfrm>
              <a:custGeom>
                <a:avLst/>
                <a:gdLst>
                  <a:gd name="T0" fmla="*/ 3 w 8"/>
                  <a:gd name="T1" fmla="*/ 9 h 9"/>
                  <a:gd name="T2" fmla="*/ 4 w 8"/>
                  <a:gd name="T3" fmla="*/ 9 h 9"/>
                  <a:gd name="T4" fmla="*/ 6 w 8"/>
                  <a:gd name="T5" fmla="*/ 9 h 9"/>
                  <a:gd name="T6" fmla="*/ 7 w 8"/>
                  <a:gd name="T7" fmla="*/ 9 h 9"/>
                  <a:gd name="T8" fmla="*/ 8 w 8"/>
                  <a:gd name="T9" fmla="*/ 7 h 9"/>
                  <a:gd name="T10" fmla="*/ 8 w 8"/>
                  <a:gd name="T11" fmla="*/ 6 h 9"/>
                  <a:gd name="T12" fmla="*/ 8 w 8"/>
                  <a:gd name="T13" fmla="*/ 4 h 9"/>
                  <a:gd name="T14" fmla="*/ 8 w 8"/>
                  <a:gd name="T15" fmla="*/ 3 h 9"/>
                  <a:gd name="T16" fmla="*/ 7 w 8"/>
                  <a:gd name="T17" fmla="*/ 1 h 9"/>
                  <a:gd name="T18" fmla="*/ 7 w 8"/>
                  <a:gd name="T19" fmla="*/ 1 h 9"/>
                  <a:gd name="T20" fmla="*/ 6 w 8"/>
                  <a:gd name="T21" fmla="*/ 0 h 9"/>
                  <a:gd name="T22" fmla="*/ 4 w 8"/>
                  <a:gd name="T23" fmla="*/ 0 h 9"/>
                  <a:gd name="T24" fmla="*/ 3 w 8"/>
                  <a:gd name="T25" fmla="*/ 1 h 9"/>
                  <a:gd name="T26" fmla="*/ 1 w 8"/>
                  <a:gd name="T27" fmla="*/ 3 h 9"/>
                  <a:gd name="T28" fmla="*/ 0 w 8"/>
                  <a:gd name="T29" fmla="*/ 4 h 9"/>
                  <a:gd name="T30" fmla="*/ 0 w 8"/>
                  <a:gd name="T31" fmla="*/ 6 h 9"/>
                  <a:gd name="T32" fmla="*/ 1 w 8"/>
                  <a:gd name="T33" fmla="*/ 7 h 9"/>
                  <a:gd name="T34" fmla="*/ 3 w 8"/>
                  <a:gd name="T35" fmla="*/ 9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3" y="9"/>
                    </a:moveTo>
                    <a:lnTo>
                      <a:pt x="4" y="9"/>
                    </a:lnTo>
                    <a:lnTo>
                      <a:pt x="6" y="9"/>
                    </a:lnTo>
                    <a:lnTo>
                      <a:pt x="7" y="9"/>
                    </a:lnTo>
                    <a:lnTo>
                      <a:pt x="8" y="7"/>
                    </a:lnTo>
                    <a:lnTo>
                      <a:pt x="8" y="6"/>
                    </a:lnTo>
                    <a:lnTo>
                      <a:pt x="8" y="4"/>
                    </a:lnTo>
                    <a:lnTo>
                      <a:pt x="8" y="3"/>
                    </a:lnTo>
                    <a:lnTo>
                      <a:pt x="7" y="1"/>
                    </a:lnTo>
                    <a:lnTo>
                      <a:pt x="6" y="0"/>
                    </a:lnTo>
                    <a:lnTo>
                      <a:pt x="4" y="0"/>
                    </a:lnTo>
                    <a:lnTo>
                      <a:pt x="3" y="1"/>
                    </a:lnTo>
                    <a:lnTo>
                      <a:pt x="1" y="3"/>
                    </a:lnTo>
                    <a:lnTo>
                      <a:pt x="0" y="4"/>
                    </a:lnTo>
                    <a:lnTo>
                      <a:pt x="0" y="6"/>
                    </a:lnTo>
                    <a:lnTo>
                      <a:pt x="1" y="7"/>
                    </a:lnTo>
                    <a:lnTo>
                      <a:pt x="3"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426" name="Freeform 323"/>
              <p:cNvSpPr>
                <a:spLocks/>
              </p:cNvSpPr>
              <p:nvPr/>
            </p:nvSpPr>
            <p:spPr bwMode="auto">
              <a:xfrm>
                <a:off x="3575" y="1931"/>
                <a:ext cx="8" cy="9"/>
              </a:xfrm>
              <a:custGeom>
                <a:avLst/>
                <a:gdLst>
                  <a:gd name="T0" fmla="*/ 1 w 8"/>
                  <a:gd name="T1" fmla="*/ 9 h 9"/>
                  <a:gd name="T2" fmla="*/ 3 w 8"/>
                  <a:gd name="T3" fmla="*/ 9 h 9"/>
                  <a:gd name="T4" fmla="*/ 4 w 8"/>
                  <a:gd name="T5" fmla="*/ 9 h 9"/>
                  <a:gd name="T6" fmla="*/ 5 w 8"/>
                  <a:gd name="T7" fmla="*/ 9 h 9"/>
                  <a:gd name="T8" fmla="*/ 7 w 8"/>
                  <a:gd name="T9" fmla="*/ 8 h 9"/>
                  <a:gd name="T10" fmla="*/ 8 w 8"/>
                  <a:gd name="T11" fmla="*/ 6 h 9"/>
                  <a:gd name="T12" fmla="*/ 8 w 8"/>
                  <a:gd name="T13" fmla="*/ 5 h 9"/>
                  <a:gd name="T14" fmla="*/ 7 w 8"/>
                  <a:gd name="T15" fmla="*/ 3 h 9"/>
                  <a:gd name="T16" fmla="*/ 5 w 8"/>
                  <a:gd name="T17" fmla="*/ 2 h 9"/>
                  <a:gd name="T18" fmla="*/ 5 w 8"/>
                  <a:gd name="T19" fmla="*/ 2 h 9"/>
                  <a:gd name="T20" fmla="*/ 4 w 8"/>
                  <a:gd name="T21" fmla="*/ 0 h 9"/>
                  <a:gd name="T22" fmla="*/ 3 w 8"/>
                  <a:gd name="T23" fmla="*/ 0 h 9"/>
                  <a:gd name="T24" fmla="*/ 1 w 8"/>
                  <a:gd name="T25" fmla="*/ 2 h 9"/>
                  <a:gd name="T26" fmla="*/ 0 w 8"/>
                  <a:gd name="T27" fmla="*/ 3 h 9"/>
                  <a:gd name="T28" fmla="*/ 0 w 8"/>
                  <a:gd name="T29" fmla="*/ 5 h 9"/>
                  <a:gd name="T30" fmla="*/ 0 w 8"/>
                  <a:gd name="T31" fmla="*/ 6 h 9"/>
                  <a:gd name="T32" fmla="*/ 0 w 8"/>
                  <a:gd name="T33" fmla="*/ 8 h 9"/>
                  <a:gd name="T34" fmla="*/ 1 w 8"/>
                  <a:gd name="T35" fmla="*/ 9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1" y="9"/>
                    </a:moveTo>
                    <a:lnTo>
                      <a:pt x="3" y="9"/>
                    </a:lnTo>
                    <a:lnTo>
                      <a:pt x="4" y="9"/>
                    </a:lnTo>
                    <a:lnTo>
                      <a:pt x="5" y="9"/>
                    </a:lnTo>
                    <a:lnTo>
                      <a:pt x="7" y="8"/>
                    </a:lnTo>
                    <a:lnTo>
                      <a:pt x="8" y="6"/>
                    </a:lnTo>
                    <a:lnTo>
                      <a:pt x="8" y="5"/>
                    </a:lnTo>
                    <a:lnTo>
                      <a:pt x="7" y="3"/>
                    </a:lnTo>
                    <a:lnTo>
                      <a:pt x="5" y="2"/>
                    </a:lnTo>
                    <a:lnTo>
                      <a:pt x="4" y="0"/>
                    </a:lnTo>
                    <a:lnTo>
                      <a:pt x="3" y="0"/>
                    </a:lnTo>
                    <a:lnTo>
                      <a:pt x="1" y="2"/>
                    </a:lnTo>
                    <a:lnTo>
                      <a:pt x="0" y="3"/>
                    </a:lnTo>
                    <a:lnTo>
                      <a:pt x="0" y="5"/>
                    </a:lnTo>
                    <a:lnTo>
                      <a:pt x="0" y="6"/>
                    </a:lnTo>
                    <a:lnTo>
                      <a:pt x="0" y="8"/>
                    </a:lnTo>
                    <a:lnTo>
                      <a:pt x="1"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grpSp>
        <p:sp>
          <p:nvSpPr>
            <p:cNvPr id="377" name="Rectangle 324"/>
            <p:cNvSpPr>
              <a:spLocks noChangeArrowheads="1"/>
            </p:cNvSpPr>
            <p:nvPr/>
          </p:nvSpPr>
          <p:spPr bwMode="auto">
            <a:xfrm>
              <a:off x="1630717" y="2595644"/>
              <a:ext cx="912813" cy="35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378" name="Rectangle 325"/>
            <p:cNvSpPr>
              <a:spLocks noChangeArrowheads="1"/>
            </p:cNvSpPr>
            <p:nvPr/>
          </p:nvSpPr>
          <p:spPr bwMode="auto">
            <a:xfrm>
              <a:off x="1943455" y="2602787"/>
              <a:ext cx="687324" cy="2276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600" dirty="0">
                  <a:solidFill>
                    <a:srgbClr val="000000"/>
                  </a:solidFill>
                  <a:latin typeface="Calibri" panose="020F0502020204030204" pitchFamily="34" charset="0"/>
                  <a:cs typeface="Calibri" panose="020F0502020204030204" pitchFamily="34" charset="0"/>
                </a:rPr>
                <a:t>Filament</a:t>
              </a:r>
              <a:endParaRPr lang="en-GB" altLang="en-US" sz="2800" dirty="0">
                <a:latin typeface="Calibri" panose="020F0502020204030204" pitchFamily="34" charset="0"/>
                <a:cs typeface="Calibri" panose="020F0502020204030204" pitchFamily="34" charset="0"/>
              </a:endParaRPr>
            </a:p>
          </p:txBody>
        </p:sp>
        <p:sp>
          <p:nvSpPr>
            <p:cNvPr id="379" name="Rectangle 326"/>
            <p:cNvSpPr>
              <a:spLocks noChangeArrowheads="1"/>
            </p:cNvSpPr>
            <p:nvPr/>
          </p:nvSpPr>
          <p:spPr bwMode="auto">
            <a:xfrm>
              <a:off x="1867255" y="1371681"/>
              <a:ext cx="10477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382" name="Rectangle 329"/>
            <p:cNvSpPr>
              <a:spLocks noChangeArrowheads="1"/>
            </p:cNvSpPr>
            <p:nvPr/>
          </p:nvSpPr>
          <p:spPr bwMode="auto">
            <a:xfrm>
              <a:off x="3623030" y="1427244"/>
              <a:ext cx="796925" cy="357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383" name="Rectangle 330"/>
            <p:cNvSpPr>
              <a:spLocks noChangeArrowheads="1"/>
            </p:cNvSpPr>
            <p:nvPr/>
          </p:nvSpPr>
          <p:spPr bwMode="auto">
            <a:xfrm>
              <a:off x="3756380" y="1506619"/>
              <a:ext cx="517198" cy="2276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600" dirty="0">
                  <a:solidFill>
                    <a:srgbClr val="000000"/>
                  </a:solidFill>
                  <a:latin typeface="Calibri" panose="020F0502020204030204" pitchFamily="34" charset="0"/>
                  <a:cs typeface="Calibri" panose="020F0502020204030204" pitchFamily="34" charset="0"/>
                </a:rPr>
                <a:t>Anode</a:t>
              </a:r>
              <a:endParaRPr lang="en-GB" altLang="en-US" sz="2800" dirty="0">
                <a:latin typeface="Calibri" panose="020F0502020204030204" pitchFamily="34" charset="0"/>
                <a:cs typeface="Calibri" panose="020F0502020204030204" pitchFamily="34" charset="0"/>
              </a:endParaRPr>
            </a:p>
          </p:txBody>
        </p:sp>
        <p:sp>
          <p:nvSpPr>
            <p:cNvPr id="384" name="Rectangle 331"/>
            <p:cNvSpPr>
              <a:spLocks noChangeArrowheads="1"/>
            </p:cNvSpPr>
            <p:nvPr/>
          </p:nvSpPr>
          <p:spPr bwMode="auto">
            <a:xfrm>
              <a:off x="5151792" y="1385969"/>
              <a:ext cx="1460500" cy="357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385" name="Rectangle 332"/>
            <p:cNvSpPr>
              <a:spLocks noChangeArrowheads="1"/>
            </p:cNvSpPr>
            <p:nvPr/>
          </p:nvSpPr>
          <p:spPr bwMode="auto">
            <a:xfrm>
              <a:off x="5410856" y="1517911"/>
              <a:ext cx="1132380" cy="2276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600" dirty="0">
                  <a:solidFill>
                    <a:srgbClr val="000000"/>
                  </a:solidFill>
                  <a:latin typeface="Calibri" panose="020F0502020204030204" pitchFamily="34" charset="0"/>
                  <a:cs typeface="Calibri" panose="020F0502020204030204" pitchFamily="34" charset="0"/>
                </a:rPr>
                <a:t>Magnetic Lens</a:t>
              </a:r>
              <a:endParaRPr lang="en-GB" altLang="en-US" sz="2800" dirty="0">
                <a:latin typeface="Calibri" panose="020F0502020204030204" pitchFamily="34" charset="0"/>
                <a:cs typeface="Calibri" panose="020F0502020204030204" pitchFamily="34" charset="0"/>
              </a:endParaRPr>
            </a:p>
          </p:txBody>
        </p:sp>
        <p:sp>
          <p:nvSpPr>
            <p:cNvPr id="386" name="Rectangle 333"/>
            <p:cNvSpPr>
              <a:spLocks noChangeArrowheads="1"/>
            </p:cNvSpPr>
            <p:nvPr/>
          </p:nvSpPr>
          <p:spPr bwMode="auto">
            <a:xfrm>
              <a:off x="7620355" y="1855869"/>
              <a:ext cx="800100" cy="357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387" name="Rectangle 334"/>
            <p:cNvSpPr>
              <a:spLocks noChangeArrowheads="1"/>
            </p:cNvSpPr>
            <p:nvPr/>
          </p:nvSpPr>
          <p:spPr bwMode="auto">
            <a:xfrm>
              <a:off x="7530050" y="2151324"/>
              <a:ext cx="1193436" cy="2276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600" dirty="0">
                  <a:solidFill>
                    <a:srgbClr val="000000"/>
                  </a:solidFill>
                  <a:latin typeface="Calibri" panose="020F0502020204030204" pitchFamily="34" charset="0"/>
                  <a:cs typeface="Calibri" panose="020F0502020204030204" pitchFamily="34" charset="0"/>
                </a:rPr>
                <a:t>Target Window</a:t>
              </a:r>
              <a:endParaRPr lang="en-GB" altLang="en-US" sz="2800" dirty="0">
                <a:latin typeface="Calibri" panose="020F0502020204030204" pitchFamily="34" charset="0"/>
                <a:cs typeface="Calibri" panose="020F0502020204030204" pitchFamily="34" charset="0"/>
              </a:endParaRPr>
            </a:p>
          </p:txBody>
        </p:sp>
        <p:sp>
          <p:nvSpPr>
            <p:cNvPr id="388" name="Rectangle 335"/>
            <p:cNvSpPr>
              <a:spLocks noChangeArrowheads="1"/>
            </p:cNvSpPr>
            <p:nvPr/>
          </p:nvSpPr>
          <p:spPr bwMode="auto">
            <a:xfrm>
              <a:off x="7710842" y="3675144"/>
              <a:ext cx="801688" cy="35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389" name="Rectangle 336"/>
            <p:cNvSpPr>
              <a:spLocks noChangeArrowheads="1"/>
            </p:cNvSpPr>
            <p:nvPr/>
          </p:nvSpPr>
          <p:spPr bwMode="auto">
            <a:xfrm>
              <a:off x="8703030" y="2806781"/>
              <a:ext cx="481750" cy="2276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GB" altLang="en-US" sz="1600" dirty="0">
                  <a:solidFill>
                    <a:srgbClr val="000000"/>
                  </a:solidFill>
                  <a:latin typeface="Calibri" panose="020F0502020204030204" pitchFamily="34" charset="0"/>
                  <a:cs typeface="Calibri" panose="020F0502020204030204" pitchFamily="34" charset="0"/>
                </a:rPr>
                <a:t>X-rays</a:t>
              </a:r>
              <a:endParaRPr lang="en-GB" altLang="en-US" sz="2800" dirty="0">
                <a:latin typeface="Calibri" panose="020F0502020204030204" pitchFamily="34" charset="0"/>
                <a:cs typeface="Calibri" panose="020F0502020204030204" pitchFamily="34" charset="0"/>
              </a:endParaRPr>
            </a:p>
          </p:txBody>
        </p:sp>
        <p:sp>
          <p:nvSpPr>
            <p:cNvPr id="390" name="Line 337"/>
            <p:cNvSpPr>
              <a:spLocks noChangeShapeType="1"/>
            </p:cNvSpPr>
            <p:nvPr/>
          </p:nvSpPr>
          <p:spPr bwMode="auto">
            <a:xfrm flipV="1">
              <a:off x="8053742" y="2440158"/>
              <a:ext cx="504825" cy="28733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GB"/>
            </a:p>
          </p:txBody>
        </p:sp>
        <p:sp>
          <p:nvSpPr>
            <p:cNvPr id="391" name="Line 338"/>
            <p:cNvSpPr>
              <a:spLocks noChangeShapeType="1"/>
            </p:cNvSpPr>
            <p:nvPr/>
          </p:nvSpPr>
          <p:spPr bwMode="auto">
            <a:xfrm flipV="1">
              <a:off x="8053742" y="2583033"/>
              <a:ext cx="936625" cy="144463"/>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GB"/>
            </a:p>
          </p:txBody>
        </p:sp>
        <p:sp>
          <p:nvSpPr>
            <p:cNvPr id="392" name="Line 339"/>
            <p:cNvSpPr>
              <a:spLocks noChangeShapeType="1"/>
            </p:cNvSpPr>
            <p:nvPr/>
          </p:nvSpPr>
          <p:spPr bwMode="auto">
            <a:xfrm>
              <a:off x="8053742" y="2723572"/>
              <a:ext cx="576263" cy="144463"/>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GB"/>
            </a:p>
          </p:txBody>
        </p:sp>
        <p:sp>
          <p:nvSpPr>
            <p:cNvPr id="697" name="Line 65"/>
            <p:cNvSpPr>
              <a:spLocks noChangeShapeType="1"/>
            </p:cNvSpPr>
            <p:nvPr/>
          </p:nvSpPr>
          <p:spPr bwMode="auto">
            <a:xfrm rot="14171" flipV="1">
              <a:off x="4615494" y="1944994"/>
              <a:ext cx="187994" cy="346502"/>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698" name="Line 66"/>
            <p:cNvSpPr>
              <a:spLocks noChangeShapeType="1"/>
            </p:cNvSpPr>
            <p:nvPr/>
          </p:nvSpPr>
          <p:spPr bwMode="auto">
            <a:xfrm rot="14171">
              <a:off x="4615494" y="1944994"/>
              <a:ext cx="187994" cy="346502"/>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699" name="Frame 698"/>
            <p:cNvSpPr/>
            <p:nvPr/>
          </p:nvSpPr>
          <p:spPr bwMode="auto">
            <a:xfrm rot="16210518">
              <a:off x="4447854" y="1954036"/>
              <a:ext cx="533680" cy="346511"/>
            </a:xfrm>
            <a:prstGeom prst="frame">
              <a:avLst>
                <a:gd name="adj1" fmla="val 24843"/>
              </a:avLst>
            </a:prstGeom>
            <a:solidFill>
              <a:schemeClr val="bg1">
                <a:lumMod val="9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en-GB" sz="2400" b="1" i="0" u="none" strike="noStrike" cap="none" normalizeH="0" baseline="0">
                <a:ln>
                  <a:noFill/>
                </a:ln>
                <a:solidFill>
                  <a:schemeClr val="tx1"/>
                </a:solidFill>
                <a:effectLst/>
                <a:latin typeface="Arial" charset="0"/>
                <a:ea typeface="MS Gothic" pitchFamily="49" charset="-128"/>
              </a:endParaRPr>
            </a:p>
          </p:txBody>
        </p:sp>
        <p:sp>
          <p:nvSpPr>
            <p:cNvPr id="700" name="Line 65"/>
            <p:cNvSpPr>
              <a:spLocks noChangeShapeType="1"/>
            </p:cNvSpPr>
            <p:nvPr/>
          </p:nvSpPr>
          <p:spPr bwMode="auto">
            <a:xfrm rot="14171" flipV="1">
              <a:off x="4621251" y="3079056"/>
              <a:ext cx="187994" cy="346502"/>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701" name="Line 66"/>
            <p:cNvSpPr>
              <a:spLocks noChangeShapeType="1"/>
            </p:cNvSpPr>
            <p:nvPr/>
          </p:nvSpPr>
          <p:spPr bwMode="auto">
            <a:xfrm rot="14171">
              <a:off x="4621251" y="3079056"/>
              <a:ext cx="187994" cy="346502"/>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702" name="Frame 701"/>
            <p:cNvSpPr/>
            <p:nvPr/>
          </p:nvSpPr>
          <p:spPr bwMode="auto">
            <a:xfrm rot="16210518">
              <a:off x="4453611" y="3088099"/>
              <a:ext cx="533680" cy="346511"/>
            </a:xfrm>
            <a:prstGeom prst="frame">
              <a:avLst>
                <a:gd name="adj1" fmla="val 24843"/>
              </a:avLst>
            </a:prstGeom>
            <a:solidFill>
              <a:schemeClr val="bg1">
                <a:lumMod val="9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en-GB" sz="2400" b="1" i="0" u="none" strike="noStrike" cap="none" normalizeH="0" baseline="0">
                <a:ln>
                  <a:noFill/>
                </a:ln>
                <a:solidFill>
                  <a:schemeClr val="tx1"/>
                </a:solidFill>
                <a:effectLst/>
                <a:latin typeface="Arial" charset="0"/>
                <a:ea typeface="MS Gothic" pitchFamily="49" charset="-128"/>
              </a:endParaRPr>
            </a:p>
          </p:txBody>
        </p:sp>
        <p:sp>
          <p:nvSpPr>
            <p:cNvPr id="704" name="Rectangle 331"/>
            <p:cNvSpPr>
              <a:spLocks noChangeArrowheads="1"/>
            </p:cNvSpPr>
            <p:nvPr/>
          </p:nvSpPr>
          <p:spPr bwMode="auto">
            <a:xfrm>
              <a:off x="4345544" y="3552727"/>
              <a:ext cx="756617"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defRPr kumimoji="1" sz="2000">
                  <a:solidFill>
                    <a:schemeClr val="tx1"/>
                  </a:solidFill>
                  <a:latin typeface="Arial" panose="020B0604020202020204" pitchFamily="34" charset="0"/>
                  <a:ea typeface="MS PGothic" panose="020B0600070205080204" pitchFamily="34" charset="-128"/>
                </a:defRPr>
              </a:lvl1pPr>
              <a:lvl2pPr marL="742950" indent="-285750">
                <a:spcBef>
                  <a:spcPct val="20000"/>
                </a:spcBef>
                <a:defRPr kumimoji="1" sz="1600">
                  <a:solidFill>
                    <a:schemeClr val="tx1"/>
                  </a:solidFill>
                  <a:latin typeface="Arial" panose="020B0604020202020204" pitchFamily="34" charset="0"/>
                  <a:ea typeface="MS PGothic" panose="020B0600070205080204" pitchFamily="34" charset="-128"/>
                </a:defRPr>
              </a:lvl2pPr>
              <a:lvl3pPr marL="1143000" indent="-228600">
                <a:spcBef>
                  <a:spcPct val="20000"/>
                </a:spcBef>
                <a:defRPr kumimoji="1" sz="1400">
                  <a:solidFill>
                    <a:schemeClr val="tx1"/>
                  </a:solidFill>
                  <a:latin typeface="Arial" panose="020B0604020202020204" pitchFamily="34" charset="0"/>
                  <a:ea typeface="MS PGothic" panose="020B0600070205080204" pitchFamily="34" charset="-128"/>
                </a:defRPr>
              </a:lvl3pPr>
              <a:lvl4pPr marL="1600200" indent="-228600">
                <a:spcBef>
                  <a:spcPct val="20000"/>
                </a:spcBef>
                <a:defRPr kumimoji="1" sz="1600">
                  <a:solidFill>
                    <a:schemeClr val="tx1"/>
                  </a:solidFill>
                  <a:latin typeface="Arial" panose="020B0604020202020204" pitchFamily="34" charset="0"/>
                  <a:ea typeface="MS PGothic" panose="020B0600070205080204" pitchFamily="34" charset="-128"/>
                </a:defRPr>
              </a:lvl4pPr>
              <a:lvl5pPr marL="2057400" indent="-228600">
                <a:spcBef>
                  <a:spcPct val="20000"/>
                </a:spcBef>
                <a:defRPr kumimoji="1" sz="16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defRPr kumimoji="1" sz="16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defRPr kumimoji="1" sz="16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defRPr kumimoji="1" sz="16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defRPr kumimoji="1" sz="1600">
                  <a:solidFill>
                    <a:schemeClr val="tx1"/>
                  </a:solidFill>
                  <a:latin typeface="Arial" panose="020B0604020202020204" pitchFamily="34" charset="0"/>
                  <a:ea typeface="MS PGothic" panose="020B0600070205080204" pitchFamily="34" charset="-128"/>
                </a:defRPr>
              </a:lvl9pPr>
            </a:lstStyle>
            <a:p>
              <a:pPr>
                <a:spcBef>
                  <a:spcPct val="0"/>
                </a:spcBef>
              </a:pPr>
              <a:r>
                <a:rPr kumimoji="0" lang="en-GB" altLang="en-US" sz="1600" dirty="0">
                  <a:solidFill>
                    <a:srgbClr val="000000"/>
                  </a:solidFill>
                  <a:latin typeface="Calibri" panose="020F0502020204030204" pitchFamily="34" charset="0"/>
                </a:rPr>
                <a:t>X/Y Coils</a:t>
              </a:r>
            </a:p>
          </p:txBody>
        </p:sp>
      </p:grpSp>
      <p:sp>
        <p:nvSpPr>
          <p:cNvPr id="706" name="TextBox 705"/>
          <p:cNvSpPr txBox="1"/>
          <p:nvPr/>
        </p:nvSpPr>
        <p:spPr>
          <a:xfrm>
            <a:off x="870295" y="625407"/>
            <a:ext cx="10243862" cy="1754326"/>
          </a:xfrm>
          <a:prstGeom prst="rect">
            <a:avLst/>
          </a:prstGeom>
          <a:noFill/>
        </p:spPr>
        <p:txBody>
          <a:bodyPr wrap="square" rtlCol="0">
            <a:spAutoFit/>
          </a:bodyPr>
          <a:lstStyle/>
          <a:p>
            <a:r>
              <a:rPr lang="en-GB" sz="1800" b="0" dirty="0">
                <a:latin typeface="Calibri" panose="020F0502020204030204" pitchFamily="34" charset="0"/>
                <a:cs typeface="Calibri" panose="020F0502020204030204" pitchFamily="34" charset="0"/>
              </a:rPr>
              <a:t>The </a:t>
            </a:r>
            <a:r>
              <a:rPr lang="en-GB" sz="1800" dirty="0">
                <a:latin typeface="Calibri" panose="020F0502020204030204" pitchFamily="34" charset="0"/>
                <a:cs typeface="Calibri" panose="020F0502020204030204" pitchFamily="34" charset="0"/>
              </a:rPr>
              <a:t>transmission target</a:t>
            </a:r>
            <a:r>
              <a:rPr lang="en-GB" sz="1800" b="0" dirty="0">
                <a:latin typeface="Calibri" panose="020F0502020204030204" pitchFamily="34" charset="0"/>
                <a:cs typeface="Calibri" panose="020F0502020204030204" pitchFamily="34" charset="0"/>
              </a:rPr>
              <a:t> consists of a thin layer of tungsten on the inside surface of the output window; the target </a:t>
            </a:r>
            <a:r>
              <a:rPr lang="en-GB" sz="1800" i="1" dirty="0">
                <a:latin typeface="Calibri" panose="020F0502020204030204" pitchFamily="34" charset="0"/>
                <a:cs typeface="Calibri" panose="020F0502020204030204" pitchFamily="34" charset="0"/>
              </a:rPr>
              <a:t>is</a:t>
            </a:r>
            <a:r>
              <a:rPr lang="en-GB" sz="1800" b="0" dirty="0">
                <a:latin typeface="Calibri" panose="020F0502020204030204" pitchFamily="34" charset="0"/>
                <a:cs typeface="Calibri" panose="020F0502020204030204" pitchFamily="34" charset="0"/>
              </a:rPr>
              <a:t> the output window.</a:t>
            </a:r>
          </a:p>
          <a:p>
            <a:pPr marL="342900" indent="-342900">
              <a:buFont typeface="Arial" panose="020B0604020202020204" pitchFamily="34" charset="0"/>
              <a:buChar char="•"/>
            </a:pPr>
            <a:endParaRPr lang="en-GB" sz="1800" b="0" dirty="0">
              <a:latin typeface="Calibri" panose="020F0502020204030204" pitchFamily="34" charset="0"/>
              <a:cs typeface="Calibri" panose="020F0502020204030204" pitchFamily="34" charset="0"/>
            </a:endParaRPr>
          </a:p>
          <a:p>
            <a:r>
              <a:rPr lang="en-GB" sz="1800" b="0" dirty="0">
                <a:latin typeface="Calibri" panose="020F0502020204030204" pitchFamily="34" charset="0"/>
                <a:cs typeface="Calibri" panose="020F0502020204030204" pitchFamily="34" charset="0"/>
              </a:rPr>
              <a:t>This allows:</a:t>
            </a:r>
          </a:p>
          <a:p>
            <a:pPr marL="342900" indent="-342900">
              <a:buFont typeface="Arial" panose="020B0604020202020204" pitchFamily="34" charset="0"/>
              <a:buChar char="•"/>
            </a:pPr>
            <a:r>
              <a:rPr lang="en-GB" sz="1800" b="0" dirty="0">
                <a:latin typeface="Calibri" panose="020F0502020204030204" pitchFamily="34" charset="0"/>
                <a:cs typeface="Calibri" panose="020F0502020204030204" pitchFamily="34" charset="0"/>
              </a:rPr>
              <a:t>A smaller focal spot size than reflection targets</a:t>
            </a:r>
          </a:p>
          <a:p>
            <a:pPr marL="342900" indent="-342900">
              <a:buFont typeface="Arial" panose="020B0604020202020204" pitchFamily="34" charset="0"/>
              <a:buChar char="•"/>
            </a:pPr>
            <a:r>
              <a:rPr lang="en-GB" sz="1800" b="0" dirty="0">
                <a:latin typeface="Calibri" panose="020F0502020204030204" pitchFamily="34" charset="0"/>
                <a:cs typeface="Calibri" panose="020F0502020204030204" pitchFamily="34" charset="0"/>
              </a:rPr>
              <a:t>Higher magnifications, as the focal spot is 0.25 mm behind the output window</a:t>
            </a:r>
          </a:p>
        </p:txBody>
      </p:sp>
      <p:sp>
        <p:nvSpPr>
          <p:cNvPr id="348" name="Line 341"/>
          <p:cNvSpPr>
            <a:spLocks noChangeShapeType="1"/>
          </p:cNvSpPr>
          <p:nvPr/>
        </p:nvSpPr>
        <p:spPr bwMode="auto">
          <a:xfrm>
            <a:off x="8431996" y="4171205"/>
            <a:ext cx="0" cy="672149"/>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GB"/>
          </a:p>
        </p:txBody>
      </p:sp>
    </p:spTree>
    <p:extLst>
      <p:ext uri="{BB962C8B-B14F-4D97-AF65-F5344CB8AC3E}">
        <p14:creationId xmlns:p14="http://schemas.microsoft.com/office/powerpoint/2010/main" val="33707425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06">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06">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06">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0" presetClass="exit" presetSubtype="0" fill="hold" grpId="0" nodeType="clickEffect">
                                  <p:stCondLst>
                                    <p:cond delay="0"/>
                                  </p:stCondLst>
                                  <p:childTnLst>
                                    <p:animEffect transition="out" filter="fade">
                                      <p:cBhvr>
                                        <p:cTn id="14" dur="500"/>
                                        <p:tgtEl>
                                          <p:spTgt spid="348"/>
                                        </p:tgtEl>
                                      </p:cBhvr>
                                    </p:animEffect>
                                    <p:set>
                                      <p:cBhvr>
                                        <p:cTn id="15" dur="1" fill="hold">
                                          <p:stCondLst>
                                            <p:cond delay="499"/>
                                          </p:stCondLst>
                                        </p:cTn>
                                        <p:tgtEl>
                                          <p:spTgt spid="348"/>
                                        </p:tgtEl>
                                        <p:attrNameLst>
                                          <p:attrName>style.visibility</p:attrName>
                                        </p:attrNameLst>
                                      </p:cBhvr>
                                      <p:to>
                                        <p:strVal val="hidden"/>
                                      </p:to>
                                    </p:set>
                                  </p:childTnLst>
                                </p:cTn>
                              </p:par>
                              <p:par>
                                <p:cTn id="16" presetID="10" presetClass="entr" presetSubtype="0" fill="hold" nodeType="withEffect">
                                  <p:stCondLst>
                                    <p:cond delay="0"/>
                                  </p:stCondLst>
                                  <p:childTnLst>
                                    <p:set>
                                      <p:cBhvr>
                                        <p:cTn id="17" dur="1" fill="hold">
                                          <p:stCondLst>
                                            <p:cond delay="0"/>
                                          </p:stCondLst>
                                        </p:cTn>
                                        <p:tgtEl>
                                          <p:spTgt spid="707"/>
                                        </p:tgtEl>
                                        <p:attrNameLst>
                                          <p:attrName>style.visibility</p:attrName>
                                        </p:attrNameLst>
                                      </p:cBhvr>
                                      <p:to>
                                        <p:strVal val="visible"/>
                                      </p:to>
                                    </p:set>
                                    <p:animEffect transition="in" filter="fade">
                                      <p:cBhvr>
                                        <p:cTn id="18" dur="500"/>
                                        <p:tgtEl>
                                          <p:spTgt spid="7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 grpId="0" animBg="1"/>
    </p:bldLst>
  </p:timing>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Generating X-rays: </a:t>
            </a:r>
            <a:r>
              <a:rPr lang="en-GB" b="1" dirty="0"/>
              <a:t>Rotating Reflection Target</a:t>
            </a:r>
          </a:p>
        </p:txBody>
      </p:sp>
      <p:sp>
        <p:nvSpPr>
          <p:cNvPr id="4" name="Slide Number Placeholder 3"/>
          <p:cNvSpPr>
            <a:spLocks noGrp="1"/>
          </p:cNvSpPr>
          <p:nvPr>
            <p:ph type="sldNum" sz="quarter" idx="10"/>
          </p:nvPr>
        </p:nvSpPr>
        <p:spPr/>
        <p:txBody>
          <a:bodyPr/>
          <a:lstStyle/>
          <a:p>
            <a:pPr>
              <a:defRPr/>
            </a:pPr>
            <a:fld id="{C0335DDC-D7BD-499D-8620-A8CC6675656F}" type="slidenum">
              <a:rPr lang="en-US" altLang="ja-JP" smtClean="0"/>
              <a:pPr>
                <a:defRPr/>
              </a:pPr>
              <a:t>8</a:t>
            </a:fld>
            <a:endParaRPr lang="en-US" altLang="ja-JP"/>
          </a:p>
        </p:txBody>
      </p:sp>
      <p:pic>
        <p:nvPicPr>
          <p:cNvPr id="6" name="Picture 5"/>
          <p:cNvPicPr>
            <a:picLocks noChangeAspect="1"/>
          </p:cNvPicPr>
          <p:nvPr/>
        </p:nvPicPr>
        <p:blipFill rotWithShape="1">
          <a:blip r:embed="rId2" cstate="print">
            <a:clrChange>
              <a:clrFrom>
                <a:srgbClr val="EEF7FF"/>
              </a:clrFrom>
              <a:clrTo>
                <a:srgbClr val="EEF7FF">
                  <a:alpha val="0"/>
                </a:srgbClr>
              </a:clrTo>
            </a:clrChange>
            <a:extLst>
              <a:ext uri="{28A0092B-C50C-407E-A947-70E740481C1C}">
                <a14:useLocalDpi xmlns:a14="http://schemas.microsoft.com/office/drawing/2010/main"/>
              </a:ext>
            </a:extLst>
          </a:blip>
          <a:srcRect l="6716" t="80" r="43209"/>
          <a:stretch/>
        </p:blipFill>
        <p:spPr>
          <a:xfrm>
            <a:off x="5918091" y="671318"/>
            <a:ext cx="4666187" cy="5884198"/>
          </a:xfrm>
          <a:prstGeom prst="rect">
            <a:avLst/>
          </a:prstGeom>
        </p:spPr>
      </p:pic>
      <p:pic>
        <p:nvPicPr>
          <p:cNvPr id="5" name="Picture 4"/>
          <p:cNvPicPr>
            <a:picLocks noChangeAspect="1"/>
          </p:cNvPicPr>
          <p:nvPr/>
        </p:nvPicPr>
        <p:blipFill rotWithShape="1">
          <a:blip r:embed="rId3" cstate="print">
            <a:extLst>
              <a:ext uri="{28A0092B-C50C-407E-A947-70E740481C1C}">
                <a14:useLocalDpi xmlns:a14="http://schemas.microsoft.com/office/drawing/2010/main" val="0"/>
              </a:ext>
            </a:extLst>
          </a:blip>
          <a:srcRect l="34059" t="18970" r="24111" b="3036"/>
          <a:stretch/>
        </p:blipFill>
        <p:spPr>
          <a:xfrm>
            <a:off x="10066249" y="4219183"/>
            <a:ext cx="2131586" cy="2642742"/>
          </a:xfrm>
          <a:prstGeom prst="rect">
            <a:avLst/>
          </a:prstGeom>
          <a:effectLst>
            <a:softEdge rad="12700"/>
          </a:effectLst>
        </p:spPr>
      </p:pic>
      <p:sp>
        <p:nvSpPr>
          <p:cNvPr id="8" name="Curved Left Arrow 7"/>
          <p:cNvSpPr/>
          <p:nvPr/>
        </p:nvSpPr>
        <p:spPr bwMode="auto">
          <a:xfrm rot="20027995">
            <a:off x="7396478" y="5195632"/>
            <a:ext cx="1735218" cy="392813"/>
          </a:xfrm>
          <a:prstGeom prst="curvedLeftArrow">
            <a:avLst>
              <a:gd name="adj1" fmla="val 20127"/>
              <a:gd name="adj2" fmla="val 50000"/>
              <a:gd name="adj3" fmla="val 29611"/>
            </a:avLst>
          </a:prstGeom>
          <a:solidFill>
            <a:schemeClr val="accent2"/>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en-GB" sz="2400" b="1" i="0" u="none" strike="noStrike" cap="none" normalizeH="0" baseline="0">
              <a:ln>
                <a:noFill/>
              </a:ln>
              <a:solidFill>
                <a:schemeClr val="tx1"/>
              </a:solidFill>
              <a:effectLst/>
              <a:latin typeface="Arial" charset="0"/>
              <a:ea typeface="MS Gothic" pitchFamily="49" charset="-128"/>
            </a:endParaRPr>
          </a:p>
        </p:txBody>
      </p:sp>
      <p:sp>
        <p:nvSpPr>
          <p:cNvPr id="9" name="TextBox 8"/>
          <p:cNvSpPr txBox="1"/>
          <p:nvPr/>
        </p:nvSpPr>
        <p:spPr>
          <a:xfrm>
            <a:off x="428487" y="1224048"/>
            <a:ext cx="5190435" cy="3693319"/>
          </a:xfrm>
          <a:prstGeom prst="rect">
            <a:avLst/>
          </a:prstGeom>
          <a:noFill/>
        </p:spPr>
        <p:txBody>
          <a:bodyPr wrap="square" rtlCol="0">
            <a:spAutoFit/>
          </a:bodyPr>
          <a:lstStyle/>
          <a:p>
            <a:pPr algn="just"/>
            <a:r>
              <a:rPr lang="en-GB" sz="1800" b="0" dirty="0">
                <a:latin typeface="Calibri" panose="020F0502020204030204" pitchFamily="34" charset="0"/>
                <a:cs typeface="Calibri" panose="020F0502020204030204" pitchFamily="34" charset="0"/>
              </a:rPr>
              <a:t>The </a:t>
            </a:r>
            <a:r>
              <a:rPr lang="en-GB" sz="1800" dirty="0">
                <a:latin typeface="Calibri" panose="020F0502020204030204" pitchFamily="34" charset="0"/>
                <a:cs typeface="Calibri" panose="020F0502020204030204" pitchFamily="34" charset="0"/>
              </a:rPr>
              <a:t>rotating reflection target</a:t>
            </a:r>
            <a:r>
              <a:rPr lang="en-GB" sz="1800" b="0" dirty="0">
                <a:latin typeface="Calibri" panose="020F0502020204030204" pitchFamily="34" charset="0"/>
                <a:cs typeface="Calibri" panose="020F0502020204030204" pitchFamily="34" charset="0"/>
              </a:rPr>
              <a:t> focuses the electron beam onto the edge of a </a:t>
            </a:r>
            <a:r>
              <a:rPr lang="en-GB" sz="1800" dirty="0">
                <a:latin typeface="Calibri" panose="020F0502020204030204" pitchFamily="34" charset="0"/>
                <a:cs typeface="Calibri" panose="020F0502020204030204" pitchFamily="34" charset="0"/>
              </a:rPr>
              <a:t>spinning disc</a:t>
            </a:r>
            <a:r>
              <a:rPr lang="en-GB" sz="1800" b="0" dirty="0">
                <a:latin typeface="Calibri" panose="020F0502020204030204" pitchFamily="34" charset="0"/>
                <a:cs typeface="Calibri" panose="020F0502020204030204" pitchFamily="34" charset="0"/>
              </a:rPr>
              <a:t>.</a:t>
            </a:r>
          </a:p>
          <a:p>
            <a:pPr marL="342900" indent="-342900" algn="just">
              <a:buFont typeface="Arial" panose="020B0604020202020204" pitchFamily="34" charset="0"/>
              <a:buChar char="•"/>
            </a:pPr>
            <a:endParaRPr lang="en-GB" sz="1800" b="0" dirty="0">
              <a:latin typeface="Calibri" panose="020F0502020204030204" pitchFamily="34" charset="0"/>
              <a:cs typeface="Calibri" panose="020F0502020204030204" pitchFamily="34" charset="0"/>
            </a:endParaRPr>
          </a:p>
          <a:p>
            <a:pPr algn="just"/>
            <a:r>
              <a:rPr lang="en-GB" sz="1800" b="0" dirty="0">
                <a:latin typeface="Calibri" panose="020F0502020204030204" pitchFamily="34" charset="0"/>
                <a:cs typeface="Calibri" panose="020F0502020204030204" pitchFamily="34" charset="0"/>
              </a:rPr>
              <a:t>This allows for much better </a:t>
            </a:r>
            <a:r>
              <a:rPr lang="en-GB" sz="1800" dirty="0">
                <a:latin typeface="Calibri" panose="020F0502020204030204" pitchFamily="34" charset="0"/>
                <a:cs typeface="Calibri" panose="020F0502020204030204" pitchFamily="34" charset="0"/>
              </a:rPr>
              <a:t>heat dissipation</a:t>
            </a:r>
            <a:r>
              <a:rPr lang="en-GB" sz="1800" b="0" dirty="0">
                <a:latin typeface="Calibri" panose="020F0502020204030204" pitchFamily="34" charset="0"/>
                <a:cs typeface="Calibri" panose="020F0502020204030204" pitchFamily="34" charset="0"/>
              </a:rPr>
              <a:t>.</a:t>
            </a:r>
          </a:p>
          <a:p>
            <a:pPr marL="342900" indent="-342900" algn="just">
              <a:buFont typeface="Arial" panose="020B0604020202020204" pitchFamily="34" charset="0"/>
              <a:buChar char="•"/>
            </a:pPr>
            <a:endParaRPr lang="en-GB" sz="1800" b="0" dirty="0">
              <a:latin typeface="Calibri" panose="020F0502020204030204" pitchFamily="34" charset="0"/>
              <a:cs typeface="Calibri" panose="020F0502020204030204" pitchFamily="34" charset="0"/>
            </a:endParaRPr>
          </a:p>
          <a:p>
            <a:pPr algn="just"/>
            <a:r>
              <a:rPr lang="en-GB" sz="1800" b="0" dirty="0">
                <a:latin typeface="Calibri" panose="020F0502020204030204" pitchFamily="34" charset="0"/>
                <a:cs typeface="Calibri" panose="020F0502020204030204" pitchFamily="34" charset="0"/>
              </a:rPr>
              <a:t>Compared to the </a:t>
            </a:r>
            <a:r>
              <a:rPr lang="en-GB" sz="1800" dirty="0">
                <a:latin typeface="Calibri" panose="020F0502020204030204" pitchFamily="34" charset="0"/>
                <a:cs typeface="Calibri" panose="020F0502020204030204" pitchFamily="34" charset="0"/>
              </a:rPr>
              <a:t>static</a:t>
            </a:r>
            <a:r>
              <a:rPr lang="en-GB" sz="1800" b="0" dirty="0">
                <a:latin typeface="Calibri" panose="020F0502020204030204" pitchFamily="34" charset="0"/>
                <a:cs typeface="Calibri" panose="020F0502020204030204" pitchFamily="34" charset="0"/>
              </a:rPr>
              <a:t> reflection target, the </a:t>
            </a:r>
            <a:r>
              <a:rPr lang="en-GB" sz="1800" dirty="0">
                <a:latin typeface="Calibri" panose="020F0502020204030204" pitchFamily="34" charset="0"/>
                <a:cs typeface="Calibri" panose="020F0502020204030204" pitchFamily="34" charset="0"/>
              </a:rPr>
              <a:t>rotating </a:t>
            </a:r>
            <a:r>
              <a:rPr lang="en-GB" sz="1800" b="0" dirty="0">
                <a:latin typeface="Calibri" panose="020F0502020204030204" pitchFamily="34" charset="0"/>
                <a:cs typeface="Calibri" panose="020F0502020204030204" pitchFamily="34" charset="0"/>
              </a:rPr>
              <a:t>reflection target allows:</a:t>
            </a:r>
          </a:p>
          <a:p>
            <a:pPr marL="342900" indent="-342900" algn="just">
              <a:buFont typeface="Arial" panose="020B0604020202020204" pitchFamily="34" charset="0"/>
              <a:buChar char="•"/>
            </a:pPr>
            <a:r>
              <a:rPr lang="en-GB" sz="1800" b="0" dirty="0">
                <a:latin typeface="Calibri" panose="020F0502020204030204" pitchFamily="34" charset="0"/>
                <a:cs typeface="Calibri" panose="020F0502020204030204" pitchFamily="34" charset="0"/>
              </a:rPr>
              <a:t>Twice the maximum power (450W)</a:t>
            </a:r>
          </a:p>
          <a:p>
            <a:pPr marL="342900" indent="-342900" algn="just">
              <a:buFont typeface="Arial" panose="020B0604020202020204" pitchFamily="34" charset="0"/>
              <a:buChar char="•"/>
            </a:pPr>
            <a:r>
              <a:rPr lang="en-GB" sz="1800" b="0" dirty="0">
                <a:latin typeface="Calibri" panose="020F0502020204030204" pitchFamily="34" charset="0"/>
                <a:cs typeface="Calibri" panose="020F0502020204030204" pitchFamily="34" charset="0"/>
              </a:rPr>
              <a:t>Significantly smaller focal spot sizes at higher powers</a:t>
            </a:r>
          </a:p>
          <a:p>
            <a:pPr marL="800100" lvl="1" indent="-342900" algn="just">
              <a:buFont typeface="Arial" panose="020B0604020202020204" pitchFamily="34" charset="0"/>
              <a:buChar char="•"/>
            </a:pPr>
            <a:endParaRPr lang="en-GB" sz="1800" b="0" dirty="0">
              <a:latin typeface="Calibri" panose="020F0502020204030204" pitchFamily="34" charset="0"/>
              <a:cs typeface="Calibri" panose="020F0502020204030204" pitchFamily="34" charset="0"/>
            </a:endParaRPr>
          </a:p>
          <a:p>
            <a:pPr algn="just"/>
            <a:r>
              <a:rPr lang="en-GB" sz="1800" b="0" dirty="0">
                <a:latin typeface="Calibri" panose="020F0502020204030204" pitchFamily="34" charset="0"/>
                <a:cs typeface="Calibri" panose="020F0502020204030204" pitchFamily="34" charset="0"/>
              </a:rPr>
              <a:t>The rotating target is operator-interchangeable with other targets.</a:t>
            </a:r>
            <a:endParaRPr lang="en-GB" sz="2000" b="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3376224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Generating X-rays: </a:t>
            </a:r>
            <a:r>
              <a:rPr lang="en-GB" b="1" dirty="0"/>
              <a:t>320 Module</a:t>
            </a:r>
          </a:p>
        </p:txBody>
      </p:sp>
      <p:sp>
        <p:nvSpPr>
          <p:cNvPr id="4" name="Slide Number Placeholder 3"/>
          <p:cNvSpPr>
            <a:spLocks noGrp="1"/>
          </p:cNvSpPr>
          <p:nvPr>
            <p:ph type="sldNum" sz="quarter" idx="10"/>
          </p:nvPr>
        </p:nvSpPr>
        <p:spPr/>
        <p:txBody>
          <a:bodyPr/>
          <a:lstStyle/>
          <a:p>
            <a:pPr>
              <a:defRPr/>
            </a:pPr>
            <a:fld id="{C0335DDC-D7BD-499D-8620-A8CC6675656F}" type="slidenum">
              <a:rPr lang="en-US" altLang="ja-JP" smtClean="0"/>
              <a:pPr>
                <a:defRPr/>
              </a:pPr>
              <a:t>9</a:t>
            </a:fld>
            <a:endParaRPr lang="en-US" altLang="ja-JP"/>
          </a:p>
        </p:txBody>
      </p:sp>
      <p:sp>
        <p:nvSpPr>
          <p:cNvPr id="9" name="TextBox 8"/>
          <p:cNvSpPr txBox="1"/>
          <p:nvPr/>
        </p:nvSpPr>
        <p:spPr>
          <a:xfrm>
            <a:off x="273879" y="1396328"/>
            <a:ext cx="5138487" cy="3139321"/>
          </a:xfrm>
          <a:prstGeom prst="rect">
            <a:avLst/>
          </a:prstGeom>
          <a:noFill/>
        </p:spPr>
        <p:txBody>
          <a:bodyPr wrap="square" rtlCol="0">
            <a:spAutoFit/>
          </a:bodyPr>
          <a:lstStyle/>
          <a:p>
            <a:pPr algn="just"/>
            <a:r>
              <a:rPr lang="en-GB" sz="1800" b="0" dirty="0">
                <a:latin typeface="Calibri" panose="020F0502020204030204" pitchFamily="34" charset="0"/>
                <a:cs typeface="Calibri" panose="020F0502020204030204" pitchFamily="34" charset="0"/>
              </a:rPr>
              <a:t>The </a:t>
            </a:r>
            <a:r>
              <a:rPr lang="en-GB" sz="1800" dirty="0">
                <a:latin typeface="Calibri" panose="020F0502020204030204" pitchFamily="34" charset="0"/>
                <a:cs typeface="Calibri" panose="020F0502020204030204" pitchFamily="34" charset="0"/>
              </a:rPr>
              <a:t>320 module</a:t>
            </a:r>
            <a:r>
              <a:rPr lang="en-GB" sz="1800" b="0" dirty="0">
                <a:latin typeface="Calibri" panose="020F0502020204030204" pitchFamily="34" charset="0"/>
                <a:cs typeface="Calibri" panose="020F0502020204030204" pitchFamily="34" charset="0"/>
              </a:rPr>
              <a:t> applies up to +100kV to the </a:t>
            </a:r>
            <a:r>
              <a:rPr lang="en-GB" sz="1800" dirty="0">
                <a:latin typeface="Calibri" panose="020F0502020204030204" pitchFamily="34" charset="0"/>
                <a:cs typeface="Calibri" panose="020F0502020204030204" pitchFamily="34" charset="0"/>
              </a:rPr>
              <a:t>target</a:t>
            </a:r>
            <a:r>
              <a:rPr lang="en-GB" sz="1800" b="0" dirty="0">
                <a:latin typeface="Calibri" panose="020F0502020204030204" pitchFamily="34" charset="0"/>
                <a:cs typeface="Calibri" panose="020F0502020204030204" pitchFamily="34" charset="0"/>
              </a:rPr>
              <a:t>, boosting the maximum beam energy to 320kV</a:t>
            </a:r>
          </a:p>
          <a:p>
            <a:pPr marL="342900" indent="-342900" algn="just">
              <a:buFont typeface="Arial" panose="020B0604020202020204" pitchFamily="34" charset="0"/>
              <a:buChar char="•"/>
            </a:pPr>
            <a:endParaRPr lang="en-GB" sz="1800" b="0" dirty="0">
              <a:latin typeface="Calibri" panose="020F0502020204030204" pitchFamily="34" charset="0"/>
              <a:cs typeface="Calibri" panose="020F0502020204030204" pitchFamily="34" charset="0"/>
            </a:endParaRPr>
          </a:p>
          <a:p>
            <a:pPr algn="just"/>
            <a:r>
              <a:rPr lang="en-GB" sz="1800" b="0" dirty="0">
                <a:latin typeface="Calibri" panose="020F0502020204030204" pitchFamily="34" charset="0"/>
                <a:cs typeface="Calibri" panose="020F0502020204030204" pitchFamily="34" charset="0"/>
              </a:rPr>
              <a:t>This allows:</a:t>
            </a:r>
          </a:p>
          <a:p>
            <a:pPr marL="342900" indent="-342900" algn="just">
              <a:buFont typeface="Arial" panose="020B0604020202020204" pitchFamily="34" charset="0"/>
              <a:buChar char="•"/>
            </a:pPr>
            <a:r>
              <a:rPr lang="en-GB" sz="1800" b="0" dirty="0">
                <a:latin typeface="Calibri" panose="020F0502020204030204" pitchFamily="34" charset="0"/>
                <a:cs typeface="Calibri" panose="020F0502020204030204" pitchFamily="34" charset="0"/>
              </a:rPr>
              <a:t>Better penetration through dense samples</a:t>
            </a:r>
          </a:p>
          <a:p>
            <a:pPr marL="342900" indent="-342900" algn="just">
              <a:buFont typeface="Arial" panose="020B0604020202020204" pitchFamily="34" charset="0"/>
              <a:buChar char="•"/>
            </a:pPr>
            <a:r>
              <a:rPr lang="en-GB" sz="1800" b="0" dirty="0">
                <a:latin typeface="Calibri" panose="020F0502020204030204" pitchFamily="34" charset="0"/>
                <a:cs typeface="Calibri" panose="020F0502020204030204" pitchFamily="34" charset="0"/>
              </a:rPr>
              <a:t>Higher maximum power of </a:t>
            </a:r>
            <a:r>
              <a:rPr lang="en-GB" sz="1800" dirty="0">
                <a:latin typeface="Calibri" panose="020F0502020204030204" pitchFamily="34" charset="0"/>
                <a:cs typeface="Calibri" panose="020F0502020204030204" pitchFamily="34" charset="0"/>
              </a:rPr>
              <a:t>320W</a:t>
            </a:r>
          </a:p>
          <a:p>
            <a:pPr marL="342900" indent="-342900" algn="just">
              <a:buFont typeface="Arial" panose="020B0604020202020204" pitchFamily="34" charset="0"/>
              <a:buChar char="•"/>
            </a:pPr>
            <a:endParaRPr lang="en-GB" sz="1800" b="0" dirty="0">
              <a:latin typeface="Calibri" panose="020F0502020204030204" pitchFamily="34" charset="0"/>
              <a:cs typeface="Calibri" panose="020F0502020204030204" pitchFamily="34" charset="0"/>
            </a:endParaRPr>
          </a:p>
          <a:p>
            <a:pPr marL="342900" indent="-342900" algn="just">
              <a:buFont typeface="Arial" panose="020B0604020202020204" pitchFamily="34" charset="0"/>
              <a:buChar char="•"/>
            </a:pPr>
            <a:endParaRPr lang="en-GB" sz="1800" b="0" dirty="0">
              <a:latin typeface="Calibri" panose="020F0502020204030204" pitchFamily="34" charset="0"/>
              <a:cs typeface="Calibri" panose="020F0502020204030204" pitchFamily="34" charset="0"/>
            </a:endParaRPr>
          </a:p>
          <a:p>
            <a:pPr marL="342900" indent="-342900" algn="just">
              <a:buFont typeface="Arial" panose="020B0604020202020204" pitchFamily="34" charset="0"/>
              <a:buChar char="•"/>
            </a:pPr>
            <a:endParaRPr lang="en-GB" sz="1800" b="0" dirty="0">
              <a:latin typeface="Calibri" panose="020F0502020204030204" pitchFamily="34" charset="0"/>
              <a:cs typeface="Calibri" panose="020F0502020204030204" pitchFamily="34" charset="0"/>
            </a:endParaRPr>
          </a:p>
          <a:p>
            <a:pPr algn="just"/>
            <a:r>
              <a:rPr lang="en-GB" sz="1800" b="0" dirty="0">
                <a:latin typeface="Calibri" panose="020F0502020204030204" pitchFamily="34" charset="0"/>
                <a:cs typeface="Calibri" panose="020F0502020204030204" pitchFamily="34" charset="0"/>
              </a:rPr>
              <a:t>The 320 module is operator-interchangeable with other targets</a:t>
            </a:r>
            <a:endParaRPr lang="en-GB" sz="2000" b="0" dirty="0">
              <a:latin typeface="Calibri" panose="020F0502020204030204" pitchFamily="34" charset="0"/>
              <a:cs typeface="Calibri" panose="020F0502020204030204" pitchFamily="34" charset="0"/>
            </a:endParaRPr>
          </a:p>
        </p:txBody>
      </p:sp>
      <p:pic>
        <p:nvPicPr>
          <p:cNvPr id="3" name="Picture 2"/>
          <p:cNvPicPr>
            <a:picLocks noChangeAspect="1"/>
          </p:cNvPicPr>
          <p:nvPr/>
        </p:nvPicPr>
        <p:blipFill rotWithShape="1">
          <a:blip r:embed="rId2" cstate="print">
            <a:extLst>
              <a:ext uri="{28A0092B-C50C-407E-A947-70E740481C1C}">
                <a14:useLocalDpi xmlns:a14="http://schemas.microsoft.com/office/drawing/2010/main" val="0"/>
              </a:ext>
            </a:extLst>
          </a:blip>
          <a:srcRect l="10306" t="41545"/>
          <a:stretch/>
        </p:blipFill>
        <p:spPr>
          <a:xfrm>
            <a:off x="10393601" y="549551"/>
            <a:ext cx="1813007" cy="1776592"/>
          </a:xfrm>
          <a:prstGeom prst="rect">
            <a:avLst/>
          </a:prstGeom>
          <a:effectLst>
            <a:softEdge rad="12700"/>
          </a:effectLst>
        </p:spPr>
      </p:pic>
      <p:grpSp>
        <p:nvGrpSpPr>
          <p:cNvPr id="374" name="Group 373"/>
          <p:cNvGrpSpPr/>
          <p:nvPr/>
        </p:nvGrpSpPr>
        <p:grpSpPr>
          <a:xfrm>
            <a:off x="5980701" y="607926"/>
            <a:ext cx="5265455" cy="5903442"/>
            <a:chOff x="5980701" y="607926"/>
            <a:chExt cx="5265455" cy="5903442"/>
          </a:xfrm>
        </p:grpSpPr>
        <p:grpSp>
          <p:nvGrpSpPr>
            <p:cNvPr id="5" name="Group 4"/>
            <p:cNvGrpSpPr/>
            <p:nvPr/>
          </p:nvGrpSpPr>
          <p:grpSpPr>
            <a:xfrm>
              <a:off x="7668857" y="607926"/>
              <a:ext cx="3270254" cy="5745324"/>
              <a:chOff x="6915360" y="929732"/>
              <a:chExt cx="2589200" cy="4548819"/>
            </a:xfrm>
          </p:grpSpPr>
          <p:grpSp>
            <p:nvGrpSpPr>
              <p:cNvPr id="6" name="Group 5"/>
              <p:cNvGrpSpPr/>
              <p:nvPr/>
            </p:nvGrpSpPr>
            <p:grpSpPr>
              <a:xfrm>
                <a:off x="6915360" y="929732"/>
                <a:ext cx="1752567" cy="4548819"/>
                <a:chOff x="4727311" y="835545"/>
                <a:chExt cx="2036120" cy="5284788"/>
              </a:xfrm>
            </p:grpSpPr>
            <p:grpSp>
              <p:nvGrpSpPr>
                <p:cNvPr id="13" name="Group 69"/>
                <p:cNvGrpSpPr>
                  <a:grpSpLocks/>
                </p:cNvGrpSpPr>
                <p:nvPr/>
              </p:nvGrpSpPr>
              <p:grpSpPr bwMode="auto">
                <a:xfrm rot="2867199">
                  <a:off x="6272223" y="4350064"/>
                  <a:ext cx="542925" cy="187325"/>
                  <a:chOff x="3602" y="2145"/>
                  <a:chExt cx="342" cy="118"/>
                </a:xfrm>
              </p:grpSpPr>
              <p:sp>
                <p:nvSpPr>
                  <p:cNvPr id="331" name="Freeform 70"/>
                  <p:cNvSpPr>
                    <a:spLocks/>
                  </p:cNvSpPr>
                  <p:nvPr/>
                </p:nvSpPr>
                <p:spPr bwMode="auto">
                  <a:xfrm>
                    <a:off x="3602" y="2254"/>
                    <a:ext cx="9" cy="9"/>
                  </a:xfrm>
                  <a:custGeom>
                    <a:avLst/>
                    <a:gdLst>
                      <a:gd name="T0" fmla="*/ 3 w 9"/>
                      <a:gd name="T1" fmla="*/ 1 h 9"/>
                      <a:gd name="T2" fmla="*/ 2 w 9"/>
                      <a:gd name="T3" fmla="*/ 3 h 9"/>
                      <a:gd name="T4" fmla="*/ 0 w 9"/>
                      <a:gd name="T5" fmla="*/ 4 h 9"/>
                      <a:gd name="T6" fmla="*/ 0 w 9"/>
                      <a:gd name="T7" fmla="*/ 4 h 9"/>
                      <a:gd name="T8" fmla="*/ 2 w 9"/>
                      <a:gd name="T9" fmla="*/ 6 h 9"/>
                      <a:gd name="T10" fmla="*/ 3 w 9"/>
                      <a:gd name="T11" fmla="*/ 7 h 9"/>
                      <a:gd name="T12" fmla="*/ 5 w 9"/>
                      <a:gd name="T13" fmla="*/ 9 h 9"/>
                      <a:gd name="T14" fmla="*/ 5 w 9"/>
                      <a:gd name="T15" fmla="*/ 9 h 9"/>
                      <a:gd name="T16" fmla="*/ 8 w 9"/>
                      <a:gd name="T17" fmla="*/ 9 h 9"/>
                      <a:gd name="T18" fmla="*/ 8 w 9"/>
                      <a:gd name="T19" fmla="*/ 7 h 9"/>
                      <a:gd name="T20" fmla="*/ 9 w 9"/>
                      <a:gd name="T21" fmla="*/ 6 h 9"/>
                      <a:gd name="T22" fmla="*/ 9 w 9"/>
                      <a:gd name="T23" fmla="*/ 4 h 9"/>
                      <a:gd name="T24" fmla="*/ 9 w 9"/>
                      <a:gd name="T25" fmla="*/ 3 h 9"/>
                      <a:gd name="T26" fmla="*/ 9 w 9"/>
                      <a:gd name="T27" fmla="*/ 1 h 9"/>
                      <a:gd name="T28" fmla="*/ 8 w 9"/>
                      <a:gd name="T29" fmla="*/ 0 h 9"/>
                      <a:gd name="T30" fmla="*/ 6 w 9"/>
                      <a:gd name="T31" fmla="*/ 0 h 9"/>
                      <a:gd name="T32" fmla="*/ 5 w 9"/>
                      <a:gd name="T33" fmla="*/ 0 h 9"/>
                      <a:gd name="T34" fmla="*/ 3 w 9"/>
                      <a:gd name="T35" fmla="*/ 0 h 9"/>
                      <a:gd name="T36" fmla="*/ 3 w 9"/>
                      <a:gd name="T37" fmla="*/ 1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9"/>
                      <a:gd name="T58" fmla="*/ 0 h 9"/>
                      <a:gd name="T59" fmla="*/ 9 w 9"/>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9" h="9">
                        <a:moveTo>
                          <a:pt x="3" y="1"/>
                        </a:moveTo>
                        <a:lnTo>
                          <a:pt x="2" y="3"/>
                        </a:lnTo>
                        <a:lnTo>
                          <a:pt x="0" y="4"/>
                        </a:lnTo>
                        <a:lnTo>
                          <a:pt x="2" y="6"/>
                        </a:lnTo>
                        <a:lnTo>
                          <a:pt x="3" y="7"/>
                        </a:lnTo>
                        <a:lnTo>
                          <a:pt x="5" y="9"/>
                        </a:lnTo>
                        <a:lnTo>
                          <a:pt x="8" y="9"/>
                        </a:lnTo>
                        <a:lnTo>
                          <a:pt x="8" y="7"/>
                        </a:lnTo>
                        <a:lnTo>
                          <a:pt x="9" y="6"/>
                        </a:lnTo>
                        <a:lnTo>
                          <a:pt x="9" y="4"/>
                        </a:lnTo>
                        <a:lnTo>
                          <a:pt x="9" y="3"/>
                        </a:lnTo>
                        <a:lnTo>
                          <a:pt x="9" y="1"/>
                        </a:lnTo>
                        <a:lnTo>
                          <a:pt x="8" y="0"/>
                        </a:lnTo>
                        <a:lnTo>
                          <a:pt x="6" y="0"/>
                        </a:lnTo>
                        <a:lnTo>
                          <a:pt x="5" y="0"/>
                        </a:lnTo>
                        <a:lnTo>
                          <a:pt x="3" y="0"/>
                        </a:lnTo>
                        <a:lnTo>
                          <a:pt x="3"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32" name="Freeform 71"/>
                  <p:cNvSpPr>
                    <a:spLocks/>
                  </p:cNvSpPr>
                  <p:nvPr/>
                </p:nvSpPr>
                <p:spPr bwMode="auto">
                  <a:xfrm>
                    <a:off x="3615" y="2244"/>
                    <a:ext cx="9" cy="8"/>
                  </a:xfrm>
                  <a:custGeom>
                    <a:avLst/>
                    <a:gdLst>
                      <a:gd name="T0" fmla="*/ 3 w 9"/>
                      <a:gd name="T1" fmla="*/ 0 h 8"/>
                      <a:gd name="T2" fmla="*/ 2 w 9"/>
                      <a:gd name="T3" fmla="*/ 1 h 8"/>
                      <a:gd name="T4" fmla="*/ 0 w 9"/>
                      <a:gd name="T5" fmla="*/ 3 h 8"/>
                      <a:gd name="T6" fmla="*/ 0 w 9"/>
                      <a:gd name="T7" fmla="*/ 4 h 8"/>
                      <a:gd name="T8" fmla="*/ 2 w 9"/>
                      <a:gd name="T9" fmla="*/ 6 h 8"/>
                      <a:gd name="T10" fmla="*/ 3 w 9"/>
                      <a:gd name="T11" fmla="*/ 7 h 8"/>
                      <a:gd name="T12" fmla="*/ 5 w 9"/>
                      <a:gd name="T13" fmla="*/ 8 h 8"/>
                      <a:gd name="T14" fmla="*/ 6 w 9"/>
                      <a:gd name="T15" fmla="*/ 8 h 8"/>
                      <a:gd name="T16" fmla="*/ 8 w 9"/>
                      <a:gd name="T17" fmla="*/ 7 h 8"/>
                      <a:gd name="T18" fmla="*/ 8 w 9"/>
                      <a:gd name="T19" fmla="*/ 7 h 8"/>
                      <a:gd name="T20" fmla="*/ 9 w 9"/>
                      <a:gd name="T21" fmla="*/ 6 h 8"/>
                      <a:gd name="T22" fmla="*/ 9 w 9"/>
                      <a:gd name="T23" fmla="*/ 4 h 8"/>
                      <a:gd name="T24" fmla="*/ 9 w 9"/>
                      <a:gd name="T25" fmla="*/ 3 h 8"/>
                      <a:gd name="T26" fmla="*/ 9 w 9"/>
                      <a:gd name="T27" fmla="*/ 1 h 8"/>
                      <a:gd name="T28" fmla="*/ 8 w 9"/>
                      <a:gd name="T29" fmla="*/ 0 h 8"/>
                      <a:gd name="T30" fmla="*/ 6 w 9"/>
                      <a:gd name="T31" fmla="*/ 0 h 8"/>
                      <a:gd name="T32" fmla="*/ 5 w 9"/>
                      <a:gd name="T33" fmla="*/ 0 h 8"/>
                      <a:gd name="T34" fmla="*/ 3 w 9"/>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3" y="0"/>
                        </a:moveTo>
                        <a:lnTo>
                          <a:pt x="2" y="1"/>
                        </a:lnTo>
                        <a:lnTo>
                          <a:pt x="0" y="3"/>
                        </a:lnTo>
                        <a:lnTo>
                          <a:pt x="0" y="4"/>
                        </a:lnTo>
                        <a:lnTo>
                          <a:pt x="2" y="6"/>
                        </a:lnTo>
                        <a:lnTo>
                          <a:pt x="3" y="7"/>
                        </a:lnTo>
                        <a:lnTo>
                          <a:pt x="5" y="8"/>
                        </a:lnTo>
                        <a:lnTo>
                          <a:pt x="6" y="8"/>
                        </a:lnTo>
                        <a:lnTo>
                          <a:pt x="8" y="7"/>
                        </a:lnTo>
                        <a:lnTo>
                          <a:pt x="9" y="6"/>
                        </a:lnTo>
                        <a:lnTo>
                          <a:pt x="9" y="4"/>
                        </a:lnTo>
                        <a:lnTo>
                          <a:pt x="9" y="3"/>
                        </a:lnTo>
                        <a:lnTo>
                          <a:pt x="9" y="1"/>
                        </a:lnTo>
                        <a:lnTo>
                          <a:pt x="8" y="0"/>
                        </a:lnTo>
                        <a:lnTo>
                          <a:pt x="6" y="0"/>
                        </a:lnTo>
                        <a:lnTo>
                          <a:pt x="5"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33" name="Freeform 72"/>
                  <p:cNvSpPr>
                    <a:spLocks/>
                  </p:cNvSpPr>
                  <p:nvPr/>
                </p:nvSpPr>
                <p:spPr bwMode="auto">
                  <a:xfrm>
                    <a:off x="3628" y="2232"/>
                    <a:ext cx="9" cy="9"/>
                  </a:xfrm>
                  <a:custGeom>
                    <a:avLst/>
                    <a:gdLst>
                      <a:gd name="T0" fmla="*/ 3 w 9"/>
                      <a:gd name="T1" fmla="*/ 0 h 9"/>
                      <a:gd name="T2" fmla="*/ 2 w 9"/>
                      <a:gd name="T3" fmla="*/ 2 h 9"/>
                      <a:gd name="T4" fmla="*/ 0 w 9"/>
                      <a:gd name="T5" fmla="*/ 3 h 9"/>
                      <a:gd name="T6" fmla="*/ 0 w 9"/>
                      <a:gd name="T7" fmla="*/ 5 h 9"/>
                      <a:gd name="T8" fmla="*/ 2 w 9"/>
                      <a:gd name="T9" fmla="*/ 6 h 9"/>
                      <a:gd name="T10" fmla="*/ 3 w 9"/>
                      <a:gd name="T11" fmla="*/ 7 h 9"/>
                      <a:gd name="T12" fmla="*/ 5 w 9"/>
                      <a:gd name="T13" fmla="*/ 9 h 9"/>
                      <a:gd name="T14" fmla="*/ 6 w 9"/>
                      <a:gd name="T15" fmla="*/ 9 h 9"/>
                      <a:gd name="T16" fmla="*/ 8 w 9"/>
                      <a:gd name="T17" fmla="*/ 7 h 9"/>
                      <a:gd name="T18" fmla="*/ 8 w 9"/>
                      <a:gd name="T19" fmla="*/ 7 h 9"/>
                      <a:gd name="T20" fmla="*/ 9 w 9"/>
                      <a:gd name="T21" fmla="*/ 6 h 9"/>
                      <a:gd name="T22" fmla="*/ 9 w 9"/>
                      <a:gd name="T23" fmla="*/ 5 h 9"/>
                      <a:gd name="T24" fmla="*/ 9 w 9"/>
                      <a:gd name="T25" fmla="*/ 3 h 9"/>
                      <a:gd name="T26" fmla="*/ 9 w 9"/>
                      <a:gd name="T27" fmla="*/ 2 h 9"/>
                      <a:gd name="T28" fmla="*/ 8 w 9"/>
                      <a:gd name="T29" fmla="*/ 0 h 9"/>
                      <a:gd name="T30" fmla="*/ 6 w 9"/>
                      <a:gd name="T31" fmla="*/ 0 h 9"/>
                      <a:gd name="T32" fmla="*/ 5 w 9"/>
                      <a:gd name="T33" fmla="*/ 0 h 9"/>
                      <a:gd name="T34" fmla="*/ 3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3" y="0"/>
                        </a:moveTo>
                        <a:lnTo>
                          <a:pt x="2" y="2"/>
                        </a:lnTo>
                        <a:lnTo>
                          <a:pt x="0" y="3"/>
                        </a:lnTo>
                        <a:lnTo>
                          <a:pt x="0" y="5"/>
                        </a:lnTo>
                        <a:lnTo>
                          <a:pt x="2" y="6"/>
                        </a:lnTo>
                        <a:lnTo>
                          <a:pt x="3" y="7"/>
                        </a:lnTo>
                        <a:lnTo>
                          <a:pt x="5" y="9"/>
                        </a:lnTo>
                        <a:lnTo>
                          <a:pt x="6" y="9"/>
                        </a:lnTo>
                        <a:lnTo>
                          <a:pt x="8" y="7"/>
                        </a:lnTo>
                        <a:lnTo>
                          <a:pt x="9" y="6"/>
                        </a:lnTo>
                        <a:lnTo>
                          <a:pt x="9" y="5"/>
                        </a:lnTo>
                        <a:lnTo>
                          <a:pt x="9" y="3"/>
                        </a:lnTo>
                        <a:lnTo>
                          <a:pt x="9" y="2"/>
                        </a:lnTo>
                        <a:lnTo>
                          <a:pt x="8" y="0"/>
                        </a:lnTo>
                        <a:lnTo>
                          <a:pt x="6" y="0"/>
                        </a:lnTo>
                        <a:lnTo>
                          <a:pt x="5"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34" name="Freeform 73"/>
                  <p:cNvSpPr>
                    <a:spLocks/>
                  </p:cNvSpPr>
                  <p:nvPr/>
                </p:nvSpPr>
                <p:spPr bwMode="auto">
                  <a:xfrm>
                    <a:off x="3641" y="2221"/>
                    <a:ext cx="9" cy="8"/>
                  </a:xfrm>
                  <a:custGeom>
                    <a:avLst/>
                    <a:gdLst>
                      <a:gd name="T0" fmla="*/ 3 w 9"/>
                      <a:gd name="T1" fmla="*/ 0 h 8"/>
                      <a:gd name="T2" fmla="*/ 2 w 9"/>
                      <a:gd name="T3" fmla="*/ 1 h 8"/>
                      <a:gd name="T4" fmla="*/ 0 w 9"/>
                      <a:gd name="T5" fmla="*/ 2 h 8"/>
                      <a:gd name="T6" fmla="*/ 0 w 9"/>
                      <a:gd name="T7" fmla="*/ 4 h 8"/>
                      <a:gd name="T8" fmla="*/ 2 w 9"/>
                      <a:gd name="T9" fmla="*/ 5 h 8"/>
                      <a:gd name="T10" fmla="*/ 3 w 9"/>
                      <a:gd name="T11" fmla="*/ 7 h 8"/>
                      <a:gd name="T12" fmla="*/ 5 w 9"/>
                      <a:gd name="T13" fmla="*/ 8 h 8"/>
                      <a:gd name="T14" fmla="*/ 6 w 9"/>
                      <a:gd name="T15" fmla="*/ 8 h 8"/>
                      <a:gd name="T16" fmla="*/ 8 w 9"/>
                      <a:gd name="T17" fmla="*/ 7 h 8"/>
                      <a:gd name="T18" fmla="*/ 8 w 9"/>
                      <a:gd name="T19" fmla="*/ 7 h 8"/>
                      <a:gd name="T20" fmla="*/ 9 w 9"/>
                      <a:gd name="T21" fmla="*/ 5 h 8"/>
                      <a:gd name="T22" fmla="*/ 9 w 9"/>
                      <a:gd name="T23" fmla="*/ 4 h 8"/>
                      <a:gd name="T24" fmla="*/ 9 w 9"/>
                      <a:gd name="T25" fmla="*/ 2 h 8"/>
                      <a:gd name="T26" fmla="*/ 9 w 9"/>
                      <a:gd name="T27" fmla="*/ 1 h 8"/>
                      <a:gd name="T28" fmla="*/ 8 w 9"/>
                      <a:gd name="T29" fmla="*/ 0 h 8"/>
                      <a:gd name="T30" fmla="*/ 6 w 9"/>
                      <a:gd name="T31" fmla="*/ 0 h 8"/>
                      <a:gd name="T32" fmla="*/ 5 w 9"/>
                      <a:gd name="T33" fmla="*/ 0 h 8"/>
                      <a:gd name="T34" fmla="*/ 3 w 9"/>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3" y="0"/>
                        </a:moveTo>
                        <a:lnTo>
                          <a:pt x="2" y="1"/>
                        </a:lnTo>
                        <a:lnTo>
                          <a:pt x="0" y="2"/>
                        </a:lnTo>
                        <a:lnTo>
                          <a:pt x="0" y="4"/>
                        </a:lnTo>
                        <a:lnTo>
                          <a:pt x="2" y="5"/>
                        </a:lnTo>
                        <a:lnTo>
                          <a:pt x="3" y="7"/>
                        </a:lnTo>
                        <a:lnTo>
                          <a:pt x="5" y="8"/>
                        </a:lnTo>
                        <a:lnTo>
                          <a:pt x="6" y="8"/>
                        </a:lnTo>
                        <a:lnTo>
                          <a:pt x="8" y="7"/>
                        </a:lnTo>
                        <a:lnTo>
                          <a:pt x="9" y="5"/>
                        </a:lnTo>
                        <a:lnTo>
                          <a:pt x="9" y="4"/>
                        </a:lnTo>
                        <a:lnTo>
                          <a:pt x="9" y="2"/>
                        </a:lnTo>
                        <a:lnTo>
                          <a:pt x="9" y="1"/>
                        </a:lnTo>
                        <a:lnTo>
                          <a:pt x="8" y="0"/>
                        </a:lnTo>
                        <a:lnTo>
                          <a:pt x="6" y="0"/>
                        </a:lnTo>
                        <a:lnTo>
                          <a:pt x="5"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35" name="Freeform 74"/>
                  <p:cNvSpPr>
                    <a:spLocks/>
                  </p:cNvSpPr>
                  <p:nvPr/>
                </p:nvSpPr>
                <p:spPr bwMode="auto">
                  <a:xfrm>
                    <a:off x="3655" y="2209"/>
                    <a:ext cx="8" cy="9"/>
                  </a:xfrm>
                  <a:custGeom>
                    <a:avLst/>
                    <a:gdLst>
                      <a:gd name="T0" fmla="*/ 2 w 8"/>
                      <a:gd name="T1" fmla="*/ 0 h 9"/>
                      <a:gd name="T2" fmla="*/ 1 w 8"/>
                      <a:gd name="T3" fmla="*/ 1 h 9"/>
                      <a:gd name="T4" fmla="*/ 0 w 8"/>
                      <a:gd name="T5" fmla="*/ 3 h 9"/>
                      <a:gd name="T6" fmla="*/ 0 w 8"/>
                      <a:gd name="T7" fmla="*/ 4 h 9"/>
                      <a:gd name="T8" fmla="*/ 1 w 8"/>
                      <a:gd name="T9" fmla="*/ 6 h 9"/>
                      <a:gd name="T10" fmla="*/ 2 w 8"/>
                      <a:gd name="T11" fmla="*/ 7 h 9"/>
                      <a:gd name="T12" fmla="*/ 4 w 8"/>
                      <a:gd name="T13" fmla="*/ 9 h 9"/>
                      <a:gd name="T14" fmla="*/ 5 w 8"/>
                      <a:gd name="T15" fmla="*/ 9 h 9"/>
                      <a:gd name="T16" fmla="*/ 7 w 8"/>
                      <a:gd name="T17" fmla="*/ 7 h 9"/>
                      <a:gd name="T18" fmla="*/ 7 w 8"/>
                      <a:gd name="T19" fmla="*/ 7 h 9"/>
                      <a:gd name="T20" fmla="*/ 8 w 8"/>
                      <a:gd name="T21" fmla="*/ 6 h 9"/>
                      <a:gd name="T22" fmla="*/ 8 w 8"/>
                      <a:gd name="T23" fmla="*/ 4 h 9"/>
                      <a:gd name="T24" fmla="*/ 8 w 8"/>
                      <a:gd name="T25" fmla="*/ 3 h 9"/>
                      <a:gd name="T26" fmla="*/ 8 w 8"/>
                      <a:gd name="T27" fmla="*/ 1 h 9"/>
                      <a:gd name="T28" fmla="*/ 7 w 8"/>
                      <a:gd name="T29" fmla="*/ 0 h 9"/>
                      <a:gd name="T30" fmla="*/ 5 w 8"/>
                      <a:gd name="T31" fmla="*/ 0 h 9"/>
                      <a:gd name="T32" fmla="*/ 4 w 8"/>
                      <a:gd name="T33" fmla="*/ 0 h 9"/>
                      <a:gd name="T34" fmla="*/ 2 w 8"/>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2" y="0"/>
                        </a:moveTo>
                        <a:lnTo>
                          <a:pt x="1" y="1"/>
                        </a:lnTo>
                        <a:lnTo>
                          <a:pt x="0" y="3"/>
                        </a:lnTo>
                        <a:lnTo>
                          <a:pt x="0" y="4"/>
                        </a:lnTo>
                        <a:lnTo>
                          <a:pt x="1" y="6"/>
                        </a:lnTo>
                        <a:lnTo>
                          <a:pt x="2" y="7"/>
                        </a:lnTo>
                        <a:lnTo>
                          <a:pt x="4" y="9"/>
                        </a:lnTo>
                        <a:lnTo>
                          <a:pt x="5" y="9"/>
                        </a:lnTo>
                        <a:lnTo>
                          <a:pt x="7" y="7"/>
                        </a:lnTo>
                        <a:lnTo>
                          <a:pt x="8" y="6"/>
                        </a:lnTo>
                        <a:lnTo>
                          <a:pt x="8" y="4"/>
                        </a:lnTo>
                        <a:lnTo>
                          <a:pt x="8" y="3"/>
                        </a:lnTo>
                        <a:lnTo>
                          <a:pt x="8" y="1"/>
                        </a:lnTo>
                        <a:lnTo>
                          <a:pt x="7" y="0"/>
                        </a:lnTo>
                        <a:lnTo>
                          <a:pt x="5" y="0"/>
                        </a:lnTo>
                        <a:lnTo>
                          <a:pt x="4" y="0"/>
                        </a:lnTo>
                        <a:lnTo>
                          <a:pt x="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36" name="Freeform 75"/>
                  <p:cNvSpPr>
                    <a:spLocks/>
                  </p:cNvSpPr>
                  <p:nvPr/>
                </p:nvSpPr>
                <p:spPr bwMode="auto">
                  <a:xfrm>
                    <a:off x="3669" y="2197"/>
                    <a:ext cx="9" cy="9"/>
                  </a:xfrm>
                  <a:custGeom>
                    <a:avLst/>
                    <a:gdLst>
                      <a:gd name="T0" fmla="*/ 2 w 9"/>
                      <a:gd name="T1" fmla="*/ 0 h 9"/>
                      <a:gd name="T2" fmla="*/ 0 w 9"/>
                      <a:gd name="T3" fmla="*/ 2 h 9"/>
                      <a:gd name="T4" fmla="*/ 0 w 9"/>
                      <a:gd name="T5" fmla="*/ 3 h 9"/>
                      <a:gd name="T6" fmla="*/ 0 w 9"/>
                      <a:gd name="T7" fmla="*/ 5 h 9"/>
                      <a:gd name="T8" fmla="*/ 0 w 9"/>
                      <a:gd name="T9" fmla="*/ 6 h 9"/>
                      <a:gd name="T10" fmla="*/ 2 w 9"/>
                      <a:gd name="T11" fmla="*/ 8 h 9"/>
                      <a:gd name="T12" fmla="*/ 3 w 9"/>
                      <a:gd name="T13" fmla="*/ 9 h 9"/>
                      <a:gd name="T14" fmla="*/ 4 w 9"/>
                      <a:gd name="T15" fmla="*/ 9 h 9"/>
                      <a:gd name="T16" fmla="*/ 6 w 9"/>
                      <a:gd name="T17" fmla="*/ 8 h 9"/>
                      <a:gd name="T18" fmla="*/ 6 w 9"/>
                      <a:gd name="T19" fmla="*/ 8 h 9"/>
                      <a:gd name="T20" fmla="*/ 7 w 9"/>
                      <a:gd name="T21" fmla="*/ 6 h 9"/>
                      <a:gd name="T22" fmla="*/ 9 w 9"/>
                      <a:gd name="T23" fmla="*/ 5 h 9"/>
                      <a:gd name="T24" fmla="*/ 9 w 9"/>
                      <a:gd name="T25" fmla="*/ 3 h 9"/>
                      <a:gd name="T26" fmla="*/ 7 w 9"/>
                      <a:gd name="T27" fmla="*/ 2 h 9"/>
                      <a:gd name="T28" fmla="*/ 6 w 9"/>
                      <a:gd name="T29" fmla="*/ 0 h 9"/>
                      <a:gd name="T30" fmla="*/ 4 w 9"/>
                      <a:gd name="T31" fmla="*/ 0 h 9"/>
                      <a:gd name="T32" fmla="*/ 3 w 9"/>
                      <a:gd name="T33" fmla="*/ 0 h 9"/>
                      <a:gd name="T34" fmla="*/ 2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2" y="0"/>
                        </a:moveTo>
                        <a:lnTo>
                          <a:pt x="0" y="2"/>
                        </a:lnTo>
                        <a:lnTo>
                          <a:pt x="0" y="3"/>
                        </a:lnTo>
                        <a:lnTo>
                          <a:pt x="0" y="5"/>
                        </a:lnTo>
                        <a:lnTo>
                          <a:pt x="0" y="6"/>
                        </a:lnTo>
                        <a:lnTo>
                          <a:pt x="2" y="8"/>
                        </a:lnTo>
                        <a:lnTo>
                          <a:pt x="3" y="9"/>
                        </a:lnTo>
                        <a:lnTo>
                          <a:pt x="4" y="9"/>
                        </a:lnTo>
                        <a:lnTo>
                          <a:pt x="6" y="8"/>
                        </a:lnTo>
                        <a:lnTo>
                          <a:pt x="7" y="6"/>
                        </a:lnTo>
                        <a:lnTo>
                          <a:pt x="9" y="5"/>
                        </a:lnTo>
                        <a:lnTo>
                          <a:pt x="9" y="3"/>
                        </a:lnTo>
                        <a:lnTo>
                          <a:pt x="7" y="2"/>
                        </a:lnTo>
                        <a:lnTo>
                          <a:pt x="6" y="0"/>
                        </a:lnTo>
                        <a:lnTo>
                          <a:pt x="4" y="0"/>
                        </a:lnTo>
                        <a:lnTo>
                          <a:pt x="3" y="0"/>
                        </a:lnTo>
                        <a:lnTo>
                          <a:pt x="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37" name="Freeform 76"/>
                  <p:cNvSpPr>
                    <a:spLocks/>
                  </p:cNvSpPr>
                  <p:nvPr/>
                </p:nvSpPr>
                <p:spPr bwMode="auto">
                  <a:xfrm>
                    <a:off x="3682" y="2187"/>
                    <a:ext cx="9" cy="9"/>
                  </a:xfrm>
                  <a:custGeom>
                    <a:avLst/>
                    <a:gdLst>
                      <a:gd name="T0" fmla="*/ 2 w 9"/>
                      <a:gd name="T1" fmla="*/ 0 h 9"/>
                      <a:gd name="T2" fmla="*/ 0 w 9"/>
                      <a:gd name="T3" fmla="*/ 2 h 9"/>
                      <a:gd name="T4" fmla="*/ 0 w 9"/>
                      <a:gd name="T5" fmla="*/ 3 h 9"/>
                      <a:gd name="T6" fmla="*/ 0 w 9"/>
                      <a:gd name="T7" fmla="*/ 4 h 9"/>
                      <a:gd name="T8" fmla="*/ 0 w 9"/>
                      <a:gd name="T9" fmla="*/ 6 h 9"/>
                      <a:gd name="T10" fmla="*/ 2 w 9"/>
                      <a:gd name="T11" fmla="*/ 7 h 9"/>
                      <a:gd name="T12" fmla="*/ 3 w 9"/>
                      <a:gd name="T13" fmla="*/ 9 h 9"/>
                      <a:gd name="T14" fmla="*/ 5 w 9"/>
                      <a:gd name="T15" fmla="*/ 9 h 9"/>
                      <a:gd name="T16" fmla="*/ 6 w 9"/>
                      <a:gd name="T17" fmla="*/ 7 h 9"/>
                      <a:gd name="T18" fmla="*/ 6 w 9"/>
                      <a:gd name="T19" fmla="*/ 7 h 9"/>
                      <a:gd name="T20" fmla="*/ 7 w 9"/>
                      <a:gd name="T21" fmla="*/ 6 h 9"/>
                      <a:gd name="T22" fmla="*/ 9 w 9"/>
                      <a:gd name="T23" fmla="*/ 4 h 9"/>
                      <a:gd name="T24" fmla="*/ 9 w 9"/>
                      <a:gd name="T25" fmla="*/ 3 h 9"/>
                      <a:gd name="T26" fmla="*/ 7 w 9"/>
                      <a:gd name="T27" fmla="*/ 2 h 9"/>
                      <a:gd name="T28" fmla="*/ 6 w 9"/>
                      <a:gd name="T29" fmla="*/ 0 h 9"/>
                      <a:gd name="T30" fmla="*/ 5 w 9"/>
                      <a:gd name="T31" fmla="*/ 0 h 9"/>
                      <a:gd name="T32" fmla="*/ 3 w 9"/>
                      <a:gd name="T33" fmla="*/ 0 h 9"/>
                      <a:gd name="T34" fmla="*/ 2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2" y="0"/>
                        </a:moveTo>
                        <a:lnTo>
                          <a:pt x="0" y="2"/>
                        </a:lnTo>
                        <a:lnTo>
                          <a:pt x="0" y="3"/>
                        </a:lnTo>
                        <a:lnTo>
                          <a:pt x="0" y="4"/>
                        </a:lnTo>
                        <a:lnTo>
                          <a:pt x="0" y="6"/>
                        </a:lnTo>
                        <a:lnTo>
                          <a:pt x="2" y="7"/>
                        </a:lnTo>
                        <a:lnTo>
                          <a:pt x="3" y="9"/>
                        </a:lnTo>
                        <a:lnTo>
                          <a:pt x="5" y="9"/>
                        </a:lnTo>
                        <a:lnTo>
                          <a:pt x="6" y="7"/>
                        </a:lnTo>
                        <a:lnTo>
                          <a:pt x="7" y="6"/>
                        </a:lnTo>
                        <a:lnTo>
                          <a:pt x="9" y="4"/>
                        </a:lnTo>
                        <a:lnTo>
                          <a:pt x="9" y="3"/>
                        </a:lnTo>
                        <a:lnTo>
                          <a:pt x="7" y="2"/>
                        </a:lnTo>
                        <a:lnTo>
                          <a:pt x="6" y="0"/>
                        </a:lnTo>
                        <a:lnTo>
                          <a:pt x="5" y="0"/>
                        </a:lnTo>
                        <a:lnTo>
                          <a:pt x="3" y="0"/>
                        </a:lnTo>
                        <a:lnTo>
                          <a:pt x="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38" name="Freeform 77"/>
                  <p:cNvSpPr>
                    <a:spLocks/>
                  </p:cNvSpPr>
                  <p:nvPr/>
                </p:nvSpPr>
                <p:spPr bwMode="auto">
                  <a:xfrm>
                    <a:off x="3697" y="2175"/>
                    <a:ext cx="8" cy="9"/>
                  </a:xfrm>
                  <a:custGeom>
                    <a:avLst/>
                    <a:gdLst>
                      <a:gd name="T0" fmla="*/ 1 w 8"/>
                      <a:gd name="T1" fmla="*/ 2 h 9"/>
                      <a:gd name="T2" fmla="*/ 0 w 8"/>
                      <a:gd name="T3" fmla="*/ 3 h 9"/>
                      <a:gd name="T4" fmla="*/ 0 w 8"/>
                      <a:gd name="T5" fmla="*/ 5 h 9"/>
                      <a:gd name="T6" fmla="*/ 0 w 8"/>
                      <a:gd name="T7" fmla="*/ 6 h 9"/>
                      <a:gd name="T8" fmla="*/ 0 w 8"/>
                      <a:gd name="T9" fmla="*/ 8 h 9"/>
                      <a:gd name="T10" fmla="*/ 1 w 8"/>
                      <a:gd name="T11" fmla="*/ 9 h 9"/>
                      <a:gd name="T12" fmla="*/ 3 w 8"/>
                      <a:gd name="T13" fmla="*/ 9 h 9"/>
                      <a:gd name="T14" fmla="*/ 4 w 8"/>
                      <a:gd name="T15" fmla="*/ 9 h 9"/>
                      <a:gd name="T16" fmla="*/ 5 w 8"/>
                      <a:gd name="T17" fmla="*/ 9 h 9"/>
                      <a:gd name="T18" fmla="*/ 5 w 8"/>
                      <a:gd name="T19" fmla="*/ 9 h 9"/>
                      <a:gd name="T20" fmla="*/ 7 w 8"/>
                      <a:gd name="T21" fmla="*/ 8 h 9"/>
                      <a:gd name="T22" fmla="*/ 8 w 8"/>
                      <a:gd name="T23" fmla="*/ 6 h 9"/>
                      <a:gd name="T24" fmla="*/ 8 w 8"/>
                      <a:gd name="T25" fmla="*/ 5 h 9"/>
                      <a:gd name="T26" fmla="*/ 7 w 8"/>
                      <a:gd name="T27" fmla="*/ 3 h 9"/>
                      <a:gd name="T28" fmla="*/ 5 w 8"/>
                      <a:gd name="T29" fmla="*/ 2 h 9"/>
                      <a:gd name="T30" fmla="*/ 4 w 8"/>
                      <a:gd name="T31" fmla="*/ 0 h 9"/>
                      <a:gd name="T32" fmla="*/ 3 w 8"/>
                      <a:gd name="T33" fmla="*/ 0 h 9"/>
                      <a:gd name="T34" fmla="*/ 1 w 8"/>
                      <a:gd name="T35" fmla="*/ 2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1" y="2"/>
                        </a:moveTo>
                        <a:lnTo>
                          <a:pt x="0" y="3"/>
                        </a:lnTo>
                        <a:lnTo>
                          <a:pt x="0" y="5"/>
                        </a:lnTo>
                        <a:lnTo>
                          <a:pt x="0" y="6"/>
                        </a:lnTo>
                        <a:lnTo>
                          <a:pt x="0" y="8"/>
                        </a:lnTo>
                        <a:lnTo>
                          <a:pt x="1" y="9"/>
                        </a:lnTo>
                        <a:lnTo>
                          <a:pt x="3" y="9"/>
                        </a:lnTo>
                        <a:lnTo>
                          <a:pt x="4" y="9"/>
                        </a:lnTo>
                        <a:lnTo>
                          <a:pt x="5" y="9"/>
                        </a:lnTo>
                        <a:lnTo>
                          <a:pt x="7" y="8"/>
                        </a:lnTo>
                        <a:lnTo>
                          <a:pt x="8" y="6"/>
                        </a:lnTo>
                        <a:lnTo>
                          <a:pt x="8" y="5"/>
                        </a:lnTo>
                        <a:lnTo>
                          <a:pt x="7" y="3"/>
                        </a:lnTo>
                        <a:lnTo>
                          <a:pt x="5" y="2"/>
                        </a:lnTo>
                        <a:lnTo>
                          <a:pt x="4" y="0"/>
                        </a:lnTo>
                        <a:lnTo>
                          <a:pt x="3" y="0"/>
                        </a:lnTo>
                        <a:lnTo>
                          <a:pt x="1"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39" name="Freeform 78"/>
                  <p:cNvSpPr>
                    <a:spLocks/>
                  </p:cNvSpPr>
                  <p:nvPr/>
                </p:nvSpPr>
                <p:spPr bwMode="auto">
                  <a:xfrm>
                    <a:off x="3711" y="2167"/>
                    <a:ext cx="9" cy="8"/>
                  </a:xfrm>
                  <a:custGeom>
                    <a:avLst/>
                    <a:gdLst>
                      <a:gd name="T0" fmla="*/ 2 w 9"/>
                      <a:gd name="T1" fmla="*/ 0 h 8"/>
                      <a:gd name="T2" fmla="*/ 0 w 9"/>
                      <a:gd name="T3" fmla="*/ 1 h 8"/>
                      <a:gd name="T4" fmla="*/ 0 w 9"/>
                      <a:gd name="T5" fmla="*/ 3 h 8"/>
                      <a:gd name="T6" fmla="*/ 0 w 9"/>
                      <a:gd name="T7" fmla="*/ 4 h 8"/>
                      <a:gd name="T8" fmla="*/ 0 w 9"/>
                      <a:gd name="T9" fmla="*/ 6 h 8"/>
                      <a:gd name="T10" fmla="*/ 2 w 9"/>
                      <a:gd name="T11" fmla="*/ 7 h 8"/>
                      <a:gd name="T12" fmla="*/ 3 w 9"/>
                      <a:gd name="T13" fmla="*/ 8 h 8"/>
                      <a:gd name="T14" fmla="*/ 5 w 9"/>
                      <a:gd name="T15" fmla="*/ 8 h 8"/>
                      <a:gd name="T16" fmla="*/ 6 w 9"/>
                      <a:gd name="T17" fmla="*/ 7 h 8"/>
                      <a:gd name="T18" fmla="*/ 6 w 9"/>
                      <a:gd name="T19" fmla="*/ 7 h 8"/>
                      <a:gd name="T20" fmla="*/ 7 w 9"/>
                      <a:gd name="T21" fmla="*/ 6 h 8"/>
                      <a:gd name="T22" fmla="*/ 9 w 9"/>
                      <a:gd name="T23" fmla="*/ 4 h 8"/>
                      <a:gd name="T24" fmla="*/ 9 w 9"/>
                      <a:gd name="T25" fmla="*/ 3 h 8"/>
                      <a:gd name="T26" fmla="*/ 7 w 9"/>
                      <a:gd name="T27" fmla="*/ 1 h 8"/>
                      <a:gd name="T28" fmla="*/ 6 w 9"/>
                      <a:gd name="T29" fmla="*/ 0 h 8"/>
                      <a:gd name="T30" fmla="*/ 5 w 9"/>
                      <a:gd name="T31" fmla="*/ 0 h 8"/>
                      <a:gd name="T32" fmla="*/ 3 w 9"/>
                      <a:gd name="T33" fmla="*/ 0 h 8"/>
                      <a:gd name="T34" fmla="*/ 2 w 9"/>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2" y="0"/>
                        </a:moveTo>
                        <a:lnTo>
                          <a:pt x="0" y="1"/>
                        </a:lnTo>
                        <a:lnTo>
                          <a:pt x="0" y="3"/>
                        </a:lnTo>
                        <a:lnTo>
                          <a:pt x="0" y="4"/>
                        </a:lnTo>
                        <a:lnTo>
                          <a:pt x="0" y="6"/>
                        </a:lnTo>
                        <a:lnTo>
                          <a:pt x="2" y="7"/>
                        </a:lnTo>
                        <a:lnTo>
                          <a:pt x="3" y="8"/>
                        </a:lnTo>
                        <a:lnTo>
                          <a:pt x="5" y="8"/>
                        </a:lnTo>
                        <a:lnTo>
                          <a:pt x="6" y="7"/>
                        </a:lnTo>
                        <a:lnTo>
                          <a:pt x="7" y="6"/>
                        </a:lnTo>
                        <a:lnTo>
                          <a:pt x="9" y="4"/>
                        </a:lnTo>
                        <a:lnTo>
                          <a:pt x="9" y="3"/>
                        </a:lnTo>
                        <a:lnTo>
                          <a:pt x="7" y="1"/>
                        </a:lnTo>
                        <a:lnTo>
                          <a:pt x="6" y="0"/>
                        </a:lnTo>
                        <a:lnTo>
                          <a:pt x="5" y="0"/>
                        </a:lnTo>
                        <a:lnTo>
                          <a:pt x="3" y="0"/>
                        </a:lnTo>
                        <a:lnTo>
                          <a:pt x="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40" name="Freeform 79"/>
                  <p:cNvSpPr>
                    <a:spLocks/>
                  </p:cNvSpPr>
                  <p:nvPr/>
                </p:nvSpPr>
                <p:spPr bwMode="auto">
                  <a:xfrm>
                    <a:off x="3726" y="2158"/>
                    <a:ext cx="8" cy="9"/>
                  </a:xfrm>
                  <a:custGeom>
                    <a:avLst/>
                    <a:gdLst>
                      <a:gd name="T0" fmla="*/ 3 w 8"/>
                      <a:gd name="T1" fmla="*/ 0 h 9"/>
                      <a:gd name="T2" fmla="*/ 1 w 8"/>
                      <a:gd name="T3" fmla="*/ 0 h 9"/>
                      <a:gd name="T4" fmla="*/ 0 w 8"/>
                      <a:gd name="T5" fmla="*/ 2 h 9"/>
                      <a:gd name="T6" fmla="*/ 0 w 8"/>
                      <a:gd name="T7" fmla="*/ 3 h 9"/>
                      <a:gd name="T8" fmla="*/ 0 w 8"/>
                      <a:gd name="T9" fmla="*/ 4 h 9"/>
                      <a:gd name="T10" fmla="*/ 0 w 8"/>
                      <a:gd name="T11" fmla="*/ 6 h 9"/>
                      <a:gd name="T12" fmla="*/ 1 w 8"/>
                      <a:gd name="T13" fmla="*/ 7 h 9"/>
                      <a:gd name="T14" fmla="*/ 3 w 8"/>
                      <a:gd name="T15" fmla="*/ 9 h 9"/>
                      <a:gd name="T16" fmla="*/ 4 w 8"/>
                      <a:gd name="T17" fmla="*/ 9 h 9"/>
                      <a:gd name="T18" fmla="*/ 4 w 8"/>
                      <a:gd name="T19" fmla="*/ 9 h 9"/>
                      <a:gd name="T20" fmla="*/ 6 w 8"/>
                      <a:gd name="T21" fmla="*/ 7 h 9"/>
                      <a:gd name="T22" fmla="*/ 7 w 8"/>
                      <a:gd name="T23" fmla="*/ 6 h 9"/>
                      <a:gd name="T24" fmla="*/ 8 w 8"/>
                      <a:gd name="T25" fmla="*/ 4 h 9"/>
                      <a:gd name="T26" fmla="*/ 8 w 8"/>
                      <a:gd name="T27" fmla="*/ 3 h 9"/>
                      <a:gd name="T28" fmla="*/ 7 w 8"/>
                      <a:gd name="T29" fmla="*/ 2 h 9"/>
                      <a:gd name="T30" fmla="*/ 6 w 8"/>
                      <a:gd name="T31" fmla="*/ 0 h 9"/>
                      <a:gd name="T32" fmla="*/ 4 w 8"/>
                      <a:gd name="T33" fmla="*/ 0 h 9"/>
                      <a:gd name="T34" fmla="*/ 3 w 8"/>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3" y="0"/>
                        </a:moveTo>
                        <a:lnTo>
                          <a:pt x="1" y="0"/>
                        </a:lnTo>
                        <a:lnTo>
                          <a:pt x="0" y="2"/>
                        </a:lnTo>
                        <a:lnTo>
                          <a:pt x="0" y="3"/>
                        </a:lnTo>
                        <a:lnTo>
                          <a:pt x="0" y="4"/>
                        </a:lnTo>
                        <a:lnTo>
                          <a:pt x="0" y="6"/>
                        </a:lnTo>
                        <a:lnTo>
                          <a:pt x="1" y="7"/>
                        </a:lnTo>
                        <a:lnTo>
                          <a:pt x="3" y="9"/>
                        </a:lnTo>
                        <a:lnTo>
                          <a:pt x="4" y="9"/>
                        </a:lnTo>
                        <a:lnTo>
                          <a:pt x="6" y="7"/>
                        </a:lnTo>
                        <a:lnTo>
                          <a:pt x="7" y="6"/>
                        </a:lnTo>
                        <a:lnTo>
                          <a:pt x="8" y="4"/>
                        </a:lnTo>
                        <a:lnTo>
                          <a:pt x="8" y="3"/>
                        </a:lnTo>
                        <a:lnTo>
                          <a:pt x="7" y="2"/>
                        </a:lnTo>
                        <a:lnTo>
                          <a:pt x="6" y="0"/>
                        </a:lnTo>
                        <a:lnTo>
                          <a:pt x="4"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41" name="Freeform 80"/>
                  <p:cNvSpPr>
                    <a:spLocks/>
                  </p:cNvSpPr>
                  <p:nvPr/>
                </p:nvSpPr>
                <p:spPr bwMode="auto">
                  <a:xfrm>
                    <a:off x="3742" y="2151"/>
                    <a:ext cx="8" cy="9"/>
                  </a:xfrm>
                  <a:custGeom>
                    <a:avLst/>
                    <a:gdLst>
                      <a:gd name="T0" fmla="*/ 3 w 8"/>
                      <a:gd name="T1" fmla="*/ 0 h 9"/>
                      <a:gd name="T2" fmla="*/ 1 w 8"/>
                      <a:gd name="T3" fmla="*/ 0 h 9"/>
                      <a:gd name="T4" fmla="*/ 0 w 8"/>
                      <a:gd name="T5" fmla="*/ 1 h 9"/>
                      <a:gd name="T6" fmla="*/ 0 w 8"/>
                      <a:gd name="T7" fmla="*/ 3 h 9"/>
                      <a:gd name="T8" fmla="*/ 0 w 8"/>
                      <a:gd name="T9" fmla="*/ 4 h 9"/>
                      <a:gd name="T10" fmla="*/ 0 w 8"/>
                      <a:gd name="T11" fmla="*/ 6 h 9"/>
                      <a:gd name="T12" fmla="*/ 1 w 8"/>
                      <a:gd name="T13" fmla="*/ 7 h 9"/>
                      <a:gd name="T14" fmla="*/ 3 w 8"/>
                      <a:gd name="T15" fmla="*/ 9 h 9"/>
                      <a:gd name="T16" fmla="*/ 4 w 8"/>
                      <a:gd name="T17" fmla="*/ 9 h 9"/>
                      <a:gd name="T18" fmla="*/ 4 w 8"/>
                      <a:gd name="T19" fmla="*/ 9 h 9"/>
                      <a:gd name="T20" fmla="*/ 5 w 8"/>
                      <a:gd name="T21" fmla="*/ 7 h 9"/>
                      <a:gd name="T22" fmla="*/ 7 w 8"/>
                      <a:gd name="T23" fmla="*/ 6 h 9"/>
                      <a:gd name="T24" fmla="*/ 8 w 8"/>
                      <a:gd name="T25" fmla="*/ 4 h 9"/>
                      <a:gd name="T26" fmla="*/ 8 w 8"/>
                      <a:gd name="T27" fmla="*/ 3 h 9"/>
                      <a:gd name="T28" fmla="*/ 7 w 8"/>
                      <a:gd name="T29" fmla="*/ 1 h 9"/>
                      <a:gd name="T30" fmla="*/ 5 w 8"/>
                      <a:gd name="T31" fmla="*/ 0 h 9"/>
                      <a:gd name="T32" fmla="*/ 4 w 8"/>
                      <a:gd name="T33" fmla="*/ 0 h 9"/>
                      <a:gd name="T34" fmla="*/ 3 w 8"/>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3" y="0"/>
                        </a:moveTo>
                        <a:lnTo>
                          <a:pt x="1" y="0"/>
                        </a:lnTo>
                        <a:lnTo>
                          <a:pt x="0" y="1"/>
                        </a:lnTo>
                        <a:lnTo>
                          <a:pt x="0" y="3"/>
                        </a:lnTo>
                        <a:lnTo>
                          <a:pt x="0" y="4"/>
                        </a:lnTo>
                        <a:lnTo>
                          <a:pt x="0" y="6"/>
                        </a:lnTo>
                        <a:lnTo>
                          <a:pt x="1" y="7"/>
                        </a:lnTo>
                        <a:lnTo>
                          <a:pt x="3" y="9"/>
                        </a:lnTo>
                        <a:lnTo>
                          <a:pt x="4" y="9"/>
                        </a:lnTo>
                        <a:lnTo>
                          <a:pt x="5" y="7"/>
                        </a:lnTo>
                        <a:lnTo>
                          <a:pt x="7" y="6"/>
                        </a:lnTo>
                        <a:lnTo>
                          <a:pt x="8" y="4"/>
                        </a:lnTo>
                        <a:lnTo>
                          <a:pt x="8" y="3"/>
                        </a:lnTo>
                        <a:lnTo>
                          <a:pt x="7" y="1"/>
                        </a:lnTo>
                        <a:lnTo>
                          <a:pt x="5" y="0"/>
                        </a:lnTo>
                        <a:lnTo>
                          <a:pt x="4"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42" name="Freeform 81"/>
                  <p:cNvSpPr>
                    <a:spLocks/>
                  </p:cNvSpPr>
                  <p:nvPr/>
                </p:nvSpPr>
                <p:spPr bwMode="auto">
                  <a:xfrm>
                    <a:off x="3758" y="2146"/>
                    <a:ext cx="8" cy="9"/>
                  </a:xfrm>
                  <a:custGeom>
                    <a:avLst/>
                    <a:gdLst>
                      <a:gd name="T0" fmla="*/ 5 w 8"/>
                      <a:gd name="T1" fmla="*/ 0 h 9"/>
                      <a:gd name="T2" fmla="*/ 4 w 8"/>
                      <a:gd name="T3" fmla="*/ 0 h 9"/>
                      <a:gd name="T4" fmla="*/ 3 w 8"/>
                      <a:gd name="T5" fmla="*/ 0 h 9"/>
                      <a:gd name="T6" fmla="*/ 1 w 8"/>
                      <a:gd name="T7" fmla="*/ 2 h 9"/>
                      <a:gd name="T8" fmla="*/ 0 w 8"/>
                      <a:gd name="T9" fmla="*/ 3 h 9"/>
                      <a:gd name="T10" fmla="*/ 0 w 8"/>
                      <a:gd name="T11" fmla="*/ 5 h 9"/>
                      <a:gd name="T12" fmla="*/ 1 w 8"/>
                      <a:gd name="T13" fmla="*/ 6 h 9"/>
                      <a:gd name="T14" fmla="*/ 3 w 8"/>
                      <a:gd name="T15" fmla="*/ 8 h 9"/>
                      <a:gd name="T16" fmla="*/ 4 w 8"/>
                      <a:gd name="T17" fmla="*/ 9 h 9"/>
                      <a:gd name="T18" fmla="*/ 4 w 8"/>
                      <a:gd name="T19" fmla="*/ 9 h 9"/>
                      <a:gd name="T20" fmla="*/ 5 w 8"/>
                      <a:gd name="T21" fmla="*/ 9 h 9"/>
                      <a:gd name="T22" fmla="*/ 7 w 8"/>
                      <a:gd name="T23" fmla="*/ 8 h 9"/>
                      <a:gd name="T24" fmla="*/ 8 w 8"/>
                      <a:gd name="T25" fmla="*/ 6 h 9"/>
                      <a:gd name="T26" fmla="*/ 8 w 8"/>
                      <a:gd name="T27" fmla="*/ 5 h 9"/>
                      <a:gd name="T28" fmla="*/ 8 w 8"/>
                      <a:gd name="T29" fmla="*/ 3 h 9"/>
                      <a:gd name="T30" fmla="*/ 8 w 8"/>
                      <a:gd name="T31" fmla="*/ 2 h 9"/>
                      <a:gd name="T32" fmla="*/ 7 w 8"/>
                      <a:gd name="T33" fmla="*/ 0 h 9"/>
                      <a:gd name="T34" fmla="*/ 5 w 8"/>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5" y="0"/>
                        </a:moveTo>
                        <a:lnTo>
                          <a:pt x="4" y="0"/>
                        </a:lnTo>
                        <a:lnTo>
                          <a:pt x="3" y="0"/>
                        </a:lnTo>
                        <a:lnTo>
                          <a:pt x="1" y="2"/>
                        </a:lnTo>
                        <a:lnTo>
                          <a:pt x="0" y="3"/>
                        </a:lnTo>
                        <a:lnTo>
                          <a:pt x="0" y="5"/>
                        </a:lnTo>
                        <a:lnTo>
                          <a:pt x="1" y="6"/>
                        </a:lnTo>
                        <a:lnTo>
                          <a:pt x="3" y="8"/>
                        </a:lnTo>
                        <a:lnTo>
                          <a:pt x="4" y="9"/>
                        </a:lnTo>
                        <a:lnTo>
                          <a:pt x="5" y="9"/>
                        </a:lnTo>
                        <a:lnTo>
                          <a:pt x="7" y="8"/>
                        </a:lnTo>
                        <a:lnTo>
                          <a:pt x="8" y="6"/>
                        </a:lnTo>
                        <a:lnTo>
                          <a:pt x="8" y="5"/>
                        </a:lnTo>
                        <a:lnTo>
                          <a:pt x="8" y="3"/>
                        </a:lnTo>
                        <a:lnTo>
                          <a:pt x="8" y="2"/>
                        </a:lnTo>
                        <a:lnTo>
                          <a:pt x="7" y="0"/>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43" name="Freeform 82"/>
                  <p:cNvSpPr>
                    <a:spLocks/>
                  </p:cNvSpPr>
                  <p:nvPr/>
                </p:nvSpPr>
                <p:spPr bwMode="auto">
                  <a:xfrm>
                    <a:off x="3775" y="2145"/>
                    <a:ext cx="9" cy="9"/>
                  </a:xfrm>
                  <a:custGeom>
                    <a:avLst/>
                    <a:gdLst>
                      <a:gd name="T0" fmla="*/ 6 w 9"/>
                      <a:gd name="T1" fmla="*/ 0 h 9"/>
                      <a:gd name="T2" fmla="*/ 4 w 9"/>
                      <a:gd name="T3" fmla="*/ 0 h 9"/>
                      <a:gd name="T4" fmla="*/ 3 w 9"/>
                      <a:gd name="T5" fmla="*/ 1 h 9"/>
                      <a:gd name="T6" fmla="*/ 2 w 9"/>
                      <a:gd name="T7" fmla="*/ 3 h 9"/>
                      <a:gd name="T8" fmla="*/ 0 w 9"/>
                      <a:gd name="T9" fmla="*/ 4 h 9"/>
                      <a:gd name="T10" fmla="*/ 0 w 9"/>
                      <a:gd name="T11" fmla="*/ 6 h 9"/>
                      <a:gd name="T12" fmla="*/ 2 w 9"/>
                      <a:gd name="T13" fmla="*/ 7 h 9"/>
                      <a:gd name="T14" fmla="*/ 3 w 9"/>
                      <a:gd name="T15" fmla="*/ 9 h 9"/>
                      <a:gd name="T16" fmla="*/ 4 w 9"/>
                      <a:gd name="T17" fmla="*/ 9 h 9"/>
                      <a:gd name="T18" fmla="*/ 4 w 9"/>
                      <a:gd name="T19" fmla="*/ 9 h 9"/>
                      <a:gd name="T20" fmla="*/ 6 w 9"/>
                      <a:gd name="T21" fmla="*/ 9 h 9"/>
                      <a:gd name="T22" fmla="*/ 7 w 9"/>
                      <a:gd name="T23" fmla="*/ 9 h 9"/>
                      <a:gd name="T24" fmla="*/ 9 w 9"/>
                      <a:gd name="T25" fmla="*/ 7 h 9"/>
                      <a:gd name="T26" fmla="*/ 9 w 9"/>
                      <a:gd name="T27" fmla="*/ 6 h 9"/>
                      <a:gd name="T28" fmla="*/ 9 w 9"/>
                      <a:gd name="T29" fmla="*/ 4 h 9"/>
                      <a:gd name="T30" fmla="*/ 9 w 9"/>
                      <a:gd name="T31" fmla="*/ 3 h 9"/>
                      <a:gd name="T32" fmla="*/ 7 w 9"/>
                      <a:gd name="T33" fmla="*/ 1 h 9"/>
                      <a:gd name="T34" fmla="*/ 6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6" y="0"/>
                        </a:moveTo>
                        <a:lnTo>
                          <a:pt x="4" y="0"/>
                        </a:lnTo>
                        <a:lnTo>
                          <a:pt x="3" y="1"/>
                        </a:lnTo>
                        <a:lnTo>
                          <a:pt x="2" y="3"/>
                        </a:lnTo>
                        <a:lnTo>
                          <a:pt x="0" y="4"/>
                        </a:lnTo>
                        <a:lnTo>
                          <a:pt x="0" y="6"/>
                        </a:lnTo>
                        <a:lnTo>
                          <a:pt x="2" y="7"/>
                        </a:lnTo>
                        <a:lnTo>
                          <a:pt x="3" y="9"/>
                        </a:lnTo>
                        <a:lnTo>
                          <a:pt x="4" y="9"/>
                        </a:lnTo>
                        <a:lnTo>
                          <a:pt x="6" y="9"/>
                        </a:lnTo>
                        <a:lnTo>
                          <a:pt x="7" y="9"/>
                        </a:lnTo>
                        <a:lnTo>
                          <a:pt x="9" y="7"/>
                        </a:lnTo>
                        <a:lnTo>
                          <a:pt x="9" y="6"/>
                        </a:lnTo>
                        <a:lnTo>
                          <a:pt x="9" y="4"/>
                        </a:lnTo>
                        <a:lnTo>
                          <a:pt x="9" y="3"/>
                        </a:lnTo>
                        <a:lnTo>
                          <a:pt x="7" y="1"/>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44" name="Freeform 83"/>
                  <p:cNvSpPr>
                    <a:spLocks/>
                  </p:cNvSpPr>
                  <p:nvPr/>
                </p:nvSpPr>
                <p:spPr bwMode="auto">
                  <a:xfrm>
                    <a:off x="3793" y="2149"/>
                    <a:ext cx="8" cy="9"/>
                  </a:xfrm>
                  <a:custGeom>
                    <a:avLst/>
                    <a:gdLst>
                      <a:gd name="T0" fmla="*/ 4 w 8"/>
                      <a:gd name="T1" fmla="*/ 0 h 9"/>
                      <a:gd name="T2" fmla="*/ 2 w 8"/>
                      <a:gd name="T3" fmla="*/ 0 h 9"/>
                      <a:gd name="T4" fmla="*/ 1 w 8"/>
                      <a:gd name="T5" fmla="*/ 2 h 9"/>
                      <a:gd name="T6" fmla="*/ 0 w 8"/>
                      <a:gd name="T7" fmla="*/ 3 h 9"/>
                      <a:gd name="T8" fmla="*/ 0 w 8"/>
                      <a:gd name="T9" fmla="*/ 5 h 9"/>
                      <a:gd name="T10" fmla="*/ 0 w 8"/>
                      <a:gd name="T11" fmla="*/ 6 h 9"/>
                      <a:gd name="T12" fmla="*/ 0 w 8"/>
                      <a:gd name="T13" fmla="*/ 8 h 9"/>
                      <a:gd name="T14" fmla="*/ 1 w 8"/>
                      <a:gd name="T15" fmla="*/ 9 h 9"/>
                      <a:gd name="T16" fmla="*/ 2 w 8"/>
                      <a:gd name="T17" fmla="*/ 9 h 9"/>
                      <a:gd name="T18" fmla="*/ 2 w 8"/>
                      <a:gd name="T19" fmla="*/ 9 h 9"/>
                      <a:gd name="T20" fmla="*/ 4 w 8"/>
                      <a:gd name="T21" fmla="*/ 9 h 9"/>
                      <a:gd name="T22" fmla="*/ 5 w 8"/>
                      <a:gd name="T23" fmla="*/ 9 h 9"/>
                      <a:gd name="T24" fmla="*/ 7 w 8"/>
                      <a:gd name="T25" fmla="*/ 8 h 9"/>
                      <a:gd name="T26" fmla="*/ 8 w 8"/>
                      <a:gd name="T27" fmla="*/ 6 h 9"/>
                      <a:gd name="T28" fmla="*/ 8 w 8"/>
                      <a:gd name="T29" fmla="*/ 5 h 9"/>
                      <a:gd name="T30" fmla="*/ 7 w 8"/>
                      <a:gd name="T31" fmla="*/ 3 h 9"/>
                      <a:gd name="T32" fmla="*/ 5 w 8"/>
                      <a:gd name="T33" fmla="*/ 2 h 9"/>
                      <a:gd name="T34" fmla="*/ 4 w 8"/>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4" y="0"/>
                        </a:moveTo>
                        <a:lnTo>
                          <a:pt x="2" y="0"/>
                        </a:lnTo>
                        <a:lnTo>
                          <a:pt x="1" y="2"/>
                        </a:lnTo>
                        <a:lnTo>
                          <a:pt x="0" y="3"/>
                        </a:lnTo>
                        <a:lnTo>
                          <a:pt x="0" y="5"/>
                        </a:lnTo>
                        <a:lnTo>
                          <a:pt x="0" y="6"/>
                        </a:lnTo>
                        <a:lnTo>
                          <a:pt x="0" y="8"/>
                        </a:lnTo>
                        <a:lnTo>
                          <a:pt x="1" y="9"/>
                        </a:lnTo>
                        <a:lnTo>
                          <a:pt x="2" y="9"/>
                        </a:lnTo>
                        <a:lnTo>
                          <a:pt x="4" y="9"/>
                        </a:lnTo>
                        <a:lnTo>
                          <a:pt x="5" y="9"/>
                        </a:lnTo>
                        <a:lnTo>
                          <a:pt x="7" y="8"/>
                        </a:lnTo>
                        <a:lnTo>
                          <a:pt x="8" y="6"/>
                        </a:lnTo>
                        <a:lnTo>
                          <a:pt x="8" y="5"/>
                        </a:lnTo>
                        <a:lnTo>
                          <a:pt x="7" y="3"/>
                        </a:lnTo>
                        <a:lnTo>
                          <a:pt x="5" y="2"/>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45" name="Freeform 84"/>
                  <p:cNvSpPr>
                    <a:spLocks/>
                  </p:cNvSpPr>
                  <p:nvPr/>
                </p:nvSpPr>
                <p:spPr bwMode="auto">
                  <a:xfrm>
                    <a:off x="3808" y="2157"/>
                    <a:ext cx="9" cy="8"/>
                  </a:xfrm>
                  <a:custGeom>
                    <a:avLst/>
                    <a:gdLst>
                      <a:gd name="T0" fmla="*/ 6 w 9"/>
                      <a:gd name="T1" fmla="*/ 0 h 8"/>
                      <a:gd name="T2" fmla="*/ 5 w 9"/>
                      <a:gd name="T3" fmla="*/ 0 h 8"/>
                      <a:gd name="T4" fmla="*/ 3 w 9"/>
                      <a:gd name="T5" fmla="*/ 0 h 8"/>
                      <a:gd name="T6" fmla="*/ 2 w 9"/>
                      <a:gd name="T7" fmla="*/ 1 h 8"/>
                      <a:gd name="T8" fmla="*/ 0 w 9"/>
                      <a:gd name="T9" fmla="*/ 3 h 8"/>
                      <a:gd name="T10" fmla="*/ 0 w 9"/>
                      <a:gd name="T11" fmla="*/ 4 h 8"/>
                      <a:gd name="T12" fmla="*/ 2 w 9"/>
                      <a:gd name="T13" fmla="*/ 5 h 8"/>
                      <a:gd name="T14" fmla="*/ 3 w 9"/>
                      <a:gd name="T15" fmla="*/ 7 h 8"/>
                      <a:gd name="T16" fmla="*/ 5 w 9"/>
                      <a:gd name="T17" fmla="*/ 8 h 8"/>
                      <a:gd name="T18" fmla="*/ 5 w 9"/>
                      <a:gd name="T19" fmla="*/ 8 h 8"/>
                      <a:gd name="T20" fmla="*/ 6 w 9"/>
                      <a:gd name="T21" fmla="*/ 8 h 8"/>
                      <a:gd name="T22" fmla="*/ 8 w 9"/>
                      <a:gd name="T23" fmla="*/ 7 h 8"/>
                      <a:gd name="T24" fmla="*/ 9 w 9"/>
                      <a:gd name="T25" fmla="*/ 5 h 8"/>
                      <a:gd name="T26" fmla="*/ 9 w 9"/>
                      <a:gd name="T27" fmla="*/ 4 h 8"/>
                      <a:gd name="T28" fmla="*/ 9 w 9"/>
                      <a:gd name="T29" fmla="*/ 3 h 8"/>
                      <a:gd name="T30" fmla="*/ 9 w 9"/>
                      <a:gd name="T31" fmla="*/ 1 h 8"/>
                      <a:gd name="T32" fmla="*/ 8 w 9"/>
                      <a:gd name="T33" fmla="*/ 0 h 8"/>
                      <a:gd name="T34" fmla="*/ 6 w 9"/>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6" y="0"/>
                        </a:moveTo>
                        <a:lnTo>
                          <a:pt x="5" y="0"/>
                        </a:lnTo>
                        <a:lnTo>
                          <a:pt x="3" y="0"/>
                        </a:lnTo>
                        <a:lnTo>
                          <a:pt x="2" y="1"/>
                        </a:lnTo>
                        <a:lnTo>
                          <a:pt x="0" y="3"/>
                        </a:lnTo>
                        <a:lnTo>
                          <a:pt x="0" y="4"/>
                        </a:lnTo>
                        <a:lnTo>
                          <a:pt x="2" y="5"/>
                        </a:lnTo>
                        <a:lnTo>
                          <a:pt x="3" y="7"/>
                        </a:lnTo>
                        <a:lnTo>
                          <a:pt x="5" y="8"/>
                        </a:lnTo>
                        <a:lnTo>
                          <a:pt x="6" y="8"/>
                        </a:lnTo>
                        <a:lnTo>
                          <a:pt x="8" y="7"/>
                        </a:lnTo>
                        <a:lnTo>
                          <a:pt x="9" y="5"/>
                        </a:lnTo>
                        <a:lnTo>
                          <a:pt x="9" y="4"/>
                        </a:lnTo>
                        <a:lnTo>
                          <a:pt x="9" y="3"/>
                        </a:lnTo>
                        <a:lnTo>
                          <a:pt x="9" y="1"/>
                        </a:lnTo>
                        <a:lnTo>
                          <a:pt x="8" y="0"/>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46" name="Freeform 85"/>
                  <p:cNvSpPr>
                    <a:spLocks/>
                  </p:cNvSpPr>
                  <p:nvPr/>
                </p:nvSpPr>
                <p:spPr bwMode="auto">
                  <a:xfrm>
                    <a:off x="3824" y="2165"/>
                    <a:ext cx="9" cy="9"/>
                  </a:xfrm>
                  <a:custGeom>
                    <a:avLst/>
                    <a:gdLst>
                      <a:gd name="T0" fmla="*/ 6 w 9"/>
                      <a:gd name="T1" fmla="*/ 0 h 9"/>
                      <a:gd name="T2" fmla="*/ 5 w 9"/>
                      <a:gd name="T3" fmla="*/ 0 h 9"/>
                      <a:gd name="T4" fmla="*/ 3 w 9"/>
                      <a:gd name="T5" fmla="*/ 0 h 9"/>
                      <a:gd name="T6" fmla="*/ 2 w 9"/>
                      <a:gd name="T7" fmla="*/ 0 h 9"/>
                      <a:gd name="T8" fmla="*/ 0 w 9"/>
                      <a:gd name="T9" fmla="*/ 2 h 9"/>
                      <a:gd name="T10" fmla="*/ 0 w 9"/>
                      <a:gd name="T11" fmla="*/ 3 h 9"/>
                      <a:gd name="T12" fmla="*/ 0 w 9"/>
                      <a:gd name="T13" fmla="*/ 5 h 9"/>
                      <a:gd name="T14" fmla="*/ 0 w 9"/>
                      <a:gd name="T15" fmla="*/ 6 h 9"/>
                      <a:gd name="T16" fmla="*/ 2 w 9"/>
                      <a:gd name="T17" fmla="*/ 8 h 9"/>
                      <a:gd name="T18" fmla="*/ 2 w 9"/>
                      <a:gd name="T19" fmla="*/ 8 h 9"/>
                      <a:gd name="T20" fmla="*/ 3 w 9"/>
                      <a:gd name="T21" fmla="*/ 9 h 9"/>
                      <a:gd name="T22" fmla="*/ 5 w 9"/>
                      <a:gd name="T23" fmla="*/ 9 h 9"/>
                      <a:gd name="T24" fmla="*/ 6 w 9"/>
                      <a:gd name="T25" fmla="*/ 8 h 9"/>
                      <a:gd name="T26" fmla="*/ 8 w 9"/>
                      <a:gd name="T27" fmla="*/ 6 h 9"/>
                      <a:gd name="T28" fmla="*/ 9 w 9"/>
                      <a:gd name="T29" fmla="*/ 5 h 9"/>
                      <a:gd name="T30" fmla="*/ 9 w 9"/>
                      <a:gd name="T31" fmla="*/ 3 h 9"/>
                      <a:gd name="T32" fmla="*/ 8 w 9"/>
                      <a:gd name="T33" fmla="*/ 2 h 9"/>
                      <a:gd name="T34" fmla="*/ 6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6" y="0"/>
                        </a:moveTo>
                        <a:lnTo>
                          <a:pt x="5" y="0"/>
                        </a:lnTo>
                        <a:lnTo>
                          <a:pt x="3" y="0"/>
                        </a:lnTo>
                        <a:lnTo>
                          <a:pt x="2" y="0"/>
                        </a:lnTo>
                        <a:lnTo>
                          <a:pt x="0" y="2"/>
                        </a:lnTo>
                        <a:lnTo>
                          <a:pt x="0" y="3"/>
                        </a:lnTo>
                        <a:lnTo>
                          <a:pt x="0" y="5"/>
                        </a:lnTo>
                        <a:lnTo>
                          <a:pt x="0" y="6"/>
                        </a:lnTo>
                        <a:lnTo>
                          <a:pt x="2" y="8"/>
                        </a:lnTo>
                        <a:lnTo>
                          <a:pt x="3" y="9"/>
                        </a:lnTo>
                        <a:lnTo>
                          <a:pt x="5" y="9"/>
                        </a:lnTo>
                        <a:lnTo>
                          <a:pt x="6" y="8"/>
                        </a:lnTo>
                        <a:lnTo>
                          <a:pt x="8" y="6"/>
                        </a:lnTo>
                        <a:lnTo>
                          <a:pt x="9" y="5"/>
                        </a:lnTo>
                        <a:lnTo>
                          <a:pt x="9" y="3"/>
                        </a:lnTo>
                        <a:lnTo>
                          <a:pt x="8" y="2"/>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47" name="Freeform 86"/>
                  <p:cNvSpPr>
                    <a:spLocks/>
                  </p:cNvSpPr>
                  <p:nvPr/>
                </p:nvSpPr>
                <p:spPr bwMode="auto">
                  <a:xfrm>
                    <a:off x="3839" y="2174"/>
                    <a:ext cx="9" cy="9"/>
                  </a:xfrm>
                  <a:custGeom>
                    <a:avLst/>
                    <a:gdLst>
                      <a:gd name="T0" fmla="*/ 6 w 9"/>
                      <a:gd name="T1" fmla="*/ 0 h 9"/>
                      <a:gd name="T2" fmla="*/ 4 w 9"/>
                      <a:gd name="T3" fmla="*/ 0 h 9"/>
                      <a:gd name="T4" fmla="*/ 3 w 9"/>
                      <a:gd name="T5" fmla="*/ 0 h 9"/>
                      <a:gd name="T6" fmla="*/ 1 w 9"/>
                      <a:gd name="T7" fmla="*/ 0 h 9"/>
                      <a:gd name="T8" fmla="*/ 0 w 9"/>
                      <a:gd name="T9" fmla="*/ 1 h 9"/>
                      <a:gd name="T10" fmla="*/ 0 w 9"/>
                      <a:gd name="T11" fmla="*/ 3 h 9"/>
                      <a:gd name="T12" fmla="*/ 0 w 9"/>
                      <a:gd name="T13" fmla="*/ 4 h 9"/>
                      <a:gd name="T14" fmla="*/ 0 w 9"/>
                      <a:gd name="T15" fmla="*/ 6 h 9"/>
                      <a:gd name="T16" fmla="*/ 1 w 9"/>
                      <a:gd name="T17" fmla="*/ 7 h 9"/>
                      <a:gd name="T18" fmla="*/ 1 w 9"/>
                      <a:gd name="T19" fmla="*/ 7 h 9"/>
                      <a:gd name="T20" fmla="*/ 3 w 9"/>
                      <a:gd name="T21" fmla="*/ 9 h 9"/>
                      <a:gd name="T22" fmla="*/ 4 w 9"/>
                      <a:gd name="T23" fmla="*/ 9 h 9"/>
                      <a:gd name="T24" fmla="*/ 6 w 9"/>
                      <a:gd name="T25" fmla="*/ 7 h 9"/>
                      <a:gd name="T26" fmla="*/ 7 w 9"/>
                      <a:gd name="T27" fmla="*/ 6 h 9"/>
                      <a:gd name="T28" fmla="*/ 9 w 9"/>
                      <a:gd name="T29" fmla="*/ 4 h 9"/>
                      <a:gd name="T30" fmla="*/ 9 w 9"/>
                      <a:gd name="T31" fmla="*/ 3 h 9"/>
                      <a:gd name="T32" fmla="*/ 7 w 9"/>
                      <a:gd name="T33" fmla="*/ 1 h 9"/>
                      <a:gd name="T34" fmla="*/ 6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6" y="0"/>
                        </a:moveTo>
                        <a:lnTo>
                          <a:pt x="4" y="0"/>
                        </a:lnTo>
                        <a:lnTo>
                          <a:pt x="3" y="0"/>
                        </a:lnTo>
                        <a:lnTo>
                          <a:pt x="1" y="0"/>
                        </a:lnTo>
                        <a:lnTo>
                          <a:pt x="0" y="1"/>
                        </a:lnTo>
                        <a:lnTo>
                          <a:pt x="0" y="3"/>
                        </a:lnTo>
                        <a:lnTo>
                          <a:pt x="0" y="4"/>
                        </a:lnTo>
                        <a:lnTo>
                          <a:pt x="0" y="6"/>
                        </a:lnTo>
                        <a:lnTo>
                          <a:pt x="1" y="7"/>
                        </a:lnTo>
                        <a:lnTo>
                          <a:pt x="3" y="9"/>
                        </a:lnTo>
                        <a:lnTo>
                          <a:pt x="4" y="9"/>
                        </a:lnTo>
                        <a:lnTo>
                          <a:pt x="6" y="7"/>
                        </a:lnTo>
                        <a:lnTo>
                          <a:pt x="7" y="6"/>
                        </a:lnTo>
                        <a:lnTo>
                          <a:pt x="9" y="4"/>
                        </a:lnTo>
                        <a:lnTo>
                          <a:pt x="9" y="3"/>
                        </a:lnTo>
                        <a:lnTo>
                          <a:pt x="7" y="1"/>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48" name="Freeform 87"/>
                  <p:cNvSpPr>
                    <a:spLocks/>
                  </p:cNvSpPr>
                  <p:nvPr/>
                </p:nvSpPr>
                <p:spPr bwMode="auto">
                  <a:xfrm>
                    <a:off x="3852" y="2184"/>
                    <a:ext cx="9" cy="9"/>
                  </a:xfrm>
                  <a:custGeom>
                    <a:avLst/>
                    <a:gdLst>
                      <a:gd name="T0" fmla="*/ 7 w 9"/>
                      <a:gd name="T1" fmla="*/ 0 h 9"/>
                      <a:gd name="T2" fmla="*/ 6 w 9"/>
                      <a:gd name="T3" fmla="*/ 0 h 9"/>
                      <a:gd name="T4" fmla="*/ 4 w 9"/>
                      <a:gd name="T5" fmla="*/ 0 h 9"/>
                      <a:gd name="T6" fmla="*/ 3 w 9"/>
                      <a:gd name="T7" fmla="*/ 0 h 9"/>
                      <a:gd name="T8" fmla="*/ 2 w 9"/>
                      <a:gd name="T9" fmla="*/ 2 h 9"/>
                      <a:gd name="T10" fmla="*/ 0 w 9"/>
                      <a:gd name="T11" fmla="*/ 3 h 9"/>
                      <a:gd name="T12" fmla="*/ 0 w 9"/>
                      <a:gd name="T13" fmla="*/ 5 h 9"/>
                      <a:gd name="T14" fmla="*/ 2 w 9"/>
                      <a:gd name="T15" fmla="*/ 6 h 9"/>
                      <a:gd name="T16" fmla="*/ 3 w 9"/>
                      <a:gd name="T17" fmla="*/ 7 h 9"/>
                      <a:gd name="T18" fmla="*/ 3 w 9"/>
                      <a:gd name="T19" fmla="*/ 7 h 9"/>
                      <a:gd name="T20" fmla="*/ 4 w 9"/>
                      <a:gd name="T21" fmla="*/ 9 h 9"/>
                      <a:gd name="T22" fmla="*/ 6 w 9"/>
                      <a:gd name="T23" fmla="*/ 9 h 9"/>
                      <a:gd name="T24" fmla="*/ 7 w 9"/>
                      <a:gd name="T25" fmla="*/ 7 h 9"/>
                      <a:gd name="T26" fmla="*/ 9 w 9"/>
                      <a:gd name="T27" fmla="*/ 6 h 9"/>
                      <a:gd name="T28" fmla="*/ 9 w 9"/>
                      <a:gd name="T29" fmla="*/ 5 h 9"/>
                      <a:gd name="T30" fmla="*/ 9 w 9"/>
                      <a:gd name="T31" fmla="*/ 3 h 9"/>
                      <a:gd name="T32" fmla="*/ 9 w 9"/>
                      <a:gd name="T33" fmla="*/ 2 h 9"/>
                      <a:gd name="T34" fmla="*/ 7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7" y="0"/>
                        </a:moveTo>
                        <a:lnTo>
                          <a:pt x="6" y="0"/>
                        </a:lnTo>
                        <a:lnTo>
                          <a:pt x="4" y="0"/>
                        </a:lnTo>
                        <a:lnTo>
                          <a:pt x="3" y="0"/>
                        </a:lnTo>
                        <a:lnTo>
                          <a:pt x="2" y="2"/>
                        </a:lnTo>
                        <a:lnTo>
                          <a:pt x="0" y="3"/>
                        </a:lnTo>
                        <a:lnTo>
                          <a:pt x="0" y="5"/>
                        </a:lnTo>
                        <a:lnTo>
                          <a:pt x="2" y="6"/>
                        </a:lnTo>
                        <a:lnTo>
                          <a:pt x="3" y="7"/>
                        </a:lnTo>
                        <a:lnTo>
                          <a:pt x="4" y="9"/>
                        </a:lnTo>
                        <a:lnTo>
                          <a:pt x="6" y="9"/>
                        </a:lnTo>
                        <a:lnTo>
                          <a:pt x="7" y="7"/>
                        </a:lnTo>
                        <a:lnTo>
                          <a:pt x="9" y="6"/>
                        </a:lnTo>
                        <a:lnTo>
                          <a:pt x="9" y="5"/>
                        </a:lnTo>
                        <a:lnTo>
                          <a:pt x="9" y="3"/>
                        </a:lnTo>
                        <a:lnTo>
                          <a:pt x="9" y="2"/>
                        </a:lnTo>
                        <a:lnTo>
                          <a:pt x="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49" name="Freeform 88"/>
                  <p:cNvSpPr>
                    <a:spLocks/>
                  </p:cNvSpPr>
                  <p:nvPr/>
                </p:nvSpPr>
                <p:spPr bwMode="auto">
                  <a:xfrm>
                    <a:off x="3867" y="2194"/>
                    <a:ext cx="8" cy="9"/>
                  </a:xfrm>
                  <a:custGeom>
                    <a:avLst/>
                    <a:gdLst>
                      <a:gd name="T0" fmla="*/ 7 w 8"/>
                      <a:gd name="T1" fmla="*/ 2 h 9"/>
                      <a:gd name="T2" fmla="*/ 5 w 8"/>
                      <a:gd name="T3" fmla="*/ 0 h 9"/>
                      <a:gd name="T4" fmla="*/ 4 w 8"/>
                      <a:gd name="T5" fmla="*/ 0 h 9"/>
                      <a:gd name="T6" fmla="*/ 2 w 8"/>
                      <a:gd name="T7" fmla="*/ 2 h 9"/>
                      <a:gd name="T8" fmla="*/ 1 w 8"/>
                      <a:gd name="T9" fmla="*/ 3 h 9"/>
                      <a:gd name="T10" fmla="*/ 0 w 8"/>
                      <a:gd name="T11" fmla="*/ 5 h 9"/>
                      <a:gd name="T12" fmla="*/ 0 w 8"/>
                      <a:gd name="T13" fmla="*/ 6 h 9"/>
                      <a:gd name="T14" fmla="*/ 1 w 8"/>
                      <a:gd name="T15" fmla="*/ 8 h 9"/>
                      <a:gd name="T16" fmla="*/ 2 w 8"/>
                      <a:gd name="T17" fmla="*/ 9 h 9"/>
                      <a:gd name="T18" fmla="*/ 2 w 8"/>
                      <a:gd name="T19" fmla="*/ 9 h 9"/>
                      <a:gd name="T20" fmla="*/ 4 w 8"/>
                      <a:gd name="T21" fmla="*/ 9 h 9"/>
                      <a:gd name="T22" fmla="*/ 5 w 8"/>
                      <a:gd name="T23" fmla="*/ 9 h 9"/>
                      <a:gd name="T24" fmla="*/ 7 w 8"/>
                      <a:gd name="T25" fmla="*/ 9 h 9"/>
                      <a:gd name="T26" fmla="*/ 8 w 8"/>
                      <a:gd name="T27" fmla="*/ 8 h 9"/>
                      <a:gd name="T28" fmla="*/ 8 w 8"/>
                      <a:gd name="T29" fmla="*/ 6 h 9"/>
                      <a:gd name="T30" fmla="*/ 8 w 8"/>
                      <a:gd name="T31" fmla="*/ 5 h 9"/>
                      <a:gd name="T32" fmla="*/ 8 w 8"/>
                      <a:gd name="T33" fmla="*/ 3 h 9"/>
                      <a:gd name="T34" fmla="*/ 7 w 8"/>
                      <a:gd name="T35" fmla="*/ 2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7" y="2"/>
                        </a:moveTo>
                        <a:lnTo>
                          <a:pt x="5" y="0"/>
                        </a:lnTo>
                        <a:lnTo>
                          <a:pt x="4" y="0"/>
                        </a:lnTo>
                        <a:lnTo>
                          <a:pt x="2" y="2"/>
                        </a:lnTo>
                        <a:lnTo>
                          <a:pt x="1" y="3"/>
                        </a:lnTo>
                        <a:lnTo>
                          <a:pt x="0" y="5"/>
                        </a:lnTo>
                        <a:lnTo>
                          <a:pt x="0" y="6"/>
                        </a:lnTo>
                        <a:lnTo>
                          <a:pt x="1" y="8"/>
                        </a:lnTo>
                        <a:lnTo>
                          <a:pt x="2" y="9"/>
                        </a:lnTo>
                        <a:lnTo>
                          <a:pt x="4" y="9"/>
                        </a:lnTo>
                        <a:lnTo>
                          <a:pt x="5" y="9"/>
                        </a:lnTo>
                        <a:lnTo>
                          <a:pt x="7" y="9"/>
                        </a:lnTo>
                        <a:lnTo>
                          <a:pt x="8" y="8"/>
                        </a:lnTo>
                        <a:lnTo>
                          <a:pt x="8" y="6"/>
                        </a:lnTo>
                        <a:lnTo>
                          <a:pt x="8" y="5"/>
                        </a:lnTo>
                        <a:lnTo>
                          <a:pt x="8" y="3"/>
                        </a:lnTo>
                        <a:lnTo>
                          <a:pt x="7"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50" name="Freeform 89"/>
                  <p:cNvSpPr>
                    <a:spLocks/>
                  </p:cNvSpPr>
                  <p:nvPr/>
                </p:nvSpPr>
                <p:spPr bwMode="auto">
                  <a:xfrm>
                    <a:off x="3880" y="2206"/>
                    <a:ext cx="8" cy="9"/>
                  </a:xfrm>
                  <a:custGeom>
                    <a:avLst/>
                    <a:gdLst>
                      <a:gd name="T0" fmla="*/ 7 w 8"/>
                      <a:gd name="T1" fmla="*/ 0 h 9"/>
                      <a:gd name="T2" fmla="*/ 5 w 8"/>
                      <a:gd name="T3" fmla="*/ 0 h 9"/>
                      <a:gd name="T4" fmla="*/ 4 w 8"/>
                      <a:gd name="T5" fmla="*/ 0 h 9"/>
                      <a:gd name="T6" fmla="*/ 3 w 8"/>
                      <a:gd name="T7" fmla="*/ 0 h 9"/>
                      <a:gd name="T8" fmla="*/ 1 w 8"/>
                      <a:gd name="T9" fmla="*/ 1 h 9"/>
                      <a:gd name="T10" fmla="*/ 0 w 8"/>
                      <a:gd name="T11" fmla="*/ 3 h 9"/>
                      <a:gd name="T12" fmla="*/ 0 w 8"/>
                      <a:gd name="T13" fmla="*/ 4 h 9"/>
                      <a:gd name="T14" fmla="*/ 1 w 8"/>
                      <a:gd name="T15" fmla="*/ 6 h 9"/>
                      <a:gd name="T16" fmla="*/ 3 w 8"/>
                      <a:gd name="T17" fmla="*/ 7 h 9"/>
                      <a:gd name="T18" fmla="*/ 3 w 8"/>
                      <a:gd name="T19" fmla="*/ 7 h 9"/>
                      <a:gd name="T20" fmla="*/ 4 w 8"/>
                      <a:gd name="T21" fmla="*/ 9 h 9"/>
                      <a:gd name="T22" fmla="*/ 5 w 8"/>
                      <a:gd name="T23" fmla="*/ 9 h 9"/>
                      <a:gd name="T24" fmla="*/ 7 w 8"/>
                      <a:gd name="T25" fmla="*/ 7 h 9"/>
                      <a:gd name="T26" fmla="*/ 8 w 8"/>
                      <a:gd name="T27" fmla="*/ 6 h 9"/>
                      <a:gd name="T28" fmla="*/ 8 w 8"/>
                      <a:gd name="T29" fmla="*/ 4 h 9"/>
                      <a:gd name="T30" fmla="*/ 8 w 8"/>
                      <a:gd name="T31" fmla="*/ 3 h 9"/>
                      <a:gd name="T32" fmla="*/ 8 w 8"/>
                      <a:gd name="T33" fmla="*/ 1 h 9"/>
                      <a:gd name="T34" fmla="*/ 7 w 8"/>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7" y="0"/>
                        </a:moveTo>
                        <a:lnTo>
                          <a:pt x="5" y="0"/>
                        </a:lnTo>
                        <a:lnTo>
                          <a:pt x="4" y="0"/>
                        </a:lnTo>
                        <a:lnTo>
                          <a:pt x="3" y="0"/>
                        </a:lnTo>
                        <a:lnTo>
                          <a:pt x="1" y="1"/>
                        </a:lnTo>
                        <a:lnTo>
                          <a:pt x="0" y="3"/>
                        </a:lnTo>
                        <a:lnTo>
                          <a:pt x="0" y="4"/>
                        </a:lnTo>
                        <a:lnTo>
                          <a:pt x="1" y="6"/>
                        </a:lnTo>
                        <a:lnTo>
                          <a:pt x="3" y="7"/>
                        </a:lnTo>
                        <a:lnTo>
                          <a:pt x="4" y="9"/>
                        </a:lnTo>
                        <a:lnTo>
                          <a:pt x="5" y="9"/>
                        </a:lnTo>
                        <a:lnTo>
                          <a:pt x="7" y="7"/>
                        </a:lnTo>
                        <a:lnTo>
                          <a:pt x="8" y="6"/>
                        </a:lnTo>
                        <a:lnTo>
                          <a:pt x="8" y="4"/>
                        </a:lnTo>
                        <a:lnTo>
                          <a:pt x="8" y="3"/>
                        </a:lnTo>
                        <a:lnTo>
                          <a:pt x="8" y="1"/>
                        </a:lnTo>
                        <a:lnTo>
                          <a:pt x="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51" name="Freeform 90"/>
                  <p:cNvSpPr>
                    <a:spLocks/>
                  </p:cNvSpPr>
                  <p:nvPr/>
                </p:nvSpPr>
                <p:spPr bwMode="auto">
                  <a:xfrm>
                    <a:off x="3894" y="2216"/>
                    <a:ext cx="9" cy="9"/>
                  </a:xfrm>
                  <a:custGeom>
                    <a:avLst/>
                    <a:gdLst>
                      <a:gd name="T0" fmla="*/ 6 w 9"/>
                      <a:gd name="T1" fmla="*/ 2 h 9"/>
                      <a:gd name="T2" fmla="*/ 5 w 9"/>
                      <a:gd name="T3" fmla="*/ 0 h 9"/>
                      <a:gd name="T4" fmla="*/ 3 w 9"/>
                      <a:gd name="T5" fmla="*/ 0 h 9"/>
                      <a:gd name="T6" fmla="*/ 2 w 9"/>
                      <a:gd name="T7" fmla="*/ 2 h 9"/>
                      <a:gd name="T8" fmla="*/ 0 w 9"/>
                      <a:gd name="T9" fmla="*/ 3 h 9"/>
                      <a:gd name="T10" fmla="*/ 0 w 9"/>
                      <a:gd name="T11" fmla="*/ 5 h 9"/>
                      <a:gd name="T12" fmla="*/ 0 w 9"/>
                      <a:gd name="T13" fmla="*/ 6 h 9"/>
                      <a:gd name="T14" fmla="*/ 0 w 9"/>
                      <a:gd name="T15" fmla="*/ 7 h 9"/>
                      <a:gd name="T16" fmla="*/ 2 w 9"/>
                      <a:gd name="T17" fmla="*/ 9 h 9"/>
                      <a:gd name="T18" fmla="*/ 2 w 9"/>
                      <a:gd name="T19" fmla="*/ 9 h 9"/>
                      <a:gd name="T20" fmla="*/ 3 w 9"/>
                      <a:gd name="T21" fmla="*/ 9 h 9"/>
                      <a:gd name="T22" fmla="*/ 5 w 9"/>
                      <a:gd name="T23" fmla="*/ 9 h 9"/>
                      <a:gd name="T24" fmla="*/ 6 w 9"/>
                      <a:gd name="T25" fmla="*/ 9 h 9"/>
                      <a:gd name="T26" fmla="*/ 7 w 9"/>
                      <a:gd name="T27" fmla="*/ 7 h 9"/>
                      <a:gd name="T28" fmla="*/ 9 w 9"/>
                      <a:gd name="T29" fmla="*/ 6 h 9"/>
                      <a:gd name="T30" fmla="*/ 9 w 9"/>
                      <a:gd name="T31" fmla="*/ 5 h 9"/>
                      <a:gd name="T32" fmla="*/ 7 w 9"/>
                      <a:gd name="T33" fmla="*/ 3 h 9"/>
                      <a:gd name="T34" fmla="*/ 6 w 9"/>
                      <a:gd name="T35" fmla="*/ 2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6" y="2"/>
                        </a:moveTo>
                        <a:lnTo>
                          <a:pt x="5" y="0"/>
                        </a:lnTo>
                        <a:lnTo>
                          <a:pt x="3" y="0"/>
                        </a:lnTo>
                        <a:lnTo>
                          <a:pt x="2" y="2"/>
                        </a:lnTo>
                        <a:lnTo>
                          <a:pt x="0" y="3"/>
                        </a:lnTo>
                        <a:lnTo>
                          <a:pt x="0" y="5"/>
                        </a:lnTo>
                        <a:lnTo>
                          <a:pt x="0" y="6"/>
                        </a:lnTo>
                        <a:lnTo>
                          <a:pt x="0" y="7"/>
                        </a:lnTo>
                        <a:lnTo>
                          <a:pt x="2" y="9"/>
                        </a:lnTo>
                        <a:lnTo>
                          <a:pt x="3" y="9"/>
                        </a:lnTo>
                        <a:lnTo>
                          <a:pt x="5" y="9"/>
                        </a:lnTo>
                        <a:lnTo>
                          <a:pt x="6" y="9"/>
                        </a:lnTo>
                        <a:lnTo>
                          <a:pt x="7" y="7"/>
                        </a:lnTo>
                        <a:lnTo>
                          <a:pt x="9" y="6"/>
                        </a:lnTo>
                        <a:lnTo>
                          <a:pt x="9" y="5"/>
                        </a:lnTo>
                        <a:lnTo>
                          <a:pt x="7" y="3"/>
                        </a:lnTo>
                        <a:lnTo>
                          <a:pt x="6"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52" name="Freeform 91"/>
                  <p:cNvSpPr>
                    <a:spLocks/>
                  </p:cNvSpPr>
                  <p:nvPr/>
                </p:nvSpPr>
                <p:spPr bwMode="auto">
                  <a:xfrm>
                    <a:off x="3907" y="2228"/>
                    <a:ext cx="9" cy="9"/>
                  </a:xfrm>
                  <a:custGeom>
                    <a:avLst/>
                    <a:gdLst>
                      <a:gd name="T0" fmla="*/ 8 w 9"/>
                      <a:gd name="T1" fmla="*/ 0 h 9"/>
                      <a:gd name="T2" fmla="*/ 6 w 9"/>
                      <a:gd name="T3" fmla="*/ 0 h 9"/>
                      <a:gd name="T4" fmla="*/ 5 w 9"/>
                      <a:gd name="T5" fmla="*/ 0 h 9"/>
                      <a:gd name="T6" fmla="*/ 3 w 9"/>
                      <a:gd name="T7" fmla="*/ 0 h 9"/>
                      <a:gd name="T8" fmla="*/ 2 w 9"/>
                      <a:gd name="T9" fmla="*/ 1 h 9"/>
                      <a:gd name="T10" fmla="*/ 0 w 9"/>
                      <a:gd name="T11" fmla="*/ 3 h 9"/>
                      <a:gd name="T12" fmla="*/ 0 w 9"/>
                      <a:gd name="T13" fmla="*/ 4 h 9"/>
                      <a:gd name="T14" fmla="*/ 2 w 9"/>
                      <a:gd name="T15" fmla="*/ 6 h 9"/>
                      <a:gd name="T16" fmla="*/ 3 w 9"/>
                      <a:gd name="T17" fmla="*/ 7 h 9"/>
                      <a:gd name="T18" fmla="*/ 3 w 9"/>
                      <a:gd name="T19" fmla="*/ 7 h 9"/>
                      <a:gd name="T20" fmla="*/ 5 w 9"/>
                      <a:gd name="T21" fmla="*/ 9 h 9"/>
                      <a:gd name="T22" fmla="*/ 6 w 9"/>
                      <a:gd name="T23" fmla="*/ 9 h 9"/>
                      <a:gd name="T24" fmla="*/ 8 w 9"/>
                      <a:gd name="T25" fmla="*/ 7 h 9"/>
                      <a:gd name="T26" fmla="*/ 9 w 9"/>
                      <a:gd name="T27" fmla="*/ 6 h 9"/>
                      <a:gd name="T28" fmla="*/ 9 w 9"/>
                      <a:gd name="T29" fmla="*/ 4 h 9"/>
                      <a:gd name="T30" fmla="*/ 9 w 9"/>
                      <a:gd name="T31" fmla="*/ 3 h 9"/>
                      <a:gd name="T32" fmla="*/ 9 w 9"/>
                      <a:gd name="T33" fmla="*/ 1 h 9"/>
                      <a:gd name="T34" fmla="*/ 8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8" y="0"/>
                        </a:moveTo>
                        <a:lnTo>
                          <a:pt x="6" y="0"/>
                        </a:lnTo>
                        <a:lnTo>
                          <a:pt x="5" y="0"/>
                        </a:lnTo>
                        <a:lnTo>
                          <a:pt x="3" y="0"/>
                        </a:lnTo>
                        <a:lnTo>
                          <a:pt x="2" y="1"/>
                        </a:lnTo>
                        <a:lnTo>
                          <a:pt x="0" y="3"/>
                        </a:lnTo>
                        <a:lnTo>
                          <a:pt x="0" y="4"/>
                        </a:lnTo>
                        <a:lnTo>
                          <a:pt x="2" y="6"/>
                        </a:lnTo>
                        <a:lnTo>
                          <a:pt x="3" y="7"/>
                        </a:lnTo>
                        <a:lnTo>
                          <a:pt x="5" y="9"/>
                        </a:lnTo>
                        <a:lnTo>
                          <a:pt x="6" y="9"/>
                        </a:lnTo>
                        <a:lnTo>
                          <a:pt x="8" y="7"/>
                        </a:lnTo>
                        <a:lnTo>
                          <a:pt x="9" y="6"/>
                        </a:lnTo>
                        <a:lnTo>
                          <a:pt x="9" y="4"/>
                        </a:lnTo>
                        <a:lnTo>
                          <a:pt x="9" y="3"/>
                        </a:lnTo>
                        <a:lnTo>
                          <a:pt x="9" y="1"/>
                        </a:lnTo>
                        <a:lnTo>
                          <a:pt x="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53" name="Freeform 92"/>
                  <p:cNvSpPr>
                    <a:spLocks/>
                  </p:cNvSpPr>
                  <p:nvPr/>
                </p:nvSpPr>
                <p:spPr bwMode="auto">
                  <a:xfrm>
                    <a:off x="3920" y="2238"/>
                    <a:ext cx="9" cy="9"/>
                  </a:xfrm>
                  <a:custGeom>
                    <a:avLst/>
                    <a:gdLst>
                      <a:gd name="T0" fmla="*/ 8 w 9"/>
                      <a:gd name="T1" fmla="*/ 1 h 9"/>
                      <a:gd name="T2" fmla="*/ 6 w 9"/>
                      <a:gd name="T3" fmla="*/ 0 h 9"/>
                      <a:gd name="T4" fmla="*/ 5 w 9"/>
                      <a:gd name="T5" fmla="*/ 0 h 9"/>
                      <a:gd name="T6" fmla="*/ 3 w 9"/>
                      <a:gd name="T7" fmla="*/ 1 h 9"/>
                      <a:gd name="T8" fmla="*/ 2 w 9"/>
                      <a:gd name="T9" fmla="*/ 3 h 9"/>
                      <a:gd name="T10" fmla="*/ 0 w 9"/>
                      <a:gd name="T11" fmla="*/ 4 h 9"/>
                      <a:gd name="T12" fmla="*/ 0 w 9"/>
                      <a:gd name="T13" fmla="*/ 6 h 9"/>
                      <a:gd name="T14" fmla="*/ 2 w 9"/>
                      <a:gd name="T15" fmla="*/ 7 h 9"/>
                      <a:gd name="T16" fmla="*/ 3 w 9"/>
                      <a:gd name="T17" fmla="*/ 9 h 9"/>
                      <a:gd name="T18" fmla="*/ 3 w 9"/>
                      <a:gd name="T19" fmla="*/ 9 h 9"/>
                      <a:gd name="T20" fmla="*/ 5 w 9"/>
                      <a:gd name="T21" fmla="*/ 9 h 9"/>
                      <a:gd name="T22" fmla="*/ 6 w 9"/>
                      <a:gd name="T23" fmla="*/ 9 h 9"/>
                      <a:gd name="T24" fmla="*/ 8 w 9"/>
                      <a:gd name="T25" fmla="*/ 9 h 9"/>
                      <a:gd name="T26" fmla="*/ 9 w 9"/>
                      <a:gd name="T27" fmla="*/ 7 h 9"/>
                      <a:gd name="T28" fmla="*/ 9 w 9"/>
                      <a:gd name="T29" fmla="*/ 6 h 9"/>
                      <a:gd name="T30" fmla="*/ 9 w 9"/>
                      <a:gd name="T31" fmla="*/ 4 h 9"/>
                      <a:gd name="T32" fmla="*/ 9 w 9"/>
                      <a:gd name="T33" fmla="*/ 3 h 9"/>
                      <a:gd name="T34" fmla="*/ 8 w 9"/>
                      <a:gd name="T35" fmla="*/ 1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8" y="1"/>
                        </a:moveTo>
                        <a:lnTo>
                          <a:pt x="6" y="0"/>
                        </a:lnTo>
                        <a:lnTo>
                          <a:pt x="5" y="0"/>
                        </a:lnTo>
                        <a:lnTo>
                          <a:pt x="3" y="1"/>
                        </a:lnTo>
                        <a:lnTo>
                          <a:pt x="2" y="3"/>
                        </a:lnTo>
                        <a:lnTo>
                          <a:pt x="0" y="4"/>
                        </a:lnTo>
                        <a:lnTo>
                          <a:pt x="0" y="6"/>
                        </a:lnTo>
                        <a:lnTo>
                          <a:pt x="2" y="7"/>
                        </a:lnTo>
                        <a:lnTo>
                          <a:pt x="3" y="9"/>
                        </a:lnTo>
                        <a:lnTo>
                          <a:pt x="5" y="9"/>
                        </a:lnTo>
                        <a:lnTo>
                          <a:pt x="6" y="9"/>
                        </a:lnTo>
                        <a:lnTo>
                          <a:pt x="8" y="9"/>
                        </a:lnTo>
                        <a:lnTo>
                          <a:pt x="9" y="7"/>
                        </a:lnTo>
                        <a:lnTo>
                          <a:pt x="9" y="6"/>
                        </a:lnTo>
                        <a:lnTo>
                          <a:pt x="9" y="4"/>
                        </a:lnTo>
                        <a:lnTo>
                          <a:pt x="9" y="3"/>
                        </a:lnTo>
                        <a:lnTo>
                          <a:pt x="8"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54" name="Freeform 93"/>
                  <p:cNvSpPr>
                    <a:spLocks/>
                  </p:cNvSpPr>
                  <p:nvPr/>
                </p:nvSpPr>
                <p:spPr bwMode="auto">
                  <a:xfrm>
                    <a:off x="3935" y="2250"/>
                    <a:ext cx="9" cy="8"/>
                  </a:xfrm>
                  <a:custGeom>
                    <a:avLst/>
                    <a:gdLst>
                      <a:gd name="T0" fmla="*/ 6 w 9"/>
                      <a:gd name="T1" fmla="*/ 0 h 8"/>
                      <a:gd name="T2" fmla="*/ 4 w 9"/>
                      <a:gd name="T3" fmla="*/ 0 h 8"/>
                      <a:gd name="T4" fmla="*/ 3 w 9"/>
                      <a:gd name="T5" fmla="*/ 0 h 8"/>
                      <a:gd name="T6" fmla="*/ 1 w 9"/>
                      <a:gd name="T7" fmla="*/ 0 h 8"/>
                      <a:gd name="T8" fmla="*/ 0 w 9"/>
                      <a:gd name="T9" fmla="*/ 1 h 8"/>
                      <a:gd name="T10" fmla="*/ 0 w 9"/>
                      <a:gd name="T11" fmla="*/ 2 h 8"/>
                      <a:gd name="T12" fmla="*/ 0 w 9"/>
                      <a:gd name="T13" fmla="*/ 4 h 8"/>
                      <a:gd name="T14" fmla="*/ 0 w 9"/>
                      <a:gd name="T15" fmla="*/ 5 h 8"/>
                      <a:gd name="T16" fmla="*/ 1 w 9"/>
                      <a:gd name="T17" fmla="*/ 7 h 8"/>
                      <a:gd name="T18" fmla="*/ 1 w 9"/>
                      <a:gd name="T19" fmla="*/ 7 h 8"/>
                      <a:gd name="T20" fmla="*/ 3 w 9"/>
                      <a:gd name="T21" fmla="*/ 8 h 8"/>
                      <a:gd name="T22" fmla="*/ 4 w 9"/>
                      <a:gd name="T23" fmla="*/ 8 h 8"/>
                      <a:gd name="T24" fmla="*/ 6 w 9"/>
                      <a:gd name="T25" fmla="*/ 7 h 8"/>
                      <a:gd name="T26" fmla="*/ 7 w 9"/>
                      <a:gd name="T27" fmla="*/ 5 h 8"/>
                      <a:gd name="T28" fmla="*/ 9 w 9"/>
                      <a:gd name="T29" fmla="*/ 4 h 8"/>
                      <a:gd name="T30" fmla="*/ 9 w 9"/>
                      <a:gd name="T31" fmla="*/ 2 h 8"/>
                      <a:gd name="T32" fmla="*/ 7 w 9"/>
                      <a:gd name="T33" fmla="*/ 1 h 8"/>
                      <a:gd name="T34" fmla="*/ 6 w 9"/>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6" y="0"/>
                        </a:moveTo>
                        <a:lnTo>
                          <a:pt x="4" y="0"/>
                        </a:lnTo>
                        <a:lnTo>
                          <a:pt x="3" y="0"/>
                        </a:lnTo>
                        <a:lnTo>
                          <a:pt x="1" y="0"/>
                        </a:lnTo>
                        <a:lnTo>
                          <a:pt x="0" y="1"/>
                        </a:lnTo>
                        <a:lnTo>
                          <a:pt x="0" y="2"/>
                        </a:lnTo>
                        <a:lnTo>
                          <a:pt x="0" y="4"/>
                        </a:lnTo>
                        <a:lnTo>
                          <a:pt x="0" y="5"/>
                        </a:lnTo>
                        <a:lnTo>
                          <a:pt x="1" y="7"/>
                        </a:lnTo>
                        <a:lnTo>
                          <a:pt x="3" y="8"/>
                        </a:lnTo>
                        <a:lnTo>
                          <a:pt x="4" y="8"/>
                        </a:lnTo>
                        <a:lnTo>
                          <a:pt x="6" y="7"/>
                        </a:lnTo>
                        <a:lnTo>
                          <a:pt x="7" y="5"/>
                        </a:lnTo>
                        <a:lnTo>
                          <a:pt x="9" y="4"/>
                        </a:lnTo>
                        <a:lnTo>
                          <a:pt x="9" y="2"/>
                        </a:lnTo>
                        <a:lnTo>
                          <a:pt x="7" y="1"/>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grpSp>
            <p:grpSp>
              <p:nvGrpSpPr>
                <p:cNvPr id="14" name="Group 13"/>
                <p:cNvGrpSpPr/>
                <p:nvPr/>
              </p:nvGrpSpPr>
              <p:grpSpPr>
                <a:xfrm rot="2867199">
                  <a:off x="3235212" y="2592114"/>
                  <a:ext cx="5284788" cy="1771650"/>
                  <a:chOff x="2165350" y="2533650"/>
                  <a:chExt cx="5284788" cy="1771650"/>
                </a:xfrm>
              </p:grpSpPr>
              <p:grpSp>
                <p:nvGrpSpPr>
                  <p:cNvPr id="29" name="Group 94"/>
                  <p:cNvGrpSpPr>
                    <a:grpSpLocks/>
                  </p:cNvGrpSpPr>
                  <p:nvPr/>
                </p:nvGrpSpPr>
                <p:grpSpPr bwMode="auto">
                  <a:xfrm>
                    <a:off x="5692775" y="3587750"/>
                    <a:ext cx="546100" cy="122238"/>
                    <a:chOff x="3598" y="2212"/>
                    <a:chExt cx="344" cy="77"/>
                  </a:xfrm>
                </p:grpSpPr>
                <p:sp>
                  <p:nvSpPr>
                    <p:cNvPr id="309" name="Freeform 95"/>
                    <p:cNvSpPr>
                      <a:spLocks/>
                    </p:cNvSpPr>
                    <p:nvPr/>
                  </p:nvSpPr>
                  <p:spPr bwMode="auto">
                    <a:xfrm>
                      <a:off x="3598" y="2280"/>
                      <a:ext cx="9" cy="9"/>
                    </a:xfrm>
                    <a:custGeom>
                      <a:avLst/>
                      <a:gdLst>
                        <a:gd name="T0" fmla="*/ 4 w 9"/>
                        <a:gd name="T1" fmla="*/ 0 h 9"/>
                        <a:gd name="T2" fmla="*/ 3 w 9"/>
                        <a:gd name="T3" fmla="*/ 2 h 9"/>
                        <a:gd name="T4" fmla="*/ 1 w 9"/>
                        <a:gd name="T5" fmla="*/ 3 h 9"/>
                        <a:gd name="T6" fmla="*/ 0 w 9"/>
                        <a:gd name="T7" fmla="*/ 4 h 9"/>
                        <a:gd name="T8" fmla="*/ 0 w 9"/>
                        <a:gd name="T9" fmla="*/ 4 h 9"/>
                        <a:gd name="T10" fmla="*/ 1 w 9"/>
                        <a:gd name="T11" fmla="*/ 6 h 9"/>
                        <a:gd name="T12" fmla="*/ 3 w 9"/>
                        <a:gd name="T13" fmla="*/ 7 h 9"/>
                        <a:gd name="T14" fmla="*/ 4 w 9"/>
                        <a:gd name="T15" fmla="*/ 9 h 9"/>
                        <a:gd name="T16" fmla="*/ 6 w 9"/>
                        <a:gd name="T17" fmla="*/ 9 h 9"/>
                        <a:gd name="T18" fmla="*/ 6 w 9"/>
                        <a:gd name="T19" fmla="*/ 9 h 9"/>
                        <a:gd name="T20" fmla="*/ 7 w 9"/>
                        <a:gd name="T21" fmla="*/ 7 h 9"/>
                        <a:gd name="T22" fmla="*/ 9 w 9"/>
                        <a:gd name="T23" fmla="*/ 6 h 9"/>
                        <a:gd name="T24" fmla="*/ 9 w 9"/>
                        <a:gd name="T25" fmla="*/ 4 h 9"/>
                        <a:gd name="T26" fmla="*/ 9 w 9"/>
                        <a:gd name="T27" fmla="*/ 3 h 9"/>
                        <a:gd name="T28" fmla="*/ 9 w 9"/>
                        <a:gd name="T29" fmla="*/ 2 h 9"/>
                        <a:gd name="T30" fmla="*/ 7 w 9"/>
                        <a:gd name="T31" fmla="*/ 0 h 9"/>
                        <a:gd name="T32" fmla="*/ 6 w 9"/>
                        <a:gd name="T33" fmla="*/ 0 h 9"/>
                        <a:gd name="T34" fmla="*/ 4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4" y="0"/>
                          </a:moveTo>
                          <a:lnTo>
                            <a:pt x="3" y="2"/>
                          </a:lnTo>
                          <a:lnTo>
                            <a:pt x="1" y="3"/>
                          </a:lnTo>
                          <a:lnTo>
                            <a:pt x="0" y="4"/>
                          </a:lnTo>
                          <a:lnTo>
                            <a:pt x="1" y="6"/>
                          </a:lnTo>
                          <a:lnTo>
                            <a:pt x="3" y="7"/>
                          </a:lnTo>
                          <a:lnTo>
                            <a:pt x="4" y="9"/>
                          </a:lnTo>
                          <a:lnTo>
                            <a:pt x="6" y="9"/>
                          </a:lnTo>
                          <a:lnTo>
                            <a:pt x="7" y="7"/>
                          </a:lnTo>
                          <a:lnTo>
                            <a:pt x="9" y="6"/>
                          </a:lnTo>
                          <a:lnTo>
                            <a:pt x="9" y="4"/>
                          </a:lnTo>
                          <a:lnTo>
                            <a:pt x="9" y="3"/>
                          </a:lnTo>
                          <a:lnTo>
                            <a:pt x="9" y="2"/>
                          </a:lnTo>
                          <a:lnTo>
                            <a:pt x="7" y="0"/>
                          </a:lnTo>
                          <a:lnTo>
                            <a:pt x="6"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10" name="Freeform 96"/>
                    <p:cNvSpPr>
                      <a:spLocks/>
                    </p:cNvSpPr>
                    <p:nvPr/>
                  </p:nvSpPr>
                  <p:spPr bwMode="auto">
                    <a:xfrm>
                      <a:off x="3614" y="2273"/>
                      <a:ext cx="9" cy="9"/>
                    </a:xfrm>
                    <a:custGeom>
                      <a:avLst/>
                      <a:gdLst>
                        <a:gd name="T0" fmla="*/ 1 w 9"/>
                        <a:gd name="T1" fmla="*/ 0 h 9"/>
                        <a:gd name="T2" fmla="*/ 0 w 9"/>
                        <a:gd name="T3" fmla="*/ 1 h 9"/>
                        <a:gd name="T4" fmla="*/ 0 w 9"/>
                        <a:gd name="T5" fmla="*/ 3 h 9"/>
                        <a:gd name="T6" fmla="*/ 0 w 9"/>
                        <a:gd name="T7" fmla="*/ 4 h 9"/>
                        <a:gd name="T8" fmla="*/ 0 w 9"/>
                        <a:gd name="T9" fmla="*/ 6 h 9"/>
                        <a:gd name="T10" fmla="*/ 1 w 9"/>
                        <a:gd name="T11" fmla="*/ 7 h 9"/>
                        <a:gd name="T12" fmla="*/ 3 w 9"/>
                        <a:gd name="T13" fmla="*/ 9 h 9"/>
                        <a:gd name="T14" fmla="*/ 4 w 9"/>
                        <a:gd name="T15" fmla="*/ 9 h 9"/>
                        <a:gd name="T16" fmla="*/ 6 w 9"/>
                        <a:gd name="T17" fmla="*/ 7 h 9"/>
                        <a:gd name="T18" fmla="*/ 6 w 9"/>
                        <a:gd name="T19" fmla="*/ 7 h 9"/>
                        <a:gd name="T20" fmla="*/ 7 w 9"/>
                        <a:gd name="T21" fmla="*/ 6 h 9"/>
                        <a:gd name="T22" fmla="*/ 9 w 9"/>
                        <a:gd name="T23" fmla="*/ 4 h 9"/>
                        <a:gd name="T24" fmla="*/ 9 w 9"/>
                        <a:gd name="T25" fmla="*/ 3 h 9"/>
                        <a:gd name="T26" fmla="*/ 7 w 9"/>
                        <a:gd name="T27" fmla="*/ 1 h 9"/>
                        <a:gd name="T28" fmla="*/ 6 w 9"/>
                        <a:gd name="T29" fmla="*/ 0 h 9"/>
                        <a:gd name="T30" fmla="*/ 4 w 9"/>
                        <a:gd name="T31" fmla="*/ 0 h 9"/>
                        <a:gd name="T32" fmla="*/ 3 w 9"/>
                        <a:gd name="T33" fmla="*/ 0 h 9"/>
                        <a:gd name="T34" fmla="*/ 1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1" y="0"/>
                          </a:moveTo>
                          <a:lnTo>
                            <a:pt x="0" y="1"/>
                          </a:lnTo>
                          <a:lnTo>
                            <a:pt x="0" y="3"/>
                          </a:lnTo>
                          <a:lnTo>
                            <a:pt x="0" y="4"/>
                          </a:lnTo>
                          <a:lnTo>
                            <a:pt x="0" y="6"/>
                          </a:lnTo>
                          <a:lnTo>
                            <a:pt x="1" y="7"/>
                          </a:lnTo>
                          <a:lnTo>
                            <a:pt x="3" y="9"/>
                          </a:lnTo>
                          <a:lnTo>
                            <a:pt x="4" y="9"/>
                          </a:lnTo>
                          <a:lnTo>
                            <a:pt x="6" y="7"/>
                          </a:lnTo>
                          <a:lnTo>
                            <a:pt x="7" y="6"/>
                          </a:lnTo>
                          <a:lnTo>
                            <a:pt x="9" y="4"/>
                          </a:lnTo>
                          <a:lnTo>
                            <a:pt x="9" y="3"/>
                          </a:lnTo>
                          <a:lnTo>
                            <a:pt x="7" y="1"/>
                          </a:lnTo>
                          <a:lnTo>
                            <a:pt x="6" y="0"/>
                          </a:lnTo>
                          <a:lnTo>
                            <a:pt x="4" y="0"/>
                          </a:lnTo>
                          <a:lnTo>
                            <a:pt x="3" y="0"/>
                          </a:lnTo>
                          <a:lnTo>
                            <a:pt x="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11" name="Freeform 97"/>
                    <p:cNvSpPr>
                      <a:spLocks/>
                    </p:cNvSpPr>
                    <p:nvPr/>
                  </p:nvSpPr>
                  <p:spPr bwMode="auto">
                    <a:xfrm>
                      <a:off x="3628" y="2264"/>
                      <a:ext cx="9" cy="9"/>
                    </a:xfrm>
                    <a:custGeom>
                      <a:avLst/>
                      <a:gdLst>
                        <a:gd name="T0" fmla="*/ 3 w 9"/>
                        <a:gd name="T1" fmla="*/ 0 h 9"/>
                        <a:gd name="T2" fmla="*/ 2 w 9"/>
                        <a:gd name="T3" fmla="*/ 2 h 9"/>
                        <a:gd name="T4" fmla="*/ 0 w 9"/>
                        <a:gd name="T5" fmla="*/ 3 h 9"/>
                        <a:gd name="T6" fmla="*/ 0 w 9"/>
                        <a:gd name="T7" fmla="*/ 4 h 9"/>
                        <a:gd name="T8" fmla="*/ 2 w 9"/>
                        <a:gd name="T9" fmla="*/ 6 h 9"/>
                        <a:gd name="T10" fmla="*/ 3 w 9"/>
                        <a:gd name="T11" fmla="*/ 7 h 9"/>
                        <a:gd name="T12" fmla="*/ 5 w 9"/>
                        <a:gd name="T13" fmla="*/ 9 h 9"/>
                        <a:gd name="T14" fmla="*/ 6 w 9"/>
                        <a:gd name="T15" fmla="*/ 9 h 9"/>
                        <a:gd name="T16" fmla="*/ 8 w 9"/>
                        <a:gd name="T17" fmla="*/ 7 h 9"/>
                        <a:gd name="T18" fmla="*/ 8 w 9"/>
                        <a:gd name="T19" fmla="*/ 7 h 9"/>
                        <a:gd name="T20" fmla="*/ 9 w 9"/>
                        <a:gd name="T21" fmla="*/ 6 h 9"/>
                        <a:gd name="T22" fmla="*/ 9 w 9"/>
                        <a:gd name="T23" fmla="*/ 4 h 9"/>
                        <a:gd name="T24" fmla="*/ 9 w 9"/>
                        <a:gd name="T25" fmla="*/ 3 h 9"/>
                        <a:gd name="T26" fmla="*/ 9 w 9"/>
                        <a:gd name="T27" fmla="*/ 2 h 9"/>
                        <a:gd name="T28" fmla="*/ 8 w 9"/>
                        <a:gd name="T29" fmla="*/ 0 h 9"/>
                        <a:gd name="T30" fmla="*/ 6 w 9"/>
                        <a:gd name="T31" fmla="*/ 0 h 9"/>
                        <a:gd name="T32" fmla="*/ 5 w 9"/>
                        <a:gd name="T33" fmla="*/ 0 h 9"/>
                        <a:gd name="T34" fmla="*/ 3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3" y="0"/>
                          </a:moveTo>
                          <a:lnTo>
                            <a:pt x="2" y="2"/>
                          </a:lnTo>
                          <a:lnTo>
                            <a:pt x="0" y="3"/>
                          </a:lnTo>
                          <a:lnTo>
                            <a:pt x="0" y="4"/>
                          </a:lnTo>
                          <a:lnTo>
                            <a:pt x="2" y="6"/>
                          </a:lnTo>
                          <a:lnTo>
                            <a:pt x="3" y="7"/>
                          </a:lnTo>
                          <a:lnTo>
                            <a:pt x="5" y="9"/>
                          </a:lnTo>
                          <a:lnTo>
                            <a:pt x="6" y="9"/>
                          </a:lnTo>
                          <a:lnTo>
                            <a:pt x="8" y="7"/>
                          </a:lnTo>
                          <a:lnTo>
                            <a:pt x="9" y="6"/>
                          </a:lnTo>
                          <a:lnTo>
                            <a:pt x="9" y="4"/>
                          </a:lnTo>
                          <a:lnTo>
                            <a:pt x="9" y="3"/>
                          </a:lnTo>
                          <a:lnTo>
                            <a:pt x="9" y="2"/>
                          </a:lnTo>
                          <a:lnTo>
                            <a:pt x="8" y="0"/>
                          </a:lnTo>
                          <a:lnTo>
                            <a:pt x="6" y="0"/>
                          </a:lnTo>
                          <a:lnTo>
                            <a:pt x="5"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12" name="Freeform 98"/>
                    <p:cNvSpPr>
                      <a:spLocks/>
                    </p:cNvSpPr>
                    <p:nvPr/>
                  </p:nvSpPr>
                  <p:spPr bwMode="auto">
                    <a:xfrm>
                      <a:off x="3644" y="2255"/>
                      <a:ext cx="9" cy="9"/>
                    </a:xfrm>
                    <a:custGeom>
                      <a:avLst/>
                      <a:gdLst>
                        <a:gd name="T0" fmla="*/ 2 w 9"/>
                        <a:gd name="T1" fmla="*/ 0 h 9"/>
                        <a:gd name="T2" fmla="*/ 0 w 9"/>
                        <a:gd name="T3" fmla="*/ 2 h 9"/>
                        <a:gd name="T4" fmla="*/ 0 w 9"/>
                        <a:gd name="T5" fmla="*/ 3 h 9"/>
                        <a:gd name="T6" fmla="*/ 0 w 9"/>
                        <a:gd name="T7" fmla="*/ 5 h 9"/>
                        <a:gd name="T8" fmla="*/ 0 w 9"/>
                        <a:gd name="T9" fmla="*/ 6 h 9"/>
                        <a:gd name="T10" fmla="*/ 2 w 9"/>
                        <a:gd name="T11" fmla="*/ 8 h 9"/>
                        <a:gd name="T12" fmla="*/ 3 w 9"/>
                        <a:gd name="T13" fmla="*/ 9 h 9"/>
                        <a:gd name="T14" fmla="*/ 5 w 9"/>
                        <a:gd name="T15" fmla="*/ 9 h 9"/>
                        <a:gd name="T16" fmla="*/ 6 w 9"/>
                        <a:gd name="T17" fmla="*/ 8 h 9"/>
                        <a:gd name="T18" fmla="*/ 6 w 9"/>
                        <a:gd name="T19" fmla="*/ 8 h 9"/>
                        <a:gd name="T20" fmla="*/ 8 w 9"/>
                        <a:gd name="T21" fmla="*/ 6 h 9"/>
                        <a:gd name="T22" fmla="*/ 9 w 9"/>
                        <a:gd name="T23" fmla="*/ 5 h 9"/>
                        <a:gd name="T24" fmla="*/ 9 w 9"/>
                        <a:gd name="T25" fmla="*/ 3 h 9"/>
                        <a:gd name="T26" fmla="*/ 8 w 9"/>
                        <a:gd name="T27" fmla="*/ 2 h 9"/>
                        <a:gd name="T28" fmla="*/ 6 w 9"/>
                        <a:gd name="T29" fmla="*/ 0 h 9"/>
                        <a:gd name="T30" fmla="*/ 5 w 9"/>
                        <a:gd name="T31" fmla="*/ 0 h 9"/>
                        <a:gd name="T32" fmla="*/ 3 w 9"/>
                        <a:gd name="T33" fmla="*/ 0 h 9"/>
                        <a:gd name="T34" fmla="*/ 2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2" y="0"/>
                          </a:moveTo>
                          <a:lnTo>
                            <a:pt x="0" y="2"/>
                          </a:lnTo>
                          <a:lnTo>
                            <a:pt x="0" y="3"/>
                          </a:lnTo>
                          <a:lnTo>
                            <a:pt x="0" y="5"/>
                          </a:lnTo>
                          <a:lnTo>
                            <a:pt x="0" y="6"/>
                          </a:lnTo>
                          <a:lnTo>
                            <a:pt x="2" y="8"/>
                          </a:lnTo>
                          <a:lnTo>
                            <a:pt x="3" y="9"/>
                          </a:lnTo>
                          <a:lnTo>
                            <a:pt x="5" y="9"/>
                          </a:lnTo>
                          <a:lnTo>
                            <a:pt x="6" y="8"/>
                          </a:lnTo>
                          <a:lnTo>
                            <a:pt x="8" y="6"/>
                          </a:lnTo>
                          <a:lnTo>
                            <a:pt x="9" y="5"/>
                          </a:lnTo>
                          <a:lnTo>
                            <a:pt x="9" y="3"/>
                          </a:lnTo>
                          <a:lnTo>
                            <a:pt x="8" y="2"/>
                          </a:lnTo>
                          <a:lnTo>
                            <a:pt x="6" y="0"/>
                          </a:lnTo>
                          <a:lnTo>
                            <a:pt x="5" y="0"/>
                          </a:lnTo>
                          <a:lnTo>
                            <a:pt x="3" y="0"/>
                          </a:lnTo>
                          <a:lnTo>
                            <a:pt x="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13" name="Freeform 99"/>
                    <p:cNvSpPr>
                      <a:spLocks/>
                    </p:cNvSpPr>
                    <p:nvPr/>
                  </p:nvSpPr>
                  <p:spPr bwMode="auto">
                    <a:xfrm>
                      <a:off x="3659" y="2247"/>
                      <a:ext cx="9" cy="8"/>
                    </a:xfrm>
                    <a:custGeom>
                      <a:avLst/>
                      <a:gdLst>
                        <a:gd name="T0" fmla="*/ 3 w 9"/>
                        <a:gd name="T1" fmla="*/ 0 h 8"/>
                        <a:gd name="T2" fmla="*/ 1 w 9"/>
                        <a:gd name="T3" fmla="*/ 1 h 8"/>
                        <a:gd name="T4" fmla="*/ 0 w 9"/>
                        <a:gd name="T5" fmla="*/ 3 h 8"/>
                        <a:gd name="T6" fmla="*/ 0 w 9"/>
                        <a:gd name="T7" fmla="*/ 4 h 8"/>
                        <a:gd name="T8" fmla="*/ 1 w 9"/>
                        <a:gd name="T9" fmla="*/ 5 h 8"/>
                        <a:gd name="T10" fmla="*/ 3 w 9"/>
                        <a:gd name="T11" fmla="*/ 7 h 8"/>
                        <a:gd name="T12" fmla="*/ 4 w 9"/>
                        <a:gd name="T13" fmla="*/ 8 h 8"/>
                        <a:gd name="T14" fmla="*/ 6 w 9"/>
                        <a:gd name="T15" fmla="*/ 8 h 8"/>
                        <a:gd name="T16" fmla="*/ 7 w 9"/>
                        <a:gd name="T17" fmla="*/ 7 h 8"/>
                        <a:gd name="T18" fmla="*/ 7 w 9"/>
                        <a:gd name="T19" fmla="*/ 7 h 8"/>
                        <a:gd name="T20" fmla="*/ 9 w 9"/>
                        <a:gd name="T21" fmla="*/ 5 h 8"/>
                        <a:gd name="T22" fmla="*/ 9 w 9"/>
                        <a:gd name="T23" fmla="*/ 4 h 8"/>
                        <a:gd name="T24" fmla="*/ 9 w 9"/>
                        <a:gd name="T25" fmla="*/ 3 h 8"/>
                        <a:gd name="T26" fmla="*/ 9 w 9"/>
                        <a:gd name="T27" fmla="*/ 1 h 8"/>
                        <a:gd name="T28" fmla="*/ 7 w 9"/>
                        <a:gd name="T29" fmla="*/ 0 h 8"/>
                        <a:gd name="T30" fmla="*/ 6 w 9"/>
                        <a:gd name="T31" fmla="*/ 0 h 8"/>
                        <a:gd name="T32" fmla="*/ 4 w 9"/>
                        <a:gd name="T33" fmla="*/ 0 h 8"/>
                        <a:gd name="T34" fmla="*/ 3 w 9"/>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3" y="0"/>
                          </a:moveTo>
                          <a:lnTo>
                            <a:pt x="1" y="1"/>
                          </a:lnTo>
                          <a:lnTo>
                            <a:pt x="0" y="3"/>
                          </a:lnTo>
                          <a:lnTo>
                            <a:pt x="0" y="4"/>
                          </a:lnTo>
                          <a:lnTo>
                            <a:pt x="1" y="5"/>
                          </a:lnTo>
                          <a:lnTo>
                            <a:pt x="3" y="7"/>
                          </a:lnTo>
                          <a:lnTo>
                            <a:pt x="4" y="8"/>
                          </a:lnTo>
                          <a:lnTo>
                            <a:pt x="6" y="8"/>
                          </a:lnTo>
                          <a:lnTo>
                            <a:pt x="7" y="7"/>
                          </a:lnTo>
                          <a:lnTo>
                            <a:pt x="9" y="5"/>
                          </a:lnTo>
                          <a:lnTo>
                            <a:pt x="9" y="4"/>
                          </a:lnTo>
                          <a:lnTo>
                            <a:pt x="9" y="3"/>
                          </a:lnTo>
                          <a:lnTo>
                            <a:pt x="9" y="1"/>
                          </a:lnTo>
                          <a:lnTo>
                            <a:pt x="7" y="0"/>
                          </a:lnTo>
                          <a:lnTo>
                            <a:pt x="6" y="0"/>
                          </a:lnTo>
                          <a:lnTo>
                            <a:pt x="4"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14" name="Freeform 100"/>
                    <p:cNvSpPr>
                      <a:spLocks/>
                    </p:cNvSpPr>
                    <p:nvPr/>
                  </p:nvSpPr>
                  <p:spPr bwMode="auto">
                    <a:xfrm>
                      <a:off x="3675" y="2238"/>
                      <a:ext cx="9" cy="9"/>
                    </a:xfrm>
                    <a:custGeom>
                      <a:avLst/>
                      <a:gdLst>
                        <a:gd name="T0" fmla="*/ 3 w 9"/>
                        <a:gd name="T1" fmla="*/ 0 h 9"/>
                        <a:gd name="T2" fmla="*/ 1 w 9"/>
                        <a:gd name="T3" fmla="*/ 1 h 9"/>
                        <a:gd name="T4" fmla="*/ 0 w 9"/>
                        <a:gd name="T5" fmla="*/ 3 h 9"/>
                        <a:gd name="T6" fmla="*/ 0 w 9"/>
                        <a:gd name="T7" fmla="*/ 4 h 9"/>
                        <a:gd name="T8" fmla="*/ 0 w 9"/>
                        <a:gd name="T9" fmla="*/ 6 h 9"/>
                        <a:gd name="T10" fmla="*/ 0 w 9"/>
                        <a:gd name="T11" fmla="*/ 7 h 9"/>
                        <a:gd name="T12" fmla="*/ 1 w 9"/>
                        <a:gd name="T13" fmla="*/ 9 h 9"/>
                        <a:gd name="T14" fmla="*/ 3 w 9"/>
                        <a:gd name="T15" fmla="*/ 9 h 9"/>
                        <a:gd name="T16" fmla="*/ 4 w 9"/>
                        <a:gd name="T17" fmla="*/ 9 h 9"/>
                        <a:gd name="T18" fmla="*/ 4 w 9"/>
                        <a:gd name="T19" fmla="*/ 9 h 9"/>
                        <a:gd name="T20" fmla="*/ 6 w 9"/>
                        <a:gd name="T21" fmla="*/ 9 h 9"/>
                        <a:gd name="T22" fmla="*/ 7 w 9"/>
                        <a:gd name="T23" fmla="*/ 7 h 9"/>
                        <a:gd name="T24" fmla="*/ 9 w 9"/>
                        <a:gd name="T25" fmla="*/ 6 h 9"/>
                        <a:gd name="T26" fmla="*/ 9 w 9"/>
                        <a:gd name="T27" fmla="*/ 4 h 9"/>
                        <a:gd name="T28" fmla="*/ 7 w 9"/>
                        <a:gd name="T29" fmla="*/ 3 h 9"/>
                        <a:gd name="T30" fmla="*/ 6 w 9"/>
                        <a:gd name="T31" fmla="*/ 1 h 9"/>
                        <a:gd name="T32" fmla="*/ 4 w 9"/>
                        <a:gd name="T33" fmla="*/ 0 h 9"/>
                        <a:gd name="T34" fmla="*/ 3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3" y="0"/>
                          </a:moveTo>
                          <a:lnTo>
                            <a:pt x="1" y="1"/>
                          </a:lnTo>
                          <a:lnTo>
                            <a:pt x="0" y="3"/>
                          </a:lnTo>
                          <a:lnTo>
                            <a:pt x="0" y="4"/>
                          </a:lnTo>
                          <a:lnTo>
                            <a:pt x="0" y="6"/>
                          </a:lnTo>
                          <a:lnTo>
                            <a:pt x="0" y="7"/>
                          </a:lnTo>
                          <a:lnTo>
                            <a:pt x="1" y="9"/>
                          </a:lnTo>
                          <a:lnTo>
                            <a:pt x="3" y="9"/>
                          </a:lnTo>
                          <a:lnTo>
                            <a:pt x="4" y="9"/>
                          </a:lnTo>
                          <a:lnTo>
                            <a:pt x="6" y="9"/>
                          </a:lnTo>
                          <a:lnTo>
                            <a:pt x="7" y="7"/>
                          </a:lnTo>
                          <a:lnTo>
                            <a:pt x="9" y="6"/>
                          </a:lnTo>
                          <a:lnTo>
                            <a:pt x="9" y="4"/>
                          </a:lnTo>
                          <a:lnTo>
                            <a:pt x="7" y="3"/>
                          </a:lnTo>
                          <a:lnTo>
                            <a:pt x="6" y="1"/>
                          </a:lnTo>
                          <a:lnTo>
                            <a:pt x="4"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15" name="Freeform 101"/>
                    <p:cNvSpPr>
                      <a:spLocks/>
                    </p:cNvSpPr>
                    <p:nvPr/>
                  </p:nvSpPr>
                  <p:spPr bwMode="auto">
                    <a:xfrm>
                      <a:off x="3691" y="2231"/>
                      <a:ext cx="9" cy="8"/>
                    </a:xfrm>
                    <a:custGeom>
                      <a:avLst/>
                      <a:gdLst>
                        <a:gd name="T0" fmla="*/ 3 w 9"/>
                        <a:gd name="T1" fmla="*/ 0 h 8"/>
                        <a:gd name="T2" fmla="*/ 1 w 9"/>
                        <a:gd name="T3" fmla="*/ 1 h 8"/>
                        <a:gd name="T4" fmla="*/ 0 w 9"/>
                        <a:gd name="T5" fmla="*/ 3 h 8"/>
                        <a:gd name="T6" fmla="*/ 0 w 9"/>
                        <a:gd name="T7" fmla="*/ 4 h 8"/>
                        <a:gd name="T8" fmla="*/ 0 w 9"/>
                        <a:gd name="T9" fmla="*/ 6 h 8"/>
                        <a:gd name="T10" fmla="*/ 0 w 9"/>
                        <a:gd name="T11" fmla="*/ 7 h 8"/>
                        <a:gd name="T12" fmla="*/ 1 w 9"/>
                        <a:gd name="T13" fmla="*/ 8 h 8"/>
                        <a:gd name="T14" fmla="*/ 3 w 9"/>
                        <a:gd name="T15" fmla="*/ 8 h 8"/>
                        <a:gd name="T16" fmla="*/ 4 w 9"/>
                        <a:gd name="T17" fmla="*/ 8 h 8"/>
                        <a:gd name="T18" fmla="*/ 4 w 9"/>
                        <a:gd name="T19" fmla="*/ 8 h 8"/>
                        <a:gd name="T20" fmla="*/ 6 w 9"/>
                        <a:gd name="T21" fmla="*/ 8 h 8"/>
                        <a:gd name="T22" fmla="*/ 7 w 9"/>
                        <a:gd name="T23" fmla="*/ 7 h 8"/>
                        <a:gd name="T24" fmla="*/ 9 w 9"/>
                        <a:gd name="T25" fmla="*/ 6 h 8"/>
                        <a:gd name="T26" fmla="*/ 9 w 9"/>
                        <a:gd name="T27" fmla="*/ 4 h 8"/>
                        <a:gd name="T28" fmla="*/ 7 w 9"/>
                        <a:gd name="T29" fmla="*/ 3 h 8"/>
                        <a:gd name="T30" fmla="*/ 6 w 9"/>
                        <a:gd name="T31" fmla="*/ 1 h 8"/>
                        <a:gd name="T32" fmla="*/ 4 w 9"/>
                        <a:gd name="T33" fmla="*/ 0 h 8"/>
                        <a:gd name="T34" fmla="*/ 3 w 9"/>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3" y="0"/>
                          </a:moveTo>
                          <a:lnTo>
                            <a:pt x="1" y="1"/>
                          </a:lnTo>
                          <a:lnTo>
                            <a:pt x="0" y="3"/>
                          </a:lnTo>
                          <a:lnTo>
                            <a:pt x="0" y="4"/>
                          </a:lnTo>
                          <a:lnTo>
                            <a:pt x="0" y="6"/>
                          </a:lnTo>
                          <a:lnTo>
                            <a:pt x="0" y="7"/>
                          </a:lnTo>
                          <a:lnTo>
                            <a:pt x="1" y="8"/>
                          </a:lnTo>
                          <a:lnTo>
                            <a:pt x="3" y="8"/>
                          </a:lnTo>
                          <a:lnTo>
                            <a:pt x="4" y="8"/>
                          </a:lnTo>
                          <a:lnTo>
                            <a:pt x="6" y="8"/>
                          </a:lnTo>
                          <a:lnTo>
                            <a:pt x="7" y="7"/>
                          </a:lnTo>
                          <a:lnTo>
                            <a:pt x="9" y="6"/>
                          </a:lnTo>
                          <a:lnTo>
                            <a:pt x="9" y="4"/>
                          </a:lnTo>
                          <a:lnTo>
                            <a:pt x="7" y="3"/>
                          </a:lnTo>
                          <a:lnTo>
                            <a:pt x="6" y="1"/>
                          </a:lnTo>
                          <a:lnTo>
                            <a:pt x="4"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16" name="Freeform 102"/>
                    <p:cNvSpPr>
                      <a:spLocks/>
                    </p:cNvSpPr>
                    <p:nvPr/>
                  </p:nvSpPr>
                  <p:spPr bwMode="auto">
                    <a:xfrm>
                      <a:off x="3707" y="2225"/>
                      <a:ext cx="9" cy="9"/>
                    </a:xfrm>
                    <a:custGeom>
                      <a:avLst/>
                      <a:gdLst>
                        <a:gd name="T0" fmla="*/ 3 w 9"/>
                        <a:gd name="T1" fmla="*/ 0 h 9"/>
                        <a:gd name="T2" fmla="*/ 1 w 9"/>
                        <a:gd name="T3" fmla="*/ 0 h 9"/>
                        <a:gd name="T4" fmla="*/ 0 w 9"/>
                        <a:gd name="T5" fmla="*/ 1 h 9"/>
                        <a:gd name="T6" fmla="*/ 0 w 9"/>
                        <a:gd name="T7" fmla="*/ 3 h 9"/>
                        <a:gd name="T8" fmla="*/ 0 w 9"/>
                        <a:gd name="T9" fmla="*/ 4 h 9"/>
                        <a:gd name="T10" fmla="*/ 0 w 9"/>
                        <a:gd name="T11" fmla="*/ 6 h 9"/>
                        <a:gd name="T12" fmla="*/ 1 w 9"/>
                        <a:gd name="T13" fmla="*/ 7 h 9"/>
                        <a:gd name="T14" fmla="*/ 3 w 9"/>
                        <a:gd name="T15" fmla="*/ 9 h 9"/>
                        <a:gd name="T16" fmla="*/ 4 w 9"/>
                        <a:gd name="T17" fmla="*/ 9 h 9"/>
                        <a:gd name="T18" fmla="*/ 4 w 9"/>
                        <a:gd name="T19" fmla="*/ 9 h 9"/>
                        <a:gd name="T20" fmla="*/ 6 w 9"/>
                        <a:gd name="T21" fmla="*/ 7 h 9"/>
                        <a:gd name="T22" fmla="*/ 7 w 9"/>
                        <a:gd name="T23" fmla="*/ 6 h 9"/>
                        <a:gd name="T24" fmla="*/ 9 w 9"/>
                        <a:gd name="T25" fmla="*/ 4 h 9"/>
                        <a:gd name="T26" fmla="*/ 9 w 9"/>
                        <a:gd name="T27" fmla="*/ 3 h 9"/>
                        <a:gd name="T28" fmla="*/ 7 w 9"/>
                        <a:gd name="T29" fmla="*/ 1 h 9"/>
                        <a:gd name="T30" fmla="*/ 6 w 9"/>
                        <a:gd name="T31" fmla="*/ 0 h 9"/>
                        <a:gd name="T32" fmla="*/ 4 w 9"/>
                        <a:gd name="T33" fmla="*/ 0 h 9"/>
                        <a:gd name="T34" fmla="*/ 3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3" y="0"/>
                          </a:moveTo>
                          <a:lnTo>
                            <a:pt x="1" y="0"/>
                          </a:lnTo>
                          <a:lnTo>
                            <a:pt x="0" y="1"/>
                          </a:lnTo>
                          <a:lnTo>
                            <a:pt x="0" y="3"/>
                          </a:lnTo>
                          <a:lnTo>
                            <a:pt x="0" y="4"/>
                          </a:lnTo>
                          <a:lnTo>
                            <a:pt x="0" y="6"/>
                          </a:lnTo>
                          <a:lnTo>
                            <a:pt x="1" y="7"/>
                          </a:lnTo>
                          <a:lnTo>
                            <a:pt x="3" y="9"/>
                          </a:lnTo>
                          <a:lnTo>
                            <a:pt x="4" y="9"/>
                          </a:lnTo>
                          <a:lnTo>
                            <a:pt x="6" y="7"/>
                          </a:lnTo>
                          <a:lnTo>
                            <a:pt x="7" y="6"/>
                          </a:lnTo>
                          <a:lnTo>
                            <a:pt x="9" y="4"/>
                          </a:lnTo>
                          <a:lnTo>
                            <a:pt x="9" y="3"/>
                          </a:lnTo>
                          <a:lnTo>
                            <a:pt x="7" y="1"/>
                          </a:lnTo>
                          <a:lnTo>
                            <a:pt x="6" y="0"/>
                          </a:lnTo>
                          <a:lnTo>
                            <a:pt x="4"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17" name="Freeform 103"/>
                    <p:cNvSpPr>
                      <a:spLocks/>
                    </p:cNvSpPr>
                    <p:nvPr/>
                  </p:nvSpPr>
                  <p:spPr bwMode="auto">
                    <a:xfrm>
                      <a:off x="3723" y="2218"/>
                      <a:ext cx="9" cy="8"/>
                    </a:xfrm>
                    <a:custGeom>
                      <a:avLst/>
                      <a:gdLst>
                        <a:gd name="T0" fmla="*/ 3 w 9"/>
                        <a:gd name="T1" fmla="*/ 0 h 8"/>
                        <a:gd name="T2" fmla="*/ 1 w 9"/>
                        <a:gd name="T3" fmla="*/ 1 h 8"/>
                        <a:gd name="T4" fmla="*/ 0 w 9"/>
                        <a:gd name="T5" fmla="*/ 3 h 8"/>
                        <a:gd name="T6" fmla="*/ 0 w 9"/>
                        <a:gd name="T7" fmla="*/ 4 h 8"/>
                        <a:gd name="T8" fmla="*/ 0 w 9"/>
                        <a:gd name="T9" fmla="*/ 5 h 8"/>
                        <a:gd name="T10" fmla="*/ 0 w 9"/>
                        <a:gd name="T11" fmla="*/ 7 h 8"/>
                        <a:gd name="T12" fmla="*/ 1 w 9"/>
                        <a:gd name="T13" fmla="*/ 8 h 8"/>
                        <a:gd name="T14" fmla="*/ 3 w 9"/>
                        <a:gd name="T15" fmla="*/ 8 h 8"/>
                        <a:gd name="T16" fmla="*/ 4 w 9"/>
                        <a:gd name="T17" fmla="*/ 8 h 8"/>
                        <a:gd name="T18" fmla="*/ 4 w 9"/>
                        <a:gd name="T19" fmla="*/ 8 h 8"/>
                        <a:gd name="T20" fmla="*/ 6 w 9"/>
                        <a:gd name="T21" fmla="*/ 8 h 8"/>
                        <a:gd name="T22" fmla="*/ 7 w 9"/>
                        <a:gd name="T23" fmla="*/ 7 h 8"/>
                        <a:gd name="T24" fmla="*/ 9 w 9"/>
                        <a:gd name="T25" fmla="*/ 5 h 8"/>
                        <a:gd name="T26" fmla="*/ 9 w 9"/>
                        <a:gd name="T27" fmla="*/ 4 h 8"/>
                        <a:gd name="T28" fmla="*/ 7 w 9"/>
                        <a:gd name="T29" fmla="*/ 3 h 8"/>
                        <a:gd name="T30" fmla="*/ 6 w 9"/>
                        <a:gd name="T31" fmla="*/ 1 h 8"/>
                        <a:gd name="T32" fmla="*/ 4 w 9"/>
                        <a:gd name="T33" fmla="*/ 0 h 8"/>
                        <a:gd name="T34" fmla="*/ 3 w 9"/>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3" y="0"/>
                          </a:moveTo>
                          <a:lnTo>
                            <a:pt x="1" y="1"/>
                          </a:lnTo>
                          <a:lnTo>
                            <a:pt x="0" y="3"/>
                          </a:lnTo>
                          <a:lnTo>
                            <a:pt x="0" y="4"/>
                          </a:lnTo>
                          <a:lnTo>
                            <a:pt x="0" y="5"/>
                          </a:lnTo>
                          <a:lnTo>
                            <a:pt x="0" y="7"/>
                          </a:lnTo>
                          <a:lnTo>
                            <a:pt x="1" y="8"/>
                          </a:lnTo>
                          <a:lnTo>
                            <a:pt x="3" y="8"/>
                          </a:lnTo>
                          <a:lnTo>
                            <a:pt x="4" y="8"/>
                          </a:lnTo>
                          <a:lnTo>
                            <a:pt x="6" y="8"/>
                          </a:lnTo>
                          <a:lnTo>
                            <a:pt x="7" y="7"/>
                          </a:lnTo>
                          <a:lnTo>
                            <a:pt x="9" y="5"/>
                          </a:lnTo>
                          <a:lnTo>
                            <a:pt x="9" y="4"/>
                          </a:lnTo>
                          <a:lnTo>
                            <a:pt x="7" y="3"/>
                          </a:lnTo>
                          <a:lnTo>
                            <a:pt x="6" y="1"/>
                          </a:lnTo>
                          <a:lnTo>
                            <a:pt x="4"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18" name="Freeform 104"/>
                    <p:cNvSpPr>
                      <a:spLocks/>
                    </p:cNvSpPr>
                    <p:nvPr/>
                  </p:nvSpPr>
                  <p:spPr bwMode="auto">
                    <a:xfrm>
                      <a:off x="3739" y="2213"/>
                      <a:ext cx="8" cy="9"/>
                    </a:xfrm>
                    <a:custGeom>
                      <a:avLst/>
                      <a:gdLst>
                        <a:gd name="T0" fmla="*/ 4 w 8"/>
                        <a:gd name="T1" fmla="*/ 0 h 9"/>
                        <a:gd name="T2" fmla="*/ 3 w 8"/>
                        <a:gd name="T3" fmla="*/ 2 h 9"/>
                        <a:gd name="T4" fmla="*/ 1 w 8"/>
                        <a:gd name="T5" fmla="*/ 3 h 9"/>
                        <a:gd name="T6" fmla="*/ 0 w 8"/>
                        <a:gd name="T7" fmla="*/ 5 h 9"/>
                        <a:gd name="T8" fmla="*/ 0 w 8"/>
                        <a:gd name="T9" fmla="*/ 6 h 9"/>
                        <a:gd name="T10" fmla="*/ 1 w 8"/>
                        <a:gd name="T11" fmla="*/ 8 h 9"/>
                        <a:gd name="T12" fmla="*/ 3 w 8"/>
                        <a:gd name="T13" fmla="*/ 9 h 9"/>
                        <a:gd name="T14" fmla="*/ 4 w 8"/>
                        <a:gd name="T15" fmla="*/ 9 h 9"/>
                        <a:gd name="T16" fmla="*/ 6 w 8"/>
                        <a:gd name="T17" fmla="*/ 9 h 9"/>
                        <a:gd name="T18" fmla="*/ 6 w 8"/>
                        <a:gd name="T19" fmla="*/ 9 h 9"/>
                        <a:gd name="T20" fmla="*/ 7 w 8"/>
                        <a:gd name="T21" fmla="*/ 9 h 9"/>
                        <a:gd name="T22" fmla="*/ 8 w 8"/>
                        <a:gd name="T23" fmla="*/ 8 h 9"/>
                        <a:gd name="T24" fmla="*/ 8 w 8"/>
                        <a:gd name="T25" fmla="*/ 6 h 9"/>
                        <a:gd name="T26" fmla="*/ 8 w 8"/>
                        <a:gd name="T27" fmla="*/ 5 h 9"/>
                        <a:gd name="T28" fmla="*/ 8 w 8"/>
                        <a:gd name="T29" fmla="*/ 3 h 9"/>
                        <a:gd name="T30" fmla="*/ 7 w 8"/>
                        <a:gd name="T31" fmla="*/ 2 h 9"/>
                        <a:gd name="T32" fmla="*/ 6 w 8"/>
                        <a:gd name="T33" fmla="*/ 0 h 9"/>
                        <a:gd name="T34" fmla="*/ 4 w 8"/>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4" y="0"/>
                          </a:moveTo>
                          <a:lnTo>
                            <a:pt x="3" y="2"/>
                          </a:lnTo>
                          <a:lnTo>
                            <a:pt x="1" y="3"/>
                          </a:lnTo>
                          <a:lnTo>
                            <a:pt x="0" y="5"/>
                          </a:lnTo>
                          <a:lnTo>
                            <a:pt x="0" y="6"/>
                          </a:lnTo>
                          <a:lnTo>
                            <a:pt x="1" y="8"/>
                          </a:lnTo>
                          <a:lnTo>
                            <a:pt x="3" y="9"/>
                          </a:lnTo>
                          <a:lnTo>
                            <a:pt x="4" y="9"/>
                          </a:lnTo>
                          <a:lnTo>
                            <a:pt x="6" y="9"/>
                          </a:lnTo>
                          <a:lnTo>
                            <a:pt x="7" y="9"/>
                          </a:lnTo>
                          <a:lnTo>
                            <a:pt x="8" y="8"/>
                          </a:lnTo>
                          <a:lnTo>
                            <a:pt x="8" y="6"/>
                          </a:lnTo>
                          <a:lnTo>
                            <a:pt x="8" y="5"/>
                          </a:lnTo>
                          <a:lnTo>
                            <a:pt x="8" y="3"/>
                          </a:lnTo>
                          <a:lnTo>
                            <a:pt x="7" y="2"/>
                          </a:lnTo>
                          <a:lnTo>
                            <a:pt x="6"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19" name="Freeform 105"/>
                    <p:cNvSpPr>
                      <a:spLocks/>
                    </p:cNvSpPr>
                    <p:nvPr/>
                  </p:nvSpPr>
                  <p:spPr bwMode="auto">
                    <a:xfrm>
                      <a:off x="3756" y="2212"/>
                      <a:ext cx="9" cy="9"/>
                    </a:xfrm>
                    <a:custGeom>
                      <a:avLst/>
                      <a:gdLst>
                        <a:gd name="T0" fmla="*/ 6 w 9"/>
                        <a:gd name="T1" fmla="*/ 0 h 9"/>
                        <a:gd name="T2" fmla="*/ 5 w 9"/>
                        <a:gd name="T3" fmla="*/ 0 h 9"/>
                        <a:gd name="T4" fmla="*/ 3 w 9"/>
                        <a:gd name="T5" fmla="*/ 0 h 9"/>
                        <a:gd name="T6" fmla="*/ 2 w 9"/>
                        <a:gd name="T7" fmla="*/ 1 h 9"/>
                        <a:gd name="T8" fmla="*/ 0 w 9"/>
                        <a:gd name="T9" fmla="*/ 3 h 9"/>
                        <a:gd name="T10" fmla="*/ 0 w 9"/>
                        <a:gd name="T11" fmla="*/ 4 h 9"/>
                        <a:gd name="T12" fmla="*/ 2 w 9"/>
                        <a:gd name="T13" fmla="*/ 6 h 9"/>
                        <a:gd name="T14" fmla="*/ 3 w 9"/>
                        <a:gd name="T15" fmla="*/ 7 h 9"/>
                        <a:gd name="T16" fmla="*/ 5 w 9"/>
                        <a:gd name="T17" fmla="*/ 9 h 9"/>
                        <a:gd name="T18" fmla="*/ 5 w 9"/>
                        <a:gd name="T19" fmla="*/ 9 h 9"/>
                        <a:gd name="T20" fmla="*/ 6 w 9"/>
                        <a:gd name="T21" fmla="*/ 9 h 9"/>
                        <a:gd name="T22" fmla="*/ 7 w 9"/>
                        <a:gd name="T23" fmla="*/ 7 h 9"/>
                        <a:gd name="T24" fmla="*/ 9 w 9"/>
                        <a:gd name="T25" fmla="*/ 6 h 9"/>
                        <a:gd name="T26" fmla="*/ 9 w 9"/>
                        <a:gd name="T27" fmla="*/ 4 h 9"/>
                        <a:gd name="T28" fmla="*/ 9 w 9"/>
                        <a:gd name="T29" fmla="*/ 3 h 9"/>
                        <a:gd name="T30" fmla="*/ 9 w 9"/>
                        <a:gd name="T31" fmla="*/ 1 h 9"/>
                        <a:gd name="T32" fmla="*/ 7 w 9"/>
                        <a:gd name="T33" fmla="*/ 0 h 9"/>
                        <a:gd name="T34" fmla="*/ 6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6" y="0"/>
                          </a:moveTo>
                          <a:lnTo>
                            <a:pt x="5" y="0"/>
                          </a:lnTo>
                          <a:lnTo>
                            <a:pt x="3" y="0"/>
                          </a:lnTo>
                          <a:lnTo>
                            <a:pt x="2" y="1"/>
                          </a:lnTo>
                          <a:lnTo>
                            <a:pt x="0" y="3"/>
                          </a:lnTo>
                          <a:lnTo>
                            <a:pt x="0" y="4"/>
                          </a:lnTo>
                          <a:lnTo>
                            <a:pt x="2" y="6"/>
                          </a:lnTo>
                          <a:lnTo>
                            <a:pt x="3" y="7"/>
                          </a:lnTo>
                          <a:lnTo>
                            <a:pt x="5" y="9"/>
                          </a:lnTo>
                          <a:lnTo>
                            <a:pt x="6" y="9"/>
                          </a:lnTo>
                          <a:lnTo>
                            <a:pt x="7" y="7"/>
                          </a:lnTo>
                          <a:lnTo>
                            <a:pt x="9" y="6"/>
                          </a:lnTo>
                          <a:lnTo>
                            <a:pt x="9" y="4"/>
                          </a:lnTo>
                          <a:lnTo>
                            <a:pt x="9" y="3"/>
                          </a:lnTo>
                          <a:lnTo>
                            <a:pt x="9" y="1"/>
                          </a:lnTo>
                          <a:lnTo>
                            <a:pt x="7" y="0"/>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20" name="Freeform 106"/>
                    <p:cNvSpPr>
                      <a:spLocks/>
                    </p:cNvSpPr>
                    <p:nvPr/>
                  </p:nvSpPr>
                  <p:spPr bwMode="auto">
                    <a:xfrm>
                      <a:off x="3774" y="2212"/>
                      <a:ext cx="8" cy="9"/>
                    </a:xfrm>
                    <a:custGeom>
                      <a:avLst/>
                      <a:gdLst>
                        <a:gd name="T0" fmla="*/ 5 w 8"/>
                        <a:gd name="T1" fmla="*/ 0 h 9"/>
                        <a:gd name="T2" fmla="*/ 4 w 8"/>
                        <a:gd name="T3" fmla="*/ 0 h 9"/>
                        <a:gd name="T4" fmla="*/ 3 w 8"/>
                        <a:gd name="T5" fmla="*/ 0 h 9"/>
                        <a:gd name="T6" fmla="*/ 1 w 8"/>
                        <a:gd name="T7" fmla="*/ 1 h 9"/>
                        <a:gd name="T8" fmla="*/ 0 w 8"/>
                        <a:gd name="T9" fmla="*/ 3 h 9"/>
                        <a:gd name="T10" fmla="*/ 0 w 8"/>
                        <a:gd name="T11" fmla="*/ 4 h 9"/>
                        <a:gd name="T12" fmla="*/ 1 w 8"/>
                        <a:gd name="T13" fmla="*/ 6 h 9"/>
                        <a:gd name="T14" fmla="*/ 3 w 8"/>
                        <a:gd name="T15" fmla="*/ 7 h 9"/>
                        <a:gd name="T16" fmla="*/ 4 w 8"/>
                        <a:gd name="T17" fmla="*/ 9 h 9"/>
                        <a:gd name="T18" fmla="*/ 4 w 8"/>
                        <a:gd name="T19" fmla="*/ 9 h 9"/>
                        <a:gd name="T20" fmla="*/ 5 w 8"/>
                        <a:gd name="T21" fmla="*/ 9 h 9"/>
                        <a:gd name="T22" fmla="*/ 7 w 8"/>
                        <a:gd name="T23" fmla="*/ 7 h 9"/>
                        <a:gd name="T24" fmla="*/ 8 w 8"/>
                        <a:gd name="T25" fmla="*/ 6 h 9"/>
                        <a:gd name="T26" fmla="*/ 8 w 8"/>
                        <a:gd name="T27" fmla="*/ 4 h 9"/>
                        <a:gd name="T28" fmla="*/ 8 w 8"/>
                        <a:gd name="T29" fmla="*/ 3 h 9"/>
                        <a:gd name="T30" fmla="*/ 8 w 8"/>
                        <a:gd name="T31" fmla="*/ 1 h 9"/>
                        <a:gd name="T32" fmla="*/ 7 w 8"/>
                        <a:gd name="T33" fmla="*/ 0 h 9"/>
                        <a:gd name="T34" fmla="*/ 5 w 8"/>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5" y="0"/>
                          </a:moveTo>
                          <a:lnTo>
                            <a:pt x="4" y="0"/>
                          </a:lnTo>
                          <a:lnTo>
                            <a:pt x="3" y="0"/>
                          </a:lnTo>
                          <a:lnTo>
                            <a:pt x="1" y="1"/>
                          </a:lnTo>
                          <a:lnTo>
                            <a:pt x="0" y="3"/>
                          </a:lnTo>
                          <a:lnTo>
                            <a:pt x="0" y="4"/>
                          </a:lnTo>
                          <a:lnTo>
                            <a:pt x="1" y="6"/>
                          </a:lnTo>
                          <a:lnTo>
                            <a:pt x="3" y="7"/>
                          </a:lnTo>
                          <a:lnTo>
                            <a:pt x="4" y="9"/>
                          </a:lnTo>
                          <a:lnTo>
                            <a:pt x="5" y="9"/>
                          </a:lnTo>
                          <a:lnTo>
                            <a:pt x="7" y="7"/>
                          </a:lnTo>
                          <a:lnTo>
                            <a:pt x="8" y="6"/>
                          </a:lnTo>
                          <a:lnTo>
                            <a:pt x="8" y="4"/>
                          </a:lnTo>
                          <a:lnTo>
                            <a:pt x="8" y="3"/>
                          </a:lnTo>
                          <a:lnTo>
                            <a:pt x="8" y="1"/>
                          </a:lnTo>
                          <a:lnTo>
                            <a:pt x="7" y="0"/>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21" name="Freeform 107"/>
                    <p:cNvSpPr>
                      <a:spLocks/>
                    </p:cNvSpPr>
                    <p:nvPr/>
                  </p:nvSpPr>
                  <p:spPr bwMode="auto">
                    <a:xfrm>
                      <a:off x="3791" y="2215"/>
                      <a:ext cx="9" cy="8"/>
                    </a:xfrm>
                    <a:custGeom>
                      <a:avLst/>
                      <a:gdLst>
                        <a:gd name="T0" fmla="*/ 6 w 9"/>
                        <a:gd name="T1" fmla="*/ 0 h 8"/>
                        <a:gd name="T2" fmla="*/ 4 w 9"/>
                        <a:gd name="T3" fmla="*/ 0 h 8"/>
                        <a:gd name="T4" fmla="*/ 3 w 9"/>
                        <a:gd name="T5" fmla="*/ 0 h 8"/>
                        <a:gd name="T6" fmla="*/ 2 w 9"/>
                        <a:gd name="T7" fmla="*/ 1 h 8"/>
                        <a:gd name="T8" fmla="*/ 0 w 9"/>
                        <a:gd name="T9" fmla="*/ 3 h 8"/>
                        <a:gd name="T10" fmla="*/ 0 w 9"/>
                        <a:gd name="T11" fmla="*/ 4 h 8"/>
                        <a:gd name="T12" fmla="*/ 2 w 9"/>
                        <a:gd name="T13" fmla="*/ 6 h 8"/>
                        <a:gd name="T14" fmla="*/ 3 w 9"/>
                        <a:gd name="T15" fmla="*/ 7 h 8"/>
                        <a:gd name="T16" fmla="*/ 4 w 9"/>
                        <a:gd name="T17" fmla="*/ 8 h 8"/>
                        <a:gd name="T18" fmla="*/ 4 w 9"/>
                        <a:gd name="T19" fmla="*/ 8 h 8"/>
                        <a:gd name="T20" fmla="*/ 6 w 9"/>
                        <a:gd name="T21" fmla="*/ 8 h 8"/>
                        <a:gd name="T22" fmla="*/ 7 w 9"/>
                        <a:gd name="T23" fmla="*/ 7 h 8"/>
                        <a:gd name="T24" fmla="*/ 9 w 9"/>
                        <a:gd name="T25" fmla="*/ 6 h 8"/>
                        <a:gd name="T26" fmla="*/ 9 w 9"/>
                        <a:gd name="T27" fmla="*/ 4 h 8"/>
                        <a:gd name="T28" fmla="*/ 9 w 9"/>
                        <a:gd name="T29" fmla="*/ 3 h 8"/>
                        <a:gd name="T30" fmla="*/ 9 w 9"/>
                        <a:gd name="T31" fmla="*/ 1 h 8"/>
                        <a:gd name="T32" fmla="*/ 7 w 9"/>
                        <a:gd name="T33" fmla="*/ 0 h 8"/>
                        <a:gd name="T34" fmla="*/ 6 w 9"/>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6" y="0"/>
                          </a:moveTo>
                          <a:lnTo>
                            <a:pt x="4" y="0"/>
                          </a:lnTo>
                          <a:lnTo>
                            <a:pt x="3" y="0"/>
                          </a:lnTo>
                          <a:lnTo>
                            <a:pt x="2" y="1"/>
                          </a:lnTo>
                          <a:lnTo>
                            <a:pt x="0" y="3"/>
                          </a:lnTo>
                          <a:lnTo>
                            <a:pt x="0" y="4"/>
                          </a:lnTo>
                          <a:lnTo>
                            <a:pt x="2" y="6"/>
                          </a:lnTo>
                          <a:lnTo>
                            <a:pt x="3" y="7"/>
                          </a:lnTo>
                          <a:lnTo>
                            <a:pt x="4" y="8"/>
                          </a:lnTo>
                          <a:lnTo>
                            <a:pt x="6" y="8"/>
                          </a:lnTo>
                          <a:lnTo>
                            <a:pt x="7" y="7"/>
                          </a:lnTo>
                          <a:lnTo>
                            <a:pt x="9" y="6"/>
                          </a:lnTo>
                          <a:lnTo>
                            <a:pt x="9" y="4"/>
                          </a:lnTo>
                          <a:lnTo>
                            <a:pt x="9" y="3"/>
                          </a:lnTo>
                          <a:lnTo>
                            <a:pt x="9" y="1"/>
                          </a:lnTo>
                          <a:lnTo>
                            <a:pt x="7" y="0"/>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22" name="Freeform 108"/>
                    <p:cNvSpPr>
                      <a:spLocks/>
                    </p:cNvSpPr>
                    <p:nvPr/>
                  </p:nvSpPr>
                  <p:spPr bwMode="auto">
                    <a:xfrm>
                      <a:off x="3808" y="2219"/>
                      <a:ext cx="9" cy="9"/>
                    </a:xfrm>
                    <a:custGeom>
                      <a:avLst/>
                      <a:gdLst>
                        <a:gd name="T0" fmla="*/ 5 w 9"/>
                        <a:gd name="T1" fmla="*/ 0 h 9"/>
                        <a:gd name="T2" fmla="*/ 3 w 9"/>
                        <a:gd name="T3" fmla="*/ 0 h 9"/>
                        <a:gd name="T4" fmla="*/ 2 w 9"/>
                        <a:gd name="T5" fmla="*/ 0 h 9"/>
                        <a:gd name="T6" fmla="*/ 0 w 9"/>
                        <a:gd name="T7" fmla="*/ 2 h 9"/>
                        <a:gd name="T8" fmla="*/ 0 w 9"/>
                        <a:gd name="T9" fmla="*/ 3 h 9"/>
                        <a:gd name="T10" fmla="*/ 0 w 9"/>
                        <a:gd name="T11" fmla="*/ 4 h 9"/>
                        <a:gd name="T12" fmla="*/ 0 w 9"/>
                        <a:gd name="T13" fmla="*/ 6 h 9"/>
                        <a:gd name="T14" fmla="*/ 2 w 9"/>
                        <a:gd name="T15" fmla="*/ 7 h 9"/>
                        <a:gd name="T16" fmla="*/ 3 w 9"/>
                        <a:gd name="T17" fmla="*/ 9 h 9"/>
                        <a:gd name="T18" fmla="*/ 3 w 9"/>
                        <a:gd name="T19" fmla="*/ 9 h 9"/>
                        <a:gd name="T20" fmla="*/ 5 w 9"/>
                        <a:gd name="T21" fmla="*/ 9 h 9"/>
                        <a:gd name="T22" fmla="*/ 6 w 9"/>
                        <a:gd name="T23" fmla="*/ 7 h 9"/>
                        <a:gd name="T24" fmla="*/ 8 w 9"/>
                        <a:gd name="T25" fmla="*/ 6 h 9"/>
                        <a:gd name="T26" fmla="*/ 9 w 9"/>
                        <a:gd name="T27" fmla="*/ 4 h 9"/>
                        <a:gd name="T28" fmla="*/ 9 w 9"/>
                        <a:gd name="T29" fmla="*/ 3 h 9"/>
                        <a:gd name="T30" fmla="*/ 8 w 9"/>
                        <a:gd name="T31" fmla="*/ 2 h 9"/>
                        <a:gd name="T32" fmla="*/ 6 w 9"/>
                        <a:gd name="T33" fmla="*/ 0 h 9"/>
                        <a:gd name="T34" fmla="*/ 5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5" y="0"/>
                          </a:moveTo>
                          <a:lnTo>
                            <a:pt x="3" y="0"/>
                          </a:lnTo>
                          <a:lnTo>
                            <a:pt x="2" y="0"/>
                          </a:lnTo>
                          <a:lnTo>
                            <a:pt x="0" y="2"/>
                          </a:lnTo>
                          <a:lnTo>
                            <a:pt x="0" y="3"/>
                          </a:lnTo>
                          <a:lnTo>
                            <a:pt x="0" y="4"/>
                          </a:lnTo>
                          <a:lnTo>
                            <a:pt x="0" y="6"/>
                          </a:lnTo>
                          <a:lnTo>
                            <a:pt x="2" y="7"/>
                          </a:lnTo>
                          <a:lnTo>
                            <a:pt x="3" y="9"/>
                          </a:lnTo>
                          <a:lnTo>
                            <a:pt x="5" y="9"/>
                          </a:lnTo>
                          <a:lnTo>
                            <a:pt x="6" y="7"/>
                          </a:lnTo>
                          <a:lnTo>
                            <a:pt x="8" y="6"/>
                          </a:lnTo>
                          <a:lnTo>
                            <a:pt x="9" y="4"/>
                          </a:lnTo>
                          <a:lnTo>
                            <a:pt x="9" y="3"/>
                          </a:lnTo>
                          <a:lnTo>
                            <a:pt x="8" y="2"/>
                          </a:lnTo>
                          <a:lnTo>
                            <a:pt x="6" y="0"/>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23" name="Freeform 109"/>
                    <p:cNvSpPr>
                      <a:spLocks/>
                    </p:cNvSpPr>
                    <p:nvPr/>
                  </p:nvSpPr>
                  <p:spPr bwMode="auto">
                    <a:xfrm>
                      <a:off x="3824" y="2225"/>
                      <a:ext cx="9" cy="9"/>
                    </a:xfrm>
                    <a:custGeom>
                      <a:avLst/>
                      <a:gdLst>
                        <a:gd name="T0" fmla="*/ 5 w 9"/>
                        <a:gd name="T1" fmla="*/ 0 h 9"/>
                        <a:gd name="T2" fmla="*/ 3 w 9"/>
                        <a:gd name="T3" fmla="*/ 0 h 9"/>
                        <a:gd name="T4" fmla="*/ 2 w 9"/>
                        <a:gd name="T5" fmla="*/ 1 h 9"/>
                        <a:gd name="T6" fmla="*/ 0 w 9"/>
                        <a:gd name="T7" fmla="*/ 3 h 9"/>
                        <a:gd name="T8" fmla="*/ 0 w 9"/>
                        <a:gd name="T9" fmla="*/ 4 h 9"/>
                        <a:gd name="T10" fmla="*/ 0 w 9"/>
                        <a:gd name="T11" fmla="*/ 6 h 9"/>
                        <a:gd name="T12" fmla="*/ 0 w 9"/>
                        <a:gd name="T13" fmla="*/ 7 h 9"/>
                        <a:gd name="T14" fmla="*/ 2 w 9"/>
                        <a:gd name="T15" fmla="*/ 9 h 9"/>
                        <a:gd name="T16" fmla="*/ 3 w 9"/>
                        <a:gd name="T17" fmla="*/ 9 h 9"/>
                        <a:gd name="T18" fmla="*/ 3 w 9"/>
                        <a:gd name="T19" fmla="*/ 9 h 9"/>
                        <a:gd name="T20" fmla="*/ 5 w 9"/>
                        <a:gd name="T21" fmla="*/ 9 h 9"/>
                        <a:gd name="T22" fmla="*/ 6 w 9"/>
                        <a:gd name="T23" fmla="*/ 9 h 9"/>
                        <a:gd name="T24" fmla="*/ 8 w 9"/>
                        <a:gd name="T25" fmla="*/ 7 h 9"/>
                        <a:gd name="T26" fmla="*/ 9 w 9"/>
                        <a:gd name="T27" fmla="*/ 6 h 9"/>
                        <a:gd name="T28" fmla="*/ 9 w 9"/>
                        <a:gd name="T29" fmla="*/ 4 h 9"/>
                        <a:gd name="T30" fmla="*/ 8 w 9"/>
                        <a:gd name="T31" fmla="*/ 3 h 9"/>
                        <a:gd name="T32" fmla="*/ 6 w 9"/>
                        <a:gd name="T33" fmla="*/ 1 h 9"/>
                        <a:gd name="T34" fmla="*/ 5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5" y="0"/>
                          </a:moveTo>
                          <a:lnTo>
                            <a:pt x="3" y="0"/>
                          </a:lnTo>
                          <a:lnTo>
                            <a:pt x="2" y="1"/>
                          </a:lnTo>
                          <a:lnTo>
                            <a:pt x="0" y="3"/>
                          </a:lnTo>
                          <a:lnTo>
                            <a:pt x="0" y="4"/>
                          </a:lnTo>
                          <a:lnTo>
                            <a:pt x="0" y="6"/>
                          </a:lnTo>
                          <a:lnTo>
                            <a:pt x="0" y="7"/>
                          </a:lnTo>
                          <a:lnTo>
                            <a:pt x="2" y="9"/>
                          </a:lnTo>
                          <a:lnTo>
                            <a:pt x="3" y="9"/>
                          </a:lnTo>
                          <a:lnTo>
                            <a:pt x="5" y="9"/>
                          </a:lnTo>
                          <a:lnTo>
                            <a:pt x="6" y="9"/>
                          </a:lnTo>
                          <a:lnTo>
                            <a:pt x="8" y="7"/>
                          </a:lnTo>
                          <a:lnTo>
                            <a:pt x="9" y="6"/>
                          </a:lnTo>
                          <a:lnTo>
                            <a:pt x="9" y="4"/>
                          </a:lnTo>
                          <a:lnTo>
                            <a:pt x="8" y="3"/>
                          </a:lnTo>
                          <a:lnTo>
                            <a:pt x="6"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24" name="Freeform 110"/>
                    <p:cNvSpPr>
                      <a:spLocks/>
                    </p:cNvSpPr>
                    <p:nvPr/>
                  </p:nvSpPr>
                  <p:spPr bwMode="auto">
                    <a:xfrm>
                      <a:off x="3840" y="2232"/>
                      <a:ext cx="9" cy="9"/>
                    </a:xfrm>
                    <a:custGeom>
                      <a:avLst/>
                      <a:gdLst>
                        <a:gd name="T0" fmla="*/ 5 w 9"/>
                        <a:gd name="T1" fmla="*/ 0 h 9"/>
                        <a:gd name="T2" fmla="*/ 3 w 9"/>
                        <a:gd name="T3" fmla="*/ 0 h 9"/>
                        <a:gd name="T4" fmla="*/ 2 w 9"/>
                        <a:gd name="T5" fmla="*/ 0 h 9"/>
                        <a:gd name="T6" fmla="*/ 0 w 9"/>
                        <a:gd name="T7" fmla="*/ 2 h 9"/>
                        <a:gd name="T8" fmla="*/ 0 w 9"/>
                        <a:gd name="T9" fmla="*/ 3 h 9"/>
                        <a:gd name="T10" fmla="*/ 0 w 9"/>
                        <a:gd name="T11" fmla="*/ 5 h 9"/>
                        <a:gd name="T12" fmla="*/ 0 w 9"/>
                        <a:gd name="T13" fmla="*/ 6 h 9"/>
                        <a:gd name="T14" fmla="*/ 2 w 9"/>
                        <a:gd name="T15" fmla="*/ 7 h 9"/>
                        <a:gd name="T16" fmla="*/ 3 w 9"/>
                        <a:gd name="T17" fmla="*/ 9 h 9"/>
                        <a:gd name="T18" fmla="*/ 3 w 9"/>
                        <a:gd name="T19" fmla="*/ 9 h 9"/>
                        <a:gd name="T20" fmla="*/ 5 w 9"/>
                        <a:gd name="T21" fmla="*/ 9 h 9"/>
                        <a:gd name="T22" fmla="*/ 6 w 9"/>
                        <a:gd name="T23" fmla="*/ 7 h 9"/>
                        <a:gd name="T24" fmla="*/ 8 w 9"/>
                        <a:gd name="T25" fmla="*/ 6 h 9"/>
                        <a:gd name="T26" fmla="*/ 9 w 9"/>
                        <a:gd name="T27" fmla="*/ 5 h 9"/>
                        <a:gd name="T28" fmla="*/ 9 w 9"/>
                        <a:gd name="T29" fmla="*/ 3 h 9"/>
                        <a:gd name="T30" fmla="*/ 8 w 9"/>
                        <a:gd name="T31" fmla="*/ 2 h 9"/>
                        <a:gd name="T32" fmla="*/ 6 w 9"/>
                        <a:gd name="T33" fmla="*/ 0 h 9"/>
                        <a:gd name="T34" fmla="*/ 5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5" y="0"/>
                          </a:moveTo>
                          <a:lnTo>
                            <a:pt x="3" y="0"/>
                          </a:lnTo>
                          <a:lnTo>
                            <a:pt x="2" y="0"/>
                          </a:lnTo>
                          <a:lnTo>
                            <a:pt x="0" y="2"/>
                          </a:lnTo>
                          <a:lnTo>
                            <a:pt x="0" y="3"/>
                          </a:lnTo>
                          <a:lnTo>
                            <a:pt x="0" y="5"/>
                          </a:lnTo>
                          <a:lnTo>
                            <a:pt x="0" y="6"/>
                          </a:lnTo>
                          <a:lnTo>
                            <a:pt x="2" y="7"/>
                          </a:lnTo>
                          <a:lnTo>
                            <a:pt x="3" y="9"/>
                          </a:lnTo>
                          <a:lnTo>
                            <a:pt x="5" y="9"/>
                          </a:lnTo>
                          <a:lnTo>
                            <a:pt x="6" y="7"/>
                          </a:lnTo>
                          <a:lnTo>
                            <a:pt x="8" y="6"/>
                          </a:lnTo>
                          <a:lnTo>
                            <a:pt x="9" y="5"/>
                          </a:lnTo>
                          <a:lnTo>
                            <a:pt x="9" y="3"/>
                          </a:lnTo>
                          <a:lnTo>
                            <a:pt x="8" y="2"/>
                          </a:lnTo>
                          <a:lnTo>
                            <a:pt x="6" y="0"/>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25" name="Freeform 111"/>
                    <p:cNvSpPr>
                      <a:spLocks/>
                    </p:cNvSpPr>
                    <p:nvPr/>
                  </p:nvSpPr>
                  <p:spPr bwMode="auto">
                    <a:xfrm>
                      <a:off x="3856" y="2239"/>
                      <a:ext cx="9" cy="9"/>
                    </a:xfrm>
                    <a:custGeom>
                      <a:avLst/>
                      <a:gdLst>
                        <a:gd name="T0" fmla="*/ 5 w 9"/>
                        <a:gd name="T1" fmla="*/ 0 h 9"/>
                        <a:gd name="T2" fmla="*/ 3 w 9"/>
                        <a:gd name="T3" fmla="*/ 0 h 9"/>
                        <a:gd name="T4" fmla="*/ 2 w 9"/>
                        <a:gd name="T5" fmla="*/ 0 h 9"/>
                        <a:gd name="T6" fmla="*/ 0 w 9"/>
                        <a:gd name="T7" fmla="*/ 2 h 9"/>
                        <a:gd name="T8" fmla="*/ 0 w 9"/>
                        <a:gd name="T9" fmla="*/ 3 h 9"/>
                        <a:gd name="T10" fmla="*/ 0 w 9"/>
                        <a:gd name="T11" fmla="*/ 5 h 9"/>
                        <a:gd name="T12" fmla="*/ 0 w 9"/>
                        <a:gd name="T13" fmla="*/ 6 h 9"/>
                        <a:gd name="T14" fmla="*/ 2 w 9"/>
                        <a:gd name="T15" fmla="*/ 8 h 9"/>
                        <a:gd name="T16" fmla="*/ 3 w 9"/>
                        <a:gd name="T17" fmla="*/ 9 h 9"/>
                        <a:gd name="T18" fmla="*/ 3 w 9"/>
                        <a:gd name="T19" fmla="*/ 9 h 9"/>
                        <a:gd name="T20" fmla="*/ 5 w 9"/>
                        <a:gd name="T21" fmla="*/ 9 h 9"/>
                        <a:gd name="T22" fmla="*/ 6 w 9"/>
                        <a:gd name="T23" fmla="*/ 8 h 9"/>
                        <a:gd name="T24" fmla="*/ 8 w 9"/>
                        <a:gd name="T25" fmla="*/ 6 h 9"/>
                        <a:gd name="T26" fmla="*/ 9 w 9"/>
                        <a:gd name="T27" fmla="*/ 5 h 9"/>
                        <a:gd name="T28" fmla="*/ 9 w 9"/>
                        <a:gd name="T29" fmla="*/ 3 h 9"/>
                        <a:gd name="T30" fmla="*/ 8 w 9"/>
                        <a:gd name="T31" fmla="*/ 2 h 9"/>
                        <a:gd name="T32" fmla="*/ 6 w 9"/>
                        <a:gd name="T33" fmla="*/ 0 h 9"/>
                        <a:gd name="T34" fmla="*/ 5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5" y="0"/>
                          </a:moveTo>
                          <a:lnTo>
                            <a:pt x="3" y="0"/>
                          </a:lnTo>
                          <a:lnTo>
                            <a:pt x="2" y="0"/>
                          </a:lnTo>
                          <a:lnTo>
                            <a:pt x="0" y="2"/>
                          </a:lnTo>
                          <a:lnTo>
                            <a:pt x="0" y="3"/>
                          </a:lnTo>
                          <a:lnTo>
                            <a:pt x="0" y="5"/>
                          </a:lnTo>
                          <a:lnTo>
                            <a:pt x="0" y="6"/>
                          </a:lnTo>
                          <a:lnTo>
                            <a:pt x="2" y="8"/>
                          </a:lnTo>
                          <a:lnTo>
                            <a:pt x="3" y="9"/>
                          </a:lnTo>
                          <a:lnTo>
                            <a:pt x="5" y="9"/>
                          </a:lnTo>
                          <a:lnTo>
                            <a:pt x="6" y="8"/>
                          </a:lnTo>
                          <a:lnTo>
                            <a:pt x="8" y="6"/>
                          </a:lnTo>
                          <a:lnTo>
                            <a:pt x="9" y="5"/>
                          </a:lnTo>
                          <a:lnTo>
                            <a:pt x="9" y="3"/>
                          </a:lnTo>
                          <a:lnTo>
                            <a:pt x="8" y="2"/>
                          </a:lnTo>
                          <a:lnTo>
                            <a:pt x="6" y="0"/>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26" name="Freeform 112"/>
                    <p:cNvSpPr>
                      <a:spLocks/>
                    </p:cNvSpPr>
                    <p:nvPr/>
                  </p:nvSpPr>
                  <p:spPr bwMode="auto">
                    <a:xfrm>
                      <a:off x="3872" y="2247"/>
                      <a:ext cx="9" cy="8"/>
                    </a:xfrm>
                    <a:custGeom>
                      <a:avLst/>
                      <a:gdLst>
                        <a:gd name="T0" fmla="*/ 6 w 9"/>
                        <a:gd name="T1" fmla="*/ 0 h 8"/>
                        <a:gd name="T2" fmla="*/ 5 w 9"/>
                        <a:gd name="T3" fmla="*/ 0 h 8"/>
                        <a:gd name="T4" fmla="*/ 3 w 9"/>
                        <a:gd name="T5" fmla="*/ 0 h 8"/>
                        <a:gd name="T6" fmla="*/ 2 w 9"/>
                        <a:gd name="T7" fmla="*/ 0 h 8"/>
                        <a:gd name="T8" fmla="*/ 0 w 9"/>
                        <a:gd name="T9" fmla="*/ 1 h 8"/>
                        <a:gd name="T10" fmla="*/ 0 w 9"/>
                        <a:gd name="T11" fmla="*/ 3 h 8"/>
                        <a:gd name="T12" fmla="*/ 0 w 9"/>
                        <a:gd name="T13" fmla="*/ 4 h 8"/>
                        <a:gd name="T14" fmla="*/ 0 w 9"/>
                        <a:gd name="T15" fmla="*/ 5 h 8"/>
                        <a:gd name="T16" fmla="*/ 2 w 9"/>
                        <a:gd name="T17" fmla="*/ 7 h 8"/>
                        <a:gd name="T18" fmla="*/ 2 w 9"/>
                        <a:gd name="T19" fmla="*/ 7 h 8"/>
                        <a:gd name="T20" fmla="*/ 3 w 9"/>
                        <a:gd name="T21" fmla="*/ 8 h 8"/>
                        <a:gd name="T22" fmla="*/ 5 w 9"/>
                        <a:gd name="T23" fmla="*/ 8 h 8"/>
                        <a:gd name="T24" fmla="*/ 6 w 9"/>
                        <a:gd name="T25" fmla="*/ 7 h 8"/>
                        <a:gd name="T26" fmla="*/ 8 w 9"/>
                        <a:gd name="T27" fmla="*/ 5 h 8"/>
                        <a:gd name="T28" fmla="*/ 9 w 9"/>
                        <a:gd name="T29" fmla="*/ 4 h 8"/>
                        <a:gd name="T30" fmla="*/ 9 w 9"/>
                        <a:gd name="T31" fmla="*/ 3 h 8"/>
                        <a:gd name="T32" fmla="*/ 8 w 9"/>
                        <a:gd name="T33" fmla="*/ 1 h 8"/>
                        <a:gd name="T34" fmla="*/ 6 w 9"/>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6" y="0"/>
                          </a:moveTo>
                          <a:lnTo>
                            <a:pt x="5" y="0"/>
                          </a:lnTo>
                          <a:lnTo>
                            <a:pt x="3" y="0"/>
                          </a:lnTo>
                          <a:lnTo>
                            <a:pt x="2" y="0"/>
                          </a:lnTo>
                          <a:lnTo>
                            <a:pt x="0" y="1"/>
                          </a:lnTo>
                          <a:lnTo>
                            <a:pt x="0" y="3"/>
                          </a:lnTo>
                          <a:lnTo>
                            <a:pt x="0" y="4"/>
                          </a:lnTo>
                          <a:lnTo>
                            <a:pt x="0" y="5"/>
                          </a:lnTo>
                          <a:lnTo>
                            <a:pt x="2" y="7"/>
                          </a:lnTo>
                          <a:lnTo>
                            <a:pt x="3" y="8"/>
                          </a:lnTo>
                          <a:lnTo>
                            <a:pt x="5" y="8"/>
                          </a:lnTo>
                          <a:lnTo>
                            <a:pt x="6" y="7"/>
                          </a:lnTo>
                          <a:lnTo>
                            <a:pt x="8" y="5"/>
                          </a:lnTo>
                          <a:lnTo>
                            <a:pt x="9" y="4"/>
                          </a:lnTo>
                          <a:lnTo>
                            <a:pt x="9" y="3"/>
                          </a:lnTo>
                          <a:lnTo>
                            <a:pt x="8" y="1"/>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27" name="Freeform 113"/>
                    <p:cNvSpPr>
                      <a:spLocks/>
                    </p:cNvSpPr>
                    <p:nvPr/>
                  </p:nvSpPr>
                  <p:spPr bwMode="auto">
                    <a:xfrm>
                      <a:off x="3887" y="2254"/>
                      <a:ext cx="9" cy="9"/>
                    </a:xfrm>
                    <a:custGeom>
                      <a:avLst/>
                      <a:gdLst>
                        <a:gd name="T0" fmla="*/ 7 w 9"/>
                        <a:gd name="T1" fmla="*/ 1 h 9"/>
                        <a:gd name="T2" fmla="*/ 6 w 9"/>
                        <a:gd name="T3" fmla="*/ 0 h 9"/>
                        <a:gd name="T4" fmla="*/ 4 w 9"/>
                        <a:gd name="T5" fmla="*/ 0 h 9"/>
                        <a:gd name="T6" fmla="*/ 3 w 9"/>
                        <a:gd name="T7" fmla="*/ 1 h 9"/>
                        <a:gd name="T8" fmla="*/ 1 w 9"/>
                        <a:gd name="T9" fmla="*/ 3 h 9"/>
                        <a:gd name="T10" fmla="*/ 0 w 9"/>
                        <a:gd name="T11" fmla="*/ 4 h 9"/>
                        <a:gd name="T12" fmla="*/ 0 w 9"/>
                        <a:gd name="T13" fmla="*/ 6 h 9"/>
                        <a:gd name="T14" fmla="*/ 1 w 9"/>
                        <a:gd name="T15" fmla="*/ 7 h 9"/>
                        <a:gd name="T16" fmla="*/ 3 w 9"/>
                        <a:gd name="T17" fmla="*/ 9 h 9"/>
                        <a:gd name="T18" fmla="*/ 3 w 9"/>
                        <a:gd name="T19" fmla="*/ 9 h 9"/>
                        <a:gd name="T20" fmla="*/ 4 w 9"/>
                        <a:gd name="T21" fmla="*/ 9 h 9"/>
                        <a:gd name="T22" fmla="*/ 6 w 9"/>
                        <a:gd name="T23" fmla="*/ 9 h 9"/>
                        <a:gd name="T24" fmla="*/ 7 w 9"/>
                        <a:gd name="T25" fmla="*/ 9 h 9"/>
                        <a:gd name="T26" fmla="*/ 9 w 9"/>
                        <a:gd name="T27" fmla="*/ 7 h 9"/>
                        <a:gd name="T28" fmla="*/ 9 w 9"/>
                        <a:gd name="T29" fmla="*/ 6 h 9"/>
                        <a:gd name="T30" fmla="*/ 9 w 9"/>
                        <a:gd name="T31" fmla="*/ 4 h 9"/>
                        <a:gd name="T32" fmla="*/ 9 w 9"/>
                        <a:gd name="T33" fmla="*/ 3 h 9"/>
                        <a:gd name="T34" fmla="*/ 7 w 9"/>
                        <a:gd name="T35" fmla="*/ 1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7" y="1"/>
                          </a:moveTo>
                          <a:lnTo>
                            <a:pt x="6" y="0"/>
                          </a:lnTo>
                          <a:lnTo>
                            <a:pt x="4" y="0"/>
                          </a:lnTo>
                          <a:lnTo>
                            <a:pt x="3" y="1"/>
                          </a:lnTo>
                          <a:lnTo>
                            <a:pt x="1" y="3"/>
                          </a:lnTo>
                          <a:lnTo>
                            <a:pt x="0" y="4"/>
                          </a:lnTo>
                          <a:lnTo>
                            <a:pt x="0" y="6"/>
                          </a:lnTo>
                          <a:lnTo>
                            <a:pt x="1" y="7"/>
                          </a:lnTo>
                          <a:lnTo>
                            <a:pt x="3" y="9"/>
                          </a:lnTo>
                          <a:lnTo>
                            <a:pt x="4" y="9"/>
                          </a:lnTo>
                          <a:lnTo>
                            <a:pt x="6" y="9"/>
                          </a:lnTo>
                          <a:lnTo>
                            <a:pt x="7" y="9"/>
                          </a:lnTo>
                          <a:lnTo>
                            <a:pt x="9" y="7"/>
                          </a:lnTo>
                          <a:lnTo>
                            <a:pt x="9" y="6"/>
                          </a:lnTo>
                          <a:lnTo>
                            <a:pt x="9" y="4"/>
                          </a:lnTo>
                          <a:lnTo>
                            <a:pt x="9" y="3"/>
                          </a:lnTo>
                          <a:lnTo>
                            <a:pt x="7"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28" name="Freeform 114"/>
                    <p:cNvSpPr>
                      <a:spLocks/>
                    </p:cNvSpPr>
                    <p:nvPr/>
                  </p:nvSpPr>
                  <p:spPr bwMode="auto">
                    <a:xfrm>
                      <a:off x="3903" y="2263"/>
                      <a:ext cx="9" cy="8"/>
                    </a:xfrm>
                    <a:custGeom>
                      <a:avLst/>
                      <a:gdLst>
                        <a:gd name="T0" fmla="*/ 6 w 9"/>
                        <a:gd name="T1" fmla="*/ 1 h 8"/>
                        <a:gd name="T2" fmla="*/ 4 w 9"/>
                        <a:gd name="T3" fmla="*/ 0 h 8"/>
                        <a:gd name="T4" fmla="*/ 3 w 9"/>
                        <a:gd name="T5" fmla="*/ 0 h 8"/>
                        <a:gd name="T6" fmla="*/ 1 w 9"/>
                        <a:gd name="T7" fmla="*/ 1 h 8"/>
                        <a:gd name="T8" fmla="*/ 0 w 9"/>
                        <a:gd name="T9" fmla="*/ 3 h 8"/>
                        <a:gd name="T10" fmla="*/ 0 w 9"/>
                        <a:gd name="T11" fmla="*/ 4 h 8"/>
                        <a:gd name="T12" fmla="*/ 0 w 9"/>
                        <a:gd name="T13" fmla="*/ 5 h 8"/>
                        <a:gd name="T14" fmla="*/ 0 w 9"/>
                        <a:gd name="T15" fmla="*/ 7 h 8"/>
                        <a:gd name="T16" fmla="*/ 1 w 9"/>
                        <a:gd name="T17" fmla="*/ 8 h 8"/>
                        <a:gd name="T18" fmla="*/ 1 w 9"/>
                        <a:gd name="T19" fmla="*/ 8 h 8"/>
                        <a:gd name="T20" fmla="*/ 3 w 9"/>
                        <a:gd name="T21" fmla="*/ 8 h 8"/>
                        <a:gd name="T22" fmla="*/ 4 w 9"/>
                        <a:gd name="T23" fmla="*/ 8 h 8"/>
                        <a:gd name="T24" fmla="*/ 6 w 9"/>
                        <a:gd name="T25" fmla="*/ 8 h 8"/>
                        <a:gd name="T26" fmla="*/ 7 w 9"/>
                        <a:gd name="T27" fmla="*/ 7 h 8"/>
                        <a:gd name="T28" fmla="*/ 9 w 9"/>
                        <a:gd name="T29" fmla="*/ 5 h 8"/>
                        <a:gd name="T30" fmla="*/ 9 w 9"/>
                        <a:gd name="T31" fmla="*/ 4 h 8"/>
                        <a:gd name="T32" fmla="*/ 7 w 9"/>
                        <a:gd name="T33" fmla="*/ 3 h 8"/>
                        <a:gd name="T34" fmla="*/ 6 w 9"/>
                        <a:gd name="T35" fmla="*/ 1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6" y="1"/>
                          </a:moveTo>
                          <a:lnTo>
                            <a:pt x="4" y="0"/>
                          </a:lnTo>
                          <a:lnTo>
                            <a:pt x="3" y="0"/>
                          </a:lnTo>
                          <a:lnTo>
                            <a:pt x="1" y="1"/>
                          </a:lnTo>
                          <a:lnTo>
                            <a:pt x="0" y="3"/>
                          </a:lnTo>
                          <a:lnTo>
                            <a:pt x="0" y="4"/>
                          </a:lnTo>
                          <a:lnTo>
                            <a:pt x="0" y="5"/>
                          </a:lnTo>
                          <a:lnTo>
                            <a:pt x="0" y="7"/>
                          </a:lnTo>
                          <a:lnTo>
                            <a:pt x="1" y="8"/>
                          </a:lnTo>
                          <a:lnTo>
                            <a:pt x="3" y="8"/>
                          </a:lnTo>
                          <a:lnTo>
                            <a:pt x="4" y="8"/>
                          </a:lnTo>
                          <a:lnTo>
                            <a:pt x="6" y="8"/>
                          </a:lnTo>
                          <a:lnTo>
                            <a:pt x="7" y="7"/>
                          </a:lnTo>
                          <a:lnTo>
                            <a:pt x="9" y="5"/>
                          </a:lnTo>
                          <a:lnTo>
                            <a:pt x="9" y="4"/>
                          </a:lnTo>
                          <a:lnTo>
                            <a:pt x="7" y="3"/>
                          </a:lnTo>
                          <a:lnTo>
                            <a:pt x="6"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29" name="Freeform 115"/>
                    <p:cNvSpPr>
                      <a:spLocks/>
                    </p:cNvSpPr>
                    <p:nvPr/>
                  </p:nvSpPr>
                  <p:spPr bwMode="auto">
                    <a:xfrm>
                      <a:off x="3917" y="2271"/>
                      <a:ext cx="9" cy="9"/>
                    </a:xfrm>
                    <a:custGeom>
                      <a:avLst/>
                      <a:gdLst>
                        <a:gd name="T0" fmla="*/ 8 w 9"/>
                        <a:gd name="T1" fmla="*/ 0 h 9"/>
                        <a:gd name="T2" fmla="*/ 6 w 9"/>
                        <a:gd name="T3" fmla="*/ 0 h 9"/>
                        <a:gd name="T4" fmla="*/ 5 w 9"/>
                        <a:gd name="T5" fmla="*/ 0 h 9"/>
                        <a:gd name="T6" fmla="*/ 3 w 9"/>
                        <a:gd name="T7" fmla="*/ 0 h 9"/>
                        <a:gd name="T8" fmla="*/ 2 w 9"/>
                        <a:gd name="T9" fmla="*/ 2 h 9"/>
                        <a:gd name="T10" fmla="*/ 0 w 9"/>
                        <a:gd name="T11" fmla="*/ 3 h 9"/>
                        <a:gd name="T12" fmla="*/ 0 w 9"/>
                        <a:gd name="T13" fmla="*/ 5 h 9"/>
                        <a:gd name="T14" fmla="*/ 2 w 9"/>
                        <a:gd name="T15" fmla="*/ 6 h 9"/>
                        <a:gd name="T16" fmla="*/ 3 w 9"/>
                        <a:gd name="T17" fmla="*/ 8 h 9"/>
                        <a:gd name="T18" fmla="*/ 3 w 9"/>
                        <a:gd name="T19" fmla="*/ 8 h 9"/>
                        <a:gd name="T20" fmla="*/ 5 w 9"/>
                        <a:gd name="T21" fmla="*/ 9 h 9"/>
                        <a:gd name="T22" fmla="*/ 6 w 9"/>
                        <a:gd name="T23" fmla="*/ 9 h 9"/>
                        <a:gd name="T24" fmla="*/ 8 w 9"/>
                        <a:gd name="T25" fmla="*/ 8 h 9"/>
                        <a:gd name="T26" fmla="*/ 9 w 9"/>
                        <a:gd name="T27" fmla="*/ 6 h 9"/>
                        <a:gd name="T28" fmla="*/ 9 w 9"/>
                        <a:gd name="T29" fmla="*/ 5 h 9"/>
                        <a:gd name="T30" fmla="*/ 9 w 9"/>
                        <a:gd name="T31" fmla="*/ 3 h 9"/>
                        <a:gd name="T32" fmla="*/ 9 w 9"/>
                        <a:gd name="T33" fmla="*/ 2 h 9"/>
                        <a:gd name="T34" fmla="*/ 8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8" y="0"/>
                          </a:moveTo>
                          <a:lnTo>
                            <a:pt x="6" y="0"/>
                          </a:lnTo>
                          <a:lnTo>
                            <a:pt x="5" y="0"/>
                          </a:lnTo>
                          <a:lnTo>
                            <a:pt x="3" y="0"/>
                          </a:lnTo>
                          <a:lnTo>
                            <a:pt x="2" y="2"/>
                          </a:lnTo>
                          <a:lnTo>
                            <a:pt x="0" y="3"/>
                          </a:lnTo>
                          <a:lnTo>
                            <a:pt x="0" y="5"/>
                          </a:lnTo>
                          <a:lnTo>
                            <a:pt x="2" y="6"/>
                          </a:lnTo>
                          <a:lnTo>
                            <a:pt x="3" y="8"/>
                          </a:lnTo>
                          <a:lnTo>
                            <a:pt x="5" y="9"/>
                          </a:lnTo>
                          <a:lnTo>
                            <a:pt x="6" y="9"/>
                          </a:lnTo>
                          <a:lnTo>
                            <a:pt x="8" y="8"/>
                          </a:lnTo>
                          <a:lnTo>
                            <a:pt x="9" y="6"/>
                          </a:lnTo>
                          <a:lnTo>
                            <a:pt x="9" y="5"/>
                          </a:lnTo>
                          <a:lnTo>
                            <a:pt x="9" y="3"/>
                          </a:lnTo>
                          <a:lnTo>
                            <a:pt x="9" y="2"/>
                          </a:lnTo>
                          <a:lnTo>
                            <a:pt x="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30" name="Freeform 116"/>
                    <p:cNvSpPr>
                      <a:spLocks/>
                    </p:cNvSpPr>
                    <p:nvPr/>
                  </p:nvSpPr>
                  <p:spPr bwMode="auto">
                    <a:xfrm>
                      <a:off x="3933" y="2279"/>
                      <a:ext cx="9" cy="8"/>
                    </a:xfrm>
                    <a:custGeom>
                      <a:avLst/>
                      <a:gdLst>
                        <a:gd name="T0" fmla="*/ 6 w 9"/>
                        <a:gd name="T1" fmla="*/ 0 h 8"/>
                        <a:gd name="T2" fmla="*/ 5 w 9"/>
                        <a:gd name="T3" fmla="*/ 0 h 8"/>
                        <a:gd name="T4" fmla="*/ 3 w 9"/>
                        <a:gd name="T5" fmla="*/ 0 h 8"/>
                        <a:gd name="T6" fmla="*/ 2 w 9"/>
                        <a:gd name="T7" fmla="*/ 1 h 8"/>
                        <a:gd name="T8" fmla="*/ 0 w 9"/>
                        <a:gd name="T9" fmla="*/ 3 h 8"/>
                        <a:gd name="T10" fmla="*/ 0 w 9"/>
                        <a:gd name="T11" fmla="*/ 4 h 8"/>
                        <a:gd name="T12" fmla="*/ 2 w 9"/>
                        <a:gd name="T13" fmla="*/ 5 h 8"/>
                        <a:gd name="T14" fmla="*/ 3 w 9"/>
                        <a:gd name="T15" fmla="*/ 7 h 8"/>
                        <a:gd name="T16" fmla="*/ 5 w 9"/>
                        <a:gd name="T17" fmla="*/ 8 h 8"/>
                        <a:gd name="T18" fmla="*/ 5 w 9"/>
                        <a:gd name="T19" fmla="*/ 8 h 8"/>
                        <a:gd name="T20" fmla="*/ 6 w 9"/>
                        <a:gd name="T21" fmla="*/ 8 h 8"/>
                        <a:gd name="T22" fmla="*/ 8 w 9"/>
                        <a:gd name="T23" fmla="*/ 7 h 8"/>
                        <a:gd name="T24" fmla="*/ 9 w 9"/>
                        <a:gd name="T25" fmla="*/ 5 h 8"/>
                        <a:gd name="T26" fmla="*/ 9 w 9"/>
                        <a:gd name="T27" fmla="*/ 4 h 8"/>
                        <a:gd name="T28" fmla="*/ 9 w 9"/>
                        <a:gd name="T29" fmla="*/ 3 h 8"/>
                        <a:gd name="T30" fmla="*/ 9 w 9"/>
                        <a:gd name="T31" fmla="*/ 1 h 8"/>
                        <a:gd name="T32" fmla="*/ 8 w 9"/>
                        <a:gd name="T33" fmla="*/ 0 h 8"/>
                        <a:gd name="T34" fmla="*/ 6 w 9"/>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6" y="0"/>
                          </a:moveTo>
                          <a:lnTo>
                            <a:pt x="5" y="0"/>
                          </a:lnTo>
                          <a:lnTo>
                            <a:pt x="3" y="0"/>
                          </a:lnTo>
                          <a:lnTo>
                            <a:pt x="2" y="1"/>
                          </a:lnTo>
                          <a:lnTo>
                            <a:pt x="0" y="3"/>
                          </a:lnTo>
                          <a:lnTo>
                            <a:pt x="0" y="4"/>
                          </a:lnTo>
                          <a:lnTo>
                            <a:pt x="2" y="5"/>
                          </a:lnTo>
                          <a:lnTo>
                            <a:pt x="3" y="7"/>
                          </a:lnTo>
                          <a:lnTo>
                            <a:pt x="5" y="8"/>
                          </a:lnTo>
                          <a:lnTo>
                            <a:pt x="6" y="8"/>
                          </a:lnTo>
                          <a:lnTo>
                            <a:pt x="8" y="7"/>
                          </a:lnTo>
                          <a:lnTo>
                            <a:pt x="9" y="5"/>
                          </a:lnTo>
                          <a:lnTo>
                            <a:pt x="9" y="4"/>
                          </a:lnTo>
                          <a:lnTo>
                            <a:pt x="9" y="3"/>
                          </a:lnTo>
                          <a:lnTo>
                            <a:pt x="9" y="1"/>
                          </a:lnTo>
                          <a:lnTo>
                            <a:pt x="8" y="0"/>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grpSp>
              <p:grpSp>
                <p:nvGrpSpPr>
                  <p:cNvPr id="30" name="Group 29"/>
                  <p:cNvGrpSpPr/>
                  <p:nvPr/>
                </p:nvGrpSpPr>
                <p:grpSpPr>
                  <a:xfrm>
                    <a:off x="2165350" y="2533650"/>
                    <a:ext cx="5284788" cy="1771650"/>
                    <a:chOff x="2165350" y="2533650"/>
                    <a:chExt cx="5284788" cy="1771650"/>
                  </a:xfrm>
                </p:grpSpPr>
                <p:grpSp>
                  <p:nvGrpSpPr>
                    <p:cNvPr id="31" name="Group 213"/>
                    <p:cNvGrpSpPr>
                      <a:grpSpLocks/>
                    </p:cNvGrpSpPr>
                    <p:nvPr/>
                  </p:nvGrpSpPr>
                  <p:grpSpPr bwMode="auto">
                    <a:xfrm>
                      <a:off x="5707063" y="3108325"/>
                      <a:ext cx="541337" cy="185738"/>
                      <a:chOff x="3607" y="1910"/>
                      <a:chExt cx="341" cy="117"/>
                    </a:xfrm>
                  </p:grpSpPr>
                  <p:sp>
                    <p:nvSpPr>
                      <p:cNvPr id="285" name="Freeform 214"/>
                      <p:cNvSpPr>
                        <a:spLocks/>
                      </p:cNvSpPr>
                      <p:nvPr/>
                    </p:nvSpPr>
                    <p:spPr bwMode="auto">
                      <a:xfrm>
                        <a:off x="3607" y="1910"/>
                        <a:ext cx="8" cy="8"/>
                      </a:xfrm>
                      <a:custGeom>
                        <a:avLst/>
                        <a:gdLst>
                          <a:gd name="T0" fmla="*/ 7 w 8"/>
                          <a:gd name="T1" fmla="*/ 1 h 8"/>
                          <a:gd name="T2" fmla="*/ 4 w 8"/>
                          <a:gd name="T3" fmla="*/ 0 h 8"/>
                          <a:gd name="T4" fmla="*/ 4 w 8"/>
                          <a:gd name="T5" fmla="*/ 0 h 8"/>
                          <a:gd name="T6" fmla="*/ 3 w 8"/>
                          <a:gd name="T7" fmla="*/ 1 h 8"/>
                          <a:gd name="T8" fmla="*/ 1 w 8"/>
                          <a:gd name="T9" fmla="*/ 3 h 8"/>
                          <a:gd name="T10" fmla="*/ 0 w 8"/>
                          <a:gd name="T11" fmla="*/ 4 h 8"/>
                          <a:gd name="T12" fmla="*/ 0 w 8"/>
                          <a:gd name="T13" fmla="*/ 4 h 8"/>
                          <a:gd name="T14" fmla="*/ 1 w 8"/>
                          <a:gd name="T15" fmla="*/ 5 h 8"/>
                          <a:gd name="T16" fmla="*/ 3 w 8"/>
                          <a:gd name="T17" fmla="*/ 8 h 8"/>
                          <a:gd name="T18" fmla="*/ 3 w 8"/>
                          <a:gd name="T19" fmla="*/ 8 h 8"/>
                          <a:gd name="T20" fmla="*/ 4 w 8"/>
                          <a:gd name="T21" fmla="*/ 8 h 8"/>
                          <a:gd name="T22" fmla="*/ 4 w 8"/>
                          <a:gd name="T23" fmla="*/ 8 h 8"/>
                          <a:gd name="T24" fmla="*/ 5 w 8"/>
                          <a:gd name="T25" fmla="*/ 7 h 8"/>
                          <a:gd name="T26" fmla="*/ 7 w 8"/>
                          <a:gd name="T27" fmla="*/ 5 h 8"/>
                          <a:gd name="T28" fmla="*/ 8 w 8"/>
                          <a:gd name="T29" fmla="*/ 4 h 8"/>
                          <a:gd name="T30" fmla="*/ 8 w 8"/>
                          <a:gd name="T31" fmla="*/ 4 h 8"/>
                          <a:gd name="T32" fmla="*/ 7 w 8"/>
                          <a:gd name="T33" fmla="*/ 3 h 8"/>
                          <a:gd name="T34" fmla="*/ 7 w 8"/>
                          <a:gd name="T35" fmla="*/ 1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8"/>
                          <a:gd name="T56" fmla="*/ 8 w 8"/>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8">
                            <a:moveTo>
                              <a:pt x="7" y="1"/>
                            </a:moveTo>
                            <a:lnTo>
                              <a:pt x="4" y="0"/>
                            </a:lnTo>
                            <a:lnTo>
                              <a:pt x="3" y="1"/>
                            </a:lnTo>
                            <a:lnTo>
                              <a:pt x="1" y="3"/>
                            </a:lnTo>
                            <a:lnTo>
                              <a:pt x="0" y="4"/>
                            </a:lnTo>
                            <a:lnTo>
                              <a:pt x="1" y="5"/>
                            </a:lnTo>
                            <a:lnTo>
                              <a:pt x="3" y="8"/>
                            </a:lnTo>
                            <a:lnTo>
                              <a:pt x="4" y="8"/>
                            </a:lnTo>
                            <a:lnTo>
                              <a:pt x="5" y="7"/>
                            </a:lnTo>
                            <a:lnTo>
                              <a:pt x="7" y="5"/>
                            </a:lnTo>
                            <a:lnTo>
                              <a:pt x="8" y="4"/>
                            </a:lnTo>
                            <a:lnTo>
                              <a:pt x="7" y="3"/>
                            </a:lnTo>
                            <a:lnTo>
                              <a:pt x="7"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86" name="Freeform 215"/>
                      <p:cNvSpPr>
                        <a:spLocks/>
                      </p:cNvSpPr>
                      <p:nvPr/>
                    </p:nvSpPr>
                    <p:spPr bwMode="auto">
                      <a:xfrm>
                        <a:off x="3620" y="1920"/>
                        <a:ext cx="8" cy="9"/>
                      </a:xfrm>
                      <a:custGeom>
                        <a:avLst/>
                        <a:gdLst>
                          <a:gd name="T0" fmla="*/ 7 w 8"/>
                          <a:gd name="T1" fmla="*/ 1 h 9"/>
                          <a:gd name="T2" fmla="*/ 6 w 8"/>
                          <a:gd name="T3" fmla="*/ 0 h 9"/>
                          <a:gd name="T4" fmla="*/ 4 w 8"/>
                          <a:gd name="T5" fmla="*/ 0 h 9"/>
                          <a:gd name="T6" fmla="*/ 3 w 8"/>
                          <a:gd name="T7" fmla="*/ 1 h 9"/>
                          <a:gd name="T8" fmla="*/ 1 w 8"/>
                          <a:gd name="T9" fmla="*/ 3 h 9"/>
                          <a:gd name="T10" fmla="*/ 0 w 8"/>
                          <a:gd name="T11" fmla="*/ 4 h 9"/>
                          <a:gd name="T12" fmla="*/ 0 w 8"/>
                          <a:gd name="T13" fmla="*/ 6 h 9"/>
                          <a:gd name="T14" fmla="*/ 1 w 8"/>
                          <a:gd name="T15" fmla="*/ 7 h 9"/>
                          <a:gd name="T16" fmla="*/ 3 w 8"/>
                          <a:gd name="T17" fmla="*/ 9 h 9"/>
                          <a:gd name="T18" fmla="*/ 3 w 8"/>
                          <a:gd name="T19" fmla="*/ 9 h 9"/>
                          <a:gd name="T20" fmla="*/ 4 w 8"/>
                          <a:gd name="T21" fmla="*/ 9 h 9"/>
                          <a:gd name="T22" fmla="*/ 6 w 8"/>
                          <a:gd name="T23" fmla="*/ 9 h 9"/>
                          <a:gd name="T24" fmla="*/ 7 w 8"/>
                          <a:gd name="T25" fmla="*/ 9 h 9"/>
                          <a:gd name="T26" fmla="*/ 8 w 8"/>
                          <a:gd name="T27" fmla="*/ 7 h 9"/>
                          <a:gd name="T28" fmla="*/ 8 w 8"/>
                          <a:gd name="T29" fmla="*/ 6 h 9"/>
                          <a:gd name="T30" fmla="*/ 8 w 8"/>
                          <a:gd name="T31" fmla="*/ 4 h 9"/>
                          <a:gd name="T32" fmla="*/ 8 w 8"/>
                          <a:gd name="T33" fmla="*/ 3 h 9"/>
                          <a:gd name="T34" fmla="*/ 7 w 8"/>
                          <a:gd name="T35" fmla="*/ 1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7" y="1"/>
                            </a:moveTo>
                            <a:lnTo>
                              <a:pt x="6" y="0"/>
                            </a:lnTo>
                            <a:lnTo>
                              <a:pt x="4" y="0"/>
                            </a:lnTo>
                            <a:lnTo>
                              <a:pt x="3" y="1"/>
                            </a:lnTo>
                            <a:lnTo>
                              <a:pt x="1" y="3"/>
                            </a:lnTo>
                            <a:lnTo>
                              <a:pt x="0" y="4"/>
                            </a:lnTo>
                            <a:lnTo>
                              <a:pt x="0" y="6"/>
                            </a:lnTo>
                            <a:lnTo>
                              <a:pt x="1" y="7"/>
                            </a:lnTo>
                            <a:lnTo>
                              <a:pt x="3" y="9"/>
                            </a:lnTo>
                            <a:lnTo>
                              <a:pt x="4" y="9"/>
                            </a:lnTo>
                            <a:lnTo>
                              <a:pt x="6" y="9"/>
                            </a:lnTo>
                            <a:lnTo>
                              <a:pt x="7" y="9"/>
                            </a:lnTo>
                            <a:lnTo>
                              <a:pt x="8" y="7"/>
                            </a:lnTo>
                            <a:lnTo>
                              <a:pt x="8" y="6"/>
                            </a:lnTo>
                            <a:lnTo>
                              <a:pt x="8" y="4"/>
                            </a:lnTo>
                            <a:lnTo>
                              <a:pt x="8" y="3"/>
                            </a:lnTo>
                            <a:lnTo>
                              <a:pt x="7"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87" name="Freeform 216"/>
                      <p:cNvSpPr>
                        <a:spLocks/>
                      </p:cNvSpPr>
                      <p:nvPr/>
                    </p:nvSpPr>
                    <p:spPr bwMode="auto">
                      <a:xfrm>
                        <a:off x="3633" y="1931"/>
                        <a:ext cx="8" cy="9"/>
                      </a:xfrm>
                      <a:custGeom>
                        <a:avLst/>
                        <a:gdLst>
                          <a:gd name="T0" fmla="*/ 7 w 8"/>
                          <a:gd name="T1" fmla="*/ 2 h 9"/>
                          <a:gd name="T2" fmla="*/ 6 w 8"/>
                          <a:gd name="T3" fmla="*/ 0 h 9"/>
                          <a:gd name="T4" fmla="*/ 4 w 8"/>
                          <a:gd name="T5" fmla="*/ 0 h 9"/>
                          <a:gd name="T6" fmla="*/ 3 w 8"/>
                          <a:gd name="T7" fmla="*/ 2 h 9"/>
                          <a:gd name="T8" fmla="*/ 1 w 8"/>
                          <a:gd name="T9" fmla="*/ 3 h 9"/>
                          <a:gd name="T10" fmla="*/ 0 w 8"/>
                          <a:gd name="T11" fmla="*/ 5 h 9"/>
                          <a:gd name="T12" fmla="*/ 0 w 8"/>
                          <a:gd name="T13" fmla="*/ 6 h 9"/>
                          <a:gd name="T14" fmla="*/ 1 w 8"/>
                          <a:gd name="T15" fmla="*/ 8 h 9"/>
                          <a:gd name="T16" fmla="*/ 3 w 8"/>
                          <a:gd name="T17" fmla="*/ 9 h 9"/>
                          <a:gd name="T18" fmla="*/ 3 w 8"/>
                          <a:gd name="T19" fmla="*/ 9 h 9"/>
                          <a:gd name="T20" fmla="*/ 4 w 8"/>
                          <a:gd name="T21" fmla="*/ 9 h 9"/>
                          <a:gd name="T22" fmla="*/ 6 w 8"/>
                          <a:gd name="T23" fmla="*/ 9 h 9"/>
                          <a:gd name="T24" fmla="*/ 7 w 8"/>
                          <a:gd name="T25" fmla="*/ 9 h 9"/>
                          <a:gd name="T26" fmla="*/ 8 w 8"/>
                          <a:gd name="T27" fmla="*/ 8 h 9"/>
                          <a:gd name="T28" fmla="*/ 8 w 8"/>
                          <a:gd name="T29" fmla="*/ 6 h 9"/>
                          <a:gd name="T30" fmla="*/ 8 w 8"/>
                          <a:gd name="T31" fmla="*/ 5 h 9"/>
                          <a:gd name="T32" fmla="*/ 8 w 8"/>
                          <a:gd name="T33" fmla="*/ 3 h 9"/>
                          <a:gd name="T34" fmla="*/ 7 w 8"/>
                          <a:gd name="T35" fmla="*/ 2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7" y="2"/>
                            </a:moveTo>
                            <a:lnTo>
                              <a:pt x="6" y="0"/>
                            </a:lnTo>
                            <a:lnTo>
                              <a:pt x="4" y="0"/>
                            </a:lnTo>
                            <a:lnTo>
                              <a:pt x="3" y="2"/>
                            </a:lnTo>
                            <a:lnTo>
                              <a:pt x="1" y="3"/>
                            </a:lnTo>
                            <a:lnTo>
                              <a:pt x="0" y="5"/>
                            </a:lnTo>
                            <a:lnTo>
                              <a:pt x="0" y="6"/>
                            </a:lnTo>
                            <a:lnTo>
                              <a:pt x="1" y="8"/>
                            </a:lnTo>
                            <a:lnTo>
                              <a:pt x="3" y="9"/>
                            </a:lnTo>
                            <a:lnTo>
                              <a:pt x="4" y="9"/>
                            </a:lnTo>
                            <a:lnTo>
                              <a:pt x="6" y="9"/>
                            </a:lnTo>
                            <a:lnTo>
                              <a:pt x="7" y="9"/>
                            </a:lnTo>
                            <a:lnTo>
                              <a:pt x="8" y="8"/>
                            </a:lnTo>
                            <a:lnTo>
                              <a:pt x="8" y="6"/>
                            </a:lnTo>
                            <a:lnTo>
                              <a:pt x="8" y="5"/>
                            </a:lnTo>
                            <a:lnTo>
                              <a:pt x="8" y="3"/>
                            </a:lnTo>
                            <a:lnTo>
                              <a:pt x="7"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88" name="Freeform 217"/>
                      <p:cNvSpPr>
                        <a:spLocks/>
                      </p:cNvSpPr>
                      <p:nvPr/>
                    </p:nvSpPr>
                    <p:spPr bwMode="auto">
                      <a:xfrm>
                        <a:off x="3646" y="1943"/>
                        <a:ext cx="9" cy="9"/>
                      </a:xfrm>
                      <a:custGeom>
                        <a:avLst/>
                        <a:gdLst>
                          <a:gd name="T0" fmla="*/ 7 w 9"/>
                          <a:gd name="T1" fmla="*/ 1 h 9"/>
                          <a:gd name="T2" fmla="*/ 6 w 9"/>
                          <a:gd name="T3" fmla="*/ 0 h 9"/>
                          <a:gd name="T4" fmla="*/ 4 w 9"/>
                          <a:gd name="T5" fmla="*/ 0 h 9"/>
                          <a:gd name="T6" fmla="*/ 3 w 9"/>
                          <a:gd name="T7" fmla="*/ 1 h 9"/>
                          <a:gd name="T8" fmla="*/ 1 w 9"/>
                          <a:gd name="T9" fmla="*/ 3 h 9"/>
                          <a:gd name="T10" fmla="*/ 0 w 9"/>
                          <a:gd name="T11" fmla="*/ 4 h 9"/>
                          <a:gd name="T12" fmla="*/ 0 w 9"/>
                          <a:gd name="T13" fmla="*/ 6 h 9"/>
                          <a:gd name="T14" fmla="*/ 1 w 9"/>
                          <a:gd name="T15" fmla="*/ 7 h 9"/>
                          <a:gd name="T16" fmla="*/ 3 w 9"/>
                          <a:gd name="T17" fmla="*/ 9 h 9"/>
                          <a:gd name="T18" fmla="*/ 3 w 9"/>
                          <a:gd name="T19" fmla="*/ 9 h 9"/>
                          <a:gd name="T20" fmla="*/ 4 w 9"/>
                          <a:gd name="T21" fmla="*/ 9 h 9"/>
                          <a:gd name="T22" fmla="*/ 6 w 9"/>
                          <a:gd name="T23" fmla="*/ 9 h 9"/>
                          <a:gd name="T24" fmla="*/ 7 w 9"/>
                          <a:gd name="T25" fmla="*/ 9 h 9"/>
                          <a:gd name="T26" fmla="*/ 9 w 9"/>
                          <a:gd name="T27" fmla="*/ 7 h 9"/>
                          <a:gd name="T28" fmla="*/ 9 w 9"/>
                          <a:gd name="T29" fmla="*/ 6 h 9"/>
                          <a:gd name="T30" fmla="*/ 9 w 9"/>
                          <a:gd name="T31" fmla="*/ 4 h 9"/>
                          <a:gd name="T32" fmla="*/ 9 w 9"/>
                          <a:gd name="T33" fmla="*/ 3 h 9"/>
                          <a:gd name="T34" fmla="*/ 7 w 9"/>
                          <a:gd name="T35" fmla="*/ 1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7" y="1"/>
                            </a:moveTo>
                            <a:lnTo>
                              <a:pt x="6" y="0"/>
                            </a:lnTo>
                            <a:lnTo>
                              <a:pt x="4" y="0"/>
                            </a:lnTo>
                            <a:lnTo>
                              <a:pt x="3" y="1"/>
                            </a:lnTo>
                            <a:lnTo>
                              <a:pt x="1" y="3"/>
                            </a:lnTo>
                            <a:lnTo>
                              <a:pt x="0" y="4"/>
                            </a:lnTo>
                            <a:lnTo>
                              <a:pt x="0" y="6"/>
                            </a:lnTo>
                            <a:lnTo>
                              <a:pt x="1" y="7"/>
                            </a:lnTo>
                            <a:lnTo>
                              <a:pt x="3" y="9"/>
                            </a:lnTo>
                            <a:lnTo>
                              <a:pt x="4" y="9"/>
                            </a:lnTo>
                            <a:lnTo>
                              <a:pt x="6" y="9"/>
                            </a:lnTo>
                            <a:lnTo>
                              <a:pt x="7" y="9"/>
                            </a:lnTo>
                            <a:lnTo>
                              <a:pt x="9" y="7"/>
                            </a:lnTo>
                            <a:lnTo>
                              <a:pt x="9" y="6"/>
                            </a:lnTo>
                            <a:lnTo>
                              <a:pt x="9" y="4"/>
                            </a:lnTo>
                            <a:lnTo>
                              <a:pt x="9" y="3"/>
                            </a:lnTo>
                            <a:lnTo>
                              <a:pt x="7"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89" name="Freeform 218"/>
                      <p:cNvSpPr>
                        <a:spLocks/>
                      </p:cNvSpPr>
                      <p:nvPr/>
                    </p:nvSpPr>
                    <p:spPr bwMode="auto">
                      <a:xfrm>
                        <a:off x="3659" y="1955"/>
                        <a:ext cx="9" cy="8"/>
                      </a:xfrm>
                      <a:custGeom>
                        <a:avLst/>
                        <a:gdLst>
                          <a:gd name="T0" fmla="*/ 7 w 9"/>
                          <a:gd name="T1" fmla="*/ 1 h 8"/>
                          <a:gd name="T2" fmla="*/ 6 w 9"/>
                          <a:gd name="T3" fmla="*/ 0 h 8"/>
                          <a:gd name="T4" fmla="*/ 4 w 9"/>
                          <a:gd name="T5" fmla="*/ 0 h 8"/>
                          <a:gd name="T6" fmla="*/ 3 w 9"/>
                          <a:gd name="T7" fmla="*/ 1 h 8"/>
                          <a:gd name="T8" fmla="*/ 1 w 9"/>
                          <a:gd name="T9" fmla="*/ 3 h 8"/>
                          <a:gd name="T10" fmla="*/ 0 w 9"/>
                          <a:gd name="T11" fmla="*/ 4 h 8"/>
                          <a:gd name="T12" fmla="*/ 0 w 9"/>
                          <a:gd name="T13" fmla="*/ 5 h 8"/>
                          <a:gd name="T14" fmla="*/ 1 w 9"/>
                          <a:gd name="T15" fmla="*/ 7 h 8"/>
                          <a:gd name="T16" fmla="*/ 3 w 9"/>
                          <a:gd name="T17" fmla="*/ 8 h 8"/>
                          <a:gd name="T18" fmla="*/ 3 w 9"/>
                          <a:gd name="T19" fmla="*/ 8 h 8"/>
                          <a:gd name="T20" fmla="*/ 4 w 9"/>
                          <a:gd name="T21" fmla="*/ 8 h 8"/>
                          <a:gd name="T22" fmla="*/ 6 w 9"/>
                          <a:gd name="T23" fmla="*/ 8 h 8"/>
                          <a:gd name="T24" fmla="*/ 7 w 9"/>
                          <a:gd name="T25" fmla="*/ 8 h 8"/>
                          <a:gd name="T26" fmla="*/ 9 w 9"/>
                          <a:gd name="T27" fmla="*/ 7 h 8"/>
                          <a:gd name="T28" fmla="*/ 9 w 9"/>
                          <a:gd name="T29" fmla="*/ 5 h 8"/>
                          <a:gd name="T30" fmla="*/ 9 w 9"/>
                          <a:gd name="T31" fmla="*/ 4 h 8"/>
                          <a:gd name="T32" fmla="*/ 9 w 9"/>
                          <a:gd name="T33" fmla="*/ 3 h 8"/>
                          <a:gd name="T34" fmla="*/ 7 w 9"/>
                          <a:gd name="T35" fmla="*/ 1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7" y="1"/>
                            </a:moveTo>
                            <a:lnTo>
                              <a:pt x="6" y="0"/>
                            </a:lnTo>
                            <a:lnTo>
                              <a:pt x="4" y="0"/>
                            </a:lnTo>
                            <a:lnTo>
                              <a:pt x="3" y="1"/>
                            </a:lnTo>
                            <a:lnTo>
                              <a:pt x="1" y="3"/>
                            </a:lnTo>
                            <a:lnTo>
                              <a:pt x="0" y="4"/>
                            </a:lnTo>
                            <a:lnTo>
                              <a:pt x="0" y="5"/>
                            </a:lnTo>
                            <a:lnTo>
                              <a:pt x="1" y="7"/>
                            </a:lnTo>
                            <a:lnTo>
                              <a:pt x="3" y="8"/>
                            </a:lnTo>
                            <a:lnTo>
                              <a:pt x="4" y="8"/>
                            </a:lnTo>
                            <a:lnTo>
                              <a:pt x="6" y="8"/>
                            </a:lnTo>
                            <a:lnTo>
                              <a:pt x="7" y="8"/>
                            </a:lnTo>
                            <a:lnTo>
                              <a:pt x="9" y="7"/>
                            </a:lnTo>
                            <a:lnTo>
                              <a:pt x="9" y="5"/>
                            </a:lnTo>
                            <a:lnTo>
                              <a:pt x="9" y="4"/>
                            </a:lnTo>
                            <a:lnTo>
                              <a:pt x="9" y="3"/>
                            </a:lnTo>
                            <a:lnTo>
                              <a:pt x="7"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90" name="Freeform 219"/>
                      <p:cNvSpPr>
                        <a:spLocks/>
                      </p:cNvSpPr>
                      <p:nvPr/>
                    </p:nvSpPr>
                    <p:spPr bwMode="auto">
                      <a:xfrm>
                        <a:off x="3673" y="1966"/>
                        <a:ext cx="9" cy="9"/>
                      </a:xfrm>
                      <a:custGeom>
                        <a:avLst/>
                        <a:gdLst>
                          <a:gd name="T0" fmla="*/ 6 w 9"/>
                          <a:gd name="T1" fmla="*/ 2 h 9"/>
                          <a:gd name="T2" fmla="*/ 5 w 9"/>
                          <a:gd name="T3" fmla="*/ 0 h 9"/>
                          <a:gd name="T4" fmla="*/ 3 w 9"/>
                          <a:gd name="T5" fmla="*/ 0 h 9"/>
                          <a:gd name="T6" fmla="*/ 2 w 9"/>
                          <a:gd name="T7" fmla="*/ 2 h 9"/>
                          <a:gd name="T8" fmla="*/ 0 w 9"/>
                          <a:gd name="T9" fmla="*/ 3 h 9"/>
                          <a:gd name="T10" fmla="*/ 0 w 9"/>
                          <a:gd name="T11" fmla="*/ 5 h 9"/>
                          <a:gd name="T12" fmla="*/ 0 w 9"/>
                          <a:gd name="T13" fmla="*/ 6 h 9"/>
                          <a:gd name="T14" fmla="*/ 0 w 9"/>
                          <a:gd name="T15" fmla="*/ 8 h 9"/>
                          <a:gd name="T16" fmla="*/ 2 w 9"/>
                          <a:gd name="T17" fmla="*/ 9 h 9"/>
                          <a:gd name="T18" fmla="*/ 2 w 9"/>
                          <a:gd name="T19" fmla="*/ 9 h 9"/>
                          <a:gd name="T20" fmla="*/ 3 w 9"/>
                          <a:gd name="T21" fmla="*/ 9 h 9"/>
                          <a:gd name="T22" fmla="*/ 5 w 9"/>
                          <a:gd name="T23" fmla="*/ 9 h 9"/>
                          <a:gd name="T24" fmla="*/ 6 w 9"/>
                          <a:gd name="T25" fmla="*/ 9 h 9"/>
                          <a:gd name="T26" fmla="*/ 8 w 9"/>
                          <a:gd name="T27" fmla="*/ 8 h 9"/>
                          <a:gd name="T28" fmla="*/ 9 w 9"/>
                          <a:gd name="T29" fmla="*/ 6 h 9"/>
                          <a:gd name="T30" fmla="*/ 9 w 9"/>
                          <a:gd name="T31" fmla="*/ 5 h 9"/>
                          <a:gd name="T32" fmla="*/ 8 w 9"/>
                          <a:gd name="T33" fmla="*/ 3 h 9"/>
                          <a:gd name="T34" fmla="*/ 6 w 9"/>
                          <a:gd name="T35" fmla="*/ 2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6" y="2"/>
                            </a:moveTo>
                            <a:lnTo>
                              <a:pt x="5" y="0"/>
                            </a:lnTo>
                            <a:lnTo>
                              <a:pt x="3" y="0"/>
                            </a:lnTo>
                            <a:lnTo>
                              <a:pt x="2" y="2"/>
                            </a:lnTo>
                            <a:lnTo>
                              <a:pt x="0" y="3"/>
                            </a:lnTo>
                            <a:lnTo>
                              <a:pt x="0" y="5"/>
                            </a:lnTo>
                            <a:lnTo>
                              <a:pt x="0" y="6"/>
                            </a:lnTo>
                            <a:lnTo>
                              <a:pt x="0" y="8"/>
                            </a:lnTo>
                            <a:lnTo>
                              <a:pt x="2" y="9"/>
                            </a:lnTo>
                            <a:lnTo>
                              <a:pt x="3" y="9"/>
                            </a:lnTo>
                            <a:lnTo>
                              <a:pt x="5" y="9"/>
                            </a:lnTo>
                            <a:lnTo>
                              <a:pt x="6" y="9"/>
                            </a:lnTo>
                            <a:lnTo>
                              <a:pt x="8" y="8"/>
                            </a:lnTo>
                            <a:lnTo>
                              <a:pt x="9" y="6"/>
                            </a:lnTo>
                            <a:lnTo>
                              <a:pt x="9" y="5"/>
                            </a:lnTo>
                            <a:lnTo>
                              <a:pt x="8" y="3"/>
                            </a:lnTo>
                            <a:lnTo>
                              <a:pt x="6"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91" name="Freeform 220"/>
                      <p:cNvSpPr>
                        <a:spLocks/>
                      </p:cNvSpPr>
                      <p:nvPr/>
                    </p:nvSpPr>
                    <p:spPr bwMode="auto">
                      <a:xfrm>
                        <a:off x="3687" y="1976"/>
                        <a:ext cx="8" cy="9"/>
                      </a:xfrm>
                      <a:custGeom>
                        <a:avLst/>
                        <a:gdLst>
                          <a:gd name="T0" fmla="*/ 5 w 8"/>
                          <a:gd name="T1" fmla="*/ 2 h 9"/>
                          <a:gd name="T2" fmla="*/ 4 w 8"/>
                          <a:gd name="T3" fmla="*/ 0 h 9"/>
                          <a:gd name="T4" fmla="*/ 2 w 8"/>
                          <a:gd name="T5" fmla="*/ 0 h 9"/>
                          <a:gd name="T6" fmla="*/ 1 w 8"/>
                          <a:gd name="T7" fmla="*/ 2 h 9"/>
                          <a:gd name="T8" fmla="*/ 0 w 8"/>
                          <a:gd name="T9" fmla="*/ 3 h 9"/>
                          <a:gd name="T10" fmla="*/ 0 w 8"/>
                          <a:gd name="T11" fmla="*/ 5 h 9"/>
                          <a:gd name="T12" fmla="*/ 0 w 8"/>
                          <a:gd name="T13" fmla="*/ 6 h 9"/>
                          <a:gd name="T14" fmla="*/ 0 w 8"/>
                          <a:gd name="T15" fmla="*/ 8 h 9"/>
                          <a:gd name="T16" fmla="*/ 1 w 8"/>
                          <a:gd name="T17" fmla="*/ 9 h 9"/>
                          <a:gd name="T18" fmla="*/ 1 w 8"/>
                          <a:gd name="T19" fmla="*/ 9 h 9"/>
                          <a:gd name="T20" fmla="*/ 2 w 8"/>
                          <a:gd name="T21" fmla="*/ 9 h 9"/>
                          <a:gd name="T22" fmla="*/ 4 w 8"/>
                          <a:gd name="T23" fmla="*/ 9 h 9"/>
                          <a:gd name="T24" fmla="*/ 5 w 8"/>
                          <a:gd name="T25" fmla="*/ 9 h 9"/>
                          <a:gd name="T26" fmla="*/ 7 w 8"/>
                          <a:gd name="T27" fmla="*/ 8 h 9"/>
                          <a:gd name="T28" fmla="*/ 8 w 8"/>
                          <a:gd name="T29" fmla="*/ 6 h 9"/>
                          <a:gd name="T30" fmla="*/ 8 w 8"/>
                          <a:gd name="T31" fmla="*/ 5 h 9"/>
                          <a:gd name="T32" fmla="*/ 7 w 8"/>
                          <a:gd name="T33" fmla="*/ 3 h 9"/>
                          <a:gd name="T34" fmla="*/ 5 w 8"/>
                          <a:gd name="T35" fmla="*/ 2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5" y="2"/>
                            </a:moveTo>
                            <a:lnTo>
                              <a:pt x="4" y="0"/>
                            </a:lnTo>
                            <a:lnTo>
                              <a:pt x="2" y="0"/>
                            </a:lnTo>
                            <a:lnTo>
                              <a:pt x="1" y="2"/>
                            </a:lnTo>
                            <a:lnTo>
                              <a:pt x="0" y="3"/>
                            </a:lnTo>
                            <a:lnTo>
                              <a:pt x="0" y="5"/>
                            </a:lnTo>
                            <a:lnTo>
                              <a:pt x="0" y="6"/>
                            </a:lnTo>
                            <a:lnTo>
                              <a:pt x="0" y="8"/>
                            </a:lnTo>
                            <a:lnTo>
                              <a:pt x="1" y="9"/>
                            </a:lnTo>
                            <a:lnTo>
                              <a:pt x="2" y="9"/>
                            </a:lnTo>
                            <a:lnTo>
                              <a:pt x="4" y="9"/>
                            </a:lnTo>
                            <a:lnTo>
                              <a:pt x="5" y="9"/>
                            </a:lnTo>
                            <a:lnTo>
                              <a:pt x="7" y="8"/>
                            </a:lnTo>
                            <a:lnTo>
                              <a:pt x="8" y="6"/>
                            </a:lnTo>
                            <a:lnTo>
                              <a:pt x="8" y="5"/>
                            </a:lnTo>
                            <a:lnTo>
                              <a:pt x="7" y="3"/>
                            </a:lnTo>
                            <a:lnTo>
                              <a:pt x="5"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92" name="Freeform 221"/>
                      <p:cNvSpPr>
                        <a:spLocks/>
                      </p:cNvSpPr>
                      <p:nvPr/>
                    </p:nvSpPr>
                    <p:spPr bwMode="auto">
                      <a:xfrm>
                        <a:off x="3701" y="1988"/>
                        <a:ext cx="9" cy="9"/>
                      </a:xfrm>
                      <a:custGeom>
                        <a:avLst/>
                        <a:gdLst>
                          <a:gd name="T0" fmla="*/ 6 w 9"/>
                          <a:gd name="T1" fmla="*/ 0 h 9"/>
                          <a:gd name="T2" fmla="*/ 4 w 9"/>
                          <a:gd name="T3" fmla="*/ 0 h 9"/>
                          <a:gd name="T4" fmla="*/ 3 w 9"/>
                          <a:gd name="T5" fmla="*/ 0 h 9"/>
                          <a:gd name="T6" fmla="*/ 1 w 9"/>
                          <a:gd name="T7" fmla="*/ 0 h 9"/>
                          <a:gd name="T8" fmla="*/ 0 w 9"/>
                          <a:gd name="T9" fmla="*/ 2 h 9"/>
                          <a:gd name="T10" fmla="*/ 0 w 9"/>
                          <a:gd name="T11" fmla="*/ 3 h 9"/>
                          <a:gd name="T12" fmla="*/ 0 w 9"/>
                          <a:gd name="T13" fmla="*/ 4 h 9"/>
                          <a:gd name="T14" fmla="*/ 0 w 9"/>
                          <a:gd name="T15" fmla="*/ 6 h 9"/>
                          <a:gd name="T16" fmla="*/ 1 w 9"/>
                          <a:gd name="T17" fmla="*/ 7 h 9"/>
                          <a:gd name="T18" fmla="*/ 1 w 9"/>
                          <a:gd name="T19" fmla="*/ 7 h 9"/>
                          <a:gd name="T20" fmla="*/ 3 w 9"/>
                          <a:gd name="T21" fmla="*/ 9 h 9"/>
                          <a:gd name="T22" fmla="*/ 4 w 9"/>
                          <a:gd name="T23" fmla="*/ 9 h 9"/>
                          <a:gd name="T24" fmla="*/ 6 w 9"/>
                          <a:gd name="T25" fmla="*/ 7 h 9"/>
                          <a:gd name="T26" fmla="*/ 7 w 9"/>
                          <a:gd name="T27" fmla="*/ 6 h 9"/>
                          <a:gd name="T28" fmla="*/ 9 w 9"/>
                          <a:gd name="T29" fmla="*/ 4 h 9"/>
                          <a:gd name="T30" fmla="*/ 9 w 9"/>
                          <a:gd name="T31" fmla="*/ 3 h 9"/>
                          <a:gd name="T32" fmla="*/ 7 w 9"/>
                          <a:gd name="T33" fmla="*/ 2 h 9"/>
                          <a:gd name="T34" fmla="*/ 6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6" y="0"/>
                            </a:moveTo>
                            <a:lnTo>
                              <a:pt x="4" y="0"/>
                            </a:lnTo>
                            <a:lnTo>
                              <a:pt x="3" y="0"/>
                            </a:lnTo>
                            <a:lnTo>
                              <a:pt x="1" y="0"/>
                            </a:lnTo>
                            <a:lnTo>
                              <a:pt x="0" y="2"/>
                            </a:lnTo>
                            <a:lnTo>
                              <a:pt x="0" y="3"/>
                            </a:lnTo>
                            <a:lnTo>
                              <a:pt x="0" y="4"/>
                            </a:lnTo>
                            <a:lnTo>
                              <a:pt x="0" y="6"/>
                            </a:lnTo>
                            <a:lnTo>
                              <a:pt x="1" y="7"/>
                            </a:lnTo>
                            <a:lnTo>
                              <a:pt x="3" y="9"/>
                            </a:lnTo>
                            <a:lnTo>
                              <a:pt x="4" y="9"/>
                            </a:lnTo>
                            <a:lnTo>
                              <a:pt x="6" y="7"/>
                            </a:lnTo>
                            <a:lnTo>
                              <a:pt x="7" y="6"/>
                            </a:lnTo>
                            <a:lnTo>
                              <a:pt x="9" y="4"/>
                            </a:lnTo>
                            <a:lnTo>
                              <a:pt x="9" y="3"/>
                            </a:lnTo>
                            <a:lnTo>
                              <a:pt x="7" y="2"/>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93" name="Freeform 222"/>
                      <p:cNvSpPr>
                        <a:spLocks/>
                      </p:cNvSpPr>
                      <p:nvPr/>
                    </p:nvSpPr>
                    <p:spPr bwMode="auto">
                      <a:xfrm>
                        <a:off x="3716" y="1997"/>
                        <a:ext cx="8" cy="9"/>
                      </a:xfrm>
                      <a:custGeom>
                        <a:avLst/>
                        <a:gdLst>
                          <a:gd name="T0" fmla="*/ 5 w 8"/>
                          <a:gd name="T1" fmla="*/ 1 h 9"/>
                          <a:gd name="T2" fmla="*/ 4 w 8"/>
                          <a:gd name="T3" fmla="*/ 0 h 9"/>
                          <a:gd name="T4" fmla="*/ 2 w 8"/>
                          <a:gd name="T5" fmla="*/ 0 h 9"/>
                          <a:gd name="T6" fmla="*/ 1 w 8"/>
                          <a:gd name="T7" fmla="*/ 1 h 9"/>
                          <a:gd name="T8" fmla="*/ 0 w 8"/>
                          <a:gd name="T9" fmla="*/ 3 h 9"/>
                          <a:gd name="T10" fmla="*/ 0 w 8"/>
                          <a:gd name="T11" fmla="*/ 4 h 9"/>
                          <a:gd name="T12" fmla="*/ 0 w 8"/>
                          <a:gd name="T13" fmla="*/ 6 h 9"/>
                          <a:gd name="T14" fmla="*/ 0 w 8"/>
                          <a:gd name="T15" fmla="*/ 7 h 9"/>
                          <a:gd name="T16" fmla="*/ 1 w 8"/>
                          <a:gd name="T17" fmla="*/ 9 h 9"/>
                          <a:gd name="T18" fmla="*/ 1 w 8"/>
                          <a:gd name="T19" fmla="*/ 9 h 9"/>
                          <a:gd name="T20" fmla="*/ 2 w 8"/>
                          <a:gd name="T21" fmla="*/ 9 h 9"/>
                          <a:gd name="T22" fmla="*/ 4 w 8"/>
                          <a:gd name="T23" fmla="*/ 9 h 9"/>
                          <a:gd name="T24" fmla="*/ 5 w 8"/>
                          <a:gd name="T25" fmla="*/ 9 h 9"/>
                          <a:gd name="T26" fmla="*/ 7 w 8"/>
                          <a:gd name="T27" fmla="*/ 7 h 9"/>
                          <a:gd name="T28" fmla="*/ 8 w 8"/>
                          <a:gd name="T29" fmla="*/ 6 h 9"/>
                          <a:gd name="T30" fmla="*/ 8 w 8"/>
                          <a:gd name="T31" fmla="*/ 4 h 9"/>
                          <a:gd name="T32" fmla="*/ 7 w 8"/>
                          <a:gd name="T33" fmla="*/ 3 h 9"/>
                          <a:gd name="T34" fmla="*/ 5 w 8"/>
                          <a:gd name="T35" fmla="*/ 1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5" y="1"/>
                            </a:moveTo>
                            <a:lnTo>
                              <a:pt x="4" y="0"/>
                            </a:lnTo>
                            <a:lnTo>
                              <a:pt x="2" y="0"/>
                            </a:lnTo>
                            <a:lnTo>
                              <a:pt x="1" y="1"/>
                            </a:lnTo>
                            <a:lnTo>
                              <a:pt x="0" y="3"/>
                            </a:lnTo>
                            <a:lnTo>
                              <a:pt x="0" y="4"/>
                            </a:lnTo>
                            <a:lnTo>
                              <a:pt x="0" y="6"/>
                            </a:lnTo>
                            <a:lnTo>
                              <a:pt x="0" y="7"/>
                            </a:lnTo>
                            <a:lnTo>
                              <a:pt x="1" y="9"/>
                            </a:lnTo>
                            <a:lnTo>
                              <a:pt x="2" y="9"/>
                            </a:lnTo>
                            <a:lnTo>
                              <a:pt x="4" y="9"/>
                            </a:lnTo>
                            <a:lnTo>
                              <a:pt x="5" y="9"/>
                            </a:lnTo>
                            <a:lnTo>
                              <a:pt x="7" y="7"/>
                            </a:lnTo>
                            <a:lnTo>
                              <a:pt x="8" y="6"/>
                            </a:lnTo>
                            <a:lnTo>
                              <a:pt x="8" y="4"/>
                            </a:lnTo>
                            <a:lnTo>
                              <a:pt x="7" y="3"/>
                            </a:lnTo>
                            <a:lnTo>
                              <a:pt x="5"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94" name="Freeform 223"/>
                      <p:cNvSpPr>
                        <a:spLocks/>
                      </p:cNvSpPr>
                      <p:nvPr/>
                    </p:nvSpPr>
                    <p:spPr bwMode="auto">
                      <a:xfrm>
                        <a:off x="3730" y="2006"/>
                        <a:ext cx="9" cy="8"/>
                      </a:xfrm>
                      <a:custGeom>
                        <a:avLst/>
                        <a:gdLst>
                          <a:gd name="T0" fmla="*/ 4 w 9"/>
                          <a:gd name="T1" fmla="*/ 0 h 8"/>
                          <a:gd name="T2" fmla="*/ 3 w 9"/>
                          <a:gd name="T3" fmla="*/ 0 h 8"/>
                          <a:gd name="T4" fmla="*/ 2 w 9"/>
                          <a:gd name="T5" fmla="*/ 1 h 8"/>
                          <a:gd name="T6" fmla="*/ 0 w 9"/>
                          <a:gd name="T7" fmla="*/ 2 h 8"/>
                          <a:gd name="T8" fmla="*/ 0 w 9"/>
                          <a:gd name="T9" fmla="*/ 4 h 8"/>
                          <a:gd name="T10" fmla="*/ 0 w 9"/>
                          <a:gd name="T11" fmla="*/ 5 h 8"/>
                          <a:gd name="T12" fmla="*/ 0 w 9"/>
                          <a:gd name="T13" fmla="*/ 7 h 8"/>
                          <a:gd name="T14" fmla="*/ 2 w 9"/>
                          <a:gd name="T15" fmla="*/ 8 h 8"/>
                          <a:gd name="T16" fmla="*/ 3 w 9"/>
                          <a:gd name="T17" fmla="*/ 8 h 8"/>
                          <a:gd name="T18" fmla="*/ 3 w 9"/>
                          <a:gd name="T19" fmla="*/ 8 h 8"/>
                          <a:gd name="T20" fmla="*/ 4 w 9"/>
                          <a:gd name="T21" fmla="*/ 8 h 8"/>
                          <a:gd name="T22" fmla="*/ 6 w 9"/>
                          <a:gd name="T23" fmla="*/ 8 h 8"/>
                          <a:gd name="T24" fmla="*/ 7 w 9"/>
                          <a:gd name="T25" fmla="*/ 7 h 8"/>
                          <a:gd name="T26" fmla="*/ 9 w 9"/>
                          <a:gd name="T27" fmla="*/ 5 h 8"/>
                          <a:gd name="T28" fmla="*/ 9 w 9"/>
                          <a:gd name="T29" fmla="*/ 4 h 8"/>
                          <a:gd name="T30" fmla="*/ 7 w 9"/>
                          <a:gd name="T31" fmla="*/ 2 h 8"/>
                          <a:gd name="T32" fmla="*/ 6 w 9"/>
                          <a:gd name="T33" fmla="*/ 1 h 8"/>
                          <a:gd name="T34" fmla="*/ 4 w 9"/>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4" y="0"/>
                            </a:moveTo>
                            <a:lnTo>
                              <a:pt x="3" y="0"/>
                            </a:lnTo>
                            <a:lnTo>
                              <a:pt x="2" y="1"/>
                            </a:lnTo>
                            <a:lnTo>
                              <a:pt x="0" y="2"/>
                            </a:lnTo>
                            <a:lnTo>
                              <a:pt x="0" y="4"/>
                            </a:lnTo>
                            <a:lnTo>
                              <a:pt x="0" y="5"/>
                            </a:lnTo>
                            <a:lnTo>
                              <a:pt x="0" y="7"/>
                            </a:lnTo>
                            <a:lnTo>
                              <a:pt x="2" y="8"/>
                            </a:lnTo>
                            <a:lnTo>
                              <a:pt x="3" y="8"/>
                            </a:lnTo>
                            <a:lnTo>
                              <a:pt x="4" y="8"/>
                            </a:lnTo>
                            <a:lnTo>
                              <a:pt x="6" y="8"/>
                            </a:lnTo>
                            <a:lnTo>
                              <a:pt x="7" y="7"/>
                            </a:lnTo>
                            <a:lnTo>
                              <a:pt x="9" y="5"/>
                            </a:lnTo>
                            <a:lnTo>
                              <a:pt x="9" y="4"/>
                            </a:lnTo>
                            <a:lnTo>
                              <a:pt x="7" y="2"/>
                            </a:lnTo>
                            <a:lnTo>
                              <a:pt x="6" y="1"/>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95" name="Freeform 224"/>
                      <p:cNvSpPr>
                        <a:spLocks/>
                      </p:cNvSpPr>
                      <p:nvPr/>
                    </p:nvSpPr>
                    <p:spPr bwMode="auto">
                      <a:xfrm>
                        <a:off x="3746" y="2013"/>
                        <a:ext cx="9" cy="8"/>
                      </a:xfrm>
                      <a:custGeom>
                        <a:avLst/>
                        <a:gdLst>
                          <a:gd name="T0" fmla="*/ 4 w 9"/>
                          <a:gd name="T1" fmla="*/ 0 h 8"/>
                          <a:gd name="T2" fmla="*/ 3 w 9"/>
                          <a:gd name="T3" fmla="*/ 0 h 8"/>
                          <a:gd name="T4" fmla="*/ 1 w 9"/>
                          <a:gd name="T5" fmla="*/ 1 h 8"/>
                          <a:gd name="T6" fmla="*/ 0 w 9"/>
                          <a:gd name="T7" fmla="*/ 3 h 8"/>
                          <a:gd name="T8" fmla="*/ 0 w 9"/>
                          <a:gd name="T9" fmla="*/ 4 h 8"/>
                          <a:gd name="T10" fmla="*/ 0 w 9"/>
                          <a:gd name="T11" fmla="*/ 6 h 8"/>
                          <a:gd name="T12" fmla="*/ 0 w 9"/>
                          <a:gd name="T13" fmla="*/ 7 h 8"/>
                          <a:gd name="T14" fmla="*/ 1 w 9"/>
                          <a:gd name="T15" fmla="*/ 8 h 8"/>
                          <a:gd name="T16" fmla="*/ 3 w 9"/>
                          <a:gd name="T17" fmla="*/ 8 h 8"/>
                          <a:gd name="T18" fmla="*/ 3 w 9"/>
                          <a:gd name="T19" fmla="*/ 8 h 8"/>
                          <a:gd name="T20" fmla="*/ 4 w 9"/>
                          <a:gd name="T21" fmla="*/ 8 h 8"/>
                          <a:gd name="T22" fmla="*/ 6 w 9"/>
                          <a:gd name="T23" fmla="*/ 8 h 8"/>
                          <a:gd name="T24" fmla="*/ 7 w 9"/>
                          <a:gd name="T25" fmla="*/ 7 h 8"/>
                          <a:gd name="T26" fmla="*/ 9 w 9"/>
                          <a:gd name="T27" fmla="*/ 6 h 8"/>
                          <a:gd name="T28" fmla="*/ 9 w 9"/>
                          <a:gd name="T29" fmla="*/ 4 h 8"/>
                          <a:gd name="T30" fmla="*/ 7 w 9"/>
                          <a:gd name="T31" fmla="*/ 3 h 8"/>
                          <a:gd name="T32" fmla="*/ 6 w 9"/>
                          <a:gd name="T33" fmla="*/ 1 h 8"/>
                          <a:gd name="T34" fmla="*/ 4 w 9"/>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4" y="0"/>
                            </a:moveTo>
                            <a:lnTo>
                              <a:pt x="3" y="0"/>
                            </a:lnTo>
                            <a:lnTo>
                              <a:pt x="1" y="1"/>
                            </a:lnTo>
                            <a:lnTo>
                              <a:pt x="0" y="3"/>
                            </a:lnTo>
                            <a:lnTo>
                              <a:pt x="0" y="4"/>
                            </a:lnTo>
                            <a:lnTo>
                              <a:pt x="0" y="6"/>
                            </a:lnTo>
                            <a:lnTo>
                              <a:pt x="0" y="7"/>
                            </a:lnTo>
                            <a:lnTo>
                              <a:pt x="1" y="8"/>
                            </a:lnTo>
                            <a:lnTo>
                              <a:pt x="3" y="8"/>
                            </a:lnTo>
                            <a:lnTo>
                              <a:pt x="4" y="8"/>
                            </a:lnTo>
                            <a:lnTo>
                              <a:pt x="6" y="8"/>
                            </a:lnTo>
                            <a:lnTo>
                              <a:pt x="7" y="7"/>
                            </a:lnTo>
                            <a:lnTo>
                              <a:pt x="9" y="6"/>
                            </a:lnTo>
                            <a:lnTo>
                              <a:pt x="9" y="4"/>
                            </a:lnTo>
                            <a:lnTo>
                              <a:pt x="7" y="3"/>
                            </a:lnTo>
                            <a:lnTo>
                              <a:pt x="6" y="1"/>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96" name="Freeform 225"/>
                      <p:cNvSpPr>
                        <a:spLocks/>
                      </p:cNvSpPr>
                      <p:nvPr/>
                    </p:nvSpPr>
                    <p:spPr bwMode="auto">
                      <a:xfrm>
                        <a:off x="3762" y="2017"/>
                        <a:ext cx="9" cy="9"/>
                      </a:xfrm>
                      <a:custGeom>
                        <a:avLst/>
                        <a:gdLst>
                          <a:gd name="T0" fmla="*/ 6 w 9"/>
                          <a:gd name="T1" fmla="*/ 0 h 9"/>
                          <a:gd name="T2" fmla="*/ 4 w 9"/>
                          <a:gd name="T3" fmla="*/ 0 h 9"/>
                          <a:gd name="T4" fmla="*/ 3 w 9"/>
                          <a:gd name="T5" fmla="*/ 2 h 9"/>
                          <a:gd name="T6" fmla="*/ 1 w 9"/>
                          <a:gd name="T7" fmla="*/ 3 h 9"/>
                          <a:gd name="T8" fmla="*/ 0 w 9"/>
                          <a:gd name="T9" fmla="*/ 4 h 9"/>
                          <a:gd name="T10" fmla="*/ 0 w 9"/>
                          <a:gd name="T11" fmla="*/ 6 h 9"/>
                          <a:gd name="T12" fmla="*/ 1 w 9"/>
                          <a:gd name="T13" fmla="*/ 7 h 9"/>
                          <a:gd name="T14" fmla="*/ 3 w 9"/>
                          <a:gd name="T15" fmla="*/ 9 h 9"/>
                          <a:gd name="T16" fmla="*/ 4 w 9"/>
                          <a:gd name="T17" fmla="*/ 9 h 9"/>
                          <a:gd name="T18" fmla="*/ 4 w 9"/>
                          <a:gd name="T19" fmla="*/ 9 h 9"/>
                          <a:gd name="T20" fmla="*/ 6 w 9"/>
                          <a:gd name="T21" fmla="*/ 9 h 9"/>
                          <a:gd name="T22" fmla="*/ 7 w 9"/>
                          <a:gd name="T23" fmla="*/ 9 h 9"/>
                          <a:gd name="T24" fmla="*/ 9 w 9"/>
                          <a:gd name="T25" fmla="*/ 7 h 9"/>
                          <a:gd name="T26" fmla="*/ 9 w 9"/>
                          <a:gd name="T27" fmla="*/ 6 h 9"/>
                          <a:gd name="T28" fmla="*/ 9 w 9"/>
                          <a:gd name="T29" fmla="*/ 4 h 9"/>
                          <a:gd name="T30" fmla="*/ 9 w 9"/>
                          <a:gd name="T31" fmla="*/ 3 h 9"/>
                          <a:gd name="T32" fmla="*/ 7 w 9"/>
                          <a:gd name="T33" fmla="*/ 2 h 9"/>
                          <a:gd name="T34" fmla="*/ 6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6" y="0"/>
                            </a:moveTo>
                            <a:lnTo>
                              <a:pt x="4" y="0"/>
                            </a:lnTo>
                            <a:lnTo>
                              <a:pt x="3" y="2"/>
                            </a:lnTo>
                            <a:lnTo>
                              <a:pt x="1" y="3"/>
                            </a:lnTo>
                            <a:lnTo>
                              <a:pt x="0" y="4"/>
                            </a:lnTo>
                            <a:lnTo>
                              <a:pt x="0" y="6"/>
                            </a:lnTo>
                            <a:lnTo>
                              <a:pt x="1" y="7"/>
                            </a:lnTo>
                            <a:lnTo>
                              <a:pt x="3" y="9"/>
                            </a:lnTo>
                            <a:lnTo>
                              <a:pt x="4" y="9"/>
                            </a:lnTo>
                            <a:lnTo>
                              <a:pt x="6" y="9"/>
                            </a:lnTo>
                            <a:lnTo>
                              <a:pt x="7" y="9"/>
                            </a:lnTo>
                            <a:lnTo>
                              <a:pt x="9" y="7"/>
                            </a:lnTo>
                            <a:lnTo>
                              <a:pt x="9" y="6"/>
                            </a:lnTo>
                            <a:lnTo>
                              <a:pt x="9" y="4"/>
                            </a:lnTo>
                            <a:lnTo>
                              <a:pt x="9" y="3"/>
                            </a:lnTo>
                            <a:lnTo>
                              <a:pt x="7" y="2"/>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97" name="Freeform 226"/>
                      <p:cNvSpPr>
                        <a:spLocks/>
                      </p:cNvSpPr>
                      <p:nvPr/>
                    </p:nvSpPr>
                    <p:spPr bwMode="auto">
                      <a:xfrm>
                        <a:off x="3779" y="2019"/>
                        <a:ext cx="9" cy="8"/>
                      </a:xfrm>
                      <a:custGeom>
                        <a:avLst/>
                        <a:gdLst>
                          <a:gd name="T0" fmla="*/ 6 w 9"/>
                          <a:gd name="T1" fmla="*/ 0 h 8"/>
                          <a:gd name="T2" fmla="*/ 5 w 9"/>
                          <a:gd name="T3" fmla="*/ 0 h 8"/>
                          <a:gd name="T4" fmla="*/ 3 w 9"/>
                          <a:gd name="T5" fmla="*/ 0 h 8"/>
                          <a:gd name="T6" fmla="*/ 2 w 9"/>
                          <a:gd name="T7" fmla="*/ 1 h 8"/>
                          <a:gd name="T8" fmla="*/ 0 w 9"/>
                          <a:gd name="T9" fmla="*/ 2 h 8"/>
                          <a:gd name="T10" fmla="*/ 0 w 9"/>
                          <a:gd name="T11" fmla="*/ 4 h 8"/>
                          <a:gd name="T12" fmla="*/ 2 w 9"/>
                          <a:gd name="T13" fmla="*/ 5 h 8"/>
                          <a:gd name="T14" fmla="*/ 3 w 9"/>
                          <a:gd name="T15" fmla="*/ 7 h 8"/>
                          <a:gd name="T16" fmla="*/ 5 w 9"/>
                          <a:gd name="T17" fmla="*/ 8 h 8"/>
                          <a:gd name="T18" fmla="*/ 5 w 9"/>
                          <a:gd name="T19" fmla="*/ 8 h 8"/>
                          <a:gd name="T20" fmla="*/ 6 w 9"/>
                          <a:gd name="T21" fmla="*/ 8 h 8"/>
                          <a:gd name="T22" fmla="*/ 8 w 9"/>
                          <a:gd name="T23" fmla="*/ 7 h 8"/>
                          <a:gd name="T24" fmla="*/ 9 w 9"/>
                          <a:gd name="T25" fmla="*/ 5 h 8"/>
                          <a:gd name="T26" fmla="*/ 9 w 9"/>
                          <a:gd name="T27" fmla="*/ 4 h 8"/>
                          <a:gd name="T28" fmla="*/ 9 w 9"/>
                          <a:gd name="T29" fmla="*/ 2 h 8"/>
                          <a:gd name="T30" fmla="*/ 9 w 9"/>
                          <a:gd name="T31" fmla="*/ 1 h 8"/>
                          <a:gd name="T32" fmla="*/ 8 w 9"/>
                          <a:gd name="T33" fmla="*/ 0 h 8"/>
                          <a:gd name="T34" fmla="*/ 6 w 9"/>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6" y="0"/>
                            </a:moveTo>
                            <a:lnTo>
                              <a:pt x="5" y="0"/>
                            </a:lnTo>
                            <a:lnTo>
                              <a:pt x="3" y="0"/>
                            </a:lnTo>
                            <a:lnTo>
                              <a:pt x="2" y="1"/>
                            </a:lnTo>
                            <a:lnTo>
                              <a:pt x="0" y="2"/>
                            </a:lnTo>
                            <a:lnTo>
                              <a:pt x="0" y="4"/>
                            </a:lnTo>
                            <a:lnTo>
                              <a:pt x="2" y="5"/>
                            </a:lnTo>
                            <a:lnTo>
                              <a:pt x="3" y="7"/>
                            </a:lnTo>
                            <a:lnTo>
                              <a:pt x="5" y="8"/>
                            </a:lnTo>
                            <a:lnTo>
                              <a:pt x="6" y="8"/>
                            </a:lnTo>
                            <a:lnTo>
                              <a:pt x="8" y="7"/>
                            </a:lnTo>
                            <a:lnTo>
                              <a:pt x="9" y="5"/>
                            </a:lnTo>
                            <a:lnTo>
                              <a:pt x="9" y="4"/>
                            </a:lnTo>
                            <a:lnTo>
                              <a:pt x="9" y="2"/>
                            </a:lnTo>
                            <a:lnTo>
                              <a:pt x="9" y="1"/>
                            </a:lnTo>
                            <a:lnTo>
                              <a:pt x="8" y="0"/>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98" name="Freeform 227"/>
                      <p:cNvSpPr>
                        <a:spLocks/>
                      </p:cNvSpPr>
                      <p:nvPr/>
                    </p:nvSpPr>
                    <p:spPr bwMode="auto">
                      <a:xfrm>
                        <a:off x="3797" y="2014"/>
                        <a:ext cx="9" cy="9"/>
                      </a:xfrm>
                      <a:custGeom>
                        <a:avLst/>
                        <a:gdLst>
                          <a:gd name="T0" fmla="*/ 3 w 9"/>
                          <a:gd name="T1" fmla="*/ 0 h 9"/>
                          <a:gd name="T2" fmla="*/ 1 w 9"/>
                          <a:gd name="T3" fmla="*/ 0 h 9"/>
                          <a:gd name="T4" fmla="*/ 0 w 9"/>
                          <a:gd name="T5" fmla="*/ 2 h 9"/>
                          <a:gd name="T6" fmla="*/ 0 w 9"/>
                          <a:gd name="T7" fmla="*/ 3 h 9"/>
                          <a:gd name="T8" fmla="*/ 0 w 9"/>
                          <a:gd name="T9" fmla="*/ 5 h 9"/>
                          <a:gd name="T10" fmla="*/ 0 w 9"/>
                          <a:gd name="T11" fmla="*/ 6 h 9"/>
                          <a:gd name="T12" fmla="*/ 1 w 9"/>
                          <a:gd name="T13" fmla="*/ 7 h 9"/>
                          <a:gd name="T14" fmla="*/ 3 w 9"/>
                          <a:gd name="T15" fmla="*/ 9 h 9"/>
                          <a:gd name="T16" fmla="*/ 4 w 9"/>
                          <a:gd name="T17" fmla="*/ 9 h 9"/>
                          <a:gd name="T18" fmla="*/ 4 w 9"/>
                          <a:gd name="T19" fmla="*/ 9 h 9"/>
                          <a:gd name="T20" fmla="*/ 6 w 9"/>
                          <a:gd name="T21" fmla="*/ 7 h 9"/>
                          <a:gd name="T22" fmla="*/ 7 w 9"/>
                          <a:gd name="T23" fmla="*/ 6 h 9"/>
                          <a:gd name="T24" fmla="*/ 9 w 9"/>
                          <a:gd name="T25" fmla="*/ 5 h 9"/>
                          <a:gd name="T26" fmla="*/ 9 w 9"/>
                          <a:gd name="T27" fmla="*/ 3 h 9"/>
                          <a:gd name="T28" fmla="*/ 7 w 9"/>
                          <a:gd name="T29" fmla="*/ 2 h 9"/>
                          <a:gd name="T30" fmla="*/ 6 w 9"/>
                          <a:gd name="T31" fmla="*/ 0 h 9"/>
                          <a:gd name="T32" fmla="*/ 4 w 9"/>
                          <a:gd name="T33" fmla="*/ 0 h 9"/>
                          <a:gd name="T34" fmla="*/ 3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3" y="0"/>
                            </a:moveTo>
                            <a:lnTo>
                              <a:pt x="1" y="0"/>
                            </a:lnTo>
                            <a:lnTo>
                              <a:pt x="0" y="2"/>
                            </a:lnTo>
                            <a:lnTo>
                              <a:pt x="0" y="3"/>
                            </a:lnTo>
                            <a:lnTo>
                              <a:pt x="0" y="5"/>
                            </a:lnTo>
                            <a:lnTo>
                              <a:pt x="0" y="6"/>
                            </a:lnTo>
                            <a:lnTo>
                              <a:pt x="1" y="7"/>
                            </a:lnTo>
                            <a:lnTo>
                              <a:pt x="3" y="9"/>
                            </a:lnTo>
                            <a:lnTo>
                              <a:pt x="4" y="9"/>
                            </a:lnTo>
                            <a:lnTo>
                              <a:pt x="6" y="7"/>
                            </a:lnTo>
                            <a:lnTo>
                              <a:pt x="7" y="6"/>
                            </a:lnTo>
                            <a:lnTo>
                              <a:pt x="9" y="5"/>
                            </a:lnTo>
                            <a:lnTo>
                              <a:pt x="9" y="3"/>
                            </a:lnTo>
                            <a:lnTo>
                              <a:pt x="7" y="2"/>
                            </a:lnTo>
                            <a:lnTo>
                              <a:pt x="6" y="0"/>
                            </a:lnTo>
                            <a:lnTo>
                              <a:pt x="4"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99" name="Freeform 228"/>
                      <p:cNvSpPr>
                        <a:spLocks/>
                      </p:cNvSpPr>
                      <p:nvPr/>
                    </p:nvSpPr>
                    <p:spPr bwMode="auto">
                      <a:xfrm>
                        <a:off x="3813" y="2007"/>
                        <a:ext cx="9" cy="9"/>
                      </a:xfrm>
                      <a:custGeom>
                        <a:avLst/>
                        <a:gdLst>
                          <a:gd name="T0" fmla="*/ 4 w 9"/>
                          <a:gd name="T1" fmla="*/ 0 h 9"/>
                          <a:gd name="T2" fmla="*/ 3 w 9"/>
                          <a:gd name="T3" fmla="*/ 1 h 9"/>
                          <a:gd name="T4" fmla="*/ 1 w 9"/>
                          <a:gd name="T5" fmla="*/ 3 h 9"/>
                          <a:gd name="T6" fmla="*/ 0 w 9"/>
                          <a:gd name="T7" fmla="*/ 4 h 9"/>
                          <a:gd name="T8" fmla="*/ 0 w 9"/>
                          <a:gd name="T9" fmla="*/ 6 h 9"/>
                          <a:gd name="T10" fmla="*/ 1 w 9"/>
                          <a:gd name="T11" fmla="*/ 7 h 9"/>
                          <a:gd name="T12" fmla="*/ 3 w 9"/>
                          <a:gd name="T13" fmla="*/ 9 h 9"/>
                          <a:gd name="T14" fmla="*/ 4 w 9"/>
                          <a:gd name="T15" fmla="*/ 9 h 9"/>
                          <a:gd name="T16" fmla="*/ 6 w 9"/>
                          <a:gd name="T17" fmla="*/ 9 h 9"/>
                          <a:gd name="T18" fmla="*/ 6 w 9"/>
                          <a:gd name="T19" fmla="*/ 9 h 9"/>
                          <a:gd name="T20" fmla="*/ 7 w 9"/>
                          <a:gd name="T21" fmla="*/ 9 h 9"/>
                          <a:gd name="T22" fmla="*/ 9 w 9"/>
                          <a:gd name="T23" fmla="*/ 7 h 9"/>
                          <a:gd name="T24" fmla="*/ 9 w 9"/>
                          <a:gd name="T25" fmla="*/ 6 h 9"/>
                          <a:gd name="T26" fmla="*/ 9 w 9"/>
                          <a:gd name="T27" fmla="*/ 4 h 9"/>
                          <a:gd name="T28" fmla="*/ 9 w 9"/>
                          <a:gd name="T29" fmla="*/ 3 h 9"/>
                          <a:gd name="T30" fmla="*/ 7 w 9"/>
                          <a:gd name="T31" fmla="*/ 1 h 9"/>
                          <a:gd name="T32" fmla="*/ 6 w 9"/>
                          <a:gd name="T33" fmla="*/ 0 h 9"/>
                          <a:gd name="T34" fmla="*/ 4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4" y="0"/>
                            </a:moveTo>
                            <a:lnTo>
                              <a:pt x="3" y="1"/>
                            </a:lnTo>
                            <a:lnTo>
                              <a:pt x="1" y="3"/>
                            </a:lnTo>
                            <a:lnTo>
                              <a:pt x="0" y="4"/>
                            </a:lnTo>
                            <a:lnTo>
                              <a:pt x="0" y="6"/>
                            </a:lnTo>
                            <a:lnTo>
                              <a:pt x="1" y="7"/>
                            </a:lnTo>
                            <a:lnTo>
                              <a:pt x="3" y="9"/>
                            </a:lnTo>
                            <a:lnTo>
                              <a:pt x="4" y="9"/>
                            </a:lnTo>
                            <a:lnTo>
                              <a:pt x="6" y="9"/>
                            </a:lnTo>
                            <a:lnTo>
                              <a:pt x="7" y="9"/>
                            </a:lnTo>
                            <a:lnTo>
                              <a:pt x="9" y="7"/>
                            </a:lnTo>
                            <a:lnTo>
                              <a:pt x="9" y="6"/>
                            </a:lnTo>
                            <a:lnTo>
                              <a:pt x="9" y="4"/>
                            </a:lnTo>
                            <a:lnTo>
                              <a:pt x="9" y="3"/>
                            </a:lnTo>
                            <a:lnTo>
                              <a:pt x="7" y="1"/>
                            </a:lnTo>
                            <a:lnTo>
                              <a:pt x="6"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00" name="Freeform 229"/>
                      <p:cNvSpPr>
                        <a:spLocks/>
                      </p:cNvSpPr>
                      <p:nvPr/>
                    </p:nvSpPr>
                    <p:spPr bwMode="auto">
                      <a:xfrm>
                        <a:off x="3829" y="1998"/>
                        <a:ext cx="9" cy="9"/>
                      </a:xfrm>
                      <a:custGeom>
                        <a:avLst/>
                        <a:gdLst>
                          <a:gd name="T0" fmla="*/ 1 w 9"/>
                          <a:gd name="T1" fmla="*/ 2 h 9"/>
                          <a:gd name="T2" fmla="*/ 0 w 9"/>
                          <a:gd name="T3" fmla="*/ 3 h 9"/>
                          <a:gd name="T4" fmla="*/ 0 w 9"/>
                          <a:gd name="T5" fmla="*/ 5 h 9"/>
                          <a:gd name="T6" fmla="*/ 0 w 9"/>
                          <a:gd name="T7" fmla="*/ 6 h 9"/>
                          <a:gd name="T8" fmla="*/ 0 w 9"/>
                          <a:gd name="T9" fmla="*/ 8 h 9"/>
                          <a:gd name="T10" fmla="*/ 1 w 9"/>
                          <a:gd name="T11" fmla="*/ 9 h 9"/>
                          <a:gd name="T12" fmla="*/ 3 w 9"/>
                          <a:gd name="T13" fmla="*/ 9 h 9"/>
                          <a:gd name="T14" fmla="*/ 4 w 9"/>
                          <a:gd name="T15" fmla="*/ 9 h 9"/>
                          <a:gd name="T16" fmla="*/ 6 w 9"/>
                          <a:gd name="T17" fmla="*/ 9 h 9"/>
                          <a:gd name="T18" fmla="*/ 6 w 9"/>
                          <a:gd name="T19" fmla="*/ 9 h 9"/>
                          <a:gd name="T20" fmla="*/ 7 w 9"/>
                          <a:gd name="T21" fmla="*/ 8 h 9"/>
                          <a:gd name="T22" fmla="*/ 9 w 9"/>
                          <a:gd name="T23" fmla="*/ 6 h 9"/>
                          <a:gd name="T24" fmla="*/ 9 w 9"/>
                          <a:gd name="T25" fmla="*/ 5 h 9"/>
                          <a:gd name="T26" fmla="*/ 7 w 9"/>
                          <a:gd name="T27" fmla="*/ 3 h 9"/>
                          <a:gd name="T28" fmla="*/ 6 w 9"/>
                          <a:gd name="T29" fmla="*/ 2 h 9"/>
                          <a:gd name="T30" fmla="*/ 4 w 9"/>
                          <a:gd name="T31" fmla="*/ 0 h 9"/>
                          <a:gd name="T32" fmla="*/ 3 w 9"/>
                          <a:gd name="T33" fmla="*/ 0 h 9"/>
                          <a:gd name="T34" fmla="*/ 1 w 9"/>
                          <a:gd name="T35" fmla="*/ 2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1" y="2"/>
                            </a:moveTo>
                            <a:lnTo>
                              <a:pt x="0" y="3"/>
                            </a:lnTo>
                            <a:lnTo>
                              <a:pt x="0" y="5"/>
                            </a:lnTo>
                            <a:lnTo>
                              <a:pt x="0" y="6"/>
                            </a:lnTo>
                            <a:lnTo>
                              <a:pt x="0" y="8"/>
                            </a:lnTo>
                            <a:lnTo>
                              <a:pt x="1" y="9"/>
                            </a:lnTo>
                            <a:lnTo>
                              <a:pt x="3" y="9"/>
                            </a:lnTo>
                            <a:lnTo>
                              <a:pt x="4" y="9"/>
                            </a:lnTo>
                            <a:lnTo>
                              <a:pt x="6" y="9"/>
                            </a:lnTo>
                            <a:lnTo>
                              <a:pt x="7" y="8"/>
                            </a:lnTo>
                            <a:lnTo>
                              <a:pt x="9" y="6"/>
                            </a:lnTo>
                            <a:lnTo>
                              <a:pt x="9" y="5"/>
                            </a:lnTo>
                            <a:lnTo>
                              <a:pt x="7" y="3"/>
                            </a:lnTo>
                            <a:lnTo>
                              <a:pt x="6" y="2"/>
                            </a:lnTo>
                            <a:lnTo>
                              <a:pt x="4" y="0"/>
                            </a:lnTo>
                            <a:lnTo>
                              <a:pt x="3" y="0"/>
                            </a:lnTo>
                            <a:lnTo>
                              <a:pt x="1"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01" name="Freeform 230"/>
                      <p:cNvSpPr>
                        <a:spLocks/>
                      </p:cNvSpPr>
                      <p:nvPr/>
                    </p:nvSpPr>
                    <p:spPr bwMode="auto">
                      <a:xfrm>
                        <a:off x="3843" y="1990"/>
                        <a:ext cx="9" cy="8"/>
                      </a:xfrm>
                      <a:custGeom>
                        <a:avLst/>
                        <a:gdLst>
                          <a:gd name="T0" fmla="*/ 2 w 9"/>
                          <a:gd name="T1" fmla="*/ 1 h 8"/>
                          <a:gd name="T2" fmla="*/ 0 w 9"/>
                          <a:gd name="T3" fmla="*/ 2 h 8"/>
                          <a:gd name="T4" fmla="*/ 0 w 9"/>
                          <a:gd name="T5" fmla="*/ 4 h 8"/>
                          <a:gd name="T6" fmla="*/ 0 w 9"/>
                          <a:gd name="T7" fmla="*/ 5 h 8"/>
                          <a:gd name="T8" fmla="*/ 0 w 9"/>
                          <a:gd name="T9" fmla="*/ 7 h 8"/>
                          <a:gd name="T10" fmla="*/ 2 w 9"/>
                          <a:gd name="T11" fmla="*/ 8 h 8"/>
                          <a:gd name="T12" fmla="*/ 3 w 9"/>
                          <a:gd name="T13" fmla="*/ 8 h 8"/>
                          <a:gd name="T14" fmla="*/ 5 w 9"/>
                          <a:gd name="T15" fmla="*/ 8 h 8"/>
                          <a:gd name="T16" fmla="*/ 6 w 9"/>
                          <a:gd name="T17" fmla="*/ 8 h 8"/>
                          <a:gd name="T18" fmla="*/ 6 w 9"/>
                          <a:gd name="T19" fmla="*/ 8 h 8"/>
                          <a:gd name="T20" fmla="*/ 8 w 9"/>
                          <a:gd name="T21" fmla="*/ 7 h 8"/>
                          <a:gd name="T22" fmla="*/ 9 w 9"/>
                          <a:gd name="T23" fmla="*/ 5 h 8"/>
                          <a:gd name="T24" fmla="*/ 9 w 9"/>
                          <a:gd name="T25" fmla="*/ 4 h 8"/>
                          <a:gd name="T26" fmla="*/ 8 w 9"/>
                          <a:gd name="T27" fmla="*/ 2 h 8"/>
                          <a:gd name="T28" fmla="*/ 6 w 9"/>
                          <a:gd name="T29" fmla="*/ 1 h 8"/>
                          <a:gd name="T30" fmla="*/ 5 w 9"/>
                          <a:gd name="T31" fmla="*/ 0 h 8"/>
                          <a:gd name="T32" fmla="*/ 3 w 9"/>
                          <a:gd name="T33" fmla="*/ 0 h 8"/>
                          <a:gd name="T34" fmla="*/ 2 w 9"/>
                          <a:gd name="T35" fmla="*/ 1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2" y="1"/>
                            </a:moveTo>
                            <a:lnTo>
                              <a:pt x="0" y="2"/>
                            </a:lnTo>
                            <a:lnTo>
                              <a:pt x="0" y="4"/>
                            </a:lnTo>
                            <a:lnTo>
                              <a:pt x="0" y="5"/>
                            </a:lnTo>
                            <a:lnTo>
                              <a:pt x="0" y="7"/>
                            </a:lnTo>
                            <a:lnTo>
                              <a:pt x="2" y="8"/>
                            </a:lnTo>
                            <a:lnTo>
                              <a:pt x="3" y="8"/>
                            </a:lnTo>
                            <a:lnTo>
                              <a:pt x="5" y="8"/>
                            </a:lnTo>
                            <a:lnTo>
                              <a:pt x="6" y="8"/>
                            </a:lnTo>
                            <a:lnTo>
                              <a:pt x="8" y="7"/>
                            </a:lnTo>
                            <a:lnTo>
                              <a:pt x="9" y="5"/>
                            </a:lnTo>
                            <a:lnTo>
                              <a:pt x="9" y="4"/>
                            </a:lnTo>
                            <a:lnTo>
                              <a:pt x="8" y="2"/>
                            </a:lnTo>
                            <a:lnTo>
                              <a:pt x="6" y="1"/>
                            </a:lnTo>
                            <a:lnTo>
                              <a:pt x="5" y="0"/>
                            </a:lnTo>
                            <a:lnTo>
                              <a:pt x="3" y="0"/>
                            </a:lnTo>
                            <a:lnTo>
                              <a:pt x="2"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02" name="Freeform 231"/>
                      <p:cNvSpPr>
                        <a:spLocks/>
                      </p:cNvSpPr>
                      <p:nvPr/>
                    </p:nvSpPr>
                    <p:spPr bwMode="auto">
                      <a:xfrm>
                        <a:off x="3856" y="1979"/>
                        <a:ext cx="9" cy="9"/>
                      </a:xfrm>
                      <a:custGeom>
                        <a:avLst/>
                        <a:gdLst>
                          <a:gd name="T0" fmla="*/ 3 w 9"/>
                          <a:gd name="T1" fmla="*/ 2 h 9"/>
                          <a:gd name="T2" fmla="*/ 2 w 9"/>
                          <a:gd name="T3" fmla="*/ 3 h 9"/>
                          <a:gd name="T4" fmla="*/ 0 w 9"/>
                          <a:gd name="T5" fmla="*/ 5 h 9"/>
                          <a:gd name="T6" fmla="*/ 0 w 9"/>
                          <a:gd name="T7" fmla="*/ 6 h 9"/>
                          <a:gd name="T8" fmla="*/ 2 w 9"/>
                          <a:gd name="T9" fmla="*/ 8 h 9"/>
                          <a:gd name="T10" fmla="*/ 3 w 9"/>
                          <a:gd name="T11" fmla="*/ 9 h 9"/>
                          <a:gd name="T12" fmla="*/ 5 w 9"/>
                          <a:gd name="T13" fmla="*/ 9 h 9"/>
                          <a:gd name="T14" fmla="*/ 6 w 9"/>
                          <a:gd name="T15" fmla="*/ 9 h 9"/>
                          <a:gd name="T16" fmla="*/ 8 w 9"/>
                          <a:gd name="T17" fmla="*/ 9 h 9"/>
                          <a:gd name="T18" fmla="*/ 8 w 9"/>
                          <a:gd name="T19" fmla="*/ 9 h 9"/>
                          <a:gd name="T20" fmla="*/ 9 w 9"/>
                          <a:gd name="T21" fmla="*/ 8 h 9"/>
                          <a:gd name="T22" fmla="*/ 9 w 9"/>
                          <a:gd name="T23" fmla="*/ 6 h 9"/>
                          <a:gd name="T24" fmla="*/ 9 w 9"/>
                          <a:gd name="T25" fmla="*/ 5 h 9"/>
                          <a:gd name="T26" fmla="*/ 9 w 9"/>
                          <a:gd name="T27" fmla="*/ 3 h 9"/>
                          <a:gd name="T28" fmla="*/ 8 w 9"/>
                          <a:gd name="T29" fmla="*/ 2 h 9"/>
                          <a:gd name="T30" fmla="*/ 6 w 9"/>
                          <a:gd name="T31" fmla="*/ 0 h 9"/>
                          <a:gd name="T32" fmla="*/ 5 w 9"/>
                          <a:gd name="T33" fmla="*/ 0 h 9"/>
                          <a:gd name="T34" fmla="*/ 3 w 9"/>
                          <a:gd name="T35" fmla="*/ 2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3" y="2"/>
                            </a:moveTo>
                            <a:lnTo>
                              <a:pt x="2" y="3"/>
                            </a:lnTo>
                            <a:lnTo>
                              <a:pt x="0" y="5"/>
                            </a:lnTo>
                            <a:lnTo>
                              <a:pt x="0" y="6"/>
                            </a:lnTo>
                            <a:lnTo>
                              <a:pt x="2" y="8"/>
                            </a:lnTo>
                            <a:lnTo>
                              <a:pt x="3" y="9"/>
                            </a:lnTo>
                            <a:lnTo>
                              <a:pt x="5" y="9"/>
                            </a:lnTo>
                            <a:lnTo>
                              <a:pt x="6" y="9"/>
                            </a:lnTo>
                            <a:lnTo>
                              <a:pt x="8" y="9"/>
                            </a:lnTo>
                            <a:lnTo>
                              <a:pt x="9" y="8"/>
                            </a:lnTo>
                            <a:lnTo>
                              <a:pt x="9" y="6"/>
                            </a:lnTo>
                            <a:lnTo>
                              <a:pt x="9" y="5"/>
                            </a:lnTo>
                            <a:lnTo>
                              <a:pt x="9" y="3"/>
                            </a:lnTo>
                            <a:lnTo>
                              <a:pt x="8" y="2"/>
                            </a:lnTo>
                            <a:lnTo>
                              <a:pt x="6" y="0"/>
                            </a:lnTo>
                            <a:lnTo>
                              <a:pt x="5" y="0"/>
                            </a:lnTo>
                            <a:lnTo>
                              <a:pt x="3"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03" name="Freeform 232"/>
                      <p:cNvSpPr>
                        <a:spLocks/>
                      </p:cNvSpPr>
                      <p:nvPr/>
                    </p:nvSpPr>
                    <p:spPr bwMode="auto">
                      <a:xfrm>
                        <a:off x="3871" y="1969"/>
                        <a:ext cx="9" cy="9"/>
                      </a:xfrm>
                      <a:custGeom>
                        <a:avLst/>
                        <a:gdLst>
                          <a:gd name="T0" fmla="*/ 3 w 9"/>
                          <a:gd name="T1" fmla="*/ 0 h 9"/>
                          <a:gd name="T2" fmla="*/ 1 w 9"/>
                          <a:gd name="T3" fmla="*/ 2 h 9"/>
                          <a:gd name="T4" fmla="*/ 0 w 9"/>
                          <a:gd name="T5" fmla="*/ 3 h 9"/>
                          <a:gd name="T6" fmla="*/ 0 w 9"/>
                          <a:gd name="T7" fmla="*/ 5 h 9"/>
                          <a:gd name="T8" fmla="*/ 1 w 9"/>
                          <a:gd name="T9" fmla="*/ 6 h 9"/>
                          <a:gd name="T10" fmla="*/ 3 w 9"/>
                          <a:gd name="T11" fmla="*/ 7 h 9"/>
                          <a:gd name="T12" fmla="*/ 4 w 9"/>
                          <a:gd name="T13" fmla="*/ 9 h 9"/>
                          <a:gd name="T14" fmla="*/ 6 w 9"/>
                          <a:gd name="T15" fmla="*/ 9 h 9"/>
                          <a:gd name="T16" fmla="*/ 7 w 9"/>
                          <a:gd name="T17" fmla="*/ 7 h 9"/>
                          <a:gd name="T18" fmla="*/ 7 w 9"/>
                          <a:gd name="T19" fmla="*/ 7 h 9"/>
                          <a:gd name="T20" fmla="*/ 9 w 9"/>
                          <a:gd name="T21" fmla="*/ 6 h 9"/>
                          <a:gd name="T22" fmla="*/ 9 w 9"/>
                          <a:gd name="T23" fmla="*/ 5 h 9"/>
                          <a:gd name="T24" fmla="*/ 9 w 9"/>
                          <a:gd name="T25" fmla="*/ 3 h 9"/>
                          <a:gd name="T26" fmla="*/ 9 w 9"/>
                          <a:gd name="T27" fmla="*/ 2 h 9"/>
                          <a:gd name="T28" fmla="*/ 7 w 9"/>
                          <a:gd name="T29" fmla="*/ 0 h 9"/>
                          <a:gd name="T30" fmla="*/ 6 w 9"/>
                          <a:gd name="T31" fmla="*/ 0 h 9"/>
                          <a:gd name="T32" fmla="*/ 4 w 9"/>
                          <a:gd name="T33" fmla="*/ 0 h 9"/>
                          <a:gd name="T34" fmla="*/ 3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3" y="0"/>
                            </a:moveTo>
                            <a:lnTo>
                              <a:pt x="1" y="2"/>
                            </a:lnTo>
                            <a:lnTo>
                              <a:pt x="0" y="3"/>
                            </a:lnTo>
                            <a:lnTo>
                              <a:pt x="0" y="5"/>
                            </a:lnTo>
                            <a:lnTo>
                              <a:pt x="1" y="6"/>
                            </a:lnTo>
                            <a:lnTo>
                              <a:pt x="3" y="7"/>
                            </a:lnTo>
                            <a:lnTo>
                              <a:pt x="4" y="9"/>
                            </a:lnTo>
                            <a:lnTo>
                              <a:pt x="6" y="9"/>
                            </a:lnTo>
                            <a:lnTo>
                              <a:pt x="7" y="7"/>
                            </a:lnTo>
                            <a:lnTo>
                              <a:pt x="9" y="6"/>
                            </a:lnTo>
                            <a:lnTo>
                              <a:pt x="9" y="5"/>
                            </a:lnTo>
                            <a:lnTo>
                              <a:pt x="9" y="3"/>
                            </a:lnTo>
                            <a:lnTo>
                              <a:pt x="9" y="2"/>
                            </a:lnTo>
                            <a:lnTo>
                              <a:pt x="7" y="0"/>
                            </a:lnTo>
                            <a:lnTo>
                              <a:pt x="6" y="0"/>
                            </a:lnTo>
                            <a:lnTo>
                              <a:pt x="4"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04" name="Freeform 233"/>
                      <p:cNvSpPr>
                        <a:spLocks/>
                      </p:cNvSpPr>
                      <p:nvPr/>
                    </p:nvSpPr>
                    <p:spPr bwMode="auto">
                      <a:xfrm>
                        <a:off x="3884" y="1958"/>
                        <a:ext cx="9" cy="8"/>
                      </a:xfrm>
                      <a:custGeom>
                        <a:avLst/>
                        <a:gdLst>
                          <a:gd name="T0" fmla="*/ 3 w 9"/>
                          <a:gd name="T1" fmla="*/ 1 h 8"/>
                          <a:gd name="T2" fmla="*/ 1 w 9"/>
                          <a:gd name="T3" fmla="*/ 2 h 8"/>
                          <a:gd name="T4" fmla="*/ 0 w 9"/>
                          <a:gd name="T5" fmla="*/ 4 h 8"/>
                          <a:gd name="T6" fmla="*/ 0 w 9"/>
                          <a:gd name="T7" fmla="*/ 5 h 8"/>
                          <a:gd name="T8" fmla="*/ 1 w 9"/>
                          <a:gd name="T9" fmla="*/ 7 h 8"/>
                          <a:gd name="T10" fmla="*/ 3 w 9"/>
                          <a:gd name="T11" fmla="*/ 8 h 8"/>
                          <a:gd name="T12" fmla="*/ 4 w 9"/>
                          <a:gd name="T13" fmla="*/ 8 h 8"/>
                          <a:gd name="T14" fmla="*/ 6 w 9"/>
                          <a:gd name="T15" fmla="*/ 8 h 8"/>
                          <a:gd name="T16" fmla="*/ 7 w 9"/>
                          <a:gd name="T17" fmla="*/ 8 h 8"/>
                          <a:gd name="T18" fmla="*/ 7 w 9"/>
                          <a:gd name="T19" fmla="*/ 8 h 8"/>
                          <a:gd name="T20" fmla="*/ 9 w 9"/>
                          <a:gd name="T21" fmla="*/ 7 h 8"/>
                          <a:gd name="T22" fmla="*/ 9 w 9"/>
                          <a:gd name="T23" fmla="*/ 5 h 8"/>
                          <a:gd name="T24" fmla="*/ 9 w 9"/>
                          <a:gd name="T25" fmla="*/ 4 h 8"/>
                          <a:gd name="T26" fmla="*/ 9 w 9"/>
                          <a:gd name="T27" fmla="*/ 2 h 8"/>
                          <a:gd name="T28" fmla="*/ 7 w 9"/>
                          <a:gd name="T29" fmla="*/ 1 h 8"/>
                          <a:gd name="T30" fmla="*/ 6 w 9"/>
                          <a:gd name="T31" fmla="*/ 0 h 8"/>
                          <a:gd name="T32" fmla="*/ 4 w 9"/>
                          <a:gd name="T33" fmla="*/ 0 h 8"/>
                          <a:gd name="T34" fmla="*/ 3 w 9"/>
                          <a:gd name="T35" fmla="*/ 1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3" y="1"/>
                            </a:moveTo>
                            <a:lnTo>
                              <a:pt x="1" y="2"/>
                            </a:lnTo>
                            <a:lnTo>
                              <a:pt x="0" y="4"/>
                            </a:lnTo>
                            <a:lnTo>
                              <a:pt x="0" y="5"/>
                            </a:lnTo>
                            <a:lnTo>
                              <a:pt x="1" y="7"/>
                            </a:lnTo>
                            <a:lnTo>
                              <a:pt x="3" y="8"/>
                            </a:lnTo>
                            <a:lnTo>
                              <a:pt x="4" y="8"/>
                            </a:lnTo>
                            <a:lnTo>
                              <a:pt x="6" y="8"/>
                            </a:lnTo>
                            <a:lnTo>
                              <a:pt x="7" y="8"/>
                            </a:lnTo>
                            <a:lnTo>
                              <a:pt x="9" y="7"/>
                            </a:lnTo>
                            <a:lnTo>
                              <a:pt x="9" y="5"/>
                            </a:lnTo>
                            <a:lnTo>
                              <a:pt x="9" y="4"/>
                            </a:lnTo>
                            <a:lnTo>
                              <a:pt x="9" y="2"/>
                            </a:lnTo>
                            <a:lnTo>
                              <a:pt x="7" y="1"/>
                            </a:lnTo>
                            <a:lnTo>
                              <a:pt x="6" y="0"/>
                            </a:lnTo>
                            <a:lnTo>
                              <a:pt x="4" y="0"/>
                            </a:lnTo>
                            <a:lnTo>
                              <a:pt x="3"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05" name="Freeform 234"/>
                      <p:cNvSpPr>
                        <a:spLocks/>
                      </p:cNvSpPr>
                      <p:nvPr/>
                    </p:nvSpPr>
                    <p:spPr bwMode="auto">
                      <a:xfrm>
                        <a:off x="3899" y="1947"/>
                        <a:ext cx="8" cy="9"/>
                      </a:xfrm>
                      <a:custGeom>
                        <a:avLst/>
                        <a:gdLst>
                          <a:gd name="T0" fmla="*/ 1 w 8"/>
                          <a:gd name="T1" fmla="*/ 0 h 9"/>
                          <a:gd name="T2" fmla="*/ 0 w 8"/>
                          <a:gd name="T3" fmla="*/ 2 h 9"/>
                          <a:gd name="T4" fmla="*/ 0 w 8"/>
                          <a:gd name="T5" fmla="*/ 3 h 9"/>
                          <a:gd name="T6" fmla="*/ 0 w 8"/>
                          <a:gd name="T7" fmla="*/ 5 h 9"/>
                          <a:gd name="T8" fmla="*/ 0 w 8"/>
                          <a:gd name="T9" fmla="*/ 6 h 9"/>
                          <a:gd name="T10" fmla="*/ 1 w 8"/>
                          <a:gd name="T11" fmla="*/ 8 h 9"/>
                          <a:gd name="T12" fmla="*/ 2 w 8"/>
                          <a:gd name="T13" fmla="*/ 9 h 9"/>
                          <a:gd name="T14" fmla="*/ 4 w 8"/>
                          <a:gd name="T15" fmla="*/ 9 h 9"/>
                          <a:gd name="T16" fmla="*/ 5 w 8"/>
                          <a:gd name="T17" fmla="*/ 8 h 9"/>
                          <a:gd name="T18" fmla="*/ 5 w 8"/>
                          <a:gd name="T19" fmla="*/ 8 h 9"/>
                          <a:gd name="T20" fmla="*/ 7 w 8"/>
                          <a:gd name="T21" fmla="*/ 6 h 9"/>
                          <a:gd name="T22" fmla="*/ 8 w 8"/>
                          <a:gd name="T23" fmla="*/ 5 h 9"/>
                          <a:gd name="T24" fmla="*/ 8 w 8"/>
                          <a:gd name="T25" fmla="*/ 3 h 9"/>
                          <a:gd name="T26" fmla="*/ 7 w 8"/>
                          <a:gd name="T27" fmla="*/ 2 h 9"/>
                          <a:gd name="T28" fmla="*/ 5 w 8"/>
                          <a:gd name="T29" fmla="*/ 0 h 9"/>
                          <a:gd name="T30" fmla="*/ 4 w 8"/>
                          <a:gd name="T31" fmla="*/ 0 h 9"/>
                          <a:gd name="T32" fmla="*/ 2 w 8"/>
                          <a:gd name="T33" fmla="*/ 0 h 9"/>
                          <a:gd name="T34" fmla="*/ 1 w 8"/>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1" y="0"/>
                            </a:moveTo>
                            <a:lnTo>
                              <a:pt x="0" y="2"/>
                            </a:lnTo>
                            <a:lnTo>
                              <a:pt x="0" y="3"/>
                            </a:lnTo>
                            <a:lnTo>
                              <a:pt x="0" y="5"/>
                            </a:lnTo>
                            <a:lnTo>
                              <a:pt x="0" y="6"/>
                            </a:lnTo>
                            <a:lnTo>
                              <a:pt x="1" y="8"/>
                            </a:lnTo>
                            <a:lnTo>
                              <a:pt x="2" y="9"/>
                            </a:lnTo>
                            <a:lnTo>
                              <a:pt x="4" y="9"/>
                            </a:lnTo>
                            <a:lnTo>
                              <a:pt x="5" y="8"/>
                            </a:lnTo>
                            <a:lnTo>
                              <a:pt x="7" y="6"/>
                            </a:lnTo>
                            <a:lnTo>
                              <a:pt x="8" y="5"/>
                            </a:lnTo>
                            <a:lnTo>
                              <a:pt x="8" y="3"/>
                            </a:lnTo>
                            <a:lnTo>
                              <a:pt x="7" y="2"/>
                            </a:lnTo>
                            <a:lnTo>
                              <a:pt x="5" y="0"/>
                            </a:lnTo>
                            <a:lnTo>
                              <a:pt x="4" y="0"/>
                            </a:lnTo>
                            <a:lnTo>
                              <a:pt x="2" y="0"/>
                            </a:lnTo>
                            <a:lnTo>
                              <a:pt x="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06" name="Freeform 235"/>
                      <p:cNvSpPr>
                        <a:spLocks/>
                      </p:cNvSpPr>
                      <p:nvPr/>
                    </p:nvSpPr>
                    <p:spPr bwMode="auto">
                      <a:xfrm>
                        <a:off x="3912" y="1936"/>
                        <a:ext cx="8" cy="8"/>
                      </a:xfrm>
                      <a:custGeom>
                        <a:avLst/>
                        <a:gdLst>
                          <a:gd name="T0" fmla="*/ 3 w 8"/>
                          <a:gd name="T1" fmla="*/ 1 h 8"/>
                          <a:gd name="T2" fmla="*/ 1 w 8"/>
                          <a:gd name="T3" fmla="*/ 3 h 8"/>
                          <a:gd name="T4" fmla="*/ 0 w 8"/>
                          <a:gd name="T5" fmla="*/ 4 h 8"/>
                          <a:gd name="T6" fmla="*/ 0 w 8"/>
                          <a:gd name="T7" fmla="*/ 6 h 8"/>
                          <a:gd name="T8" fmla="*/ 1 w 8"/>
                          <a:gd name="T9" fmla="*/ 7 h 8"/>
                          <a:gd name="T10" fmla="*/ 3 w 8"/>
                          <a:gd name="T11" fmla="*/ 8 h 8"/>
                          <a:gd name="T12" fmla="*/ 4 w 8"/>
                          <a:gd name="T13" fmla="*/ 8 h 8"/>
                          <a:gd name="T14" fmla="*/ 5 w 8"/>
                          <a:gd name="T15" fmla="*/ 8 h 8"/>
                          <a:gd name="T16" fmla="*/ 7 w 8"/>
                          <a:gd name="T17" fmla="*/ 8 h 8"/>
                          <a:gd name="T18" fmla="*/ 7 w 8"/>
                          <a:gd name="T19" fmla="*/ 8 h 8"/>
                          <a:gd name="T20" fmla="*/ 8 w 8"/>
                          <a:gd name="T21" fmla="*/ 7 h 8"/>
                          <a:gd name="T22" fmla="*/ 8 w 8"/>
                          <a:gd name="T23" fmla="*/ 6 h 8"/>
                          <a:gd name="T24" fmla="*/ 8 w 8"/>
                          <a:gd name="T25" fmla="*/ 4 h 8"/>
                          <a:gd name="T26" fmla="*/ 8 w 8"/>
                          <a:gd name="T27" fmla="*/ 3 h 8"/>
                          <a:gd name="T28" fmla="*/ 7 w 8"/>
                          <a:gd name="T29" fmla="*/ 1 h 8"/>
                          <a:gd name="T30" fmla="*/ 5 w 8"/>
                          <a:gd name="T31" fmla="*/ 0 h 8"/>
                          <a:gd name="T32" fmla="*/ 4 w 8"/>
                          <a:gd name="T33" fmla="*/ 0 h 8"/>
                          <a:gd name="T34" fmla="*/ 3 w 8"/>
                          <a:gd name="T35" fmla="*/ 1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8"/>
                          <a:gd name="T56" fmla="*/ 8 w 8"/>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8">
                            <a:moveTo>
                              <a:pt x="3" y="1"/>
                            </a:moveTo>
                            <a:lnTo>
                              <a:pt x="1" y="3"/>
                            </a:lnTo>
                            <a:lnTo>
                              <a:pt x="0" y="4"/>
                            </a:lnTo>
                            <a:lnTo>
                              <a:pt x="0" y="6"/>
                            </a:lnTo>
                            <a:lnTo>
                              <a:pt x="1" y="7"/>
                            </a:lnTo>
                            <a:lnTo>
                              <a:pt x="3" y="8"/>
                            </a:lnTo>
                            <a:lnTo>
                              <a:pt x="4" y="8"/>
                            </a:lnTo>
                            <a:lnTo>
                              <a:pt x="5" y="8"/>
                            </a:lnTo>
                            <a:lnTo>
                              <a:pt x="7" y="8"/>
                            </a:lnTo>
                            <a:lnTo>
                              <a:pt x="8" y="7"/>
                            </a:lnTo>
                            <a:lnTo>
                              <a:pt x="8" y="6"/>
                            </a:lnTo>
                            <a:lnTo>
                              <a:pt x="8" y="4"/>
                            </a:lnTo>
                            <a:lnTo>
                              <a:pt x="8" y="3"/>
                            </a:lnTo>
                            <a:lnTo>
                              <a:pt x="7" y="1"/>
                            </a:lnTo>
                            <a:lnTo>
                              <a:pt x="5" y="0"/>
                            </a:lnTo>
                            <a:lnTo>
                              <a:pt x="4" y="0"/>
                            </a:lnTo>
                            <a:lnTo>
                              <a:pt x="3"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07" name="Freeform 236"/>
                      <p:cNvSpPr>
                        <a:spLocks/>
                      </p:cNvSpPr>
                      <p:nvPr/>
                    </p:nvSpPr>
                    <p:spPr bwMode="auto">
                      <a:xfrm>
                        <a:off x="3925" y="1926"/>
                        <a:ext cx="8" cy="8"/>
                      </a:xfrm>
                      <a:custGeom>
                        <a:avLst/>
                        <a:gdLst>
                          <a:gd name="T0" fmla="*/ 3 w 8"/>
                          <a:gd name="T1" fmla="*/ 0 h 8"/>
                          <a:gd name="T2" fmla="*/ 1 w 8"/>
                          <a:gd name="T3" fmla="*/ 1 h 8"/>
                          <a:gd name="T4" fmla="*/ 0 w 8"/>
                          <a:gd name="T5" fmla="*/ 3 h 8"/>
                          <a:gd name="T6" fmla="*/ 0 w 8"/>
                          <a:gd name="T7" fmla="*/ 4 h 8"/>
                          <a:gd name="T8" fmla="*/ 1 w 8"/>
                          <a:gd name="T9" fmla="*/ 5 h 8"/>
                          <a:gd name="T10" fmla="*/ 3 w 8"/>
                          <a:gd name="T11" fmla="*/ 7 h 8"/>
                          <a:gd name="T12" fmla="*/ 4 w 8"/>
                          <a:gd name="T13" fmla="*/ 8 h 8"/>
                          <a:gd name="T14" fmla="*/ 5 w 8"/>
                          <a:gd name="T15" fmla="*/ 8 h 8"/>
                          <a:gd name="T16" fmla="*/ 7 w 8"/>
                          <a:gd name="T17" fmla="*/ 7 h 8"/>
                          <a:gd name="T18" fmla="*/ 7 w 8"/>
                          <a:gd name="T19" fmla="*/ 7 h 8"/>
                          <a:gd name="T20" fmla="*/ 8 w 8"/>
                          <a:gd name="T21" fmla="*/ 5 h 8"/>
                          <a:gd name="T22" fmla="*/ 8 w 8"/>
                          <a:gd name="T23" fmla="*/ 4 h 8"/>
                          <a:gd name="T24" fmla="*/ 8 w 8"/>
                          <a:gd name="T25" fmla="*/ 3 h 8"/>
                          <a:gd name="T26" fmla="*/ 8 w 8"/>
                          <a:gd name="T27" fmla="*/ 1 h 8"/>
                          <a:gd name="T28" fmla="*/ 7 w 8"/>
                          <a:gd name="T29" fmla="*/ 0 h 8"/>
                          <a:gd name="T30" fmla="*/ 5 w 8"/>
                          <a:gd name="T31" fmla="*/ 0 h 8"/>
                          <a:gd name="T32" fmla="*/ 4 w 8"/>
                          <a:gd name="T33" fmla="*/ 0 h 8"/>
                          <a:gd name="T34" fmla="*/ 3 w 8"/>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8"/>
                          <a:gd name="T56" fmla="*/ 8 w 8"/>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8">
                            <a:moveTo>
                              <a:pt x="3" y="0"/>
                            </a:moveTo>
                            <a:lnTo>
                              <a:pt x="1" y="1"/>
                            </a:lnTo>
                            <a:lnTo>
                              <a:pt x="0" y="3"/>
                            </a:lnTo>
                            <a:lnTo>
                              <a:pt x="0" y="4"/>
                            </a:lnTo>
                            <a:lnTo>
                              <a:pt x="1" y="5"/>
                            </a:lnTo>
                            <a:lnTo>
                              <a:pt x="3" y="7"/>
                            </a:lnTo>
                            <a:lnTo>
                              <a:pt x="4" y="8"/>
                            </a:lnTo>
                            <a:lnTo>
                              <a:pt x="5" y="8"/>
                            </a:lnTo>
                            <a:lnTo>
                              <a:pt x="7" y="7"/>
                            </a:lnTo>
                            <a:lnTo>
                              <a:pt x="8" y="5"/>
                            </a:lnTo>
                            <a:lnTo>
                              <a:pt x="8" y="4"/>
                            </a:lnTo>
                            <a:lnTo>
                              <a:pt x="8" y="3"/>
                            </a:lnTo>
                            <a:lnTo>
                              <a:pt x="8" y="1"/>
                            </a:lnTo>
                            <a:lnTo>
                              <a:pt x="7" y="0"/>
                            </a:lnTo>
                            <a:lnTo>
                              <a:pt x="5" y="0"/>
                            </a:lnTo>
                            <a:lnTo>
                              <a:pt x="4"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08" name="Freeform 237"/>
                      <p:cNvSpPr>
                        <a:spLocks/>
                      </p:cNvSpPr>
                      <p:nvPr/>
                    </p:nvSpPr>
                    <p:spPr bwMode="auto">
                      <a:xfrm>
                        <a:off x="3939" y="1914"/>
                        <a:ext cx="9" cy="9"/>
                      </a:xfrm>
                      <a:custGeom>
                        <a:avLst/>
                        <a:gdLst>
                          <a:gd name="T0" fmla="*/ 2 w 9"/>
                          <a:gd name="T1" fmla="*/ 1 h 9"/>
                          <a:gd name="T2" fmla="*/ 0 w 9"/>
                          <a:gd name="T3" fmla="*/ 3 h 9"/>
                          <a:gd name="T4" fmla="*/ 0 w 9"/>
                          <a:gd name="T5" fmla="*/ 4 h 9"/>
                          <a:gd name="T6" fmla="*/ 0 w 9"/>
                          <a:gd name="T7" fmla="*/ 6 h 9"/>
                          <a:gd name="T8" fmla="*/ 0 w 9"/>
                          <a:gd name="T9" fmla="*/ 7 h 9"/>
                          <a:gd name="T10" fmla="*/ 2 w 9"/>
                          <a:gd name="T11" fmla="*/ 9 h 9"/>
                          <a:gd name="T12" fmla="*/ 3 w 9"/>
                          <a:gd name="T13" fmla="*/ 9 h 9"/>
                          <a:gd name="T14" fmla="*/ 5 w 9"/>
                          <a:gd name="T15" fmla="*/ 9 h 9"/>
                          <a:gd name="T16" fmla="*/ 6 w 9"/>
                          <a:gd name="T17" fmla="*/ 9 h 9"/>
                          <a:gd name="T18" fmla="*/ 6 w 9"/>
                          <a:gd name="T19" fmla="*/ 9 h 9"/>
                          <a:gd name="T20" fmla="*/ 7 w 9"/>
                          <a:gd name="T21" fmla="*/ 7 h 9"/>
                          <a:gd name="T22" fmla="*/ 9 w 9"/>
                          <a:gd name="T23" fmla="*/ 6 h 9"/>
                          <a:gd name="T24" fmla="*/ 9 w 9"/>
                          <a:gd name="T25" fmla="*/ 4 h 9"/>
                          <a:gd name="T26" fmla="*/ 7 w 9"/>
                          <a:gd name="T27" fmla="*/ 3 h 9"/>
                          <a:gd name="T28" fmla="*/ 6 w 9"/>
                          <a:gd name="T29" fmla="*/ 1 h 9"/>
                          <a:gd name="T30" fmla="*/ 5 w 9"/>
                          <a:gd name="T31" fmla="*/ 0 h 9"/>
                          <a:gd name="T32" fmla="*/ 3 w 9"/>
                          <a:gd name="T33" fmla="*/ 0 h 9"/>
                          <a:gd name="T34" fmla="*/ 2 w 9"/>
                          <a:gd name="T35" fmla="*/ 1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2" y="1"/>
                            </a:moveTo>
                            <a:lnTo>
                              <a:pt x="0" y="3"/>
                            </a:lnTo>
                            <a:lnTo>
                              <a:pt x="0" y="4"/>
                            </a:lnTo>
                            <a:lnTo>
                              <a:pt x="0" y="6"/>
                            </a:lnTo>
                            <a:lnTo>
                              <a:pt x="0" y="7"/>
                            </a:lnTo>
                            <a:lnTo>
                              <a:pt x="2" y="9"/>
                            </a:lnTo>
                            <a:lnTo>
                              <a:pt x="3" y="9"/>
                            </a:lnTo>
                            <a:lnTo>
                              <a:pt x="5" y="9"/>
                            </a:lnTo>
                            <a:lnTo>
                              <a:pt x="6" y="9"/>
                            </a:lnTo>
                            <a:lnTo>
                              <a:pt x="7" y="7"/>
                            </a:lnTo>
                            <a:lnTo>
                              <a:pt x="9" y="6"/>
                            </a:lnTo>
                            <a:lnTo>
                              <a:pt x="9" y="4"/>
                            </a:lnTo>
                            <a:lnTo>
                              <a:pt x="7" y="3"/>
                            </a:lnTo>
                            <a:lnTo>
                              <a:pt x="6" y="1"/>
                            </a:lnTo>
                            <a:lnTo>
                              <a:pt x="5" y="0"/>
                            </a:lnTo>
                            <a:lnTo>
                              <a:pt x="3" y="0"/>
                            </a:lnTo>
                            <a:lnTo>
                              <a:pt x="2"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grpSp>
                <p:grpSp>
                  <p:nvGrpSpPr>
                    <p:cNvPr id="32" name="Group 31"/>
                    <p:cNvGrpSpPr/>
                    <p:nvPr/>
                  </p:nvGrpSpPr>
                  <p:grpSpPr>
                    <a:xfrm>
                      <a:off x="2165350" y="2533650"/>
                      <a:ext cx="5284788" cy="1771650"/>
                      <a:chOff x="2165350" y="2533650"/>
                      <a:chExt cx="5284788" cy="1771650"/>
                    </a:xfrm>
                  </p:grpSpPr>
                  <p:grpSp>
                    <p:nvGrpSpPr>
                      <p:cNvPr id="33" name="Group 261"/>
                      <p:cNvGrpSpPr>
                        <a:grpSpLocks/>
                      </p:cNvGrpSpPr>
                      <p:nvPr/>
                    </p:nvGrpSpPr>
                    <p:grpSpPr bwMode="auto">
                      <a:xfrm>
                        <a:off x="5657850" y="3414713"/>
                        <a:ext cx="652463" cy="246062"/>
                        <a:chOff x="3576" y="2103"/>
                        <a:chExt cx="411" cy="155"/>
                      </a:xfrm>
                    </p:grpSpPr>
                    <p:sp>
                      <p:nvSpPr>
                        <p:cNvPr id="255" name="Freeform 262"/>
                        <p:cNvSpPr>
                          <a:spLocks/>
                        </p:cNvSpPr>
                        <p:nvPr/>
                      </p:nvSpPr>
                      <p:spPr bwMode="auto">
                        <a:xfrm>
                          <a:off x="3576" y="2250"/>
                          <a:ext cx="9" cy="8"/>
                        </a:xfrm>
                        <a:custGeom>
                          <a:avLst/>
                          <a:gdLst>
                            <a:gd name="T0" fmla="*/ 3 w 9"/>
                            <a:gd name="T1" fmla="*/ 1 h 8"/>
                            <a:gd name="T2" fmla="*/ 2 w 9"/>
                            <a:gd name="T3" fmla="*/ 2 h 8"/>
                            <a:gd name="T4" fmla="*/ 0 w 9"/>
                            <a:gd name="T5" fmla="*/ 4 h 8"/>
                            <a:gd name="T6" fmla="*/ 0 w 9"/>
                            <a:gd name="T7" fmla="*/ 4 h 8"/>
                            <a:gd name="T8" fmla="*/ 2 w 9"/>
                            <a:gd name="T9" fmla="*/ 5 h 8"/>
                            <a:gd name="T10" fmla="*/ 3 w 9"/>
                            <a:gd name="T11" fmla="*/ 7 h 8"/>
                            <a:gd name="T12" fmla="*/ 4 w 9"/>
                            <a:gd name="T13" fmla="*/ 8 h 8"/>
                            <a:gd name="T14" fmla="*/ 4 w 9"/>
                            <a:gd name="T15" fmla="*/ 8 h 8"/>
                            <a:gd name="T16" fmla="*/ 7 w 9"/>
                            <a:gd name="T17" fmla="*/ 8 h 8"/>
                            <a:gd name="T18" fmla="*/ 7 w 9"/>
                            <a:gd name="T19" fmla="*/ 7 h 8"/>
                            <a:gd name="T20" fmla="*/ 9 w 9"/>
                            <a:gd name="T21" fmla="*/ 5 h 8"/>
                            <a:gd name="T22" fmla="*/ 9 w 9"/>
                            <a:gd name="T23" fmla="*/ 4 h 8"/>
                            <a:gd name="T24" fmla="*/ 9 w 9"/>
                            <a:gd name="T25" fmla="*/ 2 h 8"/>
                            <a:gd name="T26" fmla="*/ 9 w 9"/>
                            <a:gd name="T27" fmla="*/ 1 h 8"/>
                            <a:gd name="T28" fmla="*/ 7 w 9"/>
                            <a:gd name="T29" fmla="*/ 0 h 8"/>
                            <a:gd name="T30" fmla="*/ 6 w 9"/>
                            <a:gd name="T31" fmla="*/ 0 h 8"/>
                            <a:gd name="T32" fmla="*/ 4 w 9"/>
                            <a:gd name="T33" fmla="*/ 0 h 8"/>
                            <a:gd name="T34" fmla="*/ 3 w 9"/>
                            <a:gd name="T35" fmla="*/ 0 h 8"/>
                            <a:gd name="T36" fmla="*/ 3 w 9"/>
                            <a:gd name="T37" fmla="*/ 1 h 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9"/>
                            <a:gd name="T58" fmla="*/ 0 h 8"/>
                            <a:gd name="T59" fmla="*/ 9 w 9"/>
                            <a:gd name="T60" fmla="*/ 8 h 8"/>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9" h="8">
                              <a:moveTo>
                                <a:pt x="3" y="1"/>
                              </a:moveTo>
                              <a:lnTo>
                                <a:pt x="2" y="2"/>
                              </a:lnTo>
                              <a:lnTo>
                                <a:pt x="0" y="4"/>
                              </a:lnTo>
                              <a:lnTo>
                                <a:pt x="2" y="5"/>
                              </a:lnTo>
                              <a:lnTo>
                                <a:pt x="3" y="7"/>
                              </a:lnTo>
                              <a:lnTo>
                                <a:pt x="4" y="8"/>
                              </a:lnTo>
                              <a:lnTo>
                                <a:pt x="7" y="8"/>
                              </a:lnTo>
                              <a:lnTo>
                                <a:pt x="7" y="7"/>
                              </a:lnTo>
                              <a:lnTo>
                                <a:pt x="9" y="5"/>
                              </a:lnTo>
                              <a:lnTo>
                                <a:pt x="9" y="4"/>
                              </a:lnTo>
                              <a:lnTo>
                                <a:pt x="9" y="2"/>
                              </a:lnTo>
                              <a:lnTo>
                                <a:pt x="9" y="1"/>
                              </a:lnTo>
                              <a:lnTo>
                                <a:pt x="7" y="0"/>
                              </a:lnTo>
                              <a:lnTo>
                                <a:pt x="6" y="0"/>
                              </a:lnTo>
                              <a:lnTo>
                                <a:pt x="4" y="0"/>
                              </a:lnTo>
                              <a:lnTo>
                                <a:pt x="3" y="0"/>
                              </a:lnTo>
                              <a:lnTo>
                                <a:pt x="3"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56" name="Freeform 263"/>
                        <p:cNvSpPr>
                          <a:spLocks/>
                        </p:cNvSpPr>
                        <p:nvPr/>
                      </p:nvSpPr>
                      <p:spPr bwMode="auto">
                        <a:xfrm>
                          <a:off x="3589" y="2238"/>
                          <a:ext cx="9" cy="9"/>
                        </a:xfrm>
                        <a:custGeom>
                          <a:avLst/>
                          <a:gdLst>
                            <a:gd name="T0" fmla="*/ 2 w 9"/>
                            <a:gd name="T1" fmla="*/ 0 h 9"/>
                            <a:gd name="T2" fmla="*/ 0 w 9"/>
                            <a:gd name="T3" fmla="*/ 1 h 9"/>
                            <a:gd name="T4" fmla="*/ 0 w 9"/>
                            <a:gd name="T5" fmla="*/ 3 h 9"/>
                            <a:gd name="T6" fmla="*/ 0 w 9"/>
                            <a:gd name="T7" fmla="*/ 4 h 9"/>
                            <a:gd name="T8" fmla="*/ 0 w 9"/>
                            <a:gd name="T9" fmla="*/ 6 h 9"/>
                            <a:gd name="T10" fmla="*/ 2 w 9"/>
                            <a:gd name="T11" fmla="*/ 7 h 9"/>
                            <a:gd name="T12" fmla="*/ 3 w 9"/>
                            <a:gd name="T13" fmla="*/ 9 h 9"/>
                            <a:gd name="T14" fmla="*/ 5 w 9"/>
                            <a:gd name="T15" fmla="*/ 9 h 9"/>
                            <a:gd name="T16" fmla="*/ 6 w 9"/>
                            <a:gd name="T17" fmla="*/ 7 h 9"/>
                            <a:gd name="T18" fmla="*/ 6 w 9"/>
                            <a:gd name="T19" fmla="*/ 7 h 9"/>
                            <a:gd name="T20" fmla="*/ 7 w 9"/>
                            <a:gd name="T21" fmla="*/ 6 h 9"/>
                            <a:gd name="T22" fmla="*/ 9 w 9"/>
                            <a:gd name="T23" fmla="*/ 4 h 9"/>
                            <a:gd name="T24" fmla="*/ 9 w 9"/>
                            <a:gd name="T25" fmla="*/ 3 h 9"/>
                            <a:gd name="T26" fmla="*/ 7 w 9"/>
                            <a:gd name="T27" fmla="*/ 1 h 9"/>
                            <a:gd name="T28" fmla="*/ 6 w 9"/>
                            <a:gd name="T29" fmla="*/ 0 h 9"/>
                            <a:gd name="T30" fmla="*/ 5 w 9"/>
                            <a:gd name="T31" fmla="*/ 0 h 9"/>
                            <a:gd name="T32" fmla="*/ 3 w 9"/>
                            <a:gd name="T33" fmla="*/ 0 h 9"/>
                            <a:gd name="T34" fmla="*/ 2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2" y="0"/>
                              </a:moveTo>
                              <a:lnTo>
                                <a:pt x="0" y="1"/>
                              </a:lnTo>
                              <a:lnTo>
                                <a:pt x="0" y="3"/>
                              </a:lnTo>
                              <a:lnTo>
                                <a:pt x="0" y="4"/>
                              </a:lnTo>
                              <a:lnTo>
                                <a:pt x="0" y="6"/>
                              </a:lnTo>
                              <a:lnTo>
                                <a:pt x="2" y="7"/>
                              </a:lnTo>
                              <a:lnTo>
                                <a:pt x="3" y="9"/>
                              </a:lnTo>
                              <a:lnTo>
                                <a:pt x="5" y="9"/>
                              </a:lnTo>
                              <a:lnTo>
                                <a:pt x="6" y="7"/>
                              </a:lnTo>
                              <a:lnTo>
                                <a:pt x="7" y="6"/>
                              </a:lnTo>
                              <a:lnTo>
                                <a:pt x="9" y="4"/>
                              </a:lnTo>
                              <a:lnTo>
                                <a:pt x="9" y="3"/>
                              </a:lnTo>
                              <a:lnTo>
                                <a:pt x="7" y="1"/>
                              </a:lnTo>
                              <a:lnTo>
                                <a:pt x="6" y="0"/>
                              </a:lnTo>
                              <a:lnTo>
                                <a:pt x="5" y="0"/>
                              </a:lnTo>
                              <a:lnTo>
                                <a:pt x="3" y="0"/>
                              </a:lnTo>
                              <a:lnTo>
                                <a:pt x="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57" name="Freeform 264"/>
                        <p:cNvSpPr>
                          <a:spLocks/>
                        </p:cNvSpPr>
                        <p:nvPr/>
                      </p:nvSpPr>
                      <p:spPr bwMode="auto">
                        <a:xfrm>
                          <a:off x="3601" y="2226"/>
                          <a:ext cx="9" cy="9"/>
                        </a:xfrm>
                        <a:custGeom>
                          <a:avLst/>
                          <a:gdLst>
                            <a:gd name="T0" fmla="*/ 1 w 9"/>
                            <a:gd name="T1" fmla="*/ 2 h 9"/>
                            <a:gd name="T2" fmla="*/ 0 w 9"/>
                            <a:gd name="T3" fmla="*/ 3 h 9"/>
                            <a:gd name="T4" fmla="*/ 0 w 9"/>
                            <a:gd name="T5" fmla="*/ 5 h 9"/>
                            <a:gd name="T6" fmla="*/ 1 w 9"/>
                            <a:gd name="T7" fmla="*/ 6 h 9"/>
                            <a:gd name="T8" fmla="*/ 3 w 9"/>
                            <a:gd name="T9" fmla="*/ 8 h 9"/>
                            <a:gd name="T10" fmla="*/ 4 w 9"/>
                            <a:gd name="T11" fmla="*/ 9 h 9"/>
                            <a:gd name="T12" fmla="*/ 6 w 9"/>
                            <a:gd name="T13" fmla="*/ 9 h 9"/>
                            <a:gd name="T14" fmla="*/ 7 w 9"/>
                            <a:gd name="T15" fmla="*/ 8 h 9"/>
                            <a:gd name="T16" fmla="*/ 9 w 9"/>
                            <a:gd name="T17" fmla="*/ 6 h 9"/>
                            <a:gd name="T18" fmla="*/ 9 w 9"/>
                            <a:gd name="T19" fmla="*/ 6 h 9"/>
                            <a:gd name="T20" fmla="*/ 9 w 9"/>
                            <a:gd name="T21" fmla="*/ 5 h 9"/>
                            <a:gd name="T22" fmla="*/ 9 w 9"/>
                            <a:gd name="T23" fmla="*/ 3 h 9"/>
                            <a:gd name="T24" fmla="*/ 9 w 9"/>
                            <a:gd name="T25" fmla="*/ 2 h 9"/>
                            <a:gd name="T26" fmla="*/ 7 w 9"/>
                            <a:gd name="T27" fmla="*/ 0 h 9"/>
                            <a:gd name="T28" fmla="*/ 6 w 9"/>
                            <a:gd name="T29" fmla="*/ 0 h 9"/>
                            <a:gd name="T30" fmla="*/ 4 w 9"/>
                            <a:gd name="T31" fmla="*/ 0 h 9"/>
                            <a:gd name="T32" fmla="*/ 3 w 9"/>
                            <a:gd name="T33" fmla="*/ 0 h 9"/>
                            <a:gd name="T34" fmla="*/ 1 w 9"/>
                            <a:gd name="T35" fmla="*/ 2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1" y="2"/>
                              </a:moveTo>
                              <a:lnTo>
                                <a:pt x="0" y="3"/>
                              </a:lnTo>
                              <a:lnTo>
                                <a:pt x="0" y="5"/>
                              </a:lnTo>
                              <a:lnTo>
                                <a:pt x="1" y="6"/>
                              </a:lnTo>
                              <a:lnTo>
                                <a:pt x="3" y="8"/>
                              </a:lnTo>
                              <a:lnTo>
                                <a:pt x="4" y="9"/>
                              </a:lnTo>
                              <a:lnTo>
                                <a:pt x="6" y="9"/>
                              </a:lnTo>
                              <a:lnTo>
                                <a:pt x="7" y="8"/>
                              </a:lnTo>
                              <a:lnTo>
                                <a:pt x="9" y="6"/>
                              </a:lnTo>
                              <a:lnTo>
                                <a:pt x="9" y="5"/>
                              </a:lnTo>
                              <a:lnTo>
                                <a:pt x="9" y="3"/>
                              </a:lnTo>
                              <a:lnTo>
                                <a:pt x="9" y="2"/>
                              </a:lnTo>
                              <a:lnTo>
                                <a:pt x="7" y="0"/>
                              </a:lnTo>
                              <a:lnTo>
                                <a:pt x="6" y="0"/>
                              </a:lnTo>
                              <a:lnTo>
                                <a:pt x="4" y="0"/>
                              </a:lnTo>
                              <a:lnTo>
                                <a:pt x="3" y="0"/>
                              </a:lnTo>
                              <a:lnTo>
                                <a:pt x="1"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58" name="Freeform 265"/>
                        <p:cNvSpPr>
                          <a:spLocks/>
                        </p:cNvSpPr>
                        <p:nvPr/>
                      </p:nvSpPr>
                      <p:spPr bwMode="auto">
                        <a:xfrm>
                          <a:off x="3614" y="2213"/>
                          <a:ext cx="9" cy="9"/>
                        </a:xfrm>
                        <a:custGeom>
                          <a:avLst/>
                          <a:gdLst>
                            <a:gd name="T0" fmla="*/ 0 w 9"/>
                            <a:gd name="T1" fmla="*/ 3 h 9"/>
                            <a:gd name="T2" fmla="*/ 0 w 9"/>
                            <a:gd name="T3" fmla="*/ 5 h 9"/>
                            <a:gd name="T4" fmla="*/ 0 w 9"/>
                            <a:gd name="T5" fmla="*/ 6 h 9"/>
                            <a:gd name="T6" fmla="*/ 0 w 9"/>
                            <a:gd name="T7" fmla="*/ 8 h 9"/>
                            <a:gd name="T8" fmla="*/ 1 w 9"/>
                            <a:gd name="T9" fmla="*/ 9 h 9"/>
                            <a:gd name="T10" fmla="*/ 3 w 9"/>
                            <a:gd name="T11" fmla="*/ 9 h 9"/>
                            <a:gd name="T12" fmla="*/ 4 w 9"/>
                            <a:gd name="T13" fmla="*/ 9 h 9"/>
                            <a:gd name="T14" fmla="*/ 6 w 9"/>
                            <a:gd name="T15" fmla="*/ 9 h 9"/>
                            <a:gd name="T16" fmla="*/ 7 w 9"/>
                            <a:gd name="T17" fmla="*/ 8 h 9"/>
                            <a:gd name="T18" fmla="*/ 7 w 9"/>
                            <a:gd name="T19" fmla="*/ 8 h 9"/>
                            <a:gd name="T20" fmla="*/ 9 w 9"/>
                            <a:gd name="T21" fmla="*/ 6 h 9"/>
                            <a:gd name="T22" fmla="*/ 9 w 9"/>
                            <a:gd name="T23" fmla="*/ 5 h 9"/>
                            <a:gd name="T24" fmla="*/ 7 w 9"/>
                            <a:gd name="T25" fmla="*/ 3 h 9"/>
                            <a:gd name="T26" fmla="*/ 6 w 9"/>
                            <a:gd name="T27" fmla="*/ 2 h 9"/>
                            <a:gd name="T28" fmla="*/ 4 w 9"/>
                            <a:gd name="T29" fmla="*/ 0 h 9"/>
                            <a:gd name="T30" fmla="*/ 3 w 9"/>
                            <a:gd name="T31" fmla="*/ 0 h 9"/>
                            <a:gd name="T32" fmla="*/ 1 w 9"/>
                            <a:gd name="T33" fmla="*/ 2 h 9"/>
                            <a:gd name="T34" fmla="*/ 0 w 9"/>
                            <a:gd name="T35" fmla="*/ 3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0" y="3"/>
                              </a:moveTo>
                              <a:lnTo>
                                <a:pt x="0" y="5"/>
                              </a:lnTo>
                              <a:lnTo>
                                <a:pt x="0" y="6"/>
                              </a:lnTo>
                              <a:lnTo>
                                <a:pt x="0" y="8"/>
                              </a:lnTo>
                              <a:lnTo>
                                <a:pt x="1" y="9"/>
                              </a:lnTo>
                              <a:lnTo>
                                <a:pt x="3" y="9"/>
                              </a:lnTo>
                              <a:lnTo>
                                <a:pt x="4" y="9"/>
                              </a:lnTo>
                              <a:lnTo>
                                <a:pt x="6" y="9"/>
                              </a:lnTo>
                              <a:lnTo>
                                <a:pt x="7" y="8"/>
                              </a:lnTo>
                              <a:lnTo>
                                <a:pt x="9" y="6"/>
                              </a:lnTo>
                              <a:lnTo>
                                <a:pt x="9" y="5"/>
                              </a:lnTo>
                              <a:lnTo>
                                <a:pt x="7" y="3"/>
                              </a:lnTo>
                              <a:lnTo>
                                <a:pt x="6" y="2"/>
                              </a:lnTo>
                              <a:lnTo>
                                <a:pt x="4" y="0"/>
                              </a:lnTo>
                              <a:lnTo>
                                <a:pt x="3" y="0"/>
                              </a:lnTo>
                              <a:lnTo>
                                <a:pt x="1" y="2"/>
                              </a:lnTo>
                              <a:lnTo>
                                <a:pt x="0"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59" name="Freeform 266"/>
                        <p:cNvSpPr>
                          <a:spLocks/>
                        </p:cNvSpPr>
                        <p:nvPr/>
                      </p:nvSpPr>
                      <p:spPr bwMode="auto">
                        <a:xfrm>
                          <a:off x="3626" y="2202"/>
                          <a:ext cx="8" cy="8"/>
                        </a:xfrm>
                        <a:custGeom>
                          <a:avLst/>
                          <a:gdLst>
                            <a:gd name="T0" fmla="*/ 1 w 8"/>
                            <a:gd name="T1" fmla="*/ 1 h 8"/>
                            <a:gd name="T2" fmla="*/ 0 w 8"/>
                            <a:gd name="T3" fmla="*/ 3 h 8"/>
                            <a:gd name="T4" fmla="*/ 0 w 8"/>
                            <a:gd name="T5" fmla="*/ 4 h 8"/>
                            <a:gd name="T6" fmla="*/ 1 w 8"/>
                            <a:gd name="T7" fmla="*/ 5 h 8"/>
                            <a:gd name="T8" fmla="*/ 2 w 8"/>
                            <a:gd name="T9" fmla="*/ 7 h 8"/>
                            <a:gd name="T10" fmla="*/ 4 w 8"/>
                            <a:gd name="T11" fmla="*/ 8 h 8"/>
                            <a:gd name="T12" fmla="*/ 5 w 8"/>
                            <a:gd name="T13" fmla="*/ 8 h 8"/>
                            <a:gd name="T14" fmla="*/ 7 w 8"/>
                            <a:gd name="T15" fmla="*/ 7 h 8"/>
                            <a:gd name="T16" fmla="*/ 8 w 8"/>
                            <a:gd name="T17" fmla="*/ 5 h 8"/>
                            <a:gd name="T18" fmla="*/ 8 w 8"/>
                            <a:gd name="T19" fmla="*/ 5 h 8"/>
                            <a:gd name="T20" fmla="*/ 8 w 8"/>
                            <a:gd name="T21" fmla="*/ 4 h 8"/>
                            <a:gd name="T22" fmla="*/ 8 w 8"/>
                            <a:gd name="T23" fmla="*/ 3 h 8"/>
                            <a:gd name="T24" fmla="*/ 8 w 8"/>
                            <a:gd name="T25" fmla="*/ 1 h 8"/>
                            <a:gd name="T26" fmla="*/ 7 w 8"/>
                            <a:gd name="T27" fmla="*/ 0 h 8"/>
                            <a:gd name="T28" fmla="*/ 5 w 8"/>
                            <a:gd name="T29" fmla="*/ 0 h 8"/>
                            <a:gd name="T30" fmla="*/ 4 w 8"/>
                            <a:gd name="T31" fmla="*/ 0 h 8"/>
                            <a:gd name="T32" fmla="*/ 2 w 8"/>
                            <a:gd name="T33" fmla="*/ 0 h 8"/>
                            <a:gd name="T34" fmla="*/ 1 w 8"/>
                            <a:gd name="T35" fmla="*/ 1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8"/>
                            <a:gd name="T56" fmla="*/ 8 w 8"/>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8">
                              <a:moveTo>
                                <a:pt x="1" y="1"/>
                              </a:moveTo>
                              <a:lnTo>
                                <a:pt x="0" y="3"/>
                              </a:lnTo>
                              <a:lnTo>
                                <a:pt x="0" y="4"/>
                              </a:lnTo>
                              <a:lnTo>
                                <a:pt x="1" y="5"/>
                              </a:lnTo>
                              <a:lnTo>
                                <a:pt x="2" y="7"/>
                              </a:lnTo>
                              <a:lnTo>
                                <a:pt x="4" y="8"/>
                              </a:lnTo>
                              <a:lnTo>
                                <a:pt x="5" y="8"/>
                              </a:lnTo>
                              <a:lnTo>
                                <a:pt x="7" y="7"/>
                              </a:lnTo>
                              <a:lnTo>
                                <a:pt x="8" y="5"/>
                              </a:lnTo>
                              <a:lnTo>
                                <a:pt x="8" y="4"/>
                              </a:lnTo>
                              <a:lnTo>
                                <a:pt x="8" y="3"/>
                              </a:lnTo>
                              <a:lnTo>
                                <a:pt x="8" y="1"/>
                              </a:lnTo>
                              <a:lnTo>
                                <a:pt x="7" y="0"/>
                              </a:lnTo>
                              <a:lnTo>
                                <a:pt x="5" y="0"/>
                              </a:lnTo>
                              <a:lnTo>
                                <a:pt x="4" y="0"/>
                              </a:lnTo>
                              <a:lnTo>
                                <a:pt x="2" y="0"/>
                              </a:lnTo>
                              <a:lnTo>
                                <a:pt x="1"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60" name="Freeform 267"/>
                        <p:cNvSpPr>
                          <a:spLocks/>
                        </p:cNvSpPr>
                        <p:nvPr/>
                      </p:nvSpPr>
                      <p:spPr bwMode="auto">
                        <a:xfrm>
                          <a:off x="3639" y="2189"/>
                          <a:ext cx="8" cy="8"/>
                        </a:xfrm>
                        <a:custGeom>
                          <a:avLst/>
                          <a:gdLst>
                            <a:gd name="T0" fmla="*/ 1 w 8"/>
                            <a:gd name="T1" fmla="*/ 1 h 8"/>
                            <a:gd name="T2" fmla="*/ 0 w 8"/>
                            <a:gd name="T3" fmla="*/ 2 h 8"/>
                            <a:gd name="T4" fmla="*/ 0 w 8"/>
                            <a:gd name="T5" fmla="*/ 4 h 8"/>
                            <a:gd name="T6" fmla="*/ 0 w 8"/>
                            <a:gd name="T7" fmla="*/ 5 h 8"/>
                            <a:gd name="T8" fmla="*/ 0 w 8"/>
                            <a:gd name="T9" fmla="*/ 7 h 8"/>
                            <a:gd name="T10" fmla="*/ 1 w 8"/>
                            <a:gd name="T11" fmla="*/ 8 h 8"/>
                            <a:gd name="T12" fmla="*/ 2 w 8"/>
                            <a:gd name="T13" fmla="*/ 8 h 8"/>
                            <a:gd name="T14" fmla="*/ 4 w 8"/>
                            <a:gd name="T15" fmla="*/ 8 h 8"/>
                            <a:gd name="T16" fmla="*/ 5 w 8"/>
                            <a:gd name="T17" fmla="*/ 8 h 8"/>
                            <a:gd name="T18" fmla="*/ 5 w 8"/>
                            <a:gd name="T19" fmla="*/ 8 h 8"/>
                            <a:gd name="T20" fmla="*/ 7 w 8"/>
                            <a:gd name="T21" fmla="*/ 7 h 8"/>
                            <a:gd name="T22" fmla="*/ 8 w 8"/>
                            <a:gd name="T23" fmla="*/ 5 h 8"/>
                            <a:gd name="T24" fmla="*/ 8 w 8"/>
                            <a:gd name="T25" fmla="*/ 4 h 8"/>
                            <a:gd name="T26" fmla="*/ 7 w 8"/>
                            <a:gd name="T27" fmla="*/ 2 h 8"/>
                            <a:gd name="T28" fmla="*/ 5 w 8"/>
                            <a:gd name="T29" fmla="*/ 1 h 8"/>
                            <a:gd name="T30" fmla="*/ 4 w 8"/>
                            <a:gd name="T31" fmla="*/ 0 h 8"/>
                            <a:gd name="T32" fmla="*/ 2 w 8"/>
                            <a:gd name="T33" fmla="*/ 0 h 8"/>
                            <a:gd name="T34" fmla="*/ 1 w 8"/>
                            <a:gd name="T35" fmla="*/ 1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8"/>
                            <a:gd name="T56" fmla="*/ 8 w 8"/>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8">
                              <a:moveTo>
                                <a:pt x="1" y="1"/>
                              </a:moveTo>
                              <a:lnTo>
                                <a:pt x="0" y="2"/>
                              </a:lnTo>
                              <a:lnTo>
                                <a:pt x="0" y="4"/>
                              </a:lnTo>
                              <a:lnTo>
                                <a:pt x="0" y="5"/>
                              </a:lnTo>
                              <a:lnTo>
                                <a:pt x="0" y="7"/>
                              </a:lnTo>
                              <a:lnTo>
                                <a:pt x="1" y="8"/>
                              </a:lnTo>
                              <a:lnTo>
                                <a:pt x="2" y="8"/>
                              </a:lnTo>
                              <a:lnTo>
                                <a:pt x="4" y="8"/>
                              </a:lnTo>
                              <a:lnTo>
                                <a:pt x="5" y="8"/>
                              </a:lnTo>
                              <a:lnTo>
                                <a:pt x="7" y="7"/>
                              </a:lnTo>
                              <a:lnTo>
                                <a:pt x="8" y="5"/>
                              </a:lnTo>
                              <a:lnTo>
                                <a:pt x="8" y="4"/>
                              </a:lnTo>
                              <a:lnTo>
                                <a:pt x="7" y="2"/>
                              </a:lnTo>
                              <a:lnTo>
                                <a:pt x="5" y="1"/>
                              </a:lnTo>
                              <a:lnTo>
                                <a:pt x="4" y="0"/>
                              </a:lnTo>
                              <a:lnTo>
                                <a:pt x="2" y="0"/>
                              </a:lnTo>
                              <a:lnTo>
                                <a:pt x="1"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61" name="Freeform 268"/>
                        <p:cNvSpPr>
                          <a:spLocks/>
                        </p:cNvSpPr>
                        <p:nvPr/>
                      </p:nvSpPr>
                      <p:spPr bwMode="auto">
                        <a:xfrm>
                          <a:off x="3652" y="2177"/>
                          <a:ext cx="8" cy="9"/>
                        </a:xfrm>
                        <a:custGeom>
                          <a:avLst/>
                          <a:gdLst>
                            <a:gd name="T0" fmla="*/ 1 w 8"/>
                            <a:gd name="T1" fmla="*/ 0 h 9"/>
                            <a:gd name="T2" fmla="*/ 0 w 8"/>
                            <a:gd name="T3" fmla="*/ 1 h 9"/>
                            <a:gd name="T4" fmla="*/ 0 w 8"/>
                            <a:gd name="T5" fmla="*/ 3 h 9"/>
                            <a:gd name="T6" fmla="*/ 0 w 8"/>
                            <a:gd name="T7" fmla="*/ 4 h 9"/>
                            <a:gd name="T8" fmla="*/ 0 w 8"/>
                            <a:gd name="T9" fmla="*/ 6 h 9"/>
                            <a:gd name="T10" fmla="*/ 1 w 8"/>
                            <a:gd name="T11" fmla="*/ 7 h 9"/>
                            <a:gd name="T12" fmla="*/ 3 w 8"/>
                            <a:gd name="T13" fmla="*/ 9 h 9"/>
                            <a:gd name="T14" fmla="*/ 4 w 8"/>
                            <a:gd name="T15" fmla="*/ 9 h 9"/>
                            <a:gd name="T16" fmla="*/ 5 w 8"/>
                            <a:gd name="T17" fmla="*/ 7 h 9"/>
                            <a:gd name="T18" fmla="*/ 5 w 8"/>
                            <a:gd name="T19" fmla="*/ 7 h 9"/>
                            <a:gd name="T20" fmla="*/ 7 w 8"/>
                            <a:gd name="T21" fmla="*/ 6 h 9"/>
                            <a:gd name="T22" fmla="*/ 8 w 8"/>
                            <a:gd name="T23" fmla="*/ 4 h 9"/>
                            <a:gd name="T24" fmla="*/ 8 w 8"/>
                            <a:gd name="T25" fmla="*/ 3 h 9"/>
                            <a:gd name="T26" fmla="*/ 7 w 8"/>
                            <a:gd name="T27" fmla="*/ 1 h 9"/>
                            <a:gd name="T28" fmla="*/ 5 w 8"/>
                            <a:gd name="T29" fmla="*/ 0 h 9"/>
                            <a:gd name="T30" fmla="*/ 4 w 8"/>
                            <a:gd name="T31" fmla="*/ 0 h 9"/>
                            <a:gd name="T32" fmla="*/ 3 w 8"/>
                            <a:gd name="T33" fmla="*/ 0 h 9"/>
                            <a:gd name="T34" fmla="*/ 1 w 8"/>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1" y="0"/>
                              </a:moveTo>
                              <a:lnTo>
                                <a:pt x="0" y="1"/>
                              </a:lnTo>
                              <a:lnTo>
                                <a:pt x="0" y="3"/>
                              </a:lnTo>
                              <a:lnTo>
                                <a:pt x="0" y="4"/>
                              </a:lnTo>
                              <a:lnTo>
                                <a:pt x="0" y="6"/>
                              </a:lnTo>
                              <a:lnTo>
                                <a:pt x="1" y="7"/>
                              </a:lnTo>
                              <a:lnTo>
                                <a:pt x="3" y="9"/>
                              </a:lnTo>
                              <a:lnTo>
                                <a:pt x="4" y="9"/>
                              </a:lnTo>
                              <a:lnTo>
                                <a:pt x="5" y="7"/>
                              </a:lnTo>
                              <a:lnTo>
                                <a:pt x="7" y="6"/>
                              </a:lnTo>
                              <a:lnTo>
                                <a:pt x="8" y="4"/>
                              </a:lnTo>
                              <a:lnTo>
                                <a:pt x="8" y="3"/>
                              </a:lnTo>
                              <a:lnTo>
                                <a:pt x="7" y="1"/>
                              </a:lnTo>
                              <a:lnTo>
                                <a:pt x="5" y="0"/>
                              </a:lnTo>
                              <a:lnTo>
                                <a:pt x="4" y="0"/>
                              </a:lnTo>
                              <a:lnTo>
                                <a:pt x="3" y="0"/>
                              </a:lnTo>
                              <a:lnTo>
                                <a:pt x="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62" name="Freeform 269"/>
                        <p:cNvSpPr>
                          <a:spLocks/>
                        </p:cNvSpPr>
                        <p:nvPr/>
                      </p:nvSpPr>
                      <p:spPr bwMode="auto">
                        <a:xfrm>
                          <a:off x="3663" y="2165"/>
                          <a:ext cx="9" cy="9"/>
                        </a:xfrm>
                        <a:custGeom>
                          <a:avLst/>
                          <a:gdLst>
                            <a:gd name="T0" fmla="*/ 3 w 9"/>
                            <a:gd name="T1" fmla="*/ 0 h 9"/>
                            <a:gd name="T2" fmla="*/ 2 w 9"/>
                            <a:gd name="T3" fmla="*/ 2 h 9"/>
                            <a:gd name="T4" fmla="*/ 0 w 9"/>
                            <a:gd name="T5" fmla="*/ 3 h 9"/>
                            <a:gd name="T6" fmla="*/ 0 w 9"/>
                            <a:gd name="T7" fmla="*/ 5 h 9"/>
                            <a:gd name="T8" fmla="*/ 2 w 9"/>
                            <a:gd name="T9" fmla="*/ 6 h 9"/>
                            <a:gd name="T10" fmla="*/ 3 w 9"/>
                            <a:gd name="T11" fmla="*/ 8 h 9"/>
                            <a:gd name="T12" fmla="*/ 5 w 9"/>
                            <a:gd name="T13" fmla="*/ 9 h 9"/>
                            <a:gd name="T14" fmla="*/ 6 w 9"/>
                            <a:gd name="T15" fmla="*/ 9 h 9"/>
                            <a:gd name="T16" fmla="*/ 8 w 9"/>
                            <a:gd name="T17" fmla="*/ 8 h 9"/>
                            <a:gd name="T18" fmla="*/ 8 w 9"/>
                            <a:gd name="T19" fmla="*/ 8 h 9"/>
                            <a:gd name="T20" fmla="*/ 9 w 9"/>
                            <a:gd name="T21" fmla="*/ 6 h 9"/>
                            <a:gd name="T22" fmla="*/ 9 w 9"/>
                            <a:gd name="T23" fmla="*/ 5 h 9"/>
                            <a:gd name="T24" fmla="*/ 9 w 9"/>
                            <a:gd name="T25" fmla="*/ 3 h 9"/>
                            <a:gd name="T26" fmla="*/ 9 w 9"/>
                            <a:gd name="T27" fmla="*/ 2 h 9"/>
                            <a:gd name="T28" fmla="*/ 8 w 9"/>
                            <a:gd name="T29" fmla="*/ 0 h 9"/>
                            <a:gd name="T30" fmla="*/ 6 w 9"/>
                            <a:gd name="T31" fmla="*/ 0 h 9"/>
                            <a:gd name="T32" fmla="*/ 5 w 9"/>
                            <a:gd name="T33" fmla="*/ 0 h 9"/>
                            <a:gd name="T34" fmla="*/ 3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3" y="0"/>
                              </a:moveTo>
                              <a:lnTo>
                                <a:pt x="2" y="2"/>
                              </a:lnTo>
                              <a:lnTo>
                                <a:pt x="0" y="3"/>
                              </a:lnTo>
                              <a:lnTo>
                                <a:pt x="0" y="5"/>
                              </a:lnTo>
                              <a:lnTo>
                                <a:pt x="2" y="6"/>
                              </a:lnTo>
                              <a:lnTo>
                                <a:pt x="3" y="8"/>
                              </a:lnTo>
                              <a:lnTo>
                                <a:pt x="5" y="9"/>
                              </a:lnTo>
                              <a:lnTo>
                                <a:pt x="6" y="9"/>
                              </a:lnTo>
                              <a:lnTo>
                                <a:pt x="8" y="8"/>
                              </a:lnTo>
                              <a:lnTo>
                                <a:pt x="9" y="6"/>
                              </a:lnTo>
                              <a:lnTo>
                                <a:pt x="9" y="5"/>
                              </a:lnTo>
                              <a:lnTo>
                                <a:pt x="9" y="3"/>
                              </a:lnTo>
                              <a:lnTo>
                                <a:pt x="9" y="2"/>
                              </a:lnTo>
                              <a:lnTo>
                                <a:pt x="8" y="0"/>
                              </a:lnTo>
                              <a:lnTo>
                                <a:pt x="6" y="0"/>
                              </a:lnTo>
                              <a:lnTo>
                                <a:pt x="5"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63" name="Freeform 270"/>
                        <p:cNvSpPr>
                          <a:spLocks/>
                        </p:cNvSpPr>
                        <p:nvPr/>
                      </p:nvSpPr>
                      <p:spPr bwMode="auto">
                        <a:xfrm>
                          <a:off x="3676" y="2154"/>
                          <a:ext cx="9" cy="8"/>
                        </a:xfrm>
                        <a:custGeom>
                          <a:avLst/>
                          <a:gdLst>
                            <a:gd name="T0" fmla="*/ 3 w 9"/>
                            <a:gd name="T1" fmla="*/ 0 h 8"/>
                            <a:gd name="T2" fmla="*/ 2 w 9"/>
                            <a:gd name="T3" fmla="*/ 1 h 8"/>
                            <a:gd name="T4" fmla="*/ 0 w 9"/>
                            <a:gd name="T5" fmla="*/ 3 h 8"/>
                            <a:gd name="T6" fmla="*/ 0 w 9"/>
                            <a:gd name="T7" fmla="*/ 4 h 8"/>
                            <a:gd name="T8" fmla="*/ 2 w 9"/>
                            <a:gd name="T9" fmla="*/ 6 h 8"/>
                            <a:gd name="T10" fmla="*/ 3 w 9"/>
                            <a:gd name="T11" fmla="*/ 7 h 8"/>
                            <a:gd name="T12" fmla="*/ 5 w 9"/>
                            <a:gd name="T13" fmla="*/ 8 h 8"/>
                            <a:gd name="T14" fmla="*/ 6 w 9"/>
                            <a:gd name="T15" fmla="*/ 8 h 8"/>
                            <a:gd name="T16" fmla="*/ 8 w 9"/>
                            <a:gd name="T17" fmla="*/ 7 h 8"/>
                            <a:gd name="T18" fmla="*/ 8 w 9"/>
                            <a:gd name="T19" fmla="*/ 7 h 8"/>
                            <a:gd name="T20" fmla="*/ 9 w 9"/>
                            <a:gd name="T21" fmla="*/ 6 h 8"/>
                            <a:gd name="T22" fmla="*/ 9 w 9"/>
                            <a:gd name="T23" fmla="*/ 4 h 8"/>
                            <a:gd name="T24" fmla="*/ 9 w 9"/>
                            <a:gd name="T25" fmla="*/ 3 h 8"/>
                            <a:gd name="T26" fmla="*/ 9 w 9"/>
                            <a:gd name="T27" fmla="*/ 1 h 8"/>
                            <a:gd name="T28" fmla="*/ 8 w 9"/>
                            <a:gd name="T29" fmla="*/ 0 h 8"/>
                            <a:gd name="T30" fmla="*/ 6 w 9"/>
                            <a:gd name="T31" fmla="*/ 0 h 8"/>
                            <a:gd name="T32" fmla="*/ 5 w 9"/>
                            <a:gd name="T33" fmla="*/ 0 h 8"/>
                            <a:gd name="T34" fmla="*/ 3 w 9"/>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3" y="0"/>
                              </a:moveTo>
                              <a:lnTo>
                                <a:pt x="2" y="1"/>
                              </a:lnTo>
                              <a:lnTo>
                                <a:pt x="0" y="3"/>
                              </a:lnTo>
                              <a:lnTo>
                                <a:pt x="0" y="4"/>
                              </a:lnTo>
                              <a:lnTo>
                                <a:pt x="2" y="6"/>
                              </a:lnTo>
                              <a:lnTo>
                                <a:pt x="3" y="7"/>
                              </a:lnTo>
                              <a:lnTo>
                                <a:pt x="5" y="8"/>
                              </a:lnTo>
                              <a:lnTo>
                                <a:pt x="6" y="8"/>
                              </a:lnTo>
                              <a:lnTo>
                                <a:pt x="8" y="7"/>
                              </a:lnTo>
                              <a:lnTo>
                                <a:pt x="9" y="6"/>
                              </a:lnTo>
                              <a:lnTo>
                                <a:pt x="9" y="4"/>
                              </a:lnTo>
                              <a:lnTo>
                                <a:pt x="9" y="3"/>
                              </a:lnTo>
                              <a:lnTo>
                                <a:pt x="9" y="1"/>
                              </a:lnTo>
                              <a:lnTo>
                                <a:pt x="8" y="0"/>
                              </a:lnTo>
                              <a:lnTo>
                                <a:pt x="6" y="0"/>
                              </a:lnTo>
                              <a:lnTo>
                                <a:pt x="5"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64" name="Freeform 271"/>
                        <p:cNvSpPr>
                          <a:spLocks/>
                        </p:cNvSpPr>
                        <p:nvPr/>
                      </p:nvSpPr>
                      <p:spPr bwMode="auto">
                        <a:xfrm>
                          <a:off x="3691" y="2142"/>
                          <a:ext cx="9" cy="9"/>
                        </a:xfrm>
                        <a:custGeom>
                          <a:avLst/>
                          <a:gdLst>
                            <a:gd name="T0" fmla="*/ 1 w 9"/>
                            <a:gd name="T1" fmla="*/ 0 h 9"/>
                            <a:gd name="T2" fmla="*/ 0 w 9"/>
                            <a:gd name="T3" fmla="*/ 2 h 9"/>
                            <a:gd name="T4" fmla="*/ 0 w 9"/>
                            <a:gd name="T5" fmla="*/ 3 h 9"/>
                            <a:gd name="T6" fmla="*/ 0 w 9"/>
                            <a:gd name="T7" fmla="*/ 4 h 9"/>
                            <a:gd name="T8" fmla="*/ 0 w 9"/>
                            <a:gd name="T9" fmla="*/ 6 h 9"/>
                            <a:gd name="T10" fmla="*/ 1 w 9"/>
                            <a:gd name="T11" fmla="*/ 7 h 9"/>
                            <a:gd name="T12" fmla="*/ 3 w 9"/>
                            <a:gd name="T13" fmla="*/ 9 h 9"/>
                            <a:gd name="T14" fmla="*/ 4 w 9"/>
                            <a:gd name="T15" fmla="*/ 9 h 9"/>
                            <a:gd name="T16" fmla="*/ 6 w 9"/>
                            <a:gd name="T17" fmla="*/ 7 h 9"/>
                            <a:gd name="T18" fmla="*/ 6 w 9"/>
                            <a:gd name="T19" fmla="*/ 7 h 9"/>
                            <a:gd name="T20" fmla="*/ 7 w 9"/>
                            <a:gd name="T21" fmla="*/ 6 h 9"/>
                            <a:gd name="T22" fmla="*/ 9 w 9"/>
                            <a:gd name="T23" fmla="*/ 4 h 9"/>
                            <a:gd name="T24" fmla="*/ 9 w 9"/>
                            <a:gd name="T25" fmla="*/ 3 h 9"/>
                            <a:gd name="T26" fmla="*/ 7 w 9"/>
                            <a:gd name="T27" fmla="*/ 2 h 9"/>
                            <a:gd name="T28" fmla="*/ 6 w 9"/>
                            <a:gd name="T29" fmla="*/ 0 h 9"/>
                            <a:gd name="T30" fmla="*/ 4 w 9"/>
                            <a:gd name="T31" fmla="*/ 0 h 9"/>
                            <a:gd name="T32" fmla="*/ 3 w 9"/>
                            <a:gd name="T33" fmla="*/ 0 h 9"/>
                            <a:gd name="T34" fmla="*/ 1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1" y="0"/>
                              </a:moveTo>
                              <a:lnTo>
                                <a:pt x="0" y="2"/>
                              </a:lnTo>
                              <a:lnTo>
                                <a:pt x="0" y="3"/>
                              </a:lnTo>
                              <a:lnTo>
                                <a:pt x="0" y="4"/>
                              </a:lnTo>
                              <a:lnTo>
                                <a:pt x="0" y="6"/>
                              </a:lnTo>
                              <a:lnTo>
                                <a:pt x="1" y="7"/>
                              </a:lnTo>
                              <a:lnTo>
                                <a:pt x="3" y="9"/>
                              </a:lnTo>
                              <a:lnTo>
                                <a:pt x="4" y="9"/>
                              </a:lnTo>
                              <a:lnTo>
                                <a:pt x="6" y="7"/>
                              </a:lnTo>
                              <a:lnTo>
                                <a:pt x="7" y="6"/>
                              </a:lnTo>
                              <a:lnTo>
                                <a:pt x="9" y="4"/>
                              </a:lnTo>
                              <a:lnTo>
                                <a:pt x="9" y="3"/>
                              </a:lnTo>
                              <a:lnTo>
                                <a:pt x="7" y="2"/>
                              </a:lnTo>
                              <a:lnTo>
                                <a:pt x="6" y="0"/>
                              </a:lnTo>
                              <a:lnTo>
                                <a:pt x="4" y="0"/>
                              </a:lnTo>
                              <a:lnTo>
                                <a:pt x="3" y="0"/>
                              </a:lnTo>
                              <a:lnTo>
                                <a:pt x="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65" name="Freeform 272"/>
                        <p:cNvSpPr>
                          <a:spLocks/>
                        </p:cNvSpPr>
                        <p:nvPr/>
                      </p:nvSpPr>
                      <p:spPr bwMode="auto">
                        <a:xfrm>
                          <a:off x="3704" y="2132"/>
                          <a:ext cx="9" cy="9"/>
                        </a:xfrm>
                        <a:custGeom>
                          <a:avLst/>
                          <a:gdLst>
                            <a:gd name="T0" fmla="*/ 3 w 9"/>
                            <a:gd name="T1" fmla="*/ 0 h 9"/>
                            <a:gd name="T2" fmla="*/ 1 w 9"/>
                            <a:gd name="T3" fmla="*/ 1 h 9"/>
                            <a:gd name="T4" fmla="*/ 0 w 9"/>
                            <a:gd name="T5" fmla="*/ 3 h 9"/>
                            <a:gd name="T6" fmla="*/ 0 w 9"/>
                            <a:gd name="T7" fmla="*/ 4 h 9"/>
                            <a:gd name="T8" fmla="*/ 1 w 9"/>
                            <a:gd name="T9" fmla="*/ 6 h 9"/>
                            <a:gd name="T10" fmla="*/ 3 w 9"/>
                            <a:gd name="T11" fmla="*/ 7 h 9"/>
                            <a:gd name="T12" fmla="*/ 4 w 9"/>
                            <a:gd name="T13" fmla="*/ 9 h 9"/>
                            <a:gd name="T14" fmla="*/ 6 w 9"/>
                            <a:gd name="T15" fmla="*/ 9 h 9"/>
                            <a:gd name="T16" fmla="*/ 7 w 9"/>
                            <a:gd name="T17" fmla="*/ 7 h 9"/>
                            <a:gd name="T18" fmla="*/ 7 w 9"/>
                            <a:gd name="T19" fmla="*/ 7 h 9"/>
                            <a:gd name="T20" fmla="*/ 9 w 9"/>
                            <a:gd name="T21" fmla="*/ 6 h 9"/>
                            <a:gd name="T22" fmla="*/ 9 w 9"/>
                            <a:gd name="T23" fmla="*/ 4 h 9"/>
                            <a:gd name="T24" fmla="*/ 9 w 9"/>
                            <a:gd name="T25" fmla="*/ 3 h 9"/>
                            <a:gd name="T26" fmla="*/ 9 w 9"/>
                            <a:gd name="T27" fmla="*/ 1 h 9"/>
                            <a:gd name="T28" fmla="*/ 7 w 9"/>
                            <a:gd name="T29" fmla="*/ 0 h 9"/>
                            <a:gd name="T30" fmla="*/ 6 w 9"/>
                            <a:gd name="T31" fmla="*/ 0 h 9"/>
                            <a:gd name="T32" fmla="*/ 4 w 9"/>
                            <a:gd name="T33" fmla="*/ 0 h 9"/>
                            <a:gd name="T34" fmla="*/ 3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3" y="0"/>
                              </a:moveTo>
                              <a:lnTo>
                                <a:pt x="1" y="1"/>
                              </a:lnTo>
                              <a:lnTo>
                                <a:pt x="0" y="3"/>
                              </a:lnTo>
                              <a:lnTo>
                                <a:pt x="0" y="4"/>
                              </a:lnTo>
                              <a:lnTo>
                                <a:pt x="1" y="6"/>
                              </a:lnTo>
                              <a:lnTo>
                                <a:pt x="3" y="7"/>
                              </a:lnTo>
                              <a:lnTo>
                                <a:pt x="4" y="9"/>
                              </a:lnTo>
                              <a:lnTo>
                                <a:pt x="6" y="9"/>
                              </a:lnTo>
                              <a:lnTo>
                                <a:pt x="7" y="7"/>
                              </a:lnTo>
                              <a:lnTo>
                                <a:pt x="9" y="6"/>
                              </a:lnTo>
                              <a:lnTo>
                                <a:pt x="9" y="4"/>
                              </a:lnTo>
                              <a:lnTo>
                                <a:pt x="9" y="3"/>
                              </a:lnTo>
                              <a:lnTo>
                                <a:pt x="9" y="1"/>
                              </a:lnTo>
                              <a:lnTo>
                                <a:pt x="7" y="0"/>
                              </a:lnTo>
                              <a:lnTo>
                                <a:pt x="6" y="0"/>
                              </a:lnTo>
                              <a:lnTo>
                                <a:pt x="4"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66" name="Freeform 273"/>
                        <p:cNvSpPr>
                          <a:spLocks/>
                        </p:cNvSpPr>
                        <p:nvPr/>
                      </p:nvSpPr>
                      <p:spPr bwMode="auto">
                        <a:xfrm>
                          <a:off x="3718" y="2122"/>
                          <a:ext cx="9" cy="8"/>
                        </a:xfrm>
                        <a:custGeom>
                          <a:avLst/>
                          <a:gdLst>
                            <a:gd name="T0" fmla="*/ 3 w 9"/>
                            <a:gd name="T1" fmla="*/ 1 h 8"/>
                            <a:gd name="T2" fmla="*/ 2 w 9"/>
                            <a:gd name="T3" fmla="*/ 3 h 8"/>
                            <a:gd name="T4" fmla="*/ 0 w 9"/>
                            <a:gd name="T5" fmla="*/ 4 h 8"/>
                            <a:gd name="T6" fmla="*/ 0 w 9"/>
                            <a:gd name="T7" fmla="*/ 6 h 8"/>
                            <a:gd name="T8" fmla="*/ 2 w 9"/>
                            <a:gd name="T9" fmla="*/ 7 h 8"/>
                            <a:gd name="T10" fmla="*/ 3 w 9"/>
                            <a:gd name="T11" fmla="*/ 8 h 8"/>
                            <a:gd name="T12" fmla="*/ 5 w 9"/>
                            <a:gd name="T13" fmla="*/ 8 h 8"/>
                            <a:gd name="T14" fmla="*/ 6 w 9"/>
                            <a:gd name="T15" fmla="*/ 8 h 8"/>
                            <a:gd name="T16" fmla="*/ 8 w 9"/>
                            <a:gd name="T17" fmla="*/ 8 h 8"/>
                            <a:gd name="T18" fmla="*/ 8 w 9"/>
                            <a:gd name="T19" fmla="*/ 8 h 8"/>
                            <a:gd name="T20" fmla="*/ 9 w 9"/>
                            <a:gd name="T21" fmla="*/ 7 h 8"/>
                            <a:gd name="T22" fmla="*/ 9 w 9"/>
                            <a:gd name="T23" fmla="*/ 6 h 8"/>
                            <a:gd name="T24" fmla="*/ 9 w 9"/>
                            <a:gd name="T25" fmla="*/ 4 h 8"/>
                            <a:gd name="T26" fmla="*/ 9 w 9"/>
                            <a:gd name="T27" fmla="*/ 3 h 8"/>
                            <a:gd name="T28" fmla="*/ 8 w 9"/>
                            <a:gd name="T29" fmla="*/ 1 h 8"/>
                            <a:gd name="T30" fmla="*/ 6 w 9"/>
                            <a:gd name="T31" fmla="*/ 0 h 8"/>
                            <a:gd name="T32" fmla="*/ 5 w 9"/>
                            <a:gd name="T33" fmla="*/ 0 h 8"/>
                            <a:gd name="T34" fmla="*/ 3 w 9"/>
                            <a:gd name="T35" fmla="*/ 1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3" y="1"/>
                              </a:moveTo>
                              <a:lnTo>
                                <a:pt x="2" y="3"/>
                              </a:lnTo>
                              <a:lnTo>
                                <a:pt x="0" y="4"/>
                              </a:lnTo>
                              <a:lnTo>
                                <a:pt x="0" y="6"/>
                              </a:lnTo>
                              <a:lnTo>
                                <a:pt x="2" y="7"/>
                              </a:lnTo>
                              <a:lnTo>
                                <a:pt x="3" y="8"/>
                              </a:lnTo>
                              <a:lnTo>
                                <a:pt x="5" y="8"/>
                              </a:lnTo>
                              <a:lnTo>
                                <a:pt x="6" y="8"/>
                              </a:lnTo>
                              <a:lnTo>
                                <a:pt x="8" y="8"/>
                              </a:lnTo>
                              <a:lnTo>
                                <a:pt x="9" y="7"/>
                              </a:lnTo>
                              <a:lnTo>
                                <a:pt x="9" y="6"/>
                              </a:lnTo>
                              <a:lnTo>
                                <a:pt x="9" y="4"/>
                              </a:lnTo>
                              <a:lnTo>
                                <a:pt x="9" y="3"/>
                              </a:lnTo>
                              <a:lnTo>
                                <a:pt x="8" y="1"/>
                              </a:lnTo>
                              <a:lnTo>
                                <a:pt x="6" y="0"/>
                              </a:lnTo>
                              <a:lnTo>
                                <a:pt x="5" y="0"/>
                              </a:lnTo>
                              <a:lnTo>
                                <a:pt x="3"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67" name="Freeform 274"/>
                        <p:cNvSpPr>
                          <a:spLocks/>
                        </p:cNvSpPr>
                        <p:nvPr/>
                      </p:nvSpPr>
                      <p:spPr bwMode="auto">
                        <a:xfrm>
                          <a:off x="3733" y="2113"/>
                          <a:ext cx="10" cy="9"/>
                        </a:xfrm>
                        <a:custGeom>
                          <a:avLst/>
                          <a:gdLst>
                            <a:gd name="T0" fmla="*/ 3 w 10"/>
                            <a:gd name="T1" fmla="*/ 1 h 9"/>
                            <a:gd name="T2" fmla="*/ 1 w 10"/>
                            <a:gd name="T3" fmla="*/ 3 h 9"/>
                            <a:gd name="T4" fmla="*/ 0 w 10"/>
                            <a:gd name="T5" fmla="*/ 4 h 9"/>
                            <a:gd name="T6" fmla="*/ 0 w 10"/>
                            <a:gd name="T7" fmla="*/ 6 h 9"/>
                            <a:gd name="T8" fmla="*/ 1 w 10"/>
                            <a:gd name="T9" fmla="*/ 7 h 9"/>
                            <a:gd name="T10" fmla="*/ 3 w 10"/>
                            <a:gd name="T11" fmla="*/ 9 h 9"/>
                            <a:gd name="T12" fmla="*/ 4 w 10"/>
                            <a:gd name="T13" fmla="*/ 9 h 9"/>
                            <a:gd name="T14" fmla="*/ 6 w 10"/>
                            <a:gd name="T15" fmla="*/ 9 h 9"/>
                            <a:gd name="T16" fmla="*/ 7 w 10"/>
                            <a:gd name="T17" fmla="*/ 9 h 9"/>
                            <a:gd name="T18" fmla="*/ 7 w 10"/>
                            <a:gd name="T19" fmla="*/ 9 h 9"/>
                            <a:gd name="T20" fmla="*/ 9 w 10"/>
                            <a:gd name="T21" fmla="*/ 7 h 9"/>
                            <a:gd name="T22" fmla="*/ 10 w 10"/>
                            <a:gd name="T23" fmla="*/ 6 h 9"/>
                            <a:gd name="T24" fmla="*/ 10 w 10"/>
                            <a:gd name="T25" fmla="*/ 4 h 9"/>
                            <a:gd name="T26" fmla="*/ 9 w 10"/>
                            <a:gd name="T27" fmla="*/ 3 h 9"/>
                            <a:gd name="T28" fmla="*/ 7 w 10"/>
                            <a:gd name="T29" fmla="*/ 1 h 9"/>
                            <a:gd name="T30" fmla="*/ 6 w 10"/>
                            <a:gd name="T31" fmla="*/ 0 h 9"/>
                            <a:gd name="T32" fmla="*/ 4 w 10"/>
                            <a:gd name="T33" fmla="*/ 0 h 9"/>
                            <a:gd name="T34" fmla="*/ 3 w 10"/>
                            <a:gd name="T35" fmla="*/ 1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
                            <a:gd name="T55" fmla="*/ 0 h 9"/>
                            <a:gd name="T56" fmla="*/ 10 w 10"/>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 h="9">
                              <a:moveTo>
                                <a:pt x="3" y="1"/>
                              </a:moveTo>
                              <a:lnTo>
                                <a:pt x="1" y="3"/>
                              </a:lnTo>
                              <a:lnTo>
                                <a:pt x="0" y="4"/>
                              </a:lnTo>
                              <a:lnTo>
                                <a:pt x="0" y="6"/>
                              </a:lnTo>
                              <a:lnTo>
                                <a:pt x="1" y="7"/>
                              </a:lnTo>
                              <a:lnTo>
                                <a:pt x="3" y="9"/>
                              </a:lnTo>
                              <a:lnTo>
                                <a:pt x="4" y="9"/>
                              </a:lnTo>
                              <a:lnTo>
                                <a:pt x="6" y="9"/>
                              </a:lnTo>
                              <a:lnTo>
                                <a:pt x="7" y="9"/>
                              </a:lnTo>
                              <a:lnTo>
                                <a:pt x="9" y="7"/>
                              </a:lnTo>
                              <a:lnTo>
                                <a:pt x="10" y="6"/>
                              </a:lnTo>
                              <a:lnTo>
                                <a:pt x="10" y="4"/>
                              </a:lnTo>
                              <a:lnTo>
                                <a:pt x="9" y="3"/>
                              </a:lnTo>
                              <a:lnTo>
                                <a:pt x="7" y="1"/>
                              </a:lnTo>
                              <a:lnTo>
                                <a:pt x="6" y="0"/>
                              </a:lnTo>
                              <a:lnTo>
                                <a:pt x="4" y="0"/>
                              </a:lnTo>
                              <a:lnTo>
                                <a:pt x="3"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68" name="Freeform 275"/>
                        <p:cNvSpPr>
                          <a:spLocks/>
                        </p:cNvSpPr>
                        <p:nvPr/>
                      </p:nvSpPr>
                      <p:spPr bwMode="auto">
                        <a:xfrm>
                          <a:off x="3750" y="2106"/>
                          <a:ext cx="9" cy="8"/>
                        </a:xfrm>
                        <a:custGeom>
                          <a:avLst/>
                          <a:gdLst>
                            <a:gd name="T0" fmla="*/ 3 w 9"/>
                            <a:gd name="T1" fmla="*/ 0 h 8"/>
                            <a:gd name="T2" fmla="*/ 2 w 9"/>
                            <a:gd name="T3" fmla="*/ 1 h 8"/>
                            <a:gd name="T4" fmla="*/ 0 w 9"/>
                            <a:gd name="T5" fmla="*/ 3 h 8"/>
                            <a:gd name="T6" fmla="*/ 0 w 9"/>
                            <a:gd name="T7" fmla="*/ 4 h 8"/>
                            <a:gd name="T8" fmla="*/ 0 w 9"/>
                            <a:gd name="T9" fmla="*/ 6 h 8"/>
                            <a:gd name="T10" fmla="*/ 0 w 9"/>
                            <a:gd name="T11" fmla="*/ 7 h 8"/>
                            <a:gd name="T12" fmla="*/ 2 w 9"/>
                            <a:gd name="T13" fmla="*/ 8 h 8"/>
                            <a:gd name="T14" fmla="*/ 3 w 9"/>
                            <a:gd name="T15" fmla="*/ 8 h 8"/>
                            <a:gd name="T16" fmla="*/ 5 w 9"/>
                            <a:gd name="T17" fmla="*/ 8 h 8"/>
                            <a:gd name="T18" fmla="*/ 5 w 9"/>
                            <a:gd name="T19" fmla="*/ 8 h 8"/>
                            <a:gd name="T20" fmla="*/ 6 w 9"/>
                            <a:gd name="T21" fmla="*/ 8 h 8"/>
                            <a:gd name="T22" fmla="*/ 8 w 9"/>
                            <a:gd name="T23" fmla="*/ 7 h 8"/>
                            <a:gd name="T24" fmla="*/ 9 w 9"/>
                            <a:gd name="T25" fmla="*/ 6 h 8"/>
                            <a:gd name="T26" fmla="*/ 9 w 9"/>
                            <a:gd name="T27" fmla="*/ 4 h 8"/>
                            <a:gd name="T28" fmla="*/ 8 w 9"/>
                            <a:gd name="T29" fmla="*/ 3 h 8"/>
                            <a:gd name="T30" fmla="*/ 6 w 9"/>
                            <a:gd name="T31" fmla="*/ 1 h 8"/>
                            <a:gd name="T32" fmla="*/ 5 w 9"/>
                            <a:gd name="T33" fmla="*/ 0 h 8"/>
                            <a:gd name="T34" fmla="*/ 3 w 9"/>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3" y="0"/>
                              </a:moveTo>
                              <a:lnTo>
                                <a:pt x="2" y="1"/>
                              </a:lnTo>
                              <a:lnTo>
                                <a:pt x="0" y="3"/>
                              </a:lnTo>
                              <a:lnTo>
                                <a:pt x="0" y="4"/>
                              </a:lnTo>
                              <a:lnTo>
                                <a:pt x="0" y="6"/>
                              </a:lnTo>
                              <a:lnTo>
                                <a:pt x="0" y="7"/>
                              </a:lnTo>
                              <a:lnTo>
                                <a:pt x="2" y="8"/>
                              </a:lnTo>
                              <a:lnTo>
                                <a:pt x="3" y="8"/>
                              </a:lnTo>
                              <a:lnTo>
                                <a:pt x="5" y="8"/>
                              </a:lnTo>
                              <a:lnTo>
                                <a:pt x="6" y="8"/>
                              </a:lnTo>
                              <a:lnTo>
                                <a:pt x="8" y="7"/>
                              </a:lnTo>
                              <a:lnTo>
                                <a:pt x="9" y="6"/>
                              </a:lnTo>
                              <a:lnTo>
                                <a:pt x="9" y="4"/>
                              </a:lnTo>
                              <a:lnTo>
                                <a:pt x="8" y="3"/>
                              </a:lnTo>
                              <a:lnTo>
                                <a:pt x="6" y="1"/>
                              </a:lnTo>
                              <a:lnTo>
                                <a:pt x="5"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69" name="Freeform 276"/>
                        <p:cNvSpPr>
                          <a:spLocks/>
                        </p:cNvSpPr>
                        <p:nvPr/>
                      </p:nvSpPr>
                      <p:spPr bwMode="auto">
                        <a:xfrm>
                          <a:off x="3766" y="2103"/>
                          <a:ext cx="9" cy="9"/>
                        </a:xfrm>
                        <a:custGeom>
                          <a:avLst/>
                          <a:gdLst>
                            <a:gd name="T0" fmla="*/ 6 w 9"/>
                            <a:gd name="T1" fmla="*/ 0 h 9"/>
                            <a:gd name="T2" fmla="*/ 5 w 9"/>
                            <a:gd name="T3" fmla="*/ 0 h 9"/>
                            <a:gd name="T4" fmla="*/ 3 w 9"/>
                            <a:gd name="T5" fmla="*/ 0 h 9"/>
                            <a:gd name="T6" fmla="*/ 2 w 9"/>
                            <a:gd name="T7" fmla="*/ 1 h 9"/>
                            <a:gd name="T8" fmla="*/ 0 w 9"/>
                            <a:gd name="T9" fmla="*/ 3 h 9"/>
                            <a:gd name="T10" fmla="*/ 0 w 9"/>
                            <a:gd name="T11" fmla="*/ 4 h 9"/>
                            <a:gd name="T12" fmla="*/ 2 w 9"/>
                            <a:gd name="T13" fmla="*/ 6 h 9"/>
                            <a:gd name="T14" fmla="*/ 3 w 9"/>
                            <a:gd name="T15" fmla="*/ 7 h 9"/>
                            <a:gd name="T16" fmla="*/ 5 w 9"/>
                            <a:gd name="T17" fmla="*/ 9 h 9"/>
                            <a:gd name="T18" fmla="*/ 5 w 9"/>
                            <a:gd name="T19" fmla="*/ 9 h 9"/>
                            <a:gd name="T20" fmla="*/ 6 w 9"/>
                            <a:gd name="T21" fmla="*/ 9 h 9"/>
                            <a:gd name="T22" fmla="*/ 8 w 9"/>
                            <a:gd name="T23" fmla="*/ 7 h 9"/>
                            <a:gd name="T24" fmla="*/ 9 w 9"/>
                            <a:gd name="T25" fmla="*/ 6 h 9"/>
                            <a:gd name="T26" fmla="*/ 9 w 9"/>
                            <a:gd name="T27" fmla="*/ 4 h 9"/>
                            <a:gd name="T28" fmla="*/ 9 w 9"/>
                            <a:gd name="T29" fmla="*/ 3 h 9"/>
                            <a:gd name="T30" fmla="*/ 9 w 9"/>
                            <a:gd name="T31" fmla="*/ 1 h 9"/>
                            <a:gd name="T32" fmla="*/ 8 w 9"/>
                            <a:gd name="T33" fmla="*/ 0 h 9"/>
                            <a:gd name="T34" fmla="*/ 6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6" y="0"/>
                              </a:moveTo>
                              <a:lnTo>
                                <a:pt x="5" y="0"/>
                              </a:lnTo>
                              <a:lnTo>
                                <a:pt x="3" y="0"/>
                              </a:lnTo>
                              <a:lnTo>
                                <a:pt x="2" y="1"/>
                              </a:lnTo>
                              <a:lnTo>
                                <a:pt x="0" y="3"/>
                              </a:lnTo>
                              <a:lnTo>
                                <a:pt x="0" y="4"/>
                              </a:lnTo>
                              <a:lnTo>
                                <a:pt x="2" y="6"/>
                              </a:lnTo>
                              <a:lnTo>
                                <a:pt x="3" y="7"/>
                              </a:lnTo>
                              <a:lnTo>
                                <a:pt x="5" y="9"/>
                              </a:lnTo>
                              <a:lnTo>
                                <a:pt x="6" y="9"/>
                              </a:lnTo>
                              <a:lnTo>
                                <a:pt x="8" y="7"/>
                              </a:lnTo>
                              <a:lnTo>
                                <a:pt x="9" y="6"/>
                              </a:lnTo>
                              <a:lnTo>
                                <a:pt x="9" y="4"/>
                              </a:lnTo>
                              <a:lnTo>
                                <a:pt x="9" y="3"/>
                              </a:lnTo>
                              <a:lnTo>
                                <a:pt x="9" y="1"/>
                              </a:lnTo>
                              <a:lnTo>
                                <a:pt x="8" y="0"/>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70" name="Freeform 277"/>
                        <p:cNvSpPr>
                          <a:spLocks/>
                        </p:cNvSpPr>
                        <p:nvPr/>
                      </p:nvSpPr>
                      <p:spPr bwMode="auto">
                        <a:xfrm>
                          <a:off x="3784" y="2103"/>
                          <a:ext cx="9" cy="9"/>
                        </a:xfrm>
                        <a:custGeom>
                          <a:avLst/>
                          <a:gdLst>
                            <a:gd name="T0" fmla="*/ 6 w 9"/>
                            <a:gd name="T1" fmla="*/ 0 h 9"/>
                            <a:gd name="T2" fmla="*/ 4 w 9"/>
                            <a:gd name="T3" fmla="*/ 0 h 9"/>
                            <a:gd name="T4" fmla="*/ 3 w 9"/>
                            <a:gd name="T5" fmla="*/ 0 h 9"/>
                            <a:gd name="T6" fmla="*/ 1 w 9"/>
                            <a:gd name="T7" fmla="*/ 1 h 9"/>
                            <a:gd name="T8" fmla="*/ 0 w 9"/>
                            <a:gd name="T9" fmla="*/ 3 h 9"/>
                            <a:gd name="T10" fmla="*/ 0 w 9"/>
                            <a:gd name="T11" fmla="*/ 4 h 9"/>
                            <a:gd name="T12" fmla="*/ 1 w 9"/>
                            <a:gd name="T13" fmla="*/ 6 h 9"/>
                            <a:gd name="T14" fmla="*/ 3 w 9"/>
                            <a:gd name="T15" fmla="*/ 7 h 9"/>
                            <a:gd name="T16" fmla="*/ 4 w 9"/>
                            <a:gd name="T17" fmla="*/ 9 h 9"/>
                            <a:gd name="T18" fmla="*/ 4 w 9"/>
                            <a:gd name="T19" fmla="*/ 9 h 9"/>
                            <a:gd name="T20" fmla="*/ 6 w 9"/>
                            <a:gd name="T21" fmla="*/ 9 h 9"/>
                            <a:gd name="T22" fmla="*/ 7 w 9"/>
                            <a:gd name="T23" fmla="*/ 7 h 9"/>
                            <a:gd name="T24" fmla="*/ 9 w 9"/>
                            <a:gd name="T25" fmla="*/ 6 h 9"/>
                            <a:gd name="T26" fmla="*/ 9 w 9"/>
                            <a:gd name="T27" fmla="*/ 4 h 9"/>
                            <a:gd name="T28" fmla="*/ 9 w 9"/>
                            <a:gd name="T29" fmla="*/ 3 h 9"/>
                            <a:gd name="T30" fmla="*/ 9 w 9"/>
                            <a:gd name="T31" fmla="*/ 1 h 9"/>
                            <a:gd name="T32" fmla="*/ 7 w 9"/>
                            <a:gd name="T33" fmla="*/ 0 h 9"/>
                            <a:gd name="T34" fmla="*/ 6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6" y="0"/>
                              </a:moveTo>
                              <a:lnTo>
                                <a:pt x="4" y="0"/>
                              </a:lnTo>
                              <a:lnTo>
                                <a:pt x="3" y="0"/>
                              </a:lnTo>
                              <a:lnTo>
                                <a:pt x="1" y="1"/>
                              </a:lnTo>
                              <a:lnTo>
                                <a:pt x="0" y="3"/>
                              </a:lnTo>
                              <a:lnTo>
                                <a:pt x="0" y="4"/>
                              </a:lnTo>
                              <a:lnTo>
                                <a:pt x="1" y="6"/>
                              </a:lnTo>
                              <a:lnTo>
                                <a:pt x="3" y="7"/>
                              </a:lnTo>
                              <a:lnTo>
                                <a:pt x="4" y="9"/>
                              </a:lnTo>
                              <a:lnTo>
                                <a:pt x="6" y="9"/>
                              </a:lnTo>
                              <a:lnTo>
                                <a:pt x="7" y="7"/>
                              </a:lnTo>
                              <a:lnTo>
                                <a:pt x="9" y="6"/>
                              </a:lnTo>
                              <a:lnTo>
                                <a:pt x="9" y="4"/>
                              </a:lnTo>
                              <a:lnTo>
                                <a:pt x="9" y="3"/>
                              </a:lnTo>
                              <a:lnTo>
                                <a:pt x="9" y="1"/>
                              </a:lnTo>
                              <a:lnTo>
                                <a:pt x="7" y="0"/>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71" name="Freeform 278"/>
                        <p:cNvSpPr>
                          <a:spLocks/>
                        </p:cNvSpPr>
                        <p:nvPr/>
                      </p:nvSpPr>
                      <p:spPr bwMode="auto">
                        <a:xfrm>
                          <a:off x="3801" y="2106"/>
                          <a:ext cx="9" cy="8"/>
                        </a:xfrm>
                        <a:custGeom>
                          <a:avLst/>
                          <a:gdLst>
                            <a:gd name="T0" fmla="*/ 5 w 9"/>
                            <a:gd name="T1" fmla="*/ 0 h 8"/>
                            <a:gd name="T2" fmla="*/ 3 w 9"/>
                            <a:gd name="T3" fmla="*/ 0 h 8"/>
                            <a:gd name="T4" fmla="*/ 2 w 9"/>
                            <a:gd name="T5" fmla="*/ 1 h 8"/>
                            <a:gd name="T6" fmla="*/ 0 w 9"/>
                            <a:gd name="T7" fmla="*/ 3 h 8"/>
                            <a:gd name="T8" fmla="*/ 0 w 9"/>
                            <a:gd name="T9" fmla="*/ 4 h 8"/>
                            <a:gd name="T10" fmla="*/ 0 w 9"/>
                            <a:gd name="T11" fmla="*/ 6 h 8"/>
                            <a:gd name="T12" fmla="*/ 0 w 9"/>
                            <a:gd name="T13" fmla="*/ 7 h 8"/>
                            <a:gd name="T14" fmla="*/ 2 w 9"/>
                            <a:gd name="T15" fmla="*/ 8 h 8"/>
                            <a:gd name="T16" fmla="*/ 3 w 9"/>
                            <a:gd name="T17" fmla="*/ 8 h 8"/>
                            <a:gd name="T18" fmla="*/ 3 w 9"/>
                            <a:gd name="T19" fmla="*/ 8 h 8"/>
                            <a:gd name="T20" fmla="*/ 5 w 9"/>
                            <a:gd name="T21" fmla="*/ 8 h 8"/>
                            <a:gd name="T22" fmla="*/ 6 w 9"/>
                            <a:gd name="T23" fmla="*/ 8 h 8"/>
                            <a:gd name="T24" fmla="*/ 7 w 9"/>
                            <a:gd name="T25" fmla="*/ 7 h 8"/>
                            <a:gd name="T26" fmla="*/ 9 w 9"/>
                            <a:gd name="T27" fmla="*/ 6 h 8"/>
                            <a:gd name="T28" fmla="*/ 9 w 9"/>
                            <a:gd name="T29" fmla="*/ 4 h 8"/>
                            <a:gd name="T30" fmla="*/ 7 w 9"/>
                            <a:gd name="T31" fmla="*/ 3 h 8"/>
                            <a:gd name="T32" fmla="*/ 6 w 9"/>
                            <a:gd name="T33" fmla="*/ 1 h 8"/>
                            <a:gd name="T34" fmla="*/ 5 w 9"/>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5" y="0"/>
                              </a:moveTo>
                              <a:lnTo>
                                <a:pt x="3" y="0"/>
                              </a:lnTo>
                              <a:lnTo>
                                <a:pt x="2" y="1"/>
                              </a:lnTo>
                              <a:lnTo>
                                <a:pt x="0" y="3"/>
                              </a:lnTo>
                              <a:lnTo>
                                <a:pt x="0" y="4"/>
                              </a:lnTo>
                              <a:lnTo>
                                <a:pt x="0" y="6"/>
                              </a:lnTo>
                              <a:lnTo>
                                <a:pt x="0" y="7"/>
                              </a:lnTo>
                              <a:lnTo>
                                <a:pt x="2" y="8"/>
                              </a:lnTo>
                              <a:lnTo>
                                <a:pt x="3" y="8"/>
                              </a:lnTo>
                              <a:lnTo>
                                <a:pt x="5" y="8"/>
                              </a:lnTo>
                              <a:lnTo>
                                <a:pt x="6" y="8"/>
                              </a:lnTo>
                              <a:lnTo>
                                <a:pt x="7" y="7"/>
                              </a:lnTo>
                              <a:lnTo>
                                <a:pt x="9" y="6"/>
                              </a:lnTo>
                              <a:lnTo>
                                <a:pt x="9" y="4"/>
                              </a:lnTo>
                              <a:lnTo>
                                <a:pt x="7" y="3"/>
                              </a:lnTo>
                              <a:lnTo>
                                <a:pt x="6"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72" name="Freeform 279"/>
                        <p:cNvSpPr>
                          <a:spLocks/>
                        </p:cNvSpPr>
                        <p:nvPr/>
                      </p:nvSpPr>
                      <p:spPr bwMode="auto">
                        <a:xfrm>
                          <a:off x="3817" y="2113"/>
                          <a:ext cx="9" cy="9"/>
                        </a:xfrm>
                        <a:custGeom>
                          <a:avLst/>
                          <a:gdLst>
                            <a:gd name="T0" fmla="*/ 6 w 9"/>
                            <a:gd name="T1" fmla="*/ 0 h 9"/>
                            <a:gd name="T2" fmla="*/ 5 w 9"/>
                            <a:gd name="T3" fmla="*/ 0 h 9"/>
                            <a:gd name="T4" fmla="*/ 3 w 9"/>
                            <a:gd name="T5" fmla="*/ 0 h 9"/>
                            <a:gd name="T6" fmla="*/ 2 w 9"/>
                            <a:gd name="T7" fmla="*/ 0 h 9"/>
                            <a:gd name="T8" fmla="*/ 0 w 9"/>
                            <a:gd name="T9" fmla="*/ 1 h 9"/>
                            <a:gd name="T10" fmla="*/ 0 w 9"/>
                            <a:gd name="T11" fmla="*/ 3 h 9"/>
                            <a:gd name="T12" fmla="*/ 0 w 9"/>
                            <a:gd name="T13" fmla="*/ 4 h 9"/>
                            <a:gd name="T14" fmla="*/ 0 w 9"/>
                            <a:gd name="T15" fmla="*/ 6 h 9"/>
                            <a:gd name="T16" fmla="*/ 2 w 9"/>
                            <a:gd name="T17" fmla="*/ 7 h 9"/>
                            <a:gd name="T18" fmla="*/ 2 w 9"/>
                            <a:gd name="T19" fmla="*/ 7 h 9"/>
                            <a:gd name="T20" fmla="*/ 3 w 9"/>
                            <a:gd name="T21" fmla="*/ 9 h 9"/>
                            <a:gd name="T22" fmla="*/ 5 w 9"/>
                            <a:gd name="T23" fmla="*/ 9 h 9"/>
                            <a:gd name="T24" fmla="*/ 6 w 9"/>
                            <a:gd name="T25" fmla="*/ 7 h 9"/>
                            <a:gd name="T26" fmla="*/ 7 w 9"/>
                            <a:gd name="T27" fmla="*/ 6 h 9"/>
                            <a:gd name="T28" fmla="*/ 9 w 9"/>
                            <a:gd name="T29" fmla="*/ 4 h 9"/>
                            <a:gd name="T30" fmla="*/ 9 w 9"/>
                            <a:gd name="T31" fmla="*/ 3 h 9"/>
                            <a:gd name="T32" fmla="*/ 7 w 9"/>
                            <a:gd name="T33" fmla="*/ 1 h 9"/>
                            <a:gd name="T34" fmla="*/ 6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6" y="0"/>
                              </a:moveTo>
                              <a:lnTo>
                                <a:pt x="5" y="0"/>
                              </a:lnTo>
                              <a:lnTo>
                                <a:pt x="3" y="0"/>
                              </a:lnTo>
                              <a:lnTo>
                                <a:pt x="2" y="0"/>
                              </a:lnTo>
                              <a:lnTo>
                                <a:pt x="0" y="1"/>
                              </a:lnTo>
                              <a:lnTo>
                                <a:pt x="0" y="3"/>
                              </a:lnTo>
                              <a:lnTo>
                                <a:pt x="0" y="4"/>
                              </a:lnTo>
                              <a:lnTo>
                                <a:pt x="0" y="6"/>
                              </a:lnTo>
                              <a:lnTo>
                                <a:pt x="2" y="7"/>
                              </a:lnTo>
                              <a:lnTo>
                                <a:pt x="3" y="9"/>
                              </a:lnTo>
                              <a:lnTo>
                                <a:pt x="5" y="9"/>
                              </a:lnTo>
                              <a:lnTo>
                                <a:pt x="6" y="7"/>
                              </a:lnTo>
                              <a:lnTo>
                                <a:pt x="7" y="6"/>
                              </a:lnTo>
                              <a:lnTo>
                                <a:pt x="9" y="4"/>
                              </a:lnTo>
                              <a:lnTo>
                                <a:pt x="9" y="3"/>
                              </a:lnTo>
                              <a:lnTo>
                                <a:pt x="7" y="1"/>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73" name="Freeform 280"/>
                        <p:cNvSpPr>
                          <a:spLocks/>
                        </p:cNvSpPr>
                        <p:nvPr/>
                      </p:nvSpPr>
                      <p:spPr bwMode="auto">
                        <a:xfrm>
                          <a:off x="3832" y="2122"/>
                          <a:ext cx="8" cy="8"/>
                        </a:xfrm>
                        <a:custGeom>
                          <a:avLst/>
                          <a:gdLst>
                            <a:gd name="T0" fmla="*/ 7 w 8"/>
                            <a:gd name="T1" fmla="*/ 0 h 8"/>
                            <a:gd name="T2" fmla="*/ 6 w 8"/>
                            <a:gd name="T3" fmla="*/ 0 h 8"/>
                            <a:gd name="T4" fmla="*/ 4 w 8"/>
                            <a:gd name="T5" fmla="*/ 0 h 8"/>
                            <a:gd name="T6" fmla="*/ 3 w 8"/>
                            <a:gd name="T7" fmla="*/ 0 h 8"/>
                            <a:gd name="T8" fmla="*/ 1 w 8"/>
                            <a:gd name="T9" fmla="*/ 1 h 8"/>
                            <a:gd name="T10" fmla="*/ 0 w 8"/>
                            <a:gd name="T11" fmla="*/ 3 h 8"/>
                            <a:gd name="T12" fmla="*/ 0 w 8"/>
                            <a:gd name="T13" fmla="*/ 4 h 8"/>
                            <a:gd name="T14" fmla="*/ 1 w 8"/>
                            <a:gd name="T15" fmla="*/ 6 h 8"/>
                            <a:gd name="T16" fmla="*/ 3 w 8"/>
                            <a:gd name="T17" fmla="*/ 7 h 8"/>
                            <a:gd name="T18" fmla="*/ 3 w 8"/>
                            <a:gd name="T19" fmla="*/ 7 h 8"/>
                            <a:gd name="T20" fmla="*/ 4 w 8"/>
                            <a:gd name="T21" fmla="*/ 8 h 8"/>
                            <a:gd name="T22" fmla="*/ 6 w 8"/>
                            <a:gd name="T23" fmla="*/ 8 h 8"/>
                            <a:gd name="T24" fmla="*/ 7 w 8"/>
                            <a:gd name="T25" fmla="*/ 7 h 8"/>
                            <a:gd name="T26" fmla="*/ 8 w 8"/>
                            <a:gd name="T27" fmla="*/ 6 h 8"/>
                            <a:gd name="T28" fmla="*/ 8 w 8"/>
                            <a:gd name="T29" fmla="*/ 4 h 8"/>
                            <a:gd name="T30" fmla="*/ 8 w 8"/>
                            <a:gd name="T31" fmla="*/ 3 h 8"/>
                            <a:gd name="T32" fmla="*/ 8 w 8"/>
                            <a:gd name="T33" fmla="*/ 1 h 8"/>
                            <a:gd name="T34" fmla="*/ 7 w 8"/>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8"/>
                            <a:gd name="T56" fmla="*/ 8 w 8"/>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8">
                              <a:moveTo>
                                <a:pt x="7" y="0"/>
                              </a:moveTo>
                              <a:lnTo>
                                <a:pt x="6" y="0"/>
                              </a:lnTo>
                              <a:lnTo>
                                <a:pt x="4" y="0"/>
                              </a:lnTo>
                              <a:lnTo>
                                <a:pt x="3" y="0"/>
                              </a:lnTo>
                              <a:lnTo>
                                <a:pt x="1" y="1"/>
                              </a:lnTo>
                              <a:lnTo>
                                <a:pt x="0" y="3"/>
                              </a:lnTo>
                              <a:lnTo>
                                <a:pt x="0" y="4"/>
                              </a:lnTo>
                              <a:lnTo>
                                <a:pt x="1" y="6"/>
                              </a:lnTo>
                              <a:lnTo>
                                <a:pt x="3" y="7"/>
                              </a:lnTo>
                              <a:lnTo>
                                <a:pt x="4" y="8"/>
                              </a:lnTo>
                              <a:lnTo>
                                <a:pt x="6" y="8"/>
                              </a:lnTo>
                              <a:lnTo>
                                <a:pt x="7" y="7"/>
                              </a:lnTo>
                              <a:lnTo>
                                <a:pt x="8" y="6"/>
                              </a:lnTo>
                              <a:lnTo>
                                <a:pt x="8" y="4"/>
                              </a:lnTo>
                              <a:lnTo>
                                <a:pt x="8" y="3"/>
                              </a:lnTo>
                              <a:lnTo>
                                <a:pt x="8" y="1"/>
                              </a:lnTo>
                              <a:lnTo>
                                <a:pt x="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74" name="Freeform 281"/>
                        <p:cNvSpPr>
                          <a:spLocks/>
                        </p:cNvSpPr>
                        <p:nvPr/>
                      </p:nvSpPr>
                      <p:spPr bwMode="auto">
                        <a:xfrm>
                          <a:off x="3846" y="2130"/>
                          <a:ext cx="9" cy="9"/>
                        </a:xfrm>
                        <a:custGeom>
                          <a:avLst/>
                          <a:gdLst>
                            <a:gd name="T0" fmla="*/ 8 w 9"/>
                            <a:gd name="T1" fmla="*/ 2 h 9"/>
                            <a:gd name="T2" fmla="*/ 6 w 9"/>
                            <a:gd name="T3" fmla="*/ 0 h 9"/>
                            <a:gd name="T4" fmla="*/ 5 w 9"/>
                            <a:gd name="T5" fmla="*/ 0 h 9"/>
                            <a:gd name="T6" fmla="*/ 3 w 9"/>
                            <a:gd name="T7" fmla="*/ 2 h 9"/>
                            <a:gd name="T8" fmla="*/ 2 w 9"/>
                            <a:gd name="T9" fmla="*/ 3 h 9"/>
                            <a:gd name="T10" fmla="*/ 0 w 9"/>
                            <a:gd name="T11" fmla="*/ 5 h 9"/>
                            <a:gd name="T12" fmla="*/ 0 w 9"/>
                            <a:gd name="T13" fmla="*/ 6 h 9"/>
                            <a:gd name="T14" fmla="*/ 2 w 9"/>
                            <a:gd name="T15" fmla="*/ 8 h 9"/>
                            <a:gd name="T16" fmla="*/ 3 w 9"/>
                            <a:gd name="T17" fmla="*/ 9 h 9"/>
                            <a:gd name="T18" fmla="*/ 3 w 9"/>
                            <a:gd name="T19" fmla="*/ 9 h 9"/>
                            <a:gd name="T20" fmla="*/ 5 w 9"/>
                            <a:gd name="T21" fmla="*/ 9 h 9"/>
                            <a:gd name="T22" fmla="*/ 6 w 9"/>
                            <a:gd name="T23" fmla="*/ 9 h 9"/>
                            <a:gd name="T24" fmla="*/ 8 w 9"/>
                            <a:gd name="T25" fmla="*/ 9 h 9"/>
                            <a:gd name="T26" fmla="*/ 9 w 9"/>
                            <a:gd name="T27" fmla="*/ 8 h 9"/>
                            <a:gd name="T28" fmla="*/ 9 w 9"/>
                            <a:gd name="T29" fmla="*/ 6 h 9"/>
                            <a:gd name="T30" fmla="*/ 9 w 9"/>
                            <a:gd name="T31" fmla="*/ 5 h 9"/>
                            <a:gd name="T32" fmla="*/ 9 w 9"/>
                            <a:gd name="T33" fmla="*/ 3 h 9"/>
                            <a:gd name="T34" fmla="*/ 8 w 9"/>
                            <a:gd name="T35" fmla="*/ 2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8" y="2"/>
                              </a:moveTo>
                              <a:lnTo>
                                <a:pt x="6" y="0"/>
                              </a:lnTo>
                              <a:lnTo>
                                <a:pt x="5" y="0"/>
                              </a:lnTo>
                              <a:lnTo>
                                <a:pt x="3" y="2"/>
                              </a:lnTo>
                              <a:lnTo>
                                <a:pt x="2" y="3"/>
                              </a:lnTo>
                              <a:lnTo>
                                <a:pt x="0" y="5"/>
                              </a:lnTo>
                              <a:lnTo>
                                <a:pt x="0" y="6"/>
                              </a:lnTo>
                              <a:lnTo>
                                <a:pt x="2" y="8"/>
                              </a:lnTo>
                              <a:lnTo>
                                <a:pt x="3" y="9"/>
                              </a:lnTo>
                              <a:lnTo>
                                <a:pt x="5" y="9"/>
                              </a:lnTo>
                              <a:lnTo>
                                <a:pt x="6" y="9"/>
                              </a:lnTo>
                              <a:lnTo>
                                <a:pt x="8" y="9"/>
                              </a:lnTo>
                              <a:lnTo>
                                <a:pt x="9" y="8"/>
                              </a:lnTo>
                              <a:lnTo>
                                <a:pt x="9" y="6"/>
                              </a:lnTo>
                              <a:lnTo>
                                <a:pt x="9" y="5"/>
                              </a:lnTo>
                              <a:lnTo>
                                <a:pt x="9" y="3"/>
                              </a:lnTo>
                              <a:lnTo>
                                <a:pt x="8"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75" name="Freeform 282"/>
                        <p:cNvSpPr>
                          <a:spLocks/>
                        </p:cNvSpPr>
                        <p:nvPr/>
                      </p:nvSpPr>
                      <p:spPr bwMode="auto">
                        <a:xfrm>
                          <a:off x="3861" y="2141"/>
                          <a:ext cx="8" cy="8"/>
                        </a:xfrm>
                        <a:custGeom>
                          <a:avLst/>
                          <a:gdLst>
                            <a:gd name="T0" fmla="*/ 7 w 8"/>
                            <a:gd name="T1" fmla="*/ 1 h 8"/>
                            <a:gd name="T2" fmla="*/ 6 w 8"/>
                            <a:gd name="T3" fmla="*/ 0 h 8"/>
                            <a:gd name="T4" fmla="*/ 4 w 8"/>
                            <a:gd name="T5" fmla="*/ 0 h 8"/>
                            <a:gd name="T6" fmla="*/ 3 w 8"/>
                            <a:gd name="T7" fmla="*/ 1 h 8"/>
                            <a:gd name="T8" fmla="*/ 1 w 8"/>
                            <a:gd name="T9" fmla="*/ 3 h 8"/>
                            <a:gd name="T10" fmla="*/ 0 w 8"/>
                            <a:gd name="T11" fmla="*/ 4 h 8"/>
                            <a:gd name="T12" fmla="*/ 0 w 8"/>
                            <a:gd name="T13" fmla="*/ 5 h 8"/>
                            <a:gd name="T14" fmla="*/ 1 w 8"/>
                            <a:gd name="T15" fmla="*/ 7 h 8"/>
                            <a:gd name="T16" fmla="*/ 3 w 8"/>
                            <a:gd name="T17" fmla="*/ 8 h 8"/>
                            <a:gd name="T18" fmla="*/ 3 w 8"/>
                            <a:gd name="T19" fmla="*/ 8 h 8"/>
                            <a:gd name="T20" fmla="*/ 4 w 8"/>
                            <a:gd name="T21" fmla="*/ 8 h 8"/>
                            <a:gd name="T22" fmla="*/ 6 w 8"/>
                            <a:gd name="T23" fmla="*/ 8 h 8"/>
                            <a:gd name="T24" fmla="*/ 7 w 8"/>
                            <a:gd name="T25" fmla="*/ 8 h 8"/>
                            <a:gd name="T26" fmla="*/ 8 w 8"/>
                            <a:gd name="T27" fmla="*/ 7 h 8"/>
                            <a:gd name="T28" fmla="*/ 8 w 8"/>
                            <a:gd name="T29" fmla="*/ 5 h 8"/>
                            <a:gd name="T30" fmla="*/ 8 w 8"/>
                            <a:gd name="T31" fmla="*/ 4 h 8"/>
                            <a:gd name="T32" fmla="*/ 8 w 8"/>
                            <a:gd name="T33" fmla="*/ 3 h 8"/>
                            <a:gd name="T34" fmla="*/ 7 w 8"/>
                            <a:gd name="T35" fmla="*/ 1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8"/>
                            <a:gd name="T56" fmla="*/ 8 w 8"/>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8">
                              <a:moveTo>
                                <a:pt x="7" y="1"/>
                              </a:moveTo>
                              <a:lnTo>
                                <a:pt x="6" y="0"/>
                              </a:lnTo>
                              <a:lnTo>
                                <a:pt x="4" y="0"/>
                              </a:lnTo>
                              <a:lnTo>
                                <a:pt x="3" y="1"/>
                              </a:lnTo>
                              <a:lnTo>
                                <a:pt x="1" y="3"/>
                              </a:lnTo>
                              <a:lnTo>
                                <a:pt x="0" y="4"/>
                              </a:lnTo>
                              <a:lnTo>
                                <a:pt x="0" y="5"/>
                              </a:lnTo>
                              <a:lnTo>
                                <a:pt x="1" y="7"/>
                              </a:lnTo>
                              <a:lnTo>
                                <a:pt x="3" y="8"/>
                              </a:lnTo>
                              <a:lnTo>
                                <a:pt x="4" y="8"/>
                              </a:lnTo>
                              <a:lnTo>
                                <a:pt x="6" y="8"/>
                              </a:lnTo>
                              <a:lnTo>
                                <a:pt x="7" y="8"/>
                              </a:lnTo>
                              <a:lnTo>
                                <a:pt x="8" y="7"/>
                              </a:lnTo>
                              <a:lnTo>
                                <a:pt x="8" y="5"/>
                              </a:lnTo>
                              <a:lnTo>
                                <a:pt x="8" y="4"/>
                              </a:lnTo>
                              <a:lnTo>
                                <a:pt x="8" y="3"/>
                              </a:lnTo>
                              <a:lnTo>
                                <a:pt x="7"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76" name="Freeform 283"/>
                        <p:cNvSpPr>
                          <a:spLocks/>
                        </p:cNvSpPr>
                        <p:nvPr/>
                      </p:nvSpPr>
                      <p:spPr bwMode="auto">
                        <a:xfrm>
                          <a:off x="3874" y="2152"/>
                          <a:ext cx="9" cy="9"/>
                        </a:xfrm>
                        <a:custGeom>
                          <a:avLst/>
                          <a:gdLst>
                            <a:gd name="T0" fmla="*/ 7 w 9"/>
                            <a:gd name="T1" fmla="*/ 0 h 9"/>
                            <a:gd name="T2" fmla="*/ 6 w 9"/>
                            <a:gd name="T3" fmla="*/ 0 h 9"/>
                            <a:gd name="T4" fmla="*/ 4 w 9"/>
                            <a:gd name="T5" fmla="*/ 0 h 9"/>
                            <a:gd name="T6" fmla="*/ 3 w 9"/>
                            <a:gd name="T7" fmla="*/ 0 h 9"/>
                            <a:gd name="T8" fmla="*/ 1 w 9"/>
                            <a:gd name="T9" fmla="*/ 2 h 9"/>
                            <a:gd name="T10" fmla="*/ 0 w 9"/>
                            <a:gd name="T11" fmla="*/ 3 h 9"/>
                            <a:gd name="T12" fmla="*/ 0 w 9"/>
                            <a:gd name="T13" fmla="*/ 5 h 9"/>
                            <a:gd name="T14" fmla="*/ 1 w 9"/>
                            <a:gd name="T15" fmla="*/ 6 h 9"/>
                            <a:gd name="T16" fmla="*/ 3 w 9"/>
                            <a:gd name="T17" fmla="*/ 8 h 9"/>
                            <a:gd name="T18" fmla="*/ 3 w 9"/>
                            <a:gd name="T19" fmla="*/ 8 h 9"/>
                            <a:gd name="T20" fmla="*/ 4 w 9"/>
                            <a:gd name="T21" fmla="*/ 9 h 9"/>
                            <a:gd name="T22" fmla="*/ 6 w 9"/>
                            <a:gd name="T23" fmla="*/ 9 h 9"/>
                            <a:gd name="T24" fmla="*/ 7 w 9"/>
                            <a:gd name="T25" fmla="*/ 8 h 9"/>
                            <a:gd name="T26" fmla="*/ 9 w 9"/>
                            <a:gd name="T27" fmla="*/ 6 h 9"/>
                            <a:gd name="T28" fmla="*/ 9 w 9"/>
                            <a:gd name="T29" fmla="*/ 5 h 9"/>
                            <a:gd name="T30" fmla="*/ 9 w 9"/>
                            <a:gd name="T31" fmla="*/ 3 h 9"/>
                            <a:gd name="T32" fmla="*/ 9 w 9"/>
                            <a:gd name="T33" fmla="*/ 2 h 9"/>
                            <a:gd name="T34" fmla="*/ 7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7" y="0"/>
                              </a:moveTo>
                              <a:lnTo>
                                <a:pt x="6" y="0"/>
                              </a:lnTo>
                              <a:lnTo>
                                <a:pt x="4" y="0"/>
                              </a:lnTo>
                              <a:lnTo>
                                <a:pt x="3" y="0"/>
                              </a:lnTo>
                              <a:lnTo>
                                <a:pt x="1" y="2"/>
                              </a:lnTo>
                              <a:lnTo>
                                <a:pt x="0" y="3"/>
                              </a:lnTo>
                              <a:lnTo>
                                <a:pt x="0" y="5"/>
                              </a:lnTo>
                              <a:lnTo>
                                <a:pt x="1" y="6"/>
                              </a:lnTo>
                              <a:lnTo>
                                <a:pt x="3" y="8"/>
                              </a:lnTo>
                              <a:lnTo>
                                <a:pt x="4" y="9"/>
                              </a:lnTo>
                              <a:lnTo>
                                <a:pt x="6" y="9"/>
                              </a:lnTo>
                              <a:lnTo>
                                <a:pt x="7" y="8"/>
                              </a:lnTo>
                              <a:lnTo>
                                <a:pt x="9" y="6"/>
                              </a:lnTo>
                              <a:lnTo>
                                <a:pt x="9" y="5"/>
                              </a:lnTo>
                              <a:lnTo>
                                <a:pt x="9" y="3"/>
                              </a:lnTo>
                              <a:lnTo>
                                <a:pt x="9" y="2"/>
                              </a:lnTo>
                              <a:lnTo>
                                <a:pt x="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77" name="Freeform 284"/>
                        <p:cNvSpPr>
                          <a:spLocks/>
                        </p:cNvSpPr>
                        <p:nvPr/>
                      </p:nvSpPr>
                      <p:spPr bwMode="auto">
                        <a:xfrm>
                          <a:off x="3888" y="2164"/>
                          <a:ext cx="9" cy="9"/>
                        </a:xfrm>
                        <a:custGeom>
                          <a:avLst/>
                          <a:gdLst>
                            <a:gd name="T0" fmla="*/ 6 w 9"/>
                            <a:gd name="T1" fmla="*/ 0 h 9"/>
                            <a:gd name="T2" fmla="*/ 5 w 9"/>
                            <a:gd name="T3" fmla="*/ 0 h 9"/>
                            <a:gd name="T4" fmla="*/ 3 w 9"/>
                            <a:gd name="T5" fmla="*/ 0 h 9"/>
                            <a:gd name="T6" fmla="*/ 2 w 9"/>
                            <a:gd name="T7" fmla="*/ 0 h 9"/>
                            <a:gd name="T8" fmla="*/ 0 w 9"/>
                            <a:gd name="T9" fmla="*/ 1 h 9"/>
                            <a:gd name="T10" fmla="*/ 0 w 9"/>
                            <a:gd name="T11" fmla="*/ 3 h 9"/>
                            <a:gd name="T12" fmla="*/ 0 w 9"/>
                            <a:gd name="T13" fmla="*/ 4 h 9"/>
                            <a:gd name="T14" fmla="*/ 0 w 9"/>
                            <a:gd name="T15" fmla="*/ 6 h 9"/>
                            <a:gd name="T16" fmla="*/ 2 w 9"/>
                            <a:gd name="T17" fmla="*/ 7 h 9"/>
                            <a:gd name="T18" fmla="*/ 2 w 9"/>
                            <a:gd name="T19" fmla="*/ 7 h 9"/>
                            <a:gd name="T20" fmla="*/ 3 w 9"/>
                            <a:gd name="T21" fmla="*/ 9 h 9"/>
                            <a:gd name="T22" fmla="*/ 5 w 9"/>
                            <a:gd name="T23" fmla="*/ 9 h 9"/>
                            <a:gd name="T24" fmla="*/ 6 w 9"/>
                            <a:gd name="T25" fmla="*/ 7 h 9"/>
                            <a:gd name="T26" fmla="*/ 8 w 9"/>
                            <a:gd name="T27" fmla="*/ 6 h 9"/>
                            <a:gd name="T28" fmla="*/ 9 w 9"/>
                            <a:gd name="T29" fmla="*/ 4 h 9"/>
                            <a:gd name="T30" fmla="*/ 9 w 9"/>
                            <a:gd name="T31" fmla="*/ 3 h 9"/>
                            <a:gd name="T32" fmla="*/ 8 w 9"/>
                            <a:gd name="T33" fmla="*/ 1 h 9"/>
                            <a:gd name="T34" fmla="*/ 6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6" y="0"/>
                              </a:moveTo>
                              <a:lnTo>
                                <a:pt x="5" y="0"/>
                              </a:lnTo>
                              <a:lnTo>
                                <a:pt x="3" y="0"/>
                              </a:lnTo>
                              <a:lnTo>
                                <a:pt x="2" y="0"/>
                              </a:lnTo>
                              <a:lnTo>
                                <a:pt x="0" y="1"/>
                              </a:lnTo>
                              <a:lnTo>
                                <a:pt x="0" y="3"/>
                              </a:lnTo>
                              <a:lnTo>
                                <a:pt x="0" y="4"/>
                              </a:lnTo>
                              <a:lnTo>
                                <a:pt x="0" y="6"/>
                              </a:lnTo>
                              <a:lnTo>
                                <a:pt x="2" y="7"/>
                              </a:lnTo>
                              <a:lnTo>
                                <a:pt x="3" y="9"/>
                              </a:lnTo>
                              <a:lnTo>
                                <a:pt x="5" y="9"/>
                              </a:lnTo>
                              <a:lnTo>
                                <a:pt x="6" y="7"/>
                              </a:lnTo>
                              <a:lnTo>
                                <a:pt x="8" y="6"/>
                              </a:lnTo>
                              <a:lnTo>
                                <a:pt x="9" y="4"/>
                              </a:lnTo>
                              <a:lnTo>
                                <a:pt x="9" y="3"/>
                              </a:lnTo>
                              <a:lnTo>
                                <a:pt x="8" y="1"/>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78" name="Freeform 285"/>
                        <p:cNvSpPr>
                          <a:spLocks/>
                        </p:cNvSpPr>
                        <p:nvPr/>
                      </p:nvSpPr>
                      <p:spPr bwMode="auto">
                        <a:xfrm>
                          <a:off x="3901" y="2174"/>
                          <a:ext cx="9" cy="9"/>
                        </a:xfrm>
                        <a:custGeom>
                          <a:avLst/>
                          <a:gdLst>
                            <a:gd name="T0" fmla="*/ 6 w 9"/>
                            <a:gd name="T1" fmla="*/ 1 h 9"/>
                            <a:gd name="T2" fmla="*/ 5 w 9"/>
                            <a:gd name="T3" fmla="*/ 0 h 9"/>
                            <a:gd name="T4" fmla="*/ 3 w 9"/>
                            <a:gd name="T5" fmla="*/ 0 h 9"/>
                            <a:gd name="T6" fmla="*/ 2 w 9"/>
                            <a:gd name="T7" fmla="*/ 1 h 9"/>
                            <a:gd name="T8" fmla="*/ 0 w 9"/>
                            <a:gd name="T9" fmla="*/ 3 h 9"/>
                            <a:gd name="T10" fmla="*/ 0 w 9"/>
                            <a:gd name="T11" fmla="*/ 4 h 9"/>
                            <a:gd name="T12" fmla="*/ 0 w 9"/>
                            <a:gd name="T13" fmla="*/ 6 h 9"/>
                            <a:gd name="T14" fmla="*/ 0 w 9"/>
                            <a:gd name="T15" fmla="*/ 7 h 9"/>
                            <a:gd name="T16" fmla="*/ 2 w 9"/>
                            <a:gd name="T17" fmla="*/ 9 h 9"/>
                            <a:gd name="T18" fmla="*/ 2 w 9"/>
                            <a:gd name="T19" fmla="*/ 9 h 9"/>
                            <a:gd name="T20" fmla="*/ 3 w 9"/>
                            <a:gd name="T21" fmla="*/ 9 h 9"/>
                            <a:gd name="T22" fmla="*/ 5 w 9"/>
                            <a:gd name="T23" fmla="*/ 9 h 9"/>
                            <a:gd name="T24" fmla="*/ 6 w 9"/>
                            <a:gd name="T25" fmla="*/ 9 h 9"/>
                            <a:gd name="T26" fmla="*/ 8 w 9"/>
                            <a:gd name="T27" fmla="*/ 7 h 9"/>
                            <a:gd name="T28" fmla="*/ 9 w 9"/>
                            <a:gd name="T29" fmla="*/ 6 h 9"/>
                            <a:gd name="T30" fmla="*/ 9 w 9"/>
                            <a:gd name="T31" fmla="*/ 4 h 9"/>
                            <a:gd name="T32" fmla="*/ 8 w 9"/>
                            <a:gd name="T33" fmla="*/ 3 h 9"/>
                            <a:gd name="T34" fmla="*/ 6 w 9"/>
                            <a:gd name="T35" fmla="*/ 1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6" y="1"/>
                              </a:moveTo>
                              <a:lnTo>
                                <a:pt x="5" y="0"/>
                              </a:lnTo>
                              <a:lnTo>
                                <a:pt x="3" y="0"/>
                              </a:lnTo>
                              <a:lnTo>
                                <a:pt x="2" y="1"/>
                              </a:lnTo>
                              <a:lnTo>
                                <a:pt x="0" y="3"/>
                              </a:lnTo>
                              <a:lnTo>
                                <a:pt x="0" y="4"/>
                              </a:lnTo>
                              <a:lnTo>
                                <a:pt x="0" y="6"/>
                              </a:lnTo>
                              <a:lnTo>
                                <a:pt x="0" y="7"/>
                              </a:lnTo>
                              <a:lnTo>
                                <a:pt x="2" y="9"/>
                              </a:lnTo>
                              <a:lnTo>
                                <a:pt x="3" y="9"/>
                              </a:lnTo>
                              <a:lnTo>
                                <a:pt x="5" y="9"/>
                              </a:lnTo>
                              <a:lnTo>
                                <a:pt x="6" y="9"/>
                              </a:lnTo>
                              <a:lnTo>
                                <a:pt x="8" y="7"/>
                              </a:lnTo>
                              <a:lnTo>
                                <a:pt x="9" y="6"/>
                              </a:lnTo>
                              <a:lnTo>
                                <a:pt x="9" y="4"/>
                              </a:lnTo>
                              <a:lnTo>
                                <a:pt x="8" y="3"/>
                              </a:lnTo>
                              <a:lnTo>
                                <a:pt x="6"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79" name="Freeform 286"/>
                        <p:cNvSpPr>
                          <a:spLocks/>
                        </p:cNvSpPr>
                        <p:nvPr/>
                      </p:nvSpPr>
                      <p:spPr bwMode="auto">
                        <a:xfrm>
                          <a:off x="3915" y="2187"/>
                          <a:ext cx="8" cy="9"/>
                        </a:xfrm>
                        <a:custGeom>
                          <a:avLst/>
                          <a:gdLst>
                            <a:gd name="T0" fmla="*/ 5 w 8"/>
                            <a:gd name="T1" fmla="*/ 0 h 9"/>
                            <a:gd name="T2" fmla="*/ 4 w 8"/>
                            <a:gd name="T3" fmla="*/ 0 h 9"/>
                            <a:gd name="T4" fmla="*/ 2 w 8"/>
                            <a:gd name="T5" fmla="*/ 0 h 9"/>
                            <a:gd name="T6" fmla="*/ 1 w 8"/>
                            <a:gd name="T7" fmla="*/ 0 h 9"/>
                            <a:gd name="T8" fmla="*/ 0 w 8"/>
                            <a:gd name="T9" fmla="*/ 2 h 9"/>
                            <a:gd name="T10" fmla="*/ 0 w 8"/>
                            <a:gd name="T11" fmla="*/ 3 h 9"/>
                            <a:gd name="T12" fmla="*/ 0 w 8"/>
                            <a:gd name="T13" fmla="*/ 4 h 9"/>
                            <a:gd name="T14" fmla="*/ 0 w 8"/>
                            <a:gd name="T15" fmla="*/ 6 h 9"/>
                            <a:gd name="T16" fmla="*/ 1 w 8"/>
                            <a:gd name="T17" fmla="*/ 7 h 9"/>
                            <a:gd name="T18" fmla="*/ 1 w 8"/>
                            <a:gd name="T19" fmla="*/ 7 h 9"/>
                            <a:gd name="T20" fmla="*/ 2 w 8"/>
                            <a:gd name="T21" fmla="*/ 9 h 9"/>
                            <a:gd name="T22" fmla="*/ 4 w 8"/>
                            <a:gd name="T23" fmla="*/ 9 h 9"/>
                            <a:gd name="T24" fmla="*/ 5 w 8"/>
                            <a:gd name="T25" fmla="*/ 7 h 9"/>
                            <a:gd name="T26" fmla="*/ 7 w 8"/>
                            <a:gd name="T27" fmla="*/ 6 h 9"/>
                            <a:gd name="T28" fmla="*/ 8 w 8"/>
                            <a:gd name="T29" fmla="*/ 4 h 9"/>
                            <a:gd name="T30" fmla="*/ 8 w 8"/>
                            <a:gd name="T31" fmla="*/ 3 h 9"/>
                            <a:gd name="T32" fmla="*/ 7 w 8"/>
                            <a:gd name="T33" fmla="*/ 2 h 9"/>
                            <a:gd name="T34" fmla="*/ 5 w 8"/>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5" y="0"/>
                              </a:moveTo>
                              <a:lnTo>
                                <a:pt x="4" y="0"/>
                              </a:lnTo>
                              <a:lnTo>
                                <a:pt x="2" y="0"/>
                              </a:lnTo>
                              <a:lnTo>
                                <a:pt x="1" y="0"/>
                              </a:lnTo>
                              <a:lnTo>
                                <a:pt x="0" y="2"/>
                              </a:lnTo>
                              <a:lnTo>
                                <a:pt x="0" y="3"/>
                              </a:lnTo>
                              <a:lnTo>
                                <a:pt x="0" y="4"/>
                              </a:lnTo>
                              <a:lnTo>
                                <a:pt x="0" y="6"/>
                              </a:lnTo>
                              <a:lnTo>
                                <a:pt x="1" y="7"/>
                              </a:lnTo>
                              <a:lnTo>
                                <a:pt x="2" y="9"/>
                              </a:lnTo>
                              <a:lnTo>
                                <a:pt x="4" y="9"/>
                              </a:lnTo>
                              <a:lnTo>
                                <a:pt x="5" y="7"/>
                              </a:lnTo>
                              <a:lnTo>
                                <a:pt x="7" y="6"/>
                              </a:lnTo>
                              <a:lnTo>
                                <a:pt x="8" y="4"/>
                              </a:lnTo>
                              <a:lnTo>
                                <a:pt x="8" y="3"/>
                              </a:lnTo>
                              <a:lnTo>
                                <a:pt x="7" y="2"/>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80" name="Freeform 287"/>
                        <p:cNvSpPr>
                          <a:spLocks/>
                        </p:cNvSpPr>
                        <p:nvPr/>
                      </p:nvSpPr>
                      <p:spPr bwMode="auto">
                        <a:xfrm>
                          <a:off x="3926" y="2199"/>
                          <a:ext cx="9" cy="8"/>
                        </a:xfrm>
                        <a:custGeom>
                          <a:avLst/>
                          <a:gdLst>
                            <a:gd name="T0" fmla="*/ 7 w 9"/>
                            <a:gd name="T1" fmla="*/ 0 h 8"/>
                            <a:gd name="T2" fmla="*/ 6 w 9"/>
                            <a:gd name="T3" fmla="*/ 0 h 8"/>
                            <a:gd name="T4" fmla="*/ 4 w 9"/>
                            <a:gd name="T5" fmla="*/ 0 h 8"/>
                            <a:gd name="T6" fmla="*/ 3 w 9"/>
                            <a:gd name="T7" fmla="*/ 0 h 8"/>
                            <a:gd name="T8" fmla="*/ 2 w 9"/>
                            <a:gd name="T9" fmla="*/ 1 h 8"/>
                            <a:gd name="T10" fmla="*/ 0 w 9"/>
                            <a:gd name="T11" fmla="*/ 3 h 8"/>
                            <a:gd name="T12" fmla="*/ 0 w 9"/>
                            <a:gd name="T13" fmla="*/ 4 h 8"/>
                            <a:gd name="T14" fmla="*/ 2 w 9"/>
                            <a:gd name="T15" fmla="*/ 6 h 8"/>
                            <a:gd name="T16" fmla="*/ 3 w 9"/>
                            <a:gd name="T17" fmla="*/ 7 h 8"/>
                            <a:gd name="T18" fmla="*/ 3 w 9"/>
                            <a:gd name="T19" fmla="*/ 7 h 8"/>
                            <a:gd name="T20" fmla="*/ 4 w 9"/>
                            <a:gd name="T21" fmla="*/ 8 h 8"/>
                            <a:gd name="T22" fmla="*/ 6 w 9"/>
                            <a:gd name="T23" fmla="*/ 8 h 8"/>
                            <a:gd name="T24" fmla="*/ 7 w 9"/>
                            <a:gd name="T25" fmla="*/ 7 h 8"/>
                            <a:gd name="T26" fmla="*/ 9 w 9"/>
                            <a:gd name="T27" fmla="*/ 6 h 8"/>
                            <a:gd name="T28" fmla="*/ 9 w 9"/>
                            <a:gd name="T29" fmla="*/ 4 h 8"/>
                            <a:gd name="T30" fmla="*/ 9 w 9"/>
                            <a:gd name="T31" fmla="*/ 3 h 8"/>
                            <a:gd name="T32" fmla="*/ 9 w 9"/>
                            <a:gd name="T33" fmla="*/ 1 h 8"/>
                            <a:gd name="T34" fmla="*/ 7 w 9"/>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7" y="0"/>
                              </a:moveTo>
                              <a:lnTo>
                                <a:pt x="6" y="0"/>
                              </a:lnTo>
                              <a:lnTo>
                                <a:pt x="4" y="0"/>
                              </a:lnTo>
                              <a:lnTo>
                                <a:pt x="3" y="0"/>
                              </a:lnTo>
                              <a:lnTo>
                                <a:pt x="2" y="1"/>
                              </a:lnTo>
                              <a:lnTo>
                                <a:pt x="0" y="3"/>
                              </a:lnTo>
                              <a:lnTo>
                                <a:pt x="0" y="4"/>
                              </a:lnTo>
                              <a:lnTo>
                                <a:pt x="2" y="6"/>
                              </a:lnTo>
                              <a:lnTo>
                                <a:pt x="3" y="7"/>
                              </a:lnTo>
                              <a:lnTo>
                                <a:pt x="4" y="8"/>
                              </a:lnTo>
                              <a:lnTo>
                                <a:pt x="6" y="8"/>
                              </a:lnTo>
                              <a:lnTo>
                                <a:pt x="7" y="7"/>
                              </a:lnTo>
                              <a:lnTo>
                                <a:pt x="9" y="6"/>
                              </a:lnTo>
                              <a:lnTo>
                                <a:pt x="9" y="4"/>
                              </a:lnTo>
                              <a:lnTo>
                                <a:pt x="9" y="3"/>
                              </a:lnTo>
                              <a:lnTo>
                                <a:pt x="9" y="1"/>
                              </a:lnTo>
                              <a:lnTo>
                                <a:pt x="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81" name="Freeform 288"/>
                        <p:cNvSpPr>
                          <a:spLocks/>
                        </p:cNvSpPr>
                        <p:nvPr/>
                      </p:nvSpPr>
                      <p:spPr bwMode="auto">
                        <a:xfrm>
                          <a:off x="3939" y="2210"/>
                          <a:ext cx="9" cy="9"/>
                        </a:xfrm>
                        <a:custGeom>
                          <a:avLst/>
                          <a:gdLst>
                            <a:gd name="T0" fmla="*/ 7 w 9"/>
                            <a:gd name="T1" fmla="*/ 0 h 9"/>
                            <a:gd name="T2" fmla="*/ 6 w 9"/>
                            <a:gd name="T3" fmla="*/ 0 h 9"/>
                            <a:gd name="T4" fmla="*/ 5 w 9"/>
                            <a:gd name="T5" fmla="*/ 0 h 9"/>
                            <a:gd name="T6" fmla="*/ 3 w 9"/>
                            <a:gd name="T7" fmla="*/ 0 h 9"/>
                            <a:gd name="T8" fmla="*/ 2 w 9"/>
                            <a:gd name="T9" fmla="*/ 2 h 9"/>
                            <a:gd name="T10" fmla="*/ 0 w 9"/>
                            <a:gd name="T11" fmla="*/ 3 h 9"/>
                            <a:gd name="T12" fmla="*/ 0 w 9"/>
                            <a:gd name="T13" fmla="*/ 5 h 9"/>
                            <a:gd name="T14" fmla="*/ 2 w 9"/>
                            <a:gd name="T15" fmla="*/ 6 h 9"/>
                            <a:gd name="T16" fmla="*/ 3 w 9"/>
                            <a:gd name="T17" fmla="*/ 8 h 9"/>
                            <a:gd name="T18" fmla="*/ 3 w 9"/>
                            <a:gd name="T19" fmla="*/ 8 h 9"/>
                            <a:gd name="T20" fmla="*/ 5 w 9"/>
                            <a:gd name="T21" fmla="*/ 9 h 9"/>
                            <a:gd name="T22" fmla="*/ 6 w 9"/>
                            <a:gd name="T23" fmla="*/ 9 h 9"/>
                            <a:gd name="T24" fmla="*/ 7 w 9"/>
                            <a:gd name="T25" fmla="*/ 8 h 9"/>
                            <a:gd name="T26" fmla="*/ 9 w 9"/>
                            <a:gd name="T27" fmla="*/ 6 h 9"/>
                            <a:gd name="T28" fmla="*/ 9 w 9"/>
                            <a:gd name="T29" fmla="*/ 5 h 9"/>
                            <a:gd name="T30" fmla="*/ 9 w 9"/>
                            <a:gd name="T31" fmla="*/ 3 h 9"/>
                            <a:gd name="T32" fmla="*/ 9 w 9"/>
                            <a:gd name="T33" fmla="*/ 2 h 9"/>
                            <a:gd name="T34" fmla="*/ 7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7" y="0"/>
                              </a:moveTo>
                              <a:lnTo>
                                <a:pt x="6" y="0"/>
                              </a:lnTo>
                              <a:lnTo>
                                <a:pt x="5" y="0"/>
                              </a:lnTo>
                              <a:lnTo>
                                <a:pt x="3" y="0"/>
                              </a:lnTo>
                              <a:lnTo>
                                <a:pt x="2" y="2"/>
                              </a:lnTo>
                              <a:lnTo>
                                <a:pt x="0" y="3"/>
                              </a:lnTo>
                              <a:lnTo>
                                <a:pt x="0" y="5"/>
                              </a:lnTo>
                              <a:lnTo>
                                <a:pt x="2" y="6"/>
                              </a:lnTo>
                              <a:lnTo>
                                <a:pt x="3" y="8"/>
                              </a:lnTo>
                              <a:lnTo>
                                <a:pt x="5" y="9"/>
                              </a:lnTo>
                              <a:lnTo>
                                <a:pt x="6" y="9"/>
                              </a:lnTo>
                              <a:lnTo>
                                <a:pt x="7" y="8"/>
                              </a:lnTo>
                              <a:lnTo>
                                <a:pt x="9" y="6"/>
                              </a:lnTo>
                              <a:lnTo>
                                <a:pt x="9" y="5"/>
                              </a:lnTo>
                              <a:lnTo>
                                <a:pt x="9" y="3"/>
                              </a:lnTo>
                              <a:lnTo>
                                <a:pt x="9" y="2"/>
                              </a:lnTo>
                              <a:lnTo>
                                <a:pt x="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82" name="Freeform 289"/>
                        <p:cNvSpPr>
                          <a:spLocks/>
                        </p:cNvSpPr>
                        <p:nvPr/>
                      </p:nvSpPr>
                      <p:spPr bwMode="auto">
                        <a:xfrm>
                          <a:off x="3952" y="2222"/>
                          <a:ext cx="9" cy="9"/>
                        </a:xfrm>
                        <a:custGeom>
                          <a:avLst/>
                          <a:gdLst>
                            <a:gd name="T0" fmla="*/ 8 w 9"/>
                            <a:gd name="T1" fmla="*/ 0 h 9"/>
                            <a:gd name="T2" fmla="*/ 6 w 9"/>
                            <a:gd name="T3" fmla="*/ 0 h 9"/>
                            <a:gd name="T4" fmla="*/ 5 w 9"/>
                            <a:gd name="T5" fmla="*/ 0 h 9"/>
                            <a:gd name="T6" fmla="*/ 3 w 9"/>
                            <a:gd name="T7" fmla="*/ 0 h 9"/>
                            <a:gd name="T8" fmla="*/ 2 w 9"/>
                            <a:gd name="T9" fmla="*/ 1 h 9"/>
                            <a:gd name="T10" fmla="*/ 0 w 9"/>
                            <a:gd name="T11" fmla="*/ 3 h 9"/>
                            <a:gd name="T12" fmla="*/ 0 w 9"/>
                            <a:gd name="T13" fmla="*/ 4 h 9"/>
                            <a:gd name="T14" fmla="*/ 2 w 9"/>
                            <a:gd name="T15" fmla="*/ 6 h 9"/>
                            <a:gd name="T16" fmla="*/ 3 w 9"/>
                            <a:gd name="T17" fmla="*/ 7 h 9"/>
                            <a:gd name="T18" fmla="*/ 3 w 9"/>
                            <a:gd name="T19" fmla="*/ 7 h 9"/>
                            <a:gd name="T20" fmla="*/ 5 w 9"/>
                            <a:gd name="T21" fmla="*/ 9 h 9"/>
                            <a:gd name="T22" fmla="*/ 6 w 9"/>
                            <a:gd name="T23" fmla="*/ 9 h 9"/>
                            <a:gd name="T24" fmla="*/ 8 w 9"/>
                            <a:gd name="T25" fmla="*/ 7 h 9"/>
                            <a:gd name="T26" fmla="*/ 9 w 9"/>
                            <a:gd name="T27" fmla="*/ 6 h 9"/>
                            <a:gd name="T28" fmla="*/ 9 w 9"/>
                            <a:gd name="T29" fmla="*/ 4 h 9"/>
                            <a:gd name="T30" fmla="*/ 9 w 9"/>
                            <a:gd name="T31" fmla="*/ 3 h 9"/>
                            <a:gd name="T32" fmla="*/ 9 w 9"/>
                            <a:gd name="T33" fmla="*/ 1 h 9"/>
                            <a:gd name="T34" fmla="*/ 8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8" y="0"/>
                              </a:moveTo>
                              <a:lnTo>
                                <a:pt x="6" y="0"/>
                              </a:lnTo>
                              <a:lnTo>
                                <a:pt x="5" y="0"/>
                              </a:lnTo>
                              <a:lnTo>
                                <a:pt x="3" y="0"/>
                              </a:lnTo>
                              <a:lnTo>
                                <a:pt x="2" y="1"/>
                              </a:lnTo>
                              <a:lnTo>
                                <a:pt x="0" y="3"/>
                              </a:lnTo>
                              <a:lnTo>
                                <a:pt x="0" y="4"/>
                              </a:lnTo>
                              <a:lnTo>
                                <a:pt x="2" y="6"/>
                              </a:lnTo>
                              <a:lnTo>
                                <a:pt x="3" y="7"/>
                              </a:lnTo>
                              <a:lnTo>
                                <a:pt x="5" y="9"/>
                              </a:lnTo>
                              <a:lnTo>
                                <a:pt x="6" y="9"/>
                              </a:lnTo>
                              <a:lnTo>
                                <a:pt x="8" y="7"/>
                              </a:lnTo>
                              <a:lnTo>
                                <a:pt x="9" y="6"/>
                              </a:lnTo>
                              <a:lnTo>
                                <a:pt x="9" y="4"/>
                              </a:lnTo>
                              <a:lnTo>
                                <a:pt x="9" y="3"/>
                              </a:lnTo>
                              <a:lnTo>
                                <a:pt x="9" y="1"/>
                              </a:lnTo>
                              <a:lnTo>
                                <a:pt x="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83" name="Freeform 290"/>
                        <p:cNvSpPr>
                          <a:spLocks/>
                        </p:cNvSpPr>
                        <p:nvPr/>
                      </p:nvSpPr>
                      <p:spPr bwMode="auto">
                        <a:xfrm>
                          <a:off x="3965" y="2234"/>
                          <a:ext cx="9" cy="8"/>
                        </a:xfrm>
                        <a:custGeom>
                          <a:avLst/>
                          <a:gdLst>
                            <a:gd name="T0" fmla="*/ 6 w 9"/>
                            <a:gd name="T1" fmla="*/ 0 h 8"/>
                            <a:gd name="T2" fmla="*/ 5 w 9"/>
                            <a:gd name="T3" fmla="*/ 0 h 8"/>
                            <a:gd name="T4" fmla="*/ 3 w 9"/>
                            <a:gd name="T5" fmla="*/ 0 h 8"/>
                            <a:gd name="T6" fmla="*/ 2 w 9"/>
                            <a:gd name="T7" fmla="*/ 0 h 8"/>
                            <a:gd name="T8" fmla="*/ 0 w 9"/>
                            <a:gd name="T9" fmla="*/ 1 h 8"/>
                            <a:gd name="T10" fmla="*/ 0 w 9"/>
                            <a:gd name="T11" fmla="*/ 3 h 8"/>
                            <a:gd name="T12" fmla="*/ 0 w 9"/>
                            <a:gd name="T13" fmla="*/ 4 h 8"/>
                            <a:gd name="T14" fmla="*/ 0 w 9"/>
                            <a:gd name="T15" fmla="*/ 5 h 8"/>
                            <a:gd name="T16" fmla="*/ 2 w 9"/>
                            <a:gd name="T17" fmla="*/ 7 h 8"/>
                            <a:gd name="T18" fmla="*/ 2 w 9"/>
                            <a:gd name="T19" fmla="*/ 7 h 8"/>
                            <a:gd name="T20" fmla="*/ 3 w 9"/>
                            <a:gd name="T21" fmla="*/ 8 h 8"/>
                            <a:gd name="T22" fmla="*/ 5 w 9"/>
                            <a:gd name="T23" fmla="*/ 8 h 8"/>
                            <a:gd name="T24" fmla="*/ 6 w 9"/>
                            <a:gd name="T25" fmla="*/ 7 h 8"/>
                            <a:gd name="T26" fmla="*/ 8 w 9"/>
                            <a:gd name="T27" fmla="*/ 5 h 8"/>
                            <a:gd name="T28" fmla="*/ 9 w 9"/>
                            <a:gd name="T29" fmla="*/ 4 h 8"/>
                            <a:gd name="T30" fmla="*/ 9 w 9"/>
                            <a:gd name="T31" fmla="*/ 3 h 8"/>
                            <a:gd name="T32" fmla="*/ 8 w 9"/>
                            <a:gd name="T33" fmla="*/ 1 h 8"/>
                            <a:gd name="T34" fmla="*/ 6 w 9"/>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6" y="0"/>
                              </a:moveTo>
                              <a:lnTo>
                                <a:pt x="5" y="0"/>
                              </a:lnTo>
                              <a:lnTo>
                                <a:pt x="3" y="0"/>
                              </a:lnTo>
                              <a:lnTo>
                                <a:pt x="2" y="0"/>
                              </a:lnTo>
                              <a:lnTo>
                                <a:pt x="0" y="1"/>
                              </a:lnTo>
                              <a:lnTo>
                                <a:pt x="0" y="3"/>
                              </a:lnTo>
                              <a:lnTo>
                                <a:pt x="0" y="4"/>
                              </a:lnTo>
                              <a:lnTo>
                                <a:pt x="0" y="5"/>
                              </a:lnTo>
                              <a:lnTo>
                                <a:pt x="2" y="7"/>
                              </a:lnTo>
                              <a:lnTo>
                                <a:pt x="3" y="8"/>
                              </a:lnTo>
                              <a:lnTo>
                                <a:pt x="5" y="8"/>
                              </a:lnTo>
                              <a:lnTo>
                                <a:pt x="6" y="7"/>
                              </a:lnTo>
                              <a:lnTo>
                                <a:pt x="8" y="5"/>
                              </a:lnTo>
                              <a:lnTo>
                                <a:pt x="9" y="4"/>
                              </a:lnTo>
                              <a:lnTo>
                                <a:pt x="9" y="3"/>
                              </a:lnTo>
                              <a:lnTo>
                                <a:pt x="8" y="1"/>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84" name="Freeform 291"/>
                        <p:cNvSpPr>
                          <a:spLocks/>
                        </p:cNvSpPr>
                        <p:nvPr/>
                      </p:nvSpPr>
                      <p:spPr bwMode="auto">
                        <a:xfrm>
                          <a:off x="3978" y="2245"/>
                          <a:ext cx="9" cy="9"/>
                        </a:xfrm>
                        <a:custGeom>
                          <a:avLst/>
                          <a:gdLst>
                            <a:gd name="T0" fmla="*/ 8 w 9"/>
                            <a:gd name="T1" fmla="*/ 0 h 9"/>
                            <a:gd name="T2" fmla="*/ 6 w 9"/>
                            <a:gd name="T3" fmla="*/ 0 h 9"/>
                            <a:gd name="T4" fmla="*/ 5 w 9"/>
                            <a:gd name="T5" fmla="*/ 0 h 9"/>
                            <a:gd name="T6" fmla="*/ 3 w 9"/>
                            <a:gd name="T7" fmla="*/ 0 h 9"/>
                            <a:gd name="T8" fmla="*/ 2 w 9"/>
                            <a:gd name="T9" fmla="*/ 2 h 9"/>
                            <a:gd name="T10" fmla="*/ 0 w 9"/>
                            <a:gd name="T11" fmla="*/ 3 h 9"/>
                            <a:gd name="T12" fmla="*/ 0 w 9"/>
                            <a:gd name="T13" fmla="*/ 5 h 9"/>
                            <a:gd name="T14" fmla="*/ 2 w 9"/>
                            <a:gd name="T15" fmla="*/ 6 h 9"/>
                            <a:gd name="T16" fmla="*/ 3 w 9"/>
                            <a:gd name="T17" fmla="*/ 7 h 9"/>
                            <a:gd name="T18" fmla="*/ 3 w 9"/>
                            <a:gd name="T19" fmla="*/ 7 h 9"/>
                            <a:gd name="T20" fmla="*/ 5 w 9"/>
                            <a:gd name="T21" fmla="*/ 9 h 9"/>
                            <a:gd name="T22" fmla="*/ 6 w 9"/>
                            <a:gd name="T23" fmla="*/ 9 h 9"/>
                            <a:gd name="T24" fmla="*/ 8 w 9"/>
                            <a:gd name="T25" fmla="*/ 7 h 9"/>
                            <a:gd name="T26" fmla="*/ 9 w 9"/>
                            <a:gd name="T27" fmla="*/ 6 h 9"/>
                            <a:gd name="T28" fmla="*/ 9 w 9"/>
                            <a:gd name="T29" fmla="*/ 5 h 9"/>
                            <a:gd name="T30" fmla="*/ 9 w 9"/>
                            <a:gd name="T31" fmla="*/ 3 h 9"/>
                            <a:gd name="T32" fmla="*/ 9 w 9"/>
                            <a:gd name="T33" fmla="*/ 2 h 9"/>
                            <a:gd name="T34" fmla="*/ 8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8" y="0"/>
                              </a:moveTo>
                              <a:lnTo>
                                <a:pt x="6" y="0"/>
                              </a:lnTo>
                              <a:lnTo>
                                <a:pt x="5" y="0"/>
                              </a:lnTo>
                              <a:lnTo>
                                <a:pt x="3" y="0"/>
                              </a:lnTo>
                              <a:lnTo>
                                <a:pt x="2" y="2"/>
                              </a:lnTo>
                              <a:lnTo>
                                <a:pt x="0" y="3"/>
                              </a:lnTo>
                              <a:lnTo>
                                <a:pt x="0" y="5"/>
                              </a:lnTo>
                              <a:lnTo>
                                <a:pt x="2" y="6"/>
                              </a:lnTo>
                              <a:lnTo>
                                <a:pt x="3" y="7"/>
                              </a:lnTo>
                              <a:lnTo>
                                <a:pt x="5" y="9"/>
                              </a:lnTo>
                              <a:lnTo>
                                <a:pt x="6" y="9"/>
                              </a:lnTo>
                              <a:lnTo>
                                <a:pt x="8" y="7"/>
                              </a:lnTo>
                              <a:lnTo>
                                <a:pt x="9" y="6"/>
                              </a:lnTo>
                              <a:lnTo>
                                <a:pt x="9" y="5"/>
                              </a:lnTo>
                              <a:lnTo>
                                <a:pt x="9" y="3"/>
                              </a:lnTo>
                              <a:lnTo>
                                <a:pt x="9" y="2"/>
                              </a:lnTo>
                              <a:lnTo>
                                <a:pt x="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grpSp>
                  <p:grpSp>
                    <p:nvGrpSpPr>
                      <p:cNvPr id="34" name="Group 33"/>
                      <p:cNvGrpSpPr/>
                      <p:nvPr/>
                    </p:nvGrpSpPr>
                    <p:grpSpPr>
                      <a:xfrm>
                        <a:off x="2165350" y="2533650"/>
                        <a:ext cx="5284788" cy="1771650"/>
                        <a:chOff x="2165350" y="2533650"/>
                        <a:chExt cx="5284788" cy="1771650"/>
                      </a:xfrm>
                    </p:grpSpPr>
                    <p:grpSp>
                      <p:nvGrpSpPr>
                        <p:cNvPr id="35" name="Group 238"/>
                        <p:cNvGrpSpPr>
                          <a:grpSpLocks/>
                        </p:cNvGrpSpPr>
                        <p:nvPr/>
                      </p:nvGrpSpPr>
                      <p:grpSpPr bwMode="auto">
                        <a:xfrm>
                          <a:off x="5707063" y="3087688"/>
                          <a:ext cx="546100" cy="122237"/>
                          <a:chOff x="3607" y="1897"/>
                          <a:chExt cx="344" cy="77"/>
                        </a:xfrm>
                      </p:grpSpPr>
                      <p:sp>
                        <p:nvSpPr>
                          <p:cNvPr id="233" name="Freeform 239"/>
                          <p:cNvSpPr>
                            <a:spLocks/>
                          </p:cNvSpPr>
                          <p:nvPr/>
                        </p:nvSpPr>
                        <p:spPr bwMode="auto">
                          <a:xfrm>
                            <a:off x="3607" y="1897"/>
                            <a:ext cx="8" cy="8"/>
                          </a:xfrm>
                          <a:custGeom>
                            <a:avLst/>
                            <a:gdLst>
                              <a:gd name="T0" fmla="*/ 5 w 8"/>
                              <a:gd name="T1" fmla="*/ 0 h 8"/>
                              <a:gd name="T2" fmla="*/ 4 w 8"/>
                              <a:gd name="T3" fmla="*/ 0 h 8"/>
                              <a:gd name="T4" fmla="*/ 3 w 8"/>
                              <a:gd name="T5" fmla="*/ 1 h 8"/>
                              <a:gd name="T6" fmla="*/ 1 w 8"/>
                              <a:gd name="T7" fmla="*/ 2 h 8"/>
                              <a:gd name="T8" fmla="*/ 0 w 8"/>
                              <a:gd name="T9" fmla="*/ 4 h 8"/>
                              <a:gd name="T10" fmla="*/ 0 w 8"/>
                              <a:gd name="T11" fmla="*/ 4 h 8"/>
                              <a:gd name="T12" fmla="*/ 1 w 8"/>
                              <a:gd name="T13" fmla="*/ 5 h 8"/>
                              <a:gd name="T14" fmla="*/ 3 w 8"/>
                              <a:gd name="T15" fmla="*/ 7 h 8"/>
                              <a:gd name="T16" fmla="*/ 4 w 8"/>
                              <a:gd name="T17" fmla="*/ 8 h 8"/>
                              <a:gd name="T18" fmla="*/ 4 w 8"/>
                              <a:gd name="T19" fmla="*/ 8 h 8"/>
                              <a:gd name="T20" fmla="*/ 4 w 8"/>
                              <a:gd name="T21" fmla="*/ 8 h 8"/>
                              <a:gd name="T22" fmla="*/ 5 w 8"/>
                              <a:gd name="T23" fmla="*/ 7 h 8"/>
                              <a:gd name="T24" fmla="*/ 7 w 8"/>
                              <a:gd name="T25" fmla="*/ 5 h 8"/>
                              <a:gd name="T26" fmla="*/ 8 w 8"/>
                              <a:gd name="T27" fmla="*/ 4 h 8"/>
                              <a:gd name="T28" fmla="*/ 8 w 8"/>
                              <a:gd name="T29" fmla="*/ 4 h 8"/>
                              <a:gd name="T30" fmla="*/ 7 w 8"/>
                              <a:gd name="T31" fmla="*/ 2 h 8"/>
                              <a:gd name="T32" fmla="*/ 5 w 8"/>
                              <a:gd name="T33" fmla="*/ 1 h 8"/>
                              <a:gd name="T34" fmla="*/ 5 w 8"/>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8"/>
                              <a:gd name="T56" fmla="*/ 8 w 8"/>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8">
                                <a:moveTo>
                                  <a:pt x="5" y="0"/>
                                </a:moveTo>
                                <a:lnTo>
                                  <a:pt x="4" y="0"/>
                                </a:lnTo>
                                <a:lnTo>
                                  <a:pt x="3" y="1"/>
                                </a:lnTo>
                                <a:lnTo>
                                  <a:pt x="1" y="2"/>
                                </a:lnTo>
                                <a:lnTo>
                                  <a:pt x="0" y="4"/>
                                </a:lnTo>
                                <a:lnTo>
                                  <a:pt x="1" y="5"/>
                                </a:lnTo>
                                <a:lnTo>
                                  <a:pt x="3" y="7"/>
                                </a:lnTo>
                                <a:lnTo>
                                  <a:pt x="4" y="8"/>
                                </a:lnTo>
                                <a:lnTo>
                                  <a:pt x="5" y="7"/>
                                </a:lnTo>
                                <a:lnTo>
                                  <a:pt x="7" y="5"/>
                                </a:lnTo>
                                <a:lnTo>
                                  <a:pt x="8" y="4"/>
                                </a:lnTo>
                                <a:lnTo>
                                  <a:pt x="7" y="2"/>
                                </a:lnTo>
                                <a:lnTo>
                                  <a:pt x="5"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34" name="Freeform 240"/>
                          <p:cNvSpPr>
                            <a:spLocks/>
                          </p:cNvSpPr>
                          <p:nvPr/>
                        </p:nvSpPr>
                        <p:spPr bwMode="auto">
                          <a:xfrm>
                            <a:off x="3623" y="1904"/>
                            <a:ext cx="8" cy="9"/>
                          </a:xfrm>
                          <a:custGeom>
                            <a:avLst/>
                            <a:gdLst>
                              <a:gd name="T0" fmla="*/ 5 w 8"/>
                              <a:gd name="T1" fmla="*/ 1 h 9"/>
                              <a:gd name="T2" fmla="*/ 4 w 8"/>
                              <a:gd name="T3" fmla="*/ 0 h 9"/>
                              <a:gd name="T4" fmla="*/ 3 w 8"/>
                              <a:gd name="T5" fmla="*/ 0 h 9"/>
                              <a:gd name="T6" fmla="*/ 1 w 8"/>
                              <a:gd name="T7" fmla="*/ 1 h 9"/>
                              <a:gd name="T8" fmla="*/ 0 w 8"/>
                              <a:gd name="T9" fmla="*/ 3 h 9"/>
                              <a:gd name="T10" fmla="*/ 0 w 8"/>
                              <a:gd name="T11" fmla="*/ 4 h 9"/>
                              <a:gd name="T12" fmla="*/ 0 w 8"/>
                              <a:gd name="T13" fmla="*/ 6 h 9"/>
                              <a:gd name="T14" fmla="*/ 0 w 8"/>
                              <a:gd name="T15" fmla="*/ 7 h 9"/>
                              <a:gd name="T16" fmla="*/ 1 w 8"/>
                              <a:gd name="T17" fmla="*/ 9 h 9"/>
                              <a:gd name="T18" fmla="*/ 1 w 8"/>
                              <a:gd name="T19" fmla="*/ 9 h 9"/>
                              <a:gd name="T20" fmla="*/ 3 w 8"/>
                              <a:gd name="T21" fmla="*/ 9 h 9"/>
                              <a:gd name="T22" fmla="*/ 4 w 8"/>
                              <a:gd name="T23" fmla="*/ 9 h 9"/>
                              <a:gd name="T24" fmla="*/ 5 w 8"/>
                              <a:gd name="T25" fmla="*/ 9 h 9"/>
                              <a:gd name="T26" fmla="*/ 7 w 8"/>
                              <a:gd name="T27" fmla="*/ 7 h 9"/>
                              <a:gd name="T28" fmla="*/ 8 w 8"/>
                              <a:gd name="T29" fmla="*/ 6 h 9"/>
                              <a:gd name="T30" fmla="*/ 8 w 8"/>
                              <a:gd name="T31" fmla="*/ 4 h 9"/>
                              <a:gd name="T32" fmla="*/ 7 w 8"/>
                              <a:gd name="T33" fmla="*/ 3 h 9"/>
                              <a:gd name="T34" fmla="*/ 5 w 8"/>
                              <a:gd name="T35" fmla="*/ 1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5" y="1"/>
                                </a:moveTo>
                                <a:lnTo>
                                  <a:pt x="4" y="0"/>
                                </a:lnTo>
                                <a:lnTo>
                                  <a:pt x="3" y="0"/>
                                </a:lnTo>
                                <a:lnTo>
                                  <a:pt x="1" y="1"/>
                                </a:lnTo>
                                <a:lnTo>
                                  <a:pt x="0" y="3"/>
                                </a:lnTo>
                                <a:lnTo>
                                  <a:pt x="0" y="4"/>
                                </a:lnTo>
                                <a:lnTo>
                                  <a:pt x="0" y="6"/>
                                </a:lnTo>
                                <a:lnTo>
                                  <a:pt x="0" y="7"/>
                                </a:lnTo>
                                <a:lnTo>
                                  <a:pt x="1" y="9"/>
                                </a:lnTo>
                                <a:lnTo>
                                  <a:pt x="3" y="9"/>
                                </a:lnTo>
                                <a:lnTo>
                                  <a:pt x="4" y="9"/>
                                </a:lnTo>
                                <a:lnTo>
                                  <a:pt x="5" y="9"/>
                                </a:lnTo>
                                <a:lnTo>
                                  <a:pt x="7" y="7"/>
                                </a:lnTo>
                                <a:lnTo>
                                  <a:pt x="8" y="6"/>
                                </a:lnTo>
                                <a:lnTo>
                                  <a:pt x="8" y="4"/>
                                </a:lnTo>
                                <a:lnTo>
                                  <a:pt x="7" y="3"/>
                                </a:lnTo>
                                <a:lnTo>
                                  <a:pt x="5"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35" name="Freeform 241"/>
                          <p:cNvSpPr>
                            <a:spLocks/>
                          </p:cNvSpPr>
                          <p:nvPr/>
                        </p:nvSpPr>
                        <p:spPr bwMode="auto">
                          <a:xfrm>
                            <a:off x="3637" y="1913"/>
                            <a:ext cx="9" cy="8"/>
                          </a:xfrm>
                          <a:custGeom>
                            <a:avLst/>
                            <a:gdLst>
                              <a:gd name="T0" fmla="*/ 7 w 9"/>
                              <a:gd name="T1" fmla="*/ 1 h 8"/>
                              <a:gd name="T2" fmla="*/ 6 w 9"/>
                              <a:gd name="T3" fmla="*/ 0 h 8"/>
                              <a:gd name="T4" fmla="*/ 4 w 9"/>
                              <a:gd name="T5" fmla="*/ 0 h 8"/>
                              <a:gd name="T6" fmla="*/ 3 w 9"/>
                              <a:gd name="T7" fmla="*/ 1 h 8"/>
                              <a:gd name="T8" fmla="*/ 2 w 9"/>
                              <a:gd name="T9" fmla="*/ 2 h 8"/>
                              <a:gd name="T10" fmla="*/ 0 w 9"/>
                              <a:gd name="T11" fmla="*/ 4 h 8"/>
                              <a:gd name="T12" fmla="*/ 0 w 9"/>
                              <a:gd name="T13" fmla="*/ 5 h 8"/>
                              <a:gd name="T14" fmla="*/ 2 w 9"/>
                              <a:gd name="T15" fmla="*/ 7 h 8"/>
                              <a:gd name="T16" fmla="*/ 3 w 9"/>
                              <a:gd name="T17" fmla="*/ 8 h 8"/>
                              <a:gd name="T18" fmla="*/ 3 w 9"/>
                              <a:gd name="T19" fmla="*/ 8 h 8"/>
                              <a:gd name="T20" fmla="*/ 4 w 9"/>
                              <a:gd name="T21" fmla="*/ 8 h 8"/>
                              <a:gd name="T22" fmla="*/ 6 w 9"/>
                              <a:gd name="T23" fmla="*/ 8 h 8"/>
                              <a:gd name="T24" fmla="*/ 7 w 9"/>
                              <a:gd name="T25" fmla="*/ 8 h 8"/>
                              <a:gd name="T26" fmla="*/ 9 w 9"/>
                              <a:gd name="T27" fmla="*/ 7 h 8"/>
                              <a:gd name="T28" fmla="*/ 9 w 9"/>
                              <a:gd name="T29" fmla="*/ 5 h 8"/>
                              <a:gd name="T30" fmla="*/ 9 w 9"/>
                              <a:gd name="T31" fmla="*/ 4 h 8"/>
                              <a:gd name="T32" fmla="*/ 9 w 9"/>
                              <a:gd name="T33" fmla="*/ 2 h 8"/>
                              <a:gd name="T34" fmla="*/ 7 w 9"/>
                              <a:gd name="T35" fmla="*/ 1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7" y="1"/>
                                </a:moveTo>
                                <a:lnTo>
                                  <a:pt x="6" y="0"/>
                                </a:lnTo>
                                <a:lnTo>
                                  <a:pt x="4" y="0"/>
                                </a:lnTo>
                                <a:lnTo>
                                  <a:pt x="3" y="1"/>
                                </a:lnTo>
                                <a:lnTo>
                                  <a:pt x="2" y="2"/>
                                </a:lnTo>
                                <a:lnTo>
                                  <a:pt x="0" y="4"/>
                                </a:lnTo>
                                <a:lnTo>
                                  <a:pt x="0" y="5"/>
                                </a:lnTo>
                                <a:lnTo>
                                  <a:pt x="2" y="7"/>
                                </a:lnTo>
                                <a:lnTo>
                                  <a:pt x="3" y="8"/>
                                </a:lnTo>
                                <a:lnTo>
                                  <a:pt x="4" y="8"/>
                                </a:lnTo>
                                <a:lnTo>
                                  <a:pt x="6" y="8"/>
                                </a:lnTo>
                                <a:lnTo>
                                  <a:pt x="7" y="8"/>
                                </a:lnTo>
                                <a:lnTo>
                                  <a:pt x="9" y="7"/>
                                </a:lnTo>
                                <a:lnTo>
                                  <a:pt x="9" y="5"/>
                                </a:lnTo>
                                <a:lnTo>
                                  <a:pt x="9" y="4"/>
                                </a:lnTo>
                                <a:lnTo>
                                  <a:pt x="9" y="2"/>
                                </a:lnTo>
                                <a:lnTo>
                                  <a:pt x="7"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36" name="Freeform 242"/>
                          <p:cNvSpPr>
                            <a:spLocks/>
                          </p:cNvSpPr>
                          <p:nvPr/>
                        </p:nvSpPr>
                        <p:spPr bwMode="auto">
                          <a:xfrm>
                            <a:off x="3653" y="1921"/>
                            <a:ext cx="9" cy="9"/>
                          </a:xfrm>
                          <a:custGeom>
                            <a:avLst/>
                            <a:gdLst>
                              <a:gd name="T0" fmla="*/ 6 w 9"/>
                              <a:gd name="T1" fmla="*/ 2 h 9"/>
                              <a:gd name="T2" fmla="*/ 4 w 9"/>
                              <a:gd name="T3" fmla="*/ 0 h 9"/>
                              <a:gd name="T4" fmla="*/ 3 w 9"/>
                              <a:gd name="T5" fmla="*/ 0 h 9"/>
                              <a:gd name="T6" fmla="*/ 2 w 9"/>
                              <a:gd name="T7" fmla="*/ 2 h 9"/>
                              <a:gd name="T8" fmla="*/ 0 w 9"/>
                              <a:gd name="T9" fmla="*/ 3 h 9"/>
                              <a:gd name="T10" fmla="*/ 0 w 9"/>
                              <a:gd name="T11" fmla="*/ 5 h 9"/>
                              <a:gd name="T12" fmla="*/ 0 w 9"/>
                              <a:gd name="T13" fmla="*/ 6 h 9"/>
                              <a:gd name="T14" fmla="*/ 0 w 9"/>
                              <a:gd name="T15" fmla="*/ 8 h 9"/>
                              <a:gd name="T16" fmla="*/ 2 w 9"/>
                              <a:gd name="T17" fmla="*/ 9 h 9"/>
                              <a:gd name="T18" fmla="*/ 2 w 9"/>
                              <a:gd name="T19" fmla="*/ 9 h 9"/>
                              <a:gd name="T20" fmla="*/ 3 w 9"/>
                              <a:gd name="T21" fmla="*/ 9 h 9"/>
                              <a:gd name="T22" fmla="*/ 4 w 9"/>
                              <a:gd name="T23" fmla="*/ 9 h 9"/>
                              <a:gd name="T24" fmla="*/ 6 w 9"/>
                              <a:gd name="T25" fmla="*/ 9 h 9"/>
                              <a:gd name="T26" fmla="*/ 7 w 9"/>
                              <a:gd name="T27" fmla="*/ 8 h 9"/>
                              <a:gd name="T28" fmla="*/ 9 w 9"/>
                              <a:gd name="T29" fmla="*/ 6 h 9"/>
                              <a:gd name="T30" fmla="*/ 9 w 9"/>
                              <a:gd name="T31" fmla="*/ 5 h 9"/>
                              <a:gd name="T32" fmla="*/ 7 w 9"/>
                              <a:gd name="T33" fmla="*/ 3 h 9"/>
                              <a:gd name="T34" fmla="*/ 6 w 9"/>
                              <a:gd name="T35" fmla="*/ 2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6" y="2"/>
                                </a:moveTo>
                                <a:lnTo>
                                  <a:pt x="4" y="0"/>
                                </a:lnTo>
                                <a:lnTo>
                                  <a:pt x="3" y="0"/>
                                </a:lnTo>
                                <a:lnTo>
                                  <a:pt x="2" y="2"/>
                                </a:lnTo>
                                <a:lnTo>
                                  <a:pt x="0" y="3"/>
                                </a:lnTo>
                                <a:lnTo>
                                  <a:pt x="0" y="5"/>
                                </a:lnTo>
                                <a:lnTo>
                                  <a:pt x="0" y="6"/>
                                </a:lnTo>
                                <a:lnTo>
                                  <a:pt x="0" y="8"/>
                                </a:lnTo>
                                <a:lnTo>
                                  <a:pt x="2" y="9"/>
                                </a:lnTo>
                                <a:lnTo>
                                  <a:pt x="3" y="9"/>
                                </a:lnTo>
                                <a:lnTo>
                                  <a:pt x="4" y="9"/>
                                </a:lnTo>
                                <a:lnTo>
                                  <a:pt x="6" y="9"/>
                                </a:lnTo>
                                <a:lnTo>
                                  <a:pt x="7" y="8"/>
                                </a:lnTo>
                                <a:lnTo>
                                  <a:pt x="9" y="6"/>
                                </a:lnTo>
                                <a:lnTo>
                                  <a:pt x="9" y="5"/>
                                </a:lnTo>
                                <a:lnTo>
                                  <a:pt x="7" y="3"/>
                                </a:lnTo>
                                <a:lnTo>
                                  <a:pt x="6"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37" name="Freeform 243"/>
                          <p:cNvSpPr>
                            <a:spLocks/>
                          </p:cNvSpPr>
                          <p:nvPr/>
                        </p:nvSpPr>
                        <p:spPr bwMode="auto">
                          <a:xfrm>
                            <a:off x="3668" y="1930"/>
                            <a:ext cx="8" cy="9"/>
                          </a:xfrm>
                          <a:custGeom>
                            <a:avLst/>
                            <a:gdLst>
                              <a:gd name="T0" fmla="*/ 7 w 8"/>
                              <a:gd name="T1" fmla="*/ 1 h 9"/>
                              <a:gd name="T2" fmla="*/ 5 w 8"/>
                              <a:gd name="T3" fmla="*/ 0 h 9"/>
                              <a:gd name="T4" fmla="*/ 4 w 8"/>
                              <a:gd name="T5" fmla="*/ 0 h 9"/>
                              <a:gd name="T6" fmla="*/ 3 w 8"/>
                              <a:gd name="T7" fmla="*/ 1 h 9"/>
                              <a:gd name="T8" fmla="*/ 1 w 8"/>
                              <a:gd name="T9" fmla="*/ 3 h 9"/>
                              <a:gd name="T10" fmla="*/ 0 w 8"/>
                              <a:gd name="T11" fmla="*/ 4 h 9"/>
                              <a:gd name="T12" fmla="*/ 0 w 8"/>
                              <a:gd name="T13" fmla="*/ 6 h 9"/>
                              <a:gd name="T14" fmla="*/ 1 w 8"/>
                              <a:gd name="T15" fmla="*/ 7 h 9"/>
                              <a:gd name="T16" fmla="*/ 3 w 8"/>
                              <a:gd name="T17" fmla="*/ 9 h 9"/>
                              <a:gd name="T18" fmla="*/ 3 w 8"/>
                              <a:gd name="T19" fmla="*/ 9 h 9"/>
                              <a:gd name="T20" fmla="*/ 4 w 8"/>
                              <a:gd name="T21" fmla="*/ 9 h 9"/>
                              <a:gd name="T22" fmla="*/ 5 w 8"/>
                              <a:gd name="T23" fmla="*/ 9 h 9"/>
                              <a:gd name="T24" fmla="*/ 7 w 8"/>
                              <a:gd name="T25" fmla="*/ 9 h 9"/>
                              <a:gd name="T26" fmla="*/ 8 w 8"/>
                              <a:gd name="T27" fmla="*/ 7 h 9"/>
                              <a:gd name="T28" fmla="*/ 8 w 8"/>
                              <a:gd name="T29" fmla="*/ 6 h 9"/>
                              <a:gd name="T30" fmla="*/ 8 w 8"/>
                              <a:gd name="T31" fmla="*/ 4 h 9"/>
                              <a:gd name="T32" fmla="*/ 8 w 8"/>
                              <a:gd name="T33" fmla="*/ 3 h 9"/>
                              <a:gd name="T34" fmla="*/ 7 w 8"/>
                              <a:gd name="T35" fmla="*/ 1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7" y="1"/>
                                </a:moveTo>
                                <a:lnTo>
                                  <a:pt x="5" y="0"/>
                                </a:lnTo>
                                <a:lnTo>
                                  <a:pt x="4" y="0"/>
                                </a:lnTo>
                                <a:lnTo>
                                  <a:pt x="3" y="1"/>
                                </a:lnTo>
                                <a:lnTo>
                                  <a:pt x="1" y="3"/>
                                </a:lnTo>
                                <a:lnTo>
                                  <a:pt x="0" y="4"/>
                                </a:lnTo>
                                <a:lnTo>
                                  <a:pt x="0" y="6"/>
                                </a:lnTo>
                                <a:lnTo>
                                  <a:pt x="1" y="7"/>
                                </a:lnTo>
                                <a:lnTo>
                                  <a:pt x="3" y="9"/>
                                </a:lnTo>
                                <a:lnTo>
                                  <a:pt x="4" y="9"/>
                                </a:lnTo>
                                <a:lnTo>
                                  <a:pt x="5" y="9"/>
                                </a:lnTo>
                                <a:lnTo>
                                  <a:pt x="7" y="9"/>
                                </a:lnTo>
                                <a:lnTo>
                                  <a:pt x="8" y="7"/>
                                </a:lnTo>
                                <a:lnTo>
                                  <a:pt x="8" y="6"/>
                                </a:lnTo>
                                <a:lnTo>
                                  <a:pt x="8" y="4"/>
                                </a:lnTo>
                                <a:lnTo>
                                  <a:pt x="8" y="3"/>
                                </a:lnTo>
                                <a:lnTo>
                                  <a:pt x="7"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38" name="Freeform 244"/>
                          <p:cNvSpPr>
                            <a:spLocks/>
                          </p:cNvSpPr>
                          <p:nvPr/>
                        </p:nvSpPr>
                        <p:spPr bwMode="auto">
                          <a:xfrm>
                            <a:off x="3684" y="1939"/>
                            <a:ext cx="8" cy="8"/>
                          </a:xfrm>
                          <a:custGeom>
                            <a:avLst/>
                            <a:gdLst>
                              <a:gd name="T0" fmla="*/ 4 w 8"/>
                              <a:gd name="T1" fmla="*/ 0 h 8"/>
                              <a:gd name="T2" fmla="*/ 3 w 8"/>
                              <a:gd name="T3" fmla="*/ 0 h 8"/>
                              <a:gd name="T4" fmla="*/ 1 w 8"/>
                              <a:gd name="T5" fmla="*/ 0 h 8"/>
                              <a:gd name="T6" fmla="*/ 0 w 8"/>
                              <a:gd name="T7" fmla="*/ 1 h 8"/>
                              <a:gd name="T8" fmla="*/ 0 w 8"/>
                              <a:gd name="T9" fmla="*/ 3 h 8"/>
                              <a:gd name="T10" fmla="*/ 0 w 8"/>
                              <a:gd name="T11" fmla="*/ 4 h 8"/>
                              <a:gd name="T12" fmla="*/ 0 w 8"/>
                              <a:gd name="T13" fmla="*/ 5 h 8"/>
                              <a:gd name="T14" fmla="*/ 1 w 8"/>
                              <a:gd name="T15" fmla="*/ 7 h 8"/>
                              <a:gd name="T16" fmla="*/ 3 w 8"/>
                              <a:gd name="T17" fmla="*/ 8 h 8"/>
                              <a:gd name="T18" fmla="*/ 3 w 8"/>
                              <a:gd name="T19" fmla="*/ 8 h 8"/>
                              <a:gd name="T20" fmla="*/ 4 w 8"/>
                              <a:gd name="T21" fmla="*/ 8 h 8"/>
                              <a:gd name="T22" fmla="*/ 5 w 8"/>
                              <a:gd name="T23" fmla="*/ 7 h 8"/>
                              <a:gd name="T24" fmla="*/ 7 w 8"/>
                              <a:gd name="T25" fmla="*/ 5 h 8"/>
                              <a:gd name="T26" fmla="*/ 8 w 8"/>
                              <a:gd name="T27" fmla="*/ 4 h 8"/>
                              <a:gd name="T28" fmla="*/ 8 w 8"/>
                              <a:gd name="T29" fmla="*/ 3 h 8"/>
                              <a:gd name="T30" fmla="*/ 7 w 8"/>
                              <a:gd name="T31" fmla="*/ 1 h 8"/>
                              <a:gd name="T32" fmla="*/ 5 w 8"/>
                              <a:gd name="T33" fmla="*/ 0 h 8"/>
                              <a:gd name="T34" fmla="*/ 4 w 8"/>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8"/>
                              <a:gd name="T56" fmla="*/ 8 w 8"/>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8">
                                <a:moveTo>
                                  <a:pt x="4" y="0"/>
                                </a:moveTo>
                                <a:lnTo>
                                  <a:pt x="3" y="0"/>
                                </a:lnTo>
                                <a:lnTo>
                                  <a:pt x="1" y="0"/>
                                </a:lnTo>
                                <a:lnTo>
                                  <a:pt x="0" y="1"/>
                                </a:lnTo>
                                <a:lnTo>
                                  <a:pt x="0" y="3"/>
                                </a:lnTo>
                                <a:lnTo>
                                  <a:pt x="0" y="4"/>
                                </a:lnTo>
                                <a:lnTo>
                                  <a:pt x="0" y="5"/>
                                </a:lnTo>
                                <a:lnTo>
                                  <a:pt x="1" y="7"/>
                                </a:lnTo>
                                <a:lnTo>
                                  <a:pt x="3" y="8"/>
                                </a:lnTo>
                                <a:lnTo>
                                  <a:pt x="4" y="8"/>
                                </a:lnTo>
                                <a:lnTo>
                                  <a:pt x="5" y="7"/>
                                </a:lnTo>
                                <a:lnTo>
                                  <a:pt x="7" y="5"/>
                                </a:lnTo>
                                <a:lnTo>
                                  <a:pt x="8" y="4"/>
                                </a:lnTo>
                                <a:lnTo>
                                  <a:pt x="8" y="3"/>
                                </a:lnTo>
                                <a:lnTo>
                                  <a:pt x="7" y="1"/>
                                </a:lnTo>
                                <a:lnTo>
                                  <a:pt x="5"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39" name="Freeform 245"/>
                          <p:cNvSpPr>
                            <a:spLocks/>
                          </p:cNvSpPr>
                          <p:nvPr/>
                        </p:nvSpPr>
                        <p:spPr bwMode="auto">
                          <a:xfrm>
                            <a:off x="3700" y="1946"/>
                            <a:ext cx="8" cy="9"/>
                          </a:xfrm>
                          <a:custGeom>
                            <a:avLst/>
                            <a:gdLst>
                              <a:gd name="T0" fmla="*/ 4 w 8"/>
                              <a:gd name="T1" fmla="*/ 0 h 9"/>
                              <a:gd name="T2" fmla="*/ 2 w 8"/>
                              <a:gd name="T3" fmla="*/ 0 h 9"/>
                              <a:gd name="T4" fmla="*/ 1 w 8"/>
                              <a:gd name="T5" fmla="*/ 0 h 9"/>
                              <a:gd name="T6" fmla="*/ 0 w 8"/>
                              <a:gd name="T7" fmla="*/ 1 h 9"/>
                              <a:gd name="T8" fmla="*/ 0 w 8"/>
                              <a:gd name="T9" fmla="*/ 3 h 9"/>
                              <a:gd name="T10" fmla="*/ 0 w 8"/>
                              <a:gd name="T11" fmla="*/ 4 h 9"/>
                              <a:gd name="T12" fmla="*/ 0 w 8"/>
                              <a:gd name="T13" fmla="*/ 6 h 9"/>
                              <a:gd name="T14" fmla="*/ 1 w 8"/>
                              <a:gd name="T15" fmla="*/ 7 h 9"/>
                              <a:gd name="T16" fmla="*/ 2 w 8"/>
                              <a:gd name="T17" fmla="*/ 9 h 9"/>
                              <a:gd name="T18" fmla="*/ 2 w 8"/>
                              <a:gd name="T19" fmla="*/ 9 h 9"/>
                              <a:gd name="T20" fmla="*/ 4 w 8"/>
                              <a:gd name="T21" fmla="*/ 9 h 9"/>
                              <a:gd name="T22" fmla="*/ 5 w 8"/>
                              <a:gd name="T23" fmla="*/ 7 h 9"/>
                              <a:gd name="T24" fmla="*/ 7 w 8"/>
                              <a:gd name="T25" fmla="*/ 6 h 9"/>
                              <a:gd name="T26" fmla="*/ 8 w 8"/>
                              <a:gd name="T27" fmla="*/ 4 h 9"/>
                              <a:gd name="T28" fmla="*/ 8 w 8"/>
                              <a:gd name="T29" fmla="*/ 3 h 9"/>
                              <a:gd name="T30" fmla="*/ 7 w 8"/>
                              <a:gd name="T31" fmla="*/ 1 h 9"/>
                              <a:gd name="T32" fmla="*/ 5 w 8"/>
                              <a:gd name="T33" fmla="*/ 0 h 9"/>
                              <a:gd name="T34" fmla="*/ 4 w 8"/>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4" y="0"/>
                                </a:moveTo>
                                <a:lnTo>
                                  <a:pt x="2" y="0"/>
                                </a:lnTo>
                                <a:lnTo>
                                  <a:pt x="1" y="0"/>
                                </a:lnTo>
                                <a:lnTo>
                                  <a:pt x="0" y="1"/>
                                </a:lnTo>
                                <a:lnTo>
                                  <a:pt x="0" y="3"/>
                                </a:lnTo>
                                <a:lnTo>
                                  <a:pt x="0" y="4"/>
                                </a:lnTo>
                                <a:lnTo>
                                  <a:pt x="0" y="6"/>
                                </a:lnTo>
                                <a:lnTo>
                                  <a:pt x="1" y="7"/>
                                </a:lnTo>
                                <a:lnTo>
                                  <a:pt x="2" y="9"/>
                                </a:lnTo>
                                <a:lnTo>
                                  <a:pt x="4" y="9"/>
                                </a:lnTo>
                                <a:lnTo>
                                  <a:pt x="5" y="7"/>
                                </a:lnTo>
                                <a:lnTo>
                                  <a:pt x="7" y="6"/>
                                </a:lnTo>
                                <a:lnTo>
                                  <a:pt x="8" y="4"/>
                                </a:lnTo>
                                <a:lnTo>
                                  <a:pt x="8" y="3"/>
                                </a:lnTo>
                                <a:lnTo>
                                  <a:pt x="7" y="1"/>
                                </a:lnTo>
                                <a:lnTo>
                                  <a:pt x="5"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40" name="Freeform 246"/>
                          <p:cNvSpPr>
                            <a:spLocks/>
                          </p:cNvSpPr>
                          <p:nvPr/>
                        </p:nvSpPr>
                        <p:spPr bwMode="auto">
                          <a:xfrm>
                            <a:off x="3716" y="1952"/>
                            <a:ext cx="8" cy="8"/>
                          </a:xfrm>
                          <a:custGeom>
                            <a:avLst/>
                            <a:gdLst>
                              <a:gd name="T0" fmla="*/ 4 w 8"/>
                              <a:gd name="T1" fmla="*/ 0 h 8"/>
                              <a:gd name="T2" fmla="*/ 2 w 8"/>
                              <a:gd name="T3" fmla="*/ 0 h 8"/>
                              <a:gd name="T4" fmla="*/ 1 w 8"/>
                              <a:gd name="T5" fmla="*/ 1 h 8"/>
                              <a:gd name="T6" fmla="*/ 0 w 8"/>
                              <a:gd name="T7" fmla="*/ 3 h 8"/>
                              <a:gd name="T8" fmla="*/ 0 w 8"/>
                              <a:gd name="T9" fmla="*/ 4 h 8"/>
                              <a:gd name="T10" fmla="*/ 0 w 8"/>
                              <a:gd name="T11" fmla="*/ 6 h 8"/>
                              <a:gd name="T12" fmla="*/ 0 w 8"/>
                              <a:gd name="T13" fmla="*/ 7 h 8"/>
                              <a:gd name="T14" fmla="*/ 1 w 8"/>
                              <a:gd name="T15" fmla="*/ 8 h 8"/>
                              <a:gd name="T16" fmla="*/ 2 w 8"/>
                              <a:gd name="T17" fmla="*/ 8 h 8"/>
                              <a:gd name="T18" fmla="*/ 2 w 8"/>
                              <a:gd name="T19" fmla="*/ 8 h 8"/>
                              <a:gd name="T20" fmla="*/ 4 w 8"/>
                              <a:gd name="T21" fmla="*/ 8 h 8"/>
                              <a:gd name="T22" fmla="*/ 5 w 8"/>
                              <a:gd name="T23" fmla="*/ 8 h 8"/>
                              <a:gd name="T24" fmla="*/ 7 w 8"/>
                              <a:gd name="T25" fmla="*/ 7 h 8"/>
                              <a:gd name="T26" fmla="*/ 8 w 8"/>
                              <a:gd name="T27" fmla="*/ 6 h 8"/>
                              <a:gd name="T28" fmla="*/ 8 w 8"/>
                              <a:gd name="T29" fmla="*/ 4 h 8"/>
                              <a:gd name="T30" fmla="*/ 7 w 8"/>
                              <a:gd name="T31" fmla="*/ 3 h 8"/>
                              <a:gd name="T32" fmla="*/ 5 w 8"/>
                              <a:gd name="T33" fmla="*/ 1 h 8"/>
                              <a:gd name="T34" fmla="*/ 4 w 8"/>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8"/>
                              <a:gd name="T56" fmla="*/ 8 w 8"/>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8">
                                <a:moveTo>
                                  <a:pt x="4" y="0"/>
                                </a:moveTo>
                                <a:lnTo>
                                  <a:pt x="2" y="0"/>
                                </a:lnTo>
                                <a:lnTo>
                                  <a:pt x="1" y="1"/>
                                </a:lnTo>
                                <a:lnTo>
                                  <a:pt x="0" y="3"/>
                                </a:lnTo>
                                <a:lnTo>
                                  <a:pt x="0" y="4"/>
                                </a:lnTo>
                                <a:lnTo>
                                  <a:pt x="0" y="6"/>
                                </a:lnTo>
                                <a:lnTo>
                                  <a:pt x="0" y="7"/>
                                </a:lnTo>
                                <a:lnTo>
                                  <a:pt x="1" y="8"/>
                                </a:lnTo>
                                <a:lnTo>
                                  <a:pt x="2" y="8"/>
                                </a:lnTo>
                                <a:lnTo>
                                  <a:pt x="4" y="8"/>
                                </a:lnTo>
                                <a:lnTo>
                                  <a:pt x="5" y="8"/>
                                </a:lnTo>
                                <a:lnTo>
                                  <a:pt x="7" y="7"/>
                                </a:lnTo>
                                <a:lnTo>
                                  <a:pt x="8" y="6"/>
                                </a:lnTo>
                                <a:lnTo>
                                  <a:pt x="8" y="4"/>
                                </a:lnTo>
                                <a:lnTo>
                                  <a:pt x="7" y="3"/>
                                </a:lnTo>
                                <a:lnTo>
                                  <a:pt x="5" y="1"/>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41" name="Freeform 247"/>
                          <p:cNvSpPr>
                            <a:spLocks/>
                          </p:cNvSpPr>
                          <p:nvPr/>
                        </p:nvSpPr>
                        <p:spPr bwMode="auto">
                          <a:xfrm>
                            <a:off x="3732" y="1959"/>
                            <a:ext cx="8" cy="9"/>
                          </a:xfrm>
                          <a:custGeom>
                            <a:avLst/>
                            <a:gdLst>
                              <a:gd name="T0" fmla="*/ 4 w 8"/>
                              <a:gd name="T1" fmla="*/ 0 h 9"/>
                              <a:gd name="T2" fmla="*/ 2 w 8"/>
                              <a:gd name="T3" fmla="*/ 0 h 9"/>
                              <a:gd name="T4" fmla="*/ 1 w 8"/>
                              <a:gd name="T5" fmla="*/ 0 h 9"/>
                              <a:gd name="T6" fmla="*/ 0 w 8"/>
                              <a:gd name="T7" fmla="*/ 1 h 9"/>
                              <a:gd name="T8" fmla="*/ 0 w 8"/>
                              <a:gd name="T9" fmla="*/ 3 h 9"/>
                              <a:gd name="T10" fmla="*/ 0 w 8"/>
                              <a:gd name="T11" fmla="*/ 4 h 9"/>
                              <a:gd name="T12" fmla="*/ 0 w 8"/>
                              <a:gd name="T13" fmla="*/ 6 h 9"/>
                              <a:gd name="T14" fmla="*/ 1 w 8"/>
                              <a:gd name="T15" fmla="*/ 7 h 9"/>
                              <a:gd name="T16" fmla="*/ 2 w 8"/>
                              <a:gd name="T17" fmla="*/ 9 h 9"/>
                              <a:gd name="T18" fmla="*/ 2 w 8"/>
                              <a:gd name="T19" fmla="*/ 9 h 9"/>
                              <a:gd name="T20" fmla="*/ 4 w 8"/>
                              <a:gd name="T21" fmla="*/ 9 h 9"/>
                              <a:gd name="T22" fmla="*/ 5 w 8"/>
                              <a:gd name="T23" fmla="*/ 7 h 9"/>
                              <a:gd name="T24" fmla="*/ 7 w 8"/>
                              <a:gd name="T25" fmla="*/ 6 h 9"/>
                              <a:gd name="T26" fmla="*/ 8 w 8"/>
                              <a:gd name="T27" fmla="*/ 4 h 9"/>
                              <a:gd name="T28" fmla="*/ 8 w 8"/>
                              <a:gd name="T29" fmla="*/ 3 h 9"/>
                              <a:gd name="T30" fmla="*/ 7 w 8"/>
                              <a:gd name="T31" fmla="*/ 1 h 9"/>
                              <a:gd name="T32" fmla="*/ 5 w 8"/>
                              <a:gd name="T33" fmla="*/ 0 h 9"/>
                              <a:gd name="T34" fmla="*/ 4 w 8"/>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4" y="0"/>
                                </a:moveTo>
                                <a:lnTo>
                                  <a:pt x="2" y="0"/>
                                </a:lnTo>
                                <a:lnTo>
                                  <a:pt x="1" y="0"/>
                                </a:lnTo>
                                <a:lnTo>
                                  <a:pt x="0" y="1"/>
                                </a:lnTo>
                                <a:lnTo>
                                  <a:pt x="0" y="3"/>
                                </a:lnTo>
                                <a:lnTo>
                                  <a:pt x="0" y="4"/>
                                </a:lnTo>
                                <a:lnTo>
                                  <a:pt x="0" y="6"/>
                                </a:lnTo>
                                <a:lnTo>
                                  <a:pt x="1" y="7"/>
                                </a:lnTo>
                                <a:lnTo>
                                  <a:pt x="2" y="9"/>
                                </a:lnTo>
                                <a:lnTo>
                                  <a:pt x="4" y="9"/>
                                </a:lnTo>
                                <a:lnTo>
                                  <a:pt x="5" y="7"/>
                                </a:lnTo>
                                <a:lnTo>
                                  <a:pt x="7" y="6"/>
                                </a:lnTo>
                                <a:lnTo>
                                  <a:pt x="8" y="4"/>
                                </a:lnTo>
                                <a:lnTo>
                                  <a:pt x="8" y="3"/>
                                </a:lnTo>
                                <a:lnTo>
                                  <a:pt x="7" y="1"/>
                                </a:lnTo>
                                <a:lnTo>
                                  <a:pt x="5"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42" name="Freeform 248"/>
                          <p:cNvSpPr>
                            <a:spLocks/>
                          </p:cNvSpPr>
                          <p:nvPr/>
                        </p:nvSpPr>
                        <p:spPr bwMode="auto">
                          <a:xfrm>
                            <a:off x="3747" y="1963"/>
                            <a:ext cx="9" cy="9"/>
                          </a:xfrm>
                          <a:custGeom>
                            <a:avLst/>
                            <a:gdLst>
                              <a:gd name="T0" fmla="*/ 6 w 9"/>
                              <a:gd name="T1" fmla="*/ 0 h 9"/>
                              <a:gd name="T2" fmla="*/ 5 w 9"/>
                              <a:gd name="T3" fmla="*/ 0 h 9"/>
                              <a:gd name="T4" fmla="*/ 3 w 9"/>
                              <a:gd name="T5" fmla="*/ 0 h 9"/>
                              <a:gd name="T6" fmla="*/ 2 w 9"/>
                              <a:gd name="T7" fmla="*/ 2 h 9"/>
                              <a:gd name="T8" fmla="*/ 0 w 9"/>
                              <a:gd name="T9" fmla="*/ 3 h 9"/>
                              <a:gd name="T10" fmla="*/ 0 w 9"/>
                              <a:gd name="T11" fmla="*/ 5 h 9"/>
                              <a:gd name="T12" fmla="*/ 2 w 9"/>
                              <a:gd name="T13" fmla="*/ 6 h 9"/>
                              <a:gd name="T14" fmla="*/ 3 w 9"/>
                              <a:gd name="T15" fmla="*/ 8 h 9"/>
                              <a:gd name="T16" fmla="*/ 5 w 9"/>
                              <a:gd name="T17" fmla="*/ 9 h 9"/>
                              <a:gd name="T18" fmla="*/ 5 w 9"/>
                              <a:gd name="T19" fmla="*/ 9 h 9"/>
                              <a:gd name="T20" fmla="*/ 6 w 9"/>
                              <a:gd name="T21" fmla="*/ 9 h 9"/>
                              <a:gd name="T22" fmla="*/ 8 w 9"/>
                              <a:gd name="T23" fmla="*/ 8 h 9"/>
                              <a:gd name="T24" fmla="*/ 9 w 9"/>
                              <a:gd name="T25" fmla="*/ 6 h 9"/>
                              <a:gd name="T26" fmla="*/ 9 w 9"/>
                              <a:gd name="T27" fmla="*/ 5 h 9"/>
                              <a:gd name="T28" fmla="*/ 9 w 9"/>
                              <a:gd name="T29" fmla="*/ 3 h 9"/>
                              <a:gd name="T30" fmla="*/ 9 w 9"/>
                              <a:gd name="T31" fmla="*/ 2 h 9"/>
                              <a:gd name="T32" fmla="*/ 8 w 9"/>
                              <a:gd name="T33" fmla="*/ 0 h 9"/>
                              <a:gd name="T34" fmla="*/ 6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6" y="0"/>
                                </a:moveTo>
                                <a:lnTo>
                                  <a:pt x="5" y="0"/>
                                </a:lnTo>
                                <a:lnTo>
                                  <a:pt x="3" y="0"/>
                                </a:lnTo>
                                <a:lnTo>
                                  <a:pt x="2" y="2"/>
                                </a:lnTo>
                                <a:lnTo>
                                  <a:pt x="0" y="3"/>
                                </a:lnTo>
                                <a:lnTo>
                                  <a:pt x="0" y="5"/>
                                </a:lnTo>
                                <a:lnTo>
                                  <a:pt x="2" y="6"/>
                                </a:lnTo>
                                <a:lnTo>
                                  <a:pt x="3" y="8"/>
                                </a:lnTo>
                                <a:lnTo>
                                  <a:pt x="5" y="9"/>
                                </a:lnTo>
                                <a:lnTo>
                                  <a:pt x="6" y="9"/>
                                </a:lnTo>
                                <a:lnTo>
                                  <a:pt x="8" y="8"/>
                                </a:lnTo>
                                <a:lnTo>
                                  <a:pt x="9" y="6"/>
                                </a:lnTo>
                                <a:lnTo>
                                  <a:pt x="9" y="5"/>
                                </a:lnTo>
                                <a:lnTo>
                                  <a:pt x="9" y="3"/>
                                </a:lnTo>
                                <a:lnTo>
                                  <a:pt x="9" y="2"/>
                                </a:lnTo>
                                <a:lnTo>
                                  <a:pt x="8" y="0"/>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43" name="Freeform 249"/>
                          <p:cNvSpPr>
                            <a:spLocks/>
                          </p:cNvSpPr>
                          <p:nvPr/>
                        </p:nvSpPr>
                        <p:spPr bwMode="auto">
                          <a:xfrm>
                            <a:off x="3765" y="1965"/>
                            <a:ext cx="9" cy="9"/>
                          </a:xfrm>
                          <a:custGeom>
                            <a:avLst/>
                            <a:gdLst>
                              <a:gd name="T0" fmla="*/ 6 w 9"/>
                              <a:gd name="T1" fmla="*/ 0 h 9"/>
                              <a:gd name="T2" fmla="*/ 4 w 9"/>
                              <a:gd name="T3" fmla="*/ 0 h 9"/>
                              <a:gd name="T4" fmla="*/ 3 w 9"/>
                              <a:gd name="T5" fmla="*/ 1 h 9"/>
                              <a:gd name="T6" fmla="*/ 1 w 9"/>
                              <a:gd name="T7" fmla="*/ 3 h 9"/>
                              <a:gd name="T8" fmla="*/ 0 w 9"/>
                              <a:gd name="T9" fmla="*/ 4 h 9"/>
                              <a:gd name="T10" fmla="*/ 0 w 9"/>
                              <a:gd name="T11" fmla="*/ 6 h 9"/>
                              <a:gd name="T12" fmla="*/ 1 w 9"/>
                              <a:gd name="T13" fmla="*/ 7 h 9"/>
                              <a:gd name="T14" fmla="*/ 3 w 9"/>
                              <a:gd name="T15" fmla="*/ 9 h 9"/>
                              <a:gd name="T16" fmla="*/ 4 w 9"/>
                              <a:gd name="T17" fmla="*/ 9 h 9"/>
                              <a:gd name="T18" fmla="*/ 4 w 9"/>
                              <a:gd name="T19" fmla="*/ 9 h 9"/>
                              <a:gd name="T20" fmla="*/ 6 w 9"/>
                              <a:gd name="T21" fmla="*/ 9 h 9"/>
                              <a:gd name="T22" fmla="*/ 7 w 9"/>
                              <a:gd name="T23" fmla="*/ 9 h 9"/>
                              <a:gd name="T24" fmla="*/ 9 w 9"/>
                              <a:gd name="T25" fmla="*/ 7 h 9"/>
                              <a:gd name="T26" fmla="*/ 9 w 9"/>
                              <a:gd name="T27" fmla="*/ 6 h 9"/>
                              <a:gd name="T28" fmla="*/ 9 w 9"/>
                              <a:gd name="T29" fmla="*/ 4 h 9"/>
                              <a:gd name="T30" fmla="*/ 9 w 9"/>
                              <a:gd name="T31" fmla="*/ 3 h 9"/>
                              <a:gd name="T32" fmla="*/ 7 w 9"/>
                              <a:gd name="T33" fmla="*/ 1 h 9"/>
                              <a:gd name="T34" fmla="*/ 6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6" y="0"/>
                                </a:moveTo>
                                <a:lnTo>
                                  <a:pt x="4" y="0"/>
                                </a:lnTo>
                                <a:lnTo>
                                  <a:pt x="3" y="1"/>
                                </a:lnTo>
                                <a:lnTo>
                                  <a:pt x="1" y="3"/>
                                </a:lnTo>
                                <a:lnTo>
                                  <a:pt x="0" y="4"/>
                                </a:lnTo>
                                <a:lnTo>
                                  <a:pt x="0" y="6"/>
                                </a:lnTo>
                                <a:lnTo>
                                  <a:pt x="1" y="7"/>
                                </a:lnTo>
                                <a:lnTo>
                                  <a:pt x="3" y="9"/>
                                </a:lnTo>
                                <a:lnTo>
                                  <a:pt x="4" y="9"/>
                                </a:lnTo>
                                <a:lnTo>
                                  <a:pt x="6" y="9"/>
                                </a:lnTo>
                                <a:lnTo>
                                  <a:pt x="7" y="9"/>
                                </a:lnTo>
                                <a:lnTo>
                                  <a:pt x="9" y="7"/>
                                </a:lnTo>
                                <a:lnTo>
                                  <a:pt x="9" y="6"/>
                                </a:lnTo>
                                <a:lnTo>
                                  <a:pt x="9" y="4"/>
                                </a:lnTo>
                                <a:lnTo>
                                  <a:pt x="9" y="3"/>
                                </a:lnTo>
                                <a:lnTo>
                                  <a:pt x="7" y="1"/>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44" name="Freeform 250"/>
                          <p:cNvSpPr>
                            <a:spLocks/>
                          </p:cNvSpPr>
                          <p:nvPr/>
                        </p:nvSpPr>
                        <p:spPr bwMode="auto">
                          <a:xfrm>
                            <a:off x="3782" y="1965"/>
                            <a:ext cx="9" cy="9"/>
                          </a:xfrm>
                          <a:custGeom>
                            <a:avLst/>
                            <a:gdLst>
                              <a:gd name="T0" fmla="*/ 6 w 9"/>
                              <a:gd name="T1" fmla="*/ 0 h 9"/>
                              <a:gd name="T2" fmla="*/ 5 w 9"/>
                              <a:gd name="T3" fmla="*/ 0 h 9"/>
                              <a:gd name="T4" fmla="*/ 3 w 9"/>
                              <a:gd name="T5" fmla="*/ 1 h 9"/>
                              <a:gd name="T6" fmla="*/ 2 w 9"/>
                              <a:gd name="T7" fmla="*/ 3 h 9"/>
                              <a:gd name="T8" fmla="*/ 0 w 9"/>
                              <a:gd name="T9" fmla="*/ 4 h 9"/>
                              <a:gd name="T10" fmla="*/ 0 w 9"/>
                              <a:gd name="T11" fmla="*/ 6 h 9"/>
                              <a:gd name="T12" fmla="*/ 2 w 9"/>
                              <a:gd name="T13" fmla="*/ 7 h 9"/>
                              <a:gd name="T14" fmla="*/ 3 w 9"/>
                              <a:gd name="T15" fmla="*/ 9 h 9"/>
                              <a:gd name="T16" fmla="*/ 5 w 9"/>
                              <a:gd name="T17" fmla="*/ 9 h 9"/>
                              <a:gd name="T18" fmla="*/ 5 w 9"/>
                              <a:gd name="T19" fmla="*/ 9 h 9"/>
                              <a:gd name="T20" fmla="*/ 6 w 9"/>
                              <a:gd name="T21" fmla="*/ 9 h 9"/>
                              <a:gd name="T22" fmla="*/ 8 w 9"/>
                              <a:gd name="T23" fmla="*/ 9 h 9"/>
                              <a:gd name="T24" fmla="*/ 9 w 9"/>
                              <a:gd name="T25" fmla="*/ 7 h 9"/>
                              <a:gd name="T26" fmla="*/ 9 w 9"/>
                              <a:gd name="T27" fmla="*/ 6 h 9"/>
                              <a:gd name="T28" fmla="*/ 9 w 9"/>
                              <a:gd name="T29" fmla="*/ 4 h 9"/>
                              <a:gd name="T30" fmla="*/ 9 w 9"/>
                              <a:gd name="T31" fmla="*/ 3 h 9"/>
                              <a:gd name="T32" fmla="*/ 8 w 9"/>
                              <a:gd name="T33" fmla="*/ 1 h 9"/>
                              <a:gd name="T34" fmla="*/ 6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6" y="0"/>
                                </a:moveTo>
                                <a:lnTo>
                                  <a:pt x="5" y="0"/>
                                </a:lnTo>
                                <a:lnTo>
                                  <a:pt x="3" y="1"/>
                                </a:lnTo>
                                <a:lnTo>
                                  <a:pt x="2" y="3"/>
                                </a:lnTo>
                                <a:lnTo>
                                  <a:pt x="0" y="4"/>
                                </a:lnTo>
                                <a:lnTo>
                                  <a:pt x="0" y="6"/>
                                </a:lnTo>
                                <a:lnTo>
                                  <a:pt x="2" y="7"/>
                                </a:lnTo>
                                <a:lnTo>
                                  <a:pt x="3" y="9"/>
                                </a:lnTo>
                                <a:lnTo>
                                  <a:pt x="5" y="9"/>
                                </a:lnTo>
                                <a:lnTo>
                                  <a:pt x="6" y="9"/>
                                </a:lnTo>
                                <a:lnTo>
                                  <a:pt x="8" y="9"/>
                                </a:lnTo>
                                <a:lnTo>
                                  <a:pt x="9" y="7"/>
                                </a:lnTo>
                                <a:lnTo>
                                  <a:pt x="9" y="6"/>
                                </a:lnTo>
                                <a:lnTo>
                                  <a:pt x="9" y="4"/>
                                </a:lnTo>
                                <a:lnTo>
                                  <a:pt x="9" y="3"/>
                                </a:lnTo>
                                <a:lnTo>
                                  <a:pt x="8" y="1"/>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45" name="Freeform 251"/>
                          <p:cNvSpPr>
                            <a:spLocks/>
                          </p:cNvSpPr>
                          <p:nvPr/>
                        </p:nvSpPr>
                        <p:spPr bwMode="auto">
                          <a:xfrm>
                            <a:off x="3800" y="1962"/>
                            <a:ext cx="8" cy="9"/>
                          </a:xfrm>
                          <a:custGeom>
                            <a:avLst/>
                            <a:gdLst>
                              <a:gd name="T0" fmla="*/ 4 w 8"/>
                              <a:gd name="T1" fmla="*/ 0 h 9"/>
                              <a:gd name="T2" fmla="*/ 3 w 8"/>
                              <a:gd name="T3" fmla="*/ 1 h 9"/>
                              <a:gd name="T4" fmla="*/ 1 w 8"/>
                              <a:gd name="T5" fmla="*/ 3 h 9"/>
                              <a:gd name="T6" fmla="*/ 0 w 8"/>
                              <a:gd name="T7" fmla="*/ 4 h 9"/>
                              <a:gd name="T8" fmla="*/ 0 w 8"/>
                              <a:gd name="T9" fmla="*/ 6 h 9"/>
                              <a:gd name="T10" fmla="*/ 1 w 8"/>
                              <a:gd name="T11" fmla="*/ 7 h 9"/>
                              <a:gd name="T12" fmla="*/ 3 w 8"/>
                              <a:gd name="T13" fmla="*/ 9 h 9"/>
                              <a:gd name="T14" fmla="*/ 4 w 8"/>
                              <a:gd name="T15" fmla="*/ 9 h 9"/>
                              <a:gd name="T16" fmla="*/ 6 w 8"/>
                              <a:gd name="T17" fmla="*/ 9 h 9"/>
                              <a:gd name="T18" fmla="*/ 6 w 8"/>
                              <a:gd name="T19" fmla="*/ 9 h 9"/>
                              <a:gd name="T20" fmla="*/ 7 w 8"/>
                              <a:gd name="T21" fmla="*/ 9 h 9"/>
                              <a:gd name="T22" fmla="*/ 8 w 8"/>
                              <a:gd name="T23" fmla="*/ 7 h 9"/>
                              <a:gd name="T24" fmla="*/ 8 w 8"/>
                              <a:gd name="T25" fmla="*/ 6 h 9"/>
                              <a:gd name="T26" fmla="*/ 8 w 8"/>
                              <a:gd name="T27" fmla="*/ 4 h 9"/>
                              <a:gd name="T28" fmla="*/ 8 w 8"/>
                              <a:gd name="T29" fmla="*/ 3 h 9"/>
                              <a:gd name="T30" fmla="*/ 7 w 8"/>
                              <a:gd name="T31" fmla="*/ 1 h 9"/>
                              <a:gd name="T32" fmla="*/ 6 w 8"/>
                              <a:gd name="T33" fmla="*/ 0 h 9"/>
                              <a:gd name="T34" fmla="*/ 4 w 8"/>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4" y="0"/>
                                </a:moveTo>
                                <a:lnTo>
                                  <a:pt x="3" y="1"/>
                                </a:lnTo>
                                <a:lnTo>
                                  <a:pt x="1" y="3"/>
                                </a:lnTo>
                                <a:lnTo>
                                  <a:pt x="0" y="4"/>
                                </a:lnTo>
                                <a:lnTo>
                                  <a:pt x="0" y="6"/>
                                </a:lnTo>
                                <a:lnTo>
                                  <a:pt x="1" y="7"/>
                                </a:lnTo>
                                <a:lnTo>
                                  <a:pt x="3" y="9"/>
                                </a:lnTo>
                                <a:lnTo>
                                  <a:pt x="4" y="9"/>
                                </a:lnTo>
                                <a:lnTo>
                                  <a:pt x="6" y="9"/>
                                </a:lnTo>
                                <a:lnTo>
                                  <a:pt x="7" y="9"/>
                                </a:lnTo>
                                <a:lnTo>
                                  <a:pt x="8" y="7"/>
                                </a:lnTo>
                                <a:lnTo>
                                  <a:pt x="8" y="6"/>
                                </a:lnTo>
                                <a:lnTo>
                                  <a:pt x="8" y="4"/>
                                </a:lnTo>
                                <a:lnTo>
                                  <a:pt x="8" y="3"/>
                                </a:lnTo>
                                <a:lnTo>
                                  <a:pt x="7" y="1"/>
                                </a:lnTo>
                                <a:lnTo>
                                  <a:pt x="6"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46" name="Freeform 252"/>
                          <p:cNvSpPr>
                            <a:spLocks/>
                          </p:cNvSpPr>
                          <p:nvPr/>
                        </p:nvSpPr>
                        <p:spPr bwMode="auto">
                          <a:xfrm>
                            <a:off x="3817" y="1958"/>
                            <a:ext cx="9" cy="8"/>
                          </a:xfrm>
                          <a:custGeom>
                            <a:avLst/>
                            <a:gdLst>
                              <a:gd name="T0" fmla="*/ 3 w 9"/>
                              <a:gd name="T1" fmla="*/ 0 h 8"/>
                              <a:gd name="T2" fmla="*/ 2 w 9"/>
                              <a:gd name="T3" fmla="*/ 1 h 8"/>
                              <a:gd name="T4" fmla="*/ 0 w 9"/>
                              <a:gd name="T5" fmla="*/ 2 h 8"/>
                              <a:gd name="T6" fmla="*/ 0 w 9"/>
                              <a:gd name="T7" fmla="*/ 4 h 8"/>
                              <a:gd name="T8" fmla="*/ 0 w 9"/>
                              <a:gd name="T9" fmla="*/ 5 h 8"/>
                              <a:gd name="T10" fmla="*/ 0 w 9"/>
                              <a:gd name="T11" fmla="*/ 7 h 8"/>
                              <a:gd name="T12" fmla="*/ 2 w 9"/>
                              <a:gd name="T13" fmla="*/ 8 h 8"/>
                              <a:gd name="T14" fmla="*/ 3 w 9"/>
                              <a:gd name="T15" fmla="*/ 8 h 8"/>
                              <a:gd name="T16" fmla="*/ 5 w 9"/>
                              <a:gd name="T17" fmla="*/ 8 h 8"/>
                              <a:gd name="T18" fmla="*/ 5 w 9"/>
                              <a:gd name="T19" fmla="*/ 8 h 8"/>
                              <a:gd name="T20" fmla="*/ 6 w 9"/>
                              <a:gd name="T21" fmla="*/ 8 h 8"/>
                              <a:gd name="T22" fmla="*/ 7 w 9"/>
                              <a:gd name="T23" fmla="*/ 7 h 8"/>
                              <a:gd name="T24" fmla="*/ 9 w 9"/>
                              <a:gd name="T25" fmla="*/ 5 h 8"/>
                              <a:gd name="T26" fmla="*/ 9 w 9"/>
                              <a:gd name="T27" fmla="*/ 4 h 8"/>
                              <a:gd name="T28" fmla="*/ 7 w 9"/>
                              <a:gd name="T29" fmla="*/ 2 h 8"/>
                              <a:gd name="T30" fmla="*/ 6 w 9"/>
                              <a:gd name="T31" fmla="*/ 1 h 8"/>
                              <a:gd name="T32" fmla="*/ 5 w 9"/>
                              <a:gd name="T33" fmla="*/ 0 h 8"/>
                              <a:gd name="T34" fmla="*/ 3 w 9"/>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3" y="0"/>
                                </a:moveTo>
                                <a:lnTo>
                                  <a:pt x="2" y="1"/>
                                </a:lnTo>
                                <a:lnTo>
                                  <a:pt x="0" y="2"/>
                                </a:lnTo>
                                <a:lnTo>
                                  <a:pt x="0" y="4"/>
                                </a:lnTo>
                                <a:lnTo>
                                  <a:pt x="0" y="5"/>
                                </a:lnTo>
                                <a:lnTo>
                                  <a:pt x="0" y="7"/>
                                </a:lnTo>
                                <a:lnTo>
                                  <a:pt x="2" y="8"/>
                                </a:lnTo>
                                <a:lnTo>
                                  <a:pt x="3" y="8"/>
                                </a:lnTo>
                                <a:lnTo>
                                  <a:pt x="5" y="8"/>
                                </a:lnTo>
                                <a:lnTo>
                                  <a:pt x="6" y="8"/>
                                </a:lnTo>
                                <a:lnTo>
                                  <a:pt x="7" y="7"/>
                                </a:lnTo>
                                <a:lnTo>
                                  <a:pt x="9" y="5"/>
                                </a:lnTo>
                                <a:lnTo>
                                  <a:pt x="9" y="4"/>
                                </a:lnTo>
                                <a:lnTo>
                                  <a:pt x="7" y="2"/>
                                </a:lnTo>
                                <a:lnTo>
                                  <a:pt x="6" y="1"/>
                                </a:lnTo>
                                <a:lnTo>
                                  <a:pt x="5"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47" name="Freeform 253"/>
                          <p:cNvSpPr>
                            <a:spLocks/>
                          </p:cNvSpPr>
                          <p:nvPr/>
                        </p:nvSpPr>
                        <p:spPr bwMode="auto">
                          <a:xfrm>
                            <a:off x="3833" y="1952"/>
                            <a:ext cx="9" cy="8"/>
                          </a:xfrm>
                          <a:custGeom>
                            <a:avLst/>
                            <a:gdLst>
                              <a:gd name="T0" fmla="*/ 3 w 9"/>
                              <a:gd name="T1" fmla="*/ 0 h 8"/>
                              <a:gd name="T2" fmla="*/ 2 w 9"/>
                              <a:gd name="T3" fmla="*/ 1 h 8"/>
                              <a:gd name="T4" fmla="*/ 0 w 9"/>
                              <a:gd name="T5" fmla="*/ 3 h 8"/>
                              <a:gd name="T6" fmla="*/ 0 w 9"/>
                              <a:gd name="T7" fmla="*/ 4 h 8"/>
                              <a:gd name="T8" fmla="*/ 0 w 9"/>
                              <a:gd name="T9" fmla="*/ 6 h 8"/>
                              <a:gd name="T10" fmla="*/ 0 w 9"/>
                              <a:gd name="T11" fmla="*/ 7 h 8"/>
                              <a:gd name="T12" fmla="*/ 2 w 9"/>
                              <a:gd name="T13" fmla="*/ 8 h 8"/>
                              <a:gd name="T14" fmla="*/ 3 w 9"/>
                              <a:gd name="T15" fmla="*/ 8 h 8"/>
                              <a:gd name="T16" fmla="*/ 5 w 9"/>
                              <a:gd name="T17" fmla="*/ 8 h 8"/>
                              <a:gd name="T18" fmla="*/ 5 w 9"/>
                              <a:gd name="T19" fmla="*/ 8 h 8"/>
                              <a:gd name="T20" fmla="*/ 6 w 9"/>
                              <a:gd name="T21" fmla="*/ 8 h 8"/>
                              <a:gd name="T22" fmla="*/ 7 w 9"/>
                              <a:gd name="T23" fmla="*/ 7 h 8"/>
                              <a:gd name="T24" fmla="*/ 9 w 9"/>
                              <a:gd name="T25" fmla="*/ 6 h 8"/>
                              <a:gd name="T26" fmla="*/ 9 w 9"/>
                              <a:gd name="T27" fmla="*/ 4 h 8"/>
                              <a:gd name="T28" fmla="*/ 7 w 9"/>
                              <a:gd name="T29" fmla="*/ 3 h 8"/>
                              <a:gd name="T30" fmla="*/ 6 w 9"/>
                              <a:gd name="T31" fmla="*/ 1 h 8"/>
                              <a:gd name="T32" fmla="*/ 5 w 9"/>
                              <a:gd name="T33" fmla="*/ 0 h 8"/>
                              <a:gd name="T34" fmla="*/ 3 w 9"/>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3" y="0"/>
                                </a:moveTo>
                                <a:lnTo>
                                  <a:pt x="2" y="1"/>
                                </a:lnTo>
                                <a:lnTo>
                                  <a:pt x="0" y="3"/>
                                </a:lnTo>
                                <a:lnTo>
                                  <a:pt x="0" y="4"/>
                                </a:lnTo>
                                <a:lnTo>
                                  <a:pt x="0" y="6"/>
                                </a:lnTo>
                                <a:lnTo>
                                  <a:pt x="0" y="7"/>
                                </a:lnTo>
                                <a:lnTo>
                                  <a:pt x="2" y="8"/>
                                </a:lnTo>
                                <a:lnTo>
                                  <a:pt x="3" y="8"/>
                                </a:lnTo>
                                <a:lnTo>
                                  <a:pt x="5" y="8"/>
                                </a:lnTo>
                                <a:lnTo>
                                  <a:pt x="6" y="8"/>
                                </a:lnTo>
                                <a:lnTo>
                                  <a:pt x="7" y="7"/>
                                </a:lnTo>
                                <a:lnTo>
                                  <a:pt x="9" y="6"/>
                                </a:lnTo>
                                <a:lnTo>
                                  <a:pt x="9" y="4"/>
                                </a:lnTo>
                                <a:lnTo>
                                  <a:pt x="7" y="3"/>
                                </a:lnTo>
                                <a:lnTo>
                                  <a:pt x="6" y="1"/>
                                </a:lnTo>
                                <a:lnTo>
                                  <a:pt x="5"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48" name="Freeform 254"/>
                          <p:cNvSpPr>
                            <a:spLocks/>
                          </p:cNvSpPr>
                          <p:nvPr/>
                        </p:nvSpPr>
                        <p:spPr bwMode="auto">
                          <a:xfrm>
                            <a:off x="3849" y="1944"/>
                            <a:ext cx="9" cy="9"/>
                          </a:xfrm>
                          <a:custGeom>
                            <a:avLst/>
                            <a:gdLst>
                              <a:gd name="T0" fmla="*/ 3 w 9"/>
                              <a:gd name="T1" fmla="*/ 0 h 9"/>
                              <a:gd name="T2" fmla="*/ 2 w 9"/>
                              <a:gd name="T3" fmla="*/ 2 h 9"/>
                              <a:gd name="T4" fmla="*/ 0 w 9"/>
                              <a:gd name="T5" fmla="*/ 3 h 9"/>
                              <a:gd name="T6" fmla="*/ 0 w 9"/>
                              <a:gd name="T7" fmla="*/ 5 h 9"/>
                              <a:gd name="T8" fmla="*/ 0 w 9"/>
                              <a:gd name="T9" fmla="*/ 6 h 9"/>
                              <a:gd name="T10" fmla="*/ 0 w 9"/>
                              <a:gd name="T11" fmla="*/ 8 h 9"/>
                              <a:gd name="T12" fmla="*/ 2 w 9"/>
                              <a:gd name="T13" fmla="*/ 9 h 9"/>
                              <a:gd name="T14" fmla="*/ 3 w 9"/>
                              <a:gd name="T15" fmla="*/ 9 h 9"/>
                              <a:gd name="T16" fmla="*/ 5 w 9"/>
                              <a:gd name="T17" fmla="*/ 9 h 9"/>
                              <a:gd name="T18" fmla="*/ 5 w 9"/>
                              <a:gd name="T19" fmla="*/ 9 h 9"/>
                              <a:gd name="T20" fmla="*/ 6 w 9"/>
                              <a:gd name="T21" fmla="*/ 9 h 9"/>
                              <a:gd name="T22" fmla="*/ 7 w 9"/>
                              <a:gd name="T23" fmla="*/ 8 h 9"/>
                              <a:gd name="T24" fmla="*/ 9 w 9"/>
                              <a:gd name="T25" fmla="*/ 6 h 9"/>
                              <a:gd name="T26" fmla="*/ 9 w 9"/>
                              <a:gd name="T27" fmla="*/ 5 h 9"/>
                              <a:gd name="T28" fmla="*/ 7 w 9"/>
                              <a:gd name="T29" fmla="*/ 3 h 9"/>
                              <a:gd name="T30" fmla="*/ 6 w 9"/>
                              <a:gd name="T31" fmla="*/ 2 h 9"/>
                              <a:gd name="T32" fmla="*/ 5 w 9"/>
                              <a:gd name="T33" fmla="*/ 0 h 9"/>
                              <a:gd name="T34" fmla="*/ 3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3" y="0"/>
                                </a:moveTo>
                                <a:lnTo>
                                  <a:pt x="2" y="2"/>
                                </a:lnTo>
                                <a:lnTo>
                                  <a:pt x="0" y="3"/>
                                </a:lnTo>
                                <a:lnTo>
                                  <a:pt x="0" y="5"/>
                                </a:lnTo>
                                <a:lnTo>
                                  <a:pt x="0" y="6"/>
                                </a:lnTo>
                                <a:lnTo>
                                  <a:pt x="0" y="8"/>
                                </a:lnTo>
                                <a:lnTo>
                                  <a:pt x="2" y="9"/>
                                </a:lnTo>
                                <a:lnTo>
                                  <a:pt x="3" y="9"/>
                                </a:lnTo>
                                <a:lnTo>
                                  <a:pt x="5" y="9"/>
                                </a:lnTo>
                                <a:lnTo>
                                  <a:pt x="6" y="9"/>
                                </a:lnTo>
                                <a:lnTo>
                                  <a:pt x="7" y="8"/>
                                </a:lnTo>
                                <a:lnTo>
                                  <a:pt x="9" y="6"/>
                                </a:lnTo>
                                <a:lnTo>
                                  <a:pt x="9" y="5"/>
                                </a:lnTo>
                                <a:lnTo>
                                  <a:pt x="7" y="3"/>
                                </a:lnTo>
                                <a:lnTo>
                                  <a:pt x="6" y="2"/>
                                </a:lnTo>
                                <a:lnTo>
                                  <a:pt x="5"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49" name="Freeform 255"/>
                          <p:cNvSpPr>
                            <a:spLocks/>
                          </p:cNvSpPr>
                          <p:nvPr/>
                        </p:nvSpPr>
                        <p:spPr bwMode="auto">
                          <a:xfrm>
                            <a:off x="3865" y="1937"/>
                            <a:ext cx="9" cy="9"/>
                          </a:xfrm>
                          <a:custGeom>
                            <a:avLst/>
                            <a:gdLst>
                              <a:gd name="T0" fmla="*/ 3 w 9"/>
                              <a:gd name="T1" fmla="*/ 0 h 9"/>
                              <a:gd name="T2" fmla="*/ 2 w 9"/>
                              <a:gd name="T3" fmla="*/ 2 h 9"/>
                              <a:gd name="T4" fmla="*/ 0 w 9"/>
                              <a:gd name="T5" fmla="*/ 3 h 9"/>
                              <a:gd name="T6" fmla="*/ 0 w 9"/>
                              <a:gd name="T7" fmla="*/ 5 h 9"/>
                              <a:gd name="T8" fmla="*/ 0 w 9"/>
                              <a:gd name="T9" fmla="*/ 6 h 9"/>
                              <a:gd name="T10" fmla="*/ 0 w 9"/>
                              <a:gd name="T11" fmla="*/ 7 h 9"/>
                              <a:gd name="T12" fmla="*/ 2 w 9"/>
                              <a:gd name="T13" fmla="*/ 9 h 9"/>
                              <a:gd name="T14" fmla="*/ 3 w 9"/>
                              <a:gd name="T15" fmla="*/ 9 h 9"/>
                              <a:gd name="T16" fmla="*/ 4 w 9"/>
                              <a:gd name="T17" fmla="*/ 9 h 9"/>
                              <a:gd name="T18" fmla="*/ 4 w 9"/>
                              <a:gd name="T19" fmla="*/ 9 h 9"/>
                              <a:gd name="T20" fmla="*/ 6 w 9"/>
                              <a:gd name="T21" fmla="*/ 9 h 9"/>
                              <a:gd name="T22" fmla="*/ 7 w 9"/>
                              <a:gd name="T23" fmla="*/ 7 h 9"/>
                              <a:gd name="T24" fmla="*/ 9 w 9"/>
                              <a:gd name="T25" fmla="*/ 6 h 9"/>
                              <a:gd name="T26" fmla="*/ 9 w 9"/>
                              <a:gd name="T27" fmla="*/ 5 h 9"/>
                              <a:gd name="T28" fmla="*/ 7 w 9"/>
                              <a:gd name="T29" fmla="*/ 3 h 9"/>
                              <a:gd name="T30" fmla="*/ 6 w 9"/>
                              <a:gd name="T31" fmla="*/ 2 h 9"/>
                              <a:gd name="T32" fmla="*/ 4 w 9"/>
                              <a:gd name="T33" fmla="*/ 0 h 9"/>
                              <a:gd name="T34" fmla="*/ 3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3" y="0"/>
                                </a:moveTo>
                                <a:lnTo>
                                  <a:pt x="2" y="2"/>
                                </a:lnTo>
                                <a:lnTo>
                                  <a:pt x="0" y="3"/>
                                </a:lnTo>
                                <a:lnTo>
                                  <a:pt x="0" y="5"/>
                                </a:lnTo>
                                <a:lnTo>
                                  <a:pt x="0" y="6"/>
                                </a:lnTo>
                                <a:lnTo>
                                  <a:pt x="0" y="7"/>
                                </a:lnTo>
                                <a:lnTo>
                                  <a:pt x="2" y="9"/>
                                </a:lnTo>
                                <a:lnTo>
                                  <a:pt x="3" y="9"/>
                                </a:lnTo>
                                <a:lnTo>
                                  <a:pt x="4" y="9"/>
                                </a:lnTo>
                                <a:lnTo>
                                  <a:pt x="6" y="9"/>
                                </a:lnTo>
                                <a:lnTo>
                                  <a:pt x="7" y="7"/>
                                </a:lnTo>
                                <a:lnTo>
                                  <a:pt x="9" y="6"/>
                                </a:lnTo>
                                <a:lnTo>
                                  <a:pt x="9" y="5"/>
                                </a:lnTo>
                                <a:lnTo>
                                  <a:pt x="7" y="3"/>
                                </a:lnTo>
                                <a:lnTo>
                                  <a:pt x="6" y="2"/>
                                </a:lnTo>
                                <a:lnTo>
                                  <a:pt x="4"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50" name="Freeform 256"/>
                          <p:cNvSpPr>
                            <a:spLocks/>
                          </p:cNvSpPr>
                          <p:nvPr/>
                        </p:nvSpPr>
                        <p:spPr bwMode="auto">
                          <a:xfrm>
                            <a:off x="3881" y="1930"/>
                            <a:ext cx="9" cy="9"/>
                          </a:xfrm>
                          <a:custGeom>
                            <a:avLst/>
                            <a:gdLst>
                              <a:gd name="T0" fmla="*/ 2 w 9"/>
                              <a:gd name="T1" fmla="*/ 1 h 9"/>
                              <a:gd name="T2" fmla="*/ 0 w 9"/>
                              <a:gd name="T3" fmla="*/ 3 h 9"/>
                              <a:gd name="T4" fmla="*/ 0 w 9"/>
                              <a:gd name="T5" fmla="*/ 4 h 9"/>
                              <a:gd name="T6" fmla="*/ 0 w 9"/>
                              <a:gd name="T7" fmla="*/ 6 h 9"/>
                              <a:gd name="T8" fmla="*/ 0 w 9"/>
                              <a:gd name="T9" fmla="*/ 7 h 9"/>
                              <a:gd name="T10" fmla="*/ 2 w 9"/>
                              <a:gd name="T11" fmla="*/ 9 h 9"/>
                              <a:gd name="T12" fmla="*/ 3 w 9"/>
                              <a:gd name="T13" fmla="*/ 9 h 9"/>
                              <a:gd name="T14" fmla="*/ 4 w 9"/>
                              <a:gd name="T15" fmla="*/ 9 h 9"/>
                              <a:gd name="T16" fmla="*/ 6 w 9"/>
                              <a:gd name="T17" fmla="*/ 9 h 9"/>
                              <a:gd name="T18" fmla="*/ 6 w 9"/>
                              <a:gd name="T19" fmla="*/ 9 h 9"/>
                              <a:gd name="T20" fmla="*/ 7 w 9"/>
                              <a:gd name="T21" fmla="*/ 7 h 9"/>
                              <a:gd name="T22" fmla="*/ 9 w 9"/>
                              <a:gd name="T23" fmla="*/ 6 h 9"/>
                              <a:gd name="T24" fmla="*/ 9 w 9"/>
                              <a:gd name="T25" fmla="*/ 4 h 9"/>
                              <a:gd name="T26" fmla="*/ 7 w 9"/>
                              <a:gd name="T27" fmla="*/ 3 h 9"/>
                              <a:gd name="T28" fmla="*/ 6 w 9"/>
                              <a:gd name="T29" fmla="*/ 1 h 9"/>
                              <a:gd name="T30" fmla="*/ 4 w 9"/>
                              <a:gd name="T31" fmla="*/ 0 h 9"/>
                              <a:gd name="T32" fmla="*/ 3 w 9"/>
                              <a:gd name="T33" fmla="*/ 0 h 9"/>
                              <a:gd name="T34" fmla="*/ 2 w 9"/>
                              <a:gd name="T35" fmla="*/ 1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2" y="1"/>
                                </a:moveTo>
                                <a:lnTo>
                                  <a:pt x="0" y="3"/>
                                </a:lnTo>
                                <a:lnTo>
                                  <a:pt x="0" y="4"/>
                                </a:lnTo>
                                <a:lnTo>
                                  <a:pt x="0" y="6"/>
                                </a:lnTo>
                                <a:lnTo>
                                  <a:pt x="0" y="7"/>
                                </a:lnTo>
                                <a:lnTo>
                                  <a:pt x="2" y="9"/>
                                </a:lnTo>
                                <a:lnTo>
                                  <a:pt x="3" y="9"/>
                                </a:lnTo>
                                <a:lnTo>
                                  <a:pt x="4" y="9"/>
                                </a:lnTo>
                                <a:lnTo>
                                  <a:pt x="6" y="9"/>
                                </a:lnTo>
                                <a:lnTo>
                                  <a:pt x="7" y="7"/>
                                </a:lnTo>
                                <a:lnTo>
                                  <a:pt x="9" y="6"/>
                                </a:lnTo>
                                <a:lnTo>
                                  <a:pt x="9" y="4"/>
                                </a:lnTo>
                                <a:lnTo>
                                  <a:pt x="7" y="3"/>
                                </a:lnTo>
                                <a:lnTo>
                                  <a:pt x="6" y="1"/>
                                </a:lnTo>
                                <a:lnTo>
                                  <a:pt x="4" y="0"/>
                                </a:lnTo>
                                <a:lnTo>
                                  <a:pt x="3" y="0"/>
                                </a:lnTo>
                                <a:lnTo>
                                  <a:pt x="2"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51" name="Freeform 257"/>
                          <p:cNvSpPr>
                            <a:spLocks/>
                          </p:cNvSpPr>
                          <p:nvPr/>
                        </p:nvSpPr>
                        <p:spPr bwMode="auto">
                          <a:xfrm>
                            <a:off x="3896" y="1923"/>
                            <a:ext cx="8" cy="8"/>
                          </a:xfrm>
                          <a:custGeom>
                            <a:avLst/>
                            <a:gdLst>
                              <a:gd name="T0" fmla="*/ 3 w 8"/>
                              <a:gd name="T1" fmla="*/ 0 h 8"/>
                              <a:gd name="T2" fmla="*/ 1 w 8"/>
                              <a:gd name="T3" fmla="*/ 1 h 8"/>
                              <a:gd name="T4" fmla="*/ 0 w 8"/>
                              <a:gd name="T5" fmla="*/ 3 h 8"/>
                              <a:gd name="T6" fmla="*/ 0 w 8"/>
                              <a:gd name="T7" fmla="*/ 4 h 8"/>
                              <a:gd name="T8" fmla="*/ 1 w 8"/>
                              <a:gd name="T9" fmla="*/ 6 h 8"/>
                              <a:gd name="T10" fmla="*/ 3 w 8"/>
                              <a:gd name="T11" fmla="*/ 7 h 8"/>
                              <a:gd name="T12" fmla="*/ 4 w 8"/>
                              <a:gd name="T13" fmla="*/ 8 h 8"/>
                              <a:gd name="T14" fmla="*/ 5 w 8"/>
                              <a:gd name="T15" fmla="*/ 8 h 8"/>
                              <a:gd name="T16" fmla="*/ 7 w 8"/>
                              <a:gd name="T17" fmla="*/ 7 h 8"/>
                              <a:gd name="T18" fmla="*/ 7 w 8"/>
                              <a:gd name="T19" fmla="*/ 7 h 8"/>
                              <a:gd name="T20" fmla="*/ 8 w 8"/>
                              <a:gd name="T21" fmla="*/ 6 h 8"/>
                              <a:gd name="T22" fmla="*/ 8 w 8"/>
                              <a:gd name="T23" fmla="*/ 4 h 8"/>
                              <a:gd name="T24" fmla="*/ 8 w 8"/>
                              <a:gd name="T25" fmla="*/ 3 h 8"/>
                              <a:gd name="T26" fmla="*/ 8 w 8"/>
                              <a:gd name="T27" fmla="*/ 1 h 8"/>
                              <a:gd name="T28" fmla="*/ 7 w 8"/>
                              <a:gd name="T29" fmla="*/ 0 h 8"/>
                              <a:gd name="T30" fmla="*/ 5 w 8"/>
                              <a:gd name="T31" fmla="*/ 0 h 8"/>
                              <a:gd name="T32" fmla="*/ 4 w 8"/>
                              <a:gd name="T33" fmla="*/ 0 h 8"/>
                              <a:gd name="T34" fmla="*/ 3 w 8"/>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8"/>
                              <a:gd name="T56" fmla="*/ 8 w 8"/>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8">
                                <a:moveTo>
                                  <a:pt x="3" y="0"/>
                                </a:moveTo>
                                <a:lnTo>
                                  <a:pt x="1" y="1"/>
                                </a:lnTo>
                                <a:lnTo>
                                  <a:pt x="0" y="3"/>
                                </a:lnTo>
                                <a:lnTo>
                                  <a:pt x="0" y="4"/>
                                </a:lnTo>
                                <a:lnTo>
                                  <a:pt x="1" y="6"/>
                                </a:lnTo>
                                <a:lnTo>
                                  <a:pt x="3" y="7"/>
                                </a:lnTo>
                                <a:lnTo>
                                  <a:pt x="4" y="8"/>
                                </a:lnTo>
                                <a:lnTo>
                                  <a:pt x="5" y="8"/>
                                </a:lnTo>
                                <a:lnTo>
                                  <a:pt x="7" y="7"/>
                                </a:lnTo>
                                <a:lnTo>
                                  <a:pt x="8" y="6"/>
                                </a:lnTo>
                                <a:lnTo>
                                  <a:pt x="8" y="4"/>
                                </a:lnTo>
                                <a:lnTo>
                                  <a:pt x="8" y="3"/>
                                </a:lnTo>
                                <a:lnTo>
                                  <a:pt x="8" y="1"/>
                                </a:lnTo>
                                <a:lnTo>
                                  <a:pt x="7" y="0"/>
                                </a:lnTo>
                                <a:lnTo>
                                  <a:pt x="5" y="0"/>
                                </a:lnTo>
                                <a:lnTo>
                                  <a:pt x="4"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52" name="Freeform 258"/>
                          <p:cNvSpPr>
                            <a:spLocks/>
                          </p:cNvSpPr>
                          <p:nvPr/>
                        </p:nvSpPr>
                        <p:spPr bwMode="auto">
                          <a:xfrm>
                            <a:off x="3912" y="1914"/>
                            <a:ext cx="8" cy="9"/>
                          </a:xfrm>
                          <a:custGeom>
                            <a:avLst/>
                            <a:gdLst>
                              <a:gd name="T0" fmla="*/ 1 w 8"/>
                              <a:gd name="T1" fmla="*/ 0 h 9"/>
                              <a:gd name="T2" fmla="*/ 0 w 8"/>
                              <a:gd name="T3" fmla="*/ 1 h 9"/>
                              <a:gd name="T4" fmla="*/ 0 w 8"/>
                              <a:gd name="T5" fmla="*/ 3 h 9"/>
                              <a:gd name="T6" fmla="*/ 0 w 8"/>
                              <a:gd name="T7" fmla="*/ 4 h 9"/>
                              <a:gd name="T8" fmla="*/ 0 w 8"/>
                              <a:gd name="T9" fmla="*/ 6 h 9"/>
                              <a:gd name="T10" fmla="*/ 1 w 8"/>
                              <a:gd name="T11" fmla="*/ 7 h 9"/>
                              <a:gd name="T12" fmla="*/ 3 w 8"/>
                              <a:gd name="T13" fmla="*/ 9 h 9"/>
                              <a:gd name="T14" fmla="*/ 4 w 8"/>
                              <a:gd name="T15" fmla="*/ 9 h 9"/>
                              <a:gd name="T16" fmla="*/ 5 w 8"/>
                              <a:gd name="T17" fmla="*/ 7 h 9"/>
                              <a:gd name="T18" fmla="*/ 5 w 8"/>
                              <a:gd name="T19" fmla="*/ 7 h 9"/>
                              <a:gd name="T20" fmla="*/ 7 w 8"/>
                              <a:gd name="T21" fmla="*/ 6 h 9"/>
                              <a:gd name="T22" fmla="*/ 8 w 8"/>
                              <a:gd name="T23" fmla="*/ 4 h 9"/>
                              <a:gd name="T24" fmla="*/ 8 w 8"/>
                              <a:gd name="T25" fmla="*/ 3 h 9"/>
                              <a:gd name="T26" fmla="*/ 7 w 8"/>
                              <a:gd name="T27" fmla="*/ 1 h 9"/>
                              <a:gd name="T28" fmla="*/ 5 w 8"/>
                              <a:gd name="T29" fmla="*/ 0 h 9"/>
                              <a:gd name="T30" fmla="*/ 4 w 8"/>
                              <a:gd name="T31" fmla="*/ 0 h 9"/>
                              <a:gd name="T32" fmla="*/ 3 w 8"/>
                              <a:gd name="T33" fmla="*/ 0 h 9"/>
                              <a:gd name="T34" fmla="*/ 1 w 8"/>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1" y="0"/>
                                </a:moveTo>
                                <a:lnTo>
                                  <a:pt x="0" y="1"/>
                                </a:lnTo>
                                <a:lnTo>
                                  <a:pt x="0" y="3"/>
                                </a:lnTo>
                                <a:lnTo>
                                  <a:pt x="0" y="4"/>
                                </a:lnTo>
                                <a:lnTo>
                                  <a:pt x="0" y="6"/>
                                </a:lnTo>
                                <a:lnTo>
                                  <a:pt x="1" y="7"/>
                                </a:lnTo>
                                <a:lnTo>
                                  <a:pt x="3" y="9"/>
                                </a:lnTo>
                                <a:lnTo>
                                  <a:pt x="4" y="9"/>
                                </a:lnTo>
                                <a:lnTo>
                                  <a:pt x="5" y="7"/>
                                </a:lnTo>
                                <a:lnTo>
                                  <a:pt x="7" y="6"/>
                                </a:lnTo>
                                <a:lnTo>
                                  <a:pt x="8" y="4"/>
                                </a:lnTo>
                                <a:lnTo>
                                  <a:pt x="8" y="3"/>
                                </a:lnTo>
                                <a:lnTo>
                                  <a:pt x="7" y="1"/>
                                </a:lnTo>
                                <a:lnTo>
                                  <a:pt x="5" y="0"/>
                                </a:lnTo>
                                <a:lnTo>
                                  <a:pt x="4" y="0"/>
                                </a:lnTo>
                                <a:lnTo>
                                  <a:pt x="3" y="0"/>
                                </a:lnTo>
                                <a:lnTo>
                                  <a:pt x="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53" name="Freeform 259"/>
                          <p:cNvSpPr>
                            <a:spLocks/>
                          </p:cNvSpPr>
                          <p:nvPr/>
                        </p:nvSpPr>
                        <p:spPr bwMode="auto">
                          <a:xfrm>
                            <a:off x="3926" y="1905"/>
                            <a:ext cx="9" cy="9"/>
                          </a:xfrm>
                          <a:custGeom>
                            <a:avLst/>
                            <a:gdLst>
                              <a:gd name="T0" fmla="*/ 3 w 9"/>
                              <a:gd name="T1" fmla="*/ 2 h 9"/>
                              <a:gd name="T2" fmla="*/ 2 w 9"/>
                              <a:gd name="T3" fmla="*/ 3 h 9"/>
                              <a:gd name="T4" fmla="*/ 0 w 9"/>
                              <a:gd name="T5" fmla="*/ 5 h 9"/>
                              <a:gd name="T6" fmla="*/ 0 w 9"/>
                              <a:gd name="T7" fmla="*/ 6 h 9"/>
                              <a:gd name="T8" fmla="*/ 2 w 9"/>
                              <a:gd name="T9" fmla="*/ 8 h 9"/>
                              <a:gd name="T10" fmla="*/ 3 w 9"/>
                              <a:gd name="T11" fmla="*/ 9 h 9"/>
                              <a:gd name="T12" fmla="*/ 4 w 9"/>
                              <a:gd name="T13" fmla="*/ 9 h 9"/>
                              <a:gd name="T14" fmla="*/ 6 w 9"/>
                              <a:gd name="T15" fmla="*/ 9 h 9"/>
                              <a:gd name="T16" fmla="*/ 7 w 9"/>
                              <a:gd name="T17" fmla="*/ 9 h 9"/>
                              <a:gd name="T18" fmla="*/ 7 w 9"/>
                              <a:gd name="T19" fmla="*/ 9 h 9"/>
                              <a:gd name="T20" fmla="*/ 9 w 9"/>
                              <a:gd name="T21" fmla="*/ 8 h 9"/>
                              <a:gd name="T22" fmla="*/ 9 w 9"/>
                              <a:gd name="T23" fmla="*/ 6 h 9"/>
                              <a:gd name="T24" fmla="*/ 9 w 9"/>
                              <a:gd name="T25" fmla="*/ 5 h 9"/>
                              <a:gd name="T26" fmla="*/ 9 w 9"/>
                              <a:gd name="T27" fmla="*/ 3 h 9"/>
                              <a:gd name="T28" fmla="*/ 7 w 9"/>
                              <a:gd name="T29" fmla="*/ 2 h 9"/>
                              <a:gd name="T30" fmla="*/ 6 w 9"/>
                              <a:gd name="T31" fmla="*/ 0 h 9"/>
                              <a:gd name="T32" fmla="*/ 4 w 9"/>
                              <a:gd name="T33" fmla="*/ 0 h 9"/>
                              <a:gd name="T34" fmla="*/ 3 w 9"/>
                              <a:gd name="T35" fmla="*/ 2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3" y="2"/>
                                </a:moveTo>
                                <a:lnTo>
                                  <a:pt x="2" y="3"/>
                                </a:lnTo>
                                <a:lnTo>
                                  <a:pt x="0" y="5"/>
                                </a:lnTo>
                                <a:lnTo>
                                  <a:pt x="0" y="6"/>
                                </a:lnTo>
                                <a:lnTo>
                                  <a:pt x="2" y="8"/>
                                </a:lnTo>
                                <a:lnTo>
                                  <a:pt x="3" y="9"/>
                                </a:lnTo>
                                <a:lnTo>
                                  <a:pt x="4" y="9"/>
                                </a:lnTo>
                                <a:lnTo>
                                  <a:pt x="6" y="9"/>
                                </a:lnTo>
                                <a:lnTo>
                                  <a:pt x="7" y="9"/>
                                </a:lnTo>
                                <a:lnTo>
                                  <a:pt x="9" y="8"/>
                                </a:lnTo>
                                <a:lnTo>
                                  <a:pt x="9" y="6"/>
                                </a:lnTo>
                                <a:lnTo>
                                  <a:pt x="9" y="5"/>
                                </a:lnTo>
                                <a:lnTo>
                                  <a:pt x="9" y="3"/>
                                </a:lnTo>
                                <a:lnTo>
                                  <a:pt x="7" y="2"/>
                                </a:lnTo>
                                <a:lnTo>
                                  <a:pt x="6" y="0"/>
                                </a:lnTo>
                                <a:lnTo>
                                  <a:pt x="4" y="0"/>
                                </a:lnTo>
                                <a:lnTo>
                                  <a:pt x="3"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54" name="Freeform 260"/>
                          <p:cNvSpPr>
                            <a:spLocks/>
                          </p:cNvSpPr>
                          <p:nvPr/>
                        </p:nvSpPr>
                        <p:spPr bwMode="auto">
                          <a:xfrm>
                            <a:off x="3942" y="1898"/>
                            <a:ext cx="9" cy="9"/>
                          </a:xfrm>
                          <a:custGeom>
                            <a:avLst/>
                            <a:gdLst>
                              <a:gd name="T0" fmla="*/ 4 w 9"/>
                              <a:gd name="T1" fmla="*/ 0 h 9"/>
                              <a:gd name="T2" fmla="*/ 3 w 9"/>
                              <a:gd name="T3" fmla="*/ 1 h 9"/>
                              <a:gd name="T4" fmla="*/ 2 w 9"/>
                              <a:gd name="T5" fmla="*/ 3 h 9"/>
                              <a:gd name="T6" fmla="*/ 0 w 9"/>
                              <a:gd name="T7" fmla="*/ 4 h 9"/>
                              <a:gd name="T8" fmla="*/ 0 w 9"/>
                              <a:gd name="T9" fmla="*/ 6 h 9"/>
                              <a:gd name="T10" fmla="*/ 2 w 9"/>
                              <a:gd name="T11" fmla="*/ 7 h 9"/>
                              <a:gd name="T12" fmla="*/ 3 w 9"/>
                              <a:gd name="T13" fmla="*/ 9 h 9"/>
                              <a:gd name="T14" fmla="*/ 4 w 9"/>
                              <a:gd name="T15" fmla="*/ 9 h 9"/>
                              <a:gd name="T16" fmla="*/ 6 w 9"/>
                              <a:gd name="T17" fmla="*/ 9 h 9"/>
                              <a:gd name="T18" fmla="*/ 6 w 9"/>
                              <a:gd name="T19" fmla="*/ 9 h 9"/>
                              <a:gd name="T20" fmla="*/ 7 w 9"/>
                              <a:gd name="T21" fmla="*/ 9 h 9"/>
                              <a:gd name="T22" fmla="*/ 9 w 9"/>
                              <a:gd name="T23" fmla="*/ 7 h 9"/>
                              <a:gd name="T24" fmla="*/ 9 w 9"/>
                              <a:gd name="T25" fmla="*/ 6 h 9"/>
                              <a:gd name="T26" fmla="*/ 9 w 9"/>
                              <a:gd name="T27" fmla="*/ 4 h 9"/>
                              <a:gd name="T28" fmla="*/ 9 w 9"/>
                              <a:gd name="T29" fmla="*/ 3 h 9"/>
                              <a:gd name="T30" fmla="*/ 7 w 9"/>
                              <a:gd name="T31" fmla="*/ 1 h 9"/>
                              <a:gd name="T32" fmla="*/ 6 w 9"/>
                              <a:gd name="T33" fmla="*/ 0 h 9"/>
                              <a:gd name="T34" fmla="*/ 4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4" y="0"/>
                                </a:moveTo>
                                <a:lnTo>
                                  <a:pt x="3" y="1"/>
                                </a:lnTo>
                                <a:lnTo>
                                  <a:pt x="2" y="3"/>
                                </a:lnTo>
                                <a:lnTo>
                                  <a:pt x="0" y="4"/>
                                </a:lnTo>
                                <a:lnTo>
                                  <a:pt x="0" y="6"/>
                                </a:lnTo>
                                <a:lnTo>
                                  <a:pt x="2" y="7"/>
                                </a:lnTo>
                                <a:lnTo>
                                  <a:pt x="3" y="9"/>
                                </a:lnTo>
                                <a:lnTo>
                                  <a:pt x="4" y="9"/>
                                </a:lnTo>
                                <a:lnTo>
                                  <a:pt x="6" y="9"/>
                                </a:lnTo>
                                <a:lnTo>
                                  <a:pt x="7" y="9"/>
                                </a:lnTo>
                                <a:lnTo>
                                  <a:pt x="9" y="7"/>
                                </a:lnTo>
                                <a:lnTo>
                                  <a:pt x="9" y="6"/>
                                </a:lnTo>
                                <a:lnTo>
                                  <a:pt x="9" y="4"/>
                                </a:lnTo>
                                <a:lnTo>
                                  <a:pt x="9" y="3"/>
                                </a:lnTo>
                                <a:lnTo>
                                  <a:pt x="7" y="1"/>
                                </a:lnTo>
                                <a:lnTo>
                                  <a:pt x="6"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grpSp>
                    <p:grpSp>
                      <p:nvGrpSpPr>
                        <p:cNvPr id="36" name="Group 35"/>
                        <p:cNvGrpSpPr/>
                        <p:nvPr/>
                      </p:nvGrpSpPr>
                      <p:grpSpPr>
                        <a:xfrm>
                          <a:off x="2165350" y="2533650"/>
                          <a:ext cx="5284788" cy="1771650"/>
                          <a:chOff x="2165350" y="2533650"/>
                          <a:chExt cx="5284788" cy="1771650"/>
                        </a:xfrm>
                      </p:grpSpPr>
                      <p:grpSp>
                        <p:nvGrpSpPr>
                          <p:cNvPr id="37" name="Group 10"/>
                          <p:cNvGrpSpPr>
                            <a:grpSpLocks/>
                          </p:cNvGrpSpPr>
                          <p:nvPr/>
                        </p:nvGrpSpPr>
                        <p:grpSpPr bwMode="auto">
                          <a:xfrm>
                            <a:off x="2414588" y="3411538"/>
                            <a:ext cx="4951412" cy="14287"/>
                            <a:chOff x="1533" y="2101"/>
                            <a:chExt cx="3119" cy="9"/>
                          </a:xfrm>
                        </p:grpSpPr>
                        <p:sp>
                          <p:nvSpPr>
                            <p:cNvPr id="185" name="Freeform 11"/>
                            <p:cNvSpPr>
                              <a:spLocks/>
                            </p:cNvSpPr>
                            <p:nvPr/>
                          </p:nvSpPr>
                          <p:spPr bwMode="auto">
                            <a:xfrm>
                              <a:off x="1533" y="2101"/>
                              <a:ext cx="78" cy="9"/>
                            </a:xfrm>
                            <a:custGeom>
                              <a:avLst/>
                              <a:gdLst>
                                <a:gd name="T0" fmla="*/ 6 w 78"/>
                                <a:gd name="T1" fmla="*/ 0 h 9"/>
                                <a:gd name="T2" fmla="*/ 4 w 78"/>
                                <a:gd name="T3" fmla="*/ 0 h 9"/>
                                <a:gd name="T4" fmla="*/ 3 w 78"/>
                                <a:gd name="T5" fmla="*/ 2 h 9"/>
                                <a:gd name="T6" fmla="*/ 1 w 78"/>
                                <a:gd name="T7" fmla="*/ 3 h 9"/>
                                <a:gd name="T8" fmla="*/ 0 w 78"/>
                                <a:gd name="T9" fmla="*/ 5 h 9"/>
                                <a:gd name="T10" fmla="*/ 0 w 78"/>
                                <a:gd name="T11" fmla="*/ 5 h 9"/>
                                <a:gd name="T12" fmla="*/ 1 w 78"/>
                                <a:gd name="T13" fmla="*/ 6 h 9"/>
                                <a:gd name="T14" fmla="*/ 3 w 78"/>
                                <a:gd name="T15" fmla="*/ 8 h 9"/>
                                <a:gd name="T16" fmla="*/ 4 w 78"/>
                                <a:gd name="T17" fmla="*/ 9 h 9"/>
                                <a:gd name="T18" fmla="*/ 72 w 78"/>
                                <a:gd name="T19" fmla="*/ 9 h 9"/>
                                <a:gd name="T20" fmla="*/ 74 w 78"/>
                                <a:gd name="T21" fmla="*/ 9 h 9"/>
                                <a:gd name="T22" fmla="*/ 75 w 78"/>
                                <a:gd name="T23" fmla="*/ 9 h 9"/>
                                <a:gd name="T24" fmla="*/ 77 w 78"/>
                                <a:gd name="T25" fmla="*/ 8 h 9"/>
                                <a:gd name="T26" fmla="*/ 78 w 78"/>
                                <a:gd name="T27" fmla="*/ 6 h 9"/>
                                <a:gd name="T28" fmla="*/ 78 w 78"/>
                                <a:gd name="T29" fmla="*/ 5 h 9"/>
                                <a:gd name="T30" fmla="*/ 77 w 78"/>
                                <a:gd name="T31" fmla="*/ 3 h 9"/>
                                <a:gd name="T32" fmla="*/ 75 w 78"/>
                                <a:gd name="T33" fmla="*/ 2 h 9"/>
                                <a:gd name="T34" fmla="*/ 74 w 78"/>
                                <a:gd name="T35" fmla="*/ 0 h 9"/>
                                <a:gd name="T36" fmla="*/ 6 w 78"/>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78"/>
                                <a:gd name="T58" fmla="*/ 0 h 9"/>
                                <a:gd name="T59" fmla="*/ 78 w 78"/>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78" h="9">
                                  <a:moveTo>
                                    <a:pt x="6" y="0"/>
                                  </a:moveTo>
                                  <a:lnTo>
                                    <a:pt x="4" y="0"/>
                                  </a:lnTo>
                                  <a:lnTo>
                                    <a:pt x="3" y="2"/>
                                  </a:lnTo>
                                  <a:lnTo>
                                    <a:pt x="1" y="3"/>
                                  </a:lnTo>
                                  <a:lnTo>
                                    <a:pt x="0" y="5"/>
                                  </a:lnTo>
                                  <a:lnTo>
                                    <a:pt x="1" y="6"/>
                                  </a:lnTo>
                                  <a:lnTo>
                                    <a:pt x="3" y="8"/>
                                  </a:lnTo>
                                  <a:lnTo>
                                    <a:pt x="4" y="9"/>
                                  </a:lnTo>
                                  <a:lnTo>
                                    <a:pt x="72" y="9"/>
                                  </a:lnTo>
                                  <a:lnTo>
                                    <a:pt x="74" y="9"/>
                                  </a:lnTo>
                                  <a:lnTo>
                                    <a:pt x="75" y="9"/>
                                  </a:lnTo>
                                  <a:lnTo>
                                    <a:pt x="77" y="8"/>
                                  </a:lnTo>
                                  <a:lnTo>
                                    <a:pt x="78" y="6"/>
                                  </a:lnTo>
                                  <a:lnTo>
                                    <a:pt x="78" y="5"/>
                                  </a:lnTo>
                                  <a:lnTo>
                                    <a:pt x="77" y="3"/>
                                  </a:lnTo>
                                  <a:lnTo>
                                    <a:pt x="75" y="2"/>
                                  </a:lnTo>
                                  <a:lnTo>
                                    <a:pt x="74" y="0"/>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86" name="Freeform 12"/>
                            <p:cNvSpPr>
                              <a:spLocks/>
                            </p:cNvSpPr>
                            <p:nvPr/>
                          </p:nvSpPr>
                          <p:spPr bwMode="auto">
                            <a:xfrm>
                              <a:off x="1629" y="2101"/>
                              <a:ext cx="17" cy="9"/>
                            </a:xfrm>
                            <a:custGeom>
                              <a:avLst/>
                              <a:gdLst>
                                <a:gd name="T0" fmla="*/ 4 w 17"/>
                                <a:gd name="T1" fmla="*/ 0 h 9"/>
                                <a:gd name="T2" fmla="*/ 2 w 17"/>
                                <a:gd name="T3" fmla="*/ 0 h 9"/>
                                <a:gd name="T4" fmla="*/ 1 w 17"/>
                                <a:gd name="T5" fmla="*/ 2 h 9"/>
                                <a:gd name="T6" fmla="*/ 0 w 17"/>
                                <a:gd name="T7" fmla="*/ 3 h 9"/>
                                <a:gd name="T8" fmla="*/ 0 w 17"/>
                                <a:gd name="T9" fmla="*/ 5 h 9"/>
                                <a:gd name="T10" fmla="*/ 0 w 17"/>
                                <a:gd name="T11" fmla="*/ 6 h 9"/>
                                <a:gd name="T12" fmla="*/ 0 w 17"/>
                                <a:gd name="T13" fmla="*/ 8 h 9"/>
                                <a:gd name="T14" fmla="*/ 1 w 17"/>
                                <a:gd name="T15" fmla="*/ 9 h 9"/>
                                <a:gd name="T16" fmla="*/ 2 w 17"/>
                                <a:gd name="T17" fmla="*/ 9 h 9"/>
                                <a:gd name="T18" fmla="*/ 11 w 17"/>
                                <a:gd name="T19" fmla="*/ 9 h 9"/>
                                <a:gd name="T20" fmla="*/ 13 w 17"/>
                                <a:gd name="T21" fmla="*/ 9 h 9"/>
                                <a:gd name="T22" fmla="*/ 14 w 17"/>
                                <a:gd name="T23" fmla="*/ 9 h 9"/>
                                <a:gd name="T24" fmla="*/ 16 w 17"/>
                                <a:gd name="T25" fmla="*/ 8 h 9"/>
                                <a:gd name="T26" fmla="*/ 17 w 17"/>
                                <a:gd name="T27" fmla="*/ 6 h 9"/>
                                <a:gd name="T28" fmla="*/ 17 w 17"/>
                                <a:gd name="T29" fmla="*/ 5 h 9"/>
                                <a:gd name="T30" fmla="*/ 16 w 17"/>
                                <a:gd name="T31" fmla="*/ 3 h 9"/>
                                <a:gd name="T32" fmla="*/ 14 w 17"/>
                                <a:gd name="T33" fmla="*/ 2 h 9"/>
                                <a:gd name="T34" fmla="*/ 13 w 17"/>
                                <a:gd name="T35" fmla="*/ 0 h 9"/>
                                <a:gd name="T36" fmla="*/ 4 w 17"/>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7"/>
                                <a:gd name="T58" fmla="*/ 0 h 9"/>
                                <a:gd name="T59" fmla="*/ 17 w 17"/>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7" h="9">
                                  <a:moveTo>
                                    <a:pt x="4" y="0"/>
                                  </a:moveTo>
                                  <a:lnTo>
                                    <a:pt x="2" y="0"/>
                                  </a:lnTo>
                                  <a:lnTo>
                                    <a:pt x="1" y="2"/>
                                  </a:lnTo>
                                  <a:lnTo>
                                    <a:pt x="0" y="3"/>
                                  </a:lnTo>
                                  <a:lnTo>
                                    <a:pt x="0" y="5"/>
                                  </a:lnTo>
                                  <a:lnTo>
                                    <a:pt x="0" y="6"/>
                                  </a:lnTo>
                                  <a:lnTo>
                                    <a:pt x="0" y="8"/>
                                  </a:lnTo>
                                  <a:lnTo>
                                    <a:pt x="1" y="9"/>
                                  </a:lnTo>
                                  <a:lnTo>
                                    <a:pt x="2" y="9"/>
                                  </a:lnTo>
                                  <a:lnTo>
                                    <a:pt x="11" y="9"/>
                                  </a:lnTo>
                                  <a:lnTo>
                                    <a:pt x="13" y="9"/>
                                  </a:lnTo>
                                  <a:lnTo>
                                    <a:pt x="14" y="9"/>
                                  </a:lnTo>
                                  <a:lnTo>
                                    <a:pt x="16" y="8"/>
                                  </a:lnTo>
                                  <a:lnTo>
                                    <a:pt x="17" y="6"/>
                                  </a:lnTo>
                                  <a:lnTo>
                                    <a:pt x="17" y="5"/>
                                  </a:lnTo>
                                  <a:lnTo>
                                    <a:pt x="16" y="3"/>
                                  </a:lnTo>
                                  <a:lnTo>
                                    <a:pt x="14" y="2"/>
                                  </a:lnTo>
                                  <a:lnTo>
                                    <a:pt x="13"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87" name="Freeform 13"/>
                            <p:cNvSpPr>
                              <a:spLocks/>
                            </p:cNvSpPr>
                            <p:nvPr/>
                          </p:nvSpPr>
                          <p:spPr bwMode="auto">
                            <a:xfrm>
                              <a:off x="1663" y="2101"/>
                              <a:ext cx="79" cy="9"/>
                            </a:xfrm>
                            <a:custGeom>
                              <a:avLst/>
                              <a:gdLst>
                                <a:gd name="T0" fmla="*/ 5 w 79"/>
                                <a:gd name="T1" fmla="*/ 0 h 9"/>
                                <a:gd name="T2" fmla="*/ 3 w 79"/>
                                <a:gd name="T3" fmla="*/ 0 h 9"/>
                                <a:gd name="T4" fmla="*/ 2 w 79"/>
                                <a:gd name="T5" fmla="*/ 2 h 9"/>
                                <a:gd name="T6" fmla="*/ 0 w 79"/>
                                <a:gd name="T7" fmla="*/ 3 h 9"/>
                                <a:gd name="T8" fmla="*/ 0 w 79"/>
                                <a:gd name="T9" fmla="*/ 5 h 9"/>
                                <a:gd name="T10" fmla="*/ 0 w 79"/>
                                <a:gd name="T11" fmla="*/ 6 h 9"/>
                                <a:gd name="T12" fmla="*/ 0 w 79"/>
                                <a:gd name="T13" fmla="*/ 8 h 9"/>
                                <a:gd name="T14" fmla="*/ 2 w 79"/>
                                <a:gd name="T15" fmla="*/ 9 h 9"/>
                                <a:gd name="T16" fmla="*/ 3 w 79"/>
                                <a:gd name="T17" fmla="*/ 9 h 9"/>
                                <a:gd name="T18" fmla="*/ 73 w 79"/>
                                <a:gd name="T19" fmla="*/ 9 h 9"/>
                                <a:gd name="T20" fmla="*/ 75 w 79"/>
                                <a:gd name="T21" fmla="*/ 9 h 9"/>
                                <a:gd name="T22" fmla="*/ 76 w 79"/>
                                <a:gd name="T23" fmla="*/ 9 h 9"/>
                                <a:gd name="T24" fmla="*/ 77 w 79"/>
                                <a:gd name="T25" fmla="*/ 8 h 9"/>
                                <a:gd name="T26" fmla="*/ 79 w 79"/>
                                <a:gd name="T27" fmla="*/ 6 h 9"/>
                                <a:gd name="T28" fmla="*/ 79 w 79"/>
                                <a:gd name="T29" fmla="*/ 5 h 9"/>
                                <a:gd name="T30" fmla="*/ 77 w 79"/>
                                <a:gd name="T31" fmla="*/ 3 h 9"/>
                                <a:gd name="T32" fmla="*/ 76 w 79"/>
                                <a:gd name="T33" fmla="*/ 2 h 9"/>
                                <a:gd name="T34" fmla="*/ 75 w 79"/>
                                <a:gd name="T35" fmla="*/ 0 h 9"/>
                                <a:gd name="T36" fmla="*/ 5 w 79"/>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79"/>
                                <a:gd name="T58" fmla="*/ 0 h 9"/>
                                <a:gd name="T59" fmla="*/ 79 w 79"/>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79" h="9">
                                  <a:moveTo>
                                    <a:pt x="5" y="0"/>
                                  </a:moveTo>
                                  <a:lnTo>
                                    <a:pt x="3" y="0"/>
                                  </a:lnTo>
                                  <a:lnTo>
                                    <a:pt x="2" y="2"/>
                                  </a:lnTo>
                                  <a:lnTo>
                                    <a:pt x="0" y="3"/>
                                  </a:lnTo>
                                  <a:lnTo>
                                    <a:pt x="0" y="5"/>
                                  </a:lnTo>
                                  <a:lnTo>
                                    <a:pt x="0" y="6"/>
                                  </a:lnTo>
                                  <a:lnTo>
                                    <a:pt x="0" y="8"/>
                                  </a:lnTo>
                                  <a:lnTo>
                                    <a:pt x="2" y="9"/>
                                  </a:lnTo>
                                  <a:lnTo>
                                    <a:pt x="3" y="9"/>
                                  </a:lnTo>
                                  <a:lnTo>
                                    <a:pt x="73" y="9"/>
                                  </a:lnTo>
                                  <a:lnTo>
                                    <a:pt x="75" y="9"/>
                                  </a:lnTo>
                                  <a:lnTo>
                                    <a:pt x="76" y="9"/>
                                  </a:lnTo>
                                  <a:lnTo>
                                    <a:pt x="77" y="8"/>
                                  </a:lnTo>
                                  <a:lnTo>
                                    <a:pt x="79" y="6"/>
                                  </a:lnTo>
                                  <a:lnTo>
                                    <a:pt x="79" y="5"/>
                                  </a:lnTo>
                                  <a:lnTo>
                                    <a:pt x="77" y="3"/>
                                  </a:lnTo>
                                  <a:lnTo>
                                    <a:pt x="76" y="2"/>
                                  </a:lnTo>
                                  <a:lnTo>
                                    <a:pt x="75" y="0"/>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88" name="Freeform 14"/>
                            <p:cNvSpPr>
                              <a:spLocks/>
                            </p:cNvSpPr>
                            <p:nvPr/>
                          </p:nvSpPr>
                          <p:spPr bwMode="auto">
                            <a:xfrm>
                              <a:off x="1759" y="2101"/>
                              <a:ext cx="18" cy="9"/>
                            </a:xfrm>
                            <a:custGeom>
                              <a:avLst/>
                              <a:gdLst>
                                <a:gd name="T0" fmla="*/ 5 w 18"/>
                                <a:gd name="T1" fmla="*/ 0 h 9"/>
                                <a:gd name="T2" fmla="*/ 3 w 18"/>
                                <a:gd name="T3" fmla="*/ 0 h 9"/>
                                <a:gd name="T4" fmla="*/ 2 w 18"/>
                                <a:gd name="T5" fmla="*/ 2 h 9"/>
                                <a:gd name="T6" fmla="*/ 0 w 18"/>
                                <a:gd name="T7" fmla="*/ 3 h 9"/>
                                <a:gd name="T8" fmla="*/ 0 w 18"/>
                                <a:gd name="T9" fmla="*/ 5 h 9"/>
                                <a:gd name="T10" fmla="*/ 0 w 18"/>
                                <a:gd name="T11" fmla="*/ 6 h 9"/>
                                <a:gd name="T12" fmla="*/ 0 w 18"/>
                                <a:gd name="T13" fmla="*/ 8 h 9"/>
                                <a:gd name="T14" fmla="*/ 2 w 18"/>
                                <a:gd name="T15" fmla="*/ 9 h 9"/>
                                <a:gd name="T16" fmla="*/ 3 w 18"/>
                                <a:gd name="T17" fmla="*/ 9 h 9"/>
                                <a:gd name="T18" fmla="*/ 12 w 18"/>
                                <a:gd name="T19" fmla="*/ 9 h 9"/>
                                <a:gd name="T20" fmla="*/ 13 w 18"/>
                                <a:gd name="T21" fmla="*/ 9 h 9"/>
                                <a:gd name="T22" fmla="*/ 15 w 18"/>
                                <a:gd name="T23" fmla="*/ 9 h 9"/>
                                <a:gd name="T24" fmla="*/ 16 w 18"/>
                                <a:gd name="T25" fmla="*/ 8 h 9"/>
                                <a:gd name="T26" fmla="*/ 18 w 18"/>
                                <a:gd name="T27" fmla="*/ 6 h 9"/>
                                <a:gd name="T28" fmla="*/ 18 w 18"/>
                                <a:gd name="T29" fmla="*/ 5 h 9"/>
                                <a:gd name="T30" fmla="*/ 16 w 18"/>
                                <a:gd name="T31" fmla="*/ 3 h 9"/>
                                <a:gd name="T32" fmla="*/ 15 w 18"/>
                                <a:gd name="T33" fmla="*/ 2 h 9"/>
                                <a:gd name="T34" fmla="*/ 13 w 18"/>
                                <a:gd name="T35" fmla="*/ 0 h 9"/>
                                <a:gd name="T36" fmla="*/ 5 w 18"/>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8"/>
                                <a:gd name="T58" fmla="*/ 0 h 9"/>
                                <a:gd name="T59" fmla="*/ 18 w 18"/>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8" h="9">
                                  <a:moveTo>
                                    <a:pt x="5" y="0"/>
                                  </a:moveTo>
                                  <a:lnTo>
                                    <a:pt x="3" y="0"/>
                                  </a:lnTo>
                                  <a:lnTo>
                                    <a:pt x="2" y="2"/>
                                  </a:lnTo>
                                  <a:lnTo>
                                    <a:pt x="0" y="3"/>
                                  </a:lnTo>
                                  <a:lnTo>
                                    <a:pt x="0" y="5"/>
                                  </a:lnTo>
                                  <a:lnTo>
                                    <a:pt x="0" y="6"/>
                                  </a:lnTo>
                                  <a:lnTo>
                                    <a:pt x="0" y="8"/>
                                  </a:lnTo>
                                  <a:lnTo>
                                    <a:pt x="2" y="9"/>
                                  </a:lnTo>
                                  <a:lnTo>
                                    <a:pt x="3" y="9"/>
                                  </a:lnTo>
                                  <a:lnTo>
                                    <a:pt x="12" y="9"/>
                                  </a:lnTo>
                                  <a:lnTo>
                                    <a:pt x="13" y="9"/>
                                  </a:lnTo>
                                  <a:lnTo>
                                    <a:pt x="15" y="9"/>
                                  </a:lnTo>
                                  <a:lnTo>
                                    <a:pt x="16" y="8"/>
                                  </a:lnTo>
                                  <a:lnTo>
                                    <a:pt x="18" y="6"/>
                                  </a:lnTo>
                                  <a:lnTo>
                                    <a:pt x="18" y="5"/>
                                  </a:lnTo>
                                  <a:lnTo>
                                    <a:pt x="16" y="3"/>
                                  </a:lnTo>
                                  <a:lnTo>
                                    <a:pt x="15" y="2"/>
                                  </a:lnTo>
                                  <a:lnTo>
                                    <a:pt x="13" y="0"/>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89" name="Freeform 15"/>
                            <p:cNvSpPr>
                              <a:spLocks/>
                            </p:cNvSpPr>
                            <p:nvPr/>
                          </p:nvSpPr>
                          <p:spPr bwMode="auto">
                            <a:xfrm>
                              <a:off x="1794" y="2101"/>
                              <a:ext cx="79" cy="9"/>
                            </a:xfrm>
                            <a:custGeom>
                              <a:avLst/>
                              <a:gdLst>
                                <a:gd name="T0" fmla="*/ 5 w 79"/>
                                <a:gd name="T1" fmla="*/ 0 h 9"/>
                                <a:gd name="T2" fmla="*/ 3 w 79"/>
                                <a:gd name="T3" fmla="*/ 0 h 9"/>
                                <a:gd name="T4" fmla="*/ 2 w 79"/>
                                <a:gd name="T5" fmla="*/ 2 h 9"/>
                                <a:gd name="T6" fmla="*/ 0 w 79"/>
                                <a:gd name="T7" fmla="*/ 3 h 9"/>
                                <a:gd name="T8" fmla="*/ 0 w 79"/>
                                <a:gd name="T9" fmla="*/ 5 h 9"/>
                                <a:gd name="T10" fmla="*/ 0 w 79"/>
                                <a:gd name="T11" fmla="*/ 6 h 9"/>
                                <a:gd name="T12" fmla="*/ 0 w 79"/>
                                <a:gd name="T13" fmla="*/ 8 h 9"/>
                                <a:gd name="T14" fmla="*/ 2 w 79"/>
                                <a:gd name="T15" fmla="*/ 9 h 9"/>
                                <a:gd name="T16" fmla="*/ 3 w 79"/>
                                <a:gd name="T17" fmla="*/ 9 h 9"/>
                                <a:gd name="T18" fmla="*/ 73 w 79"/>
                                <a:gd name="T19" fmla="*/ 9 h 9"/>
                                <a:gd name="T20" fmla="*/ 74 w 79"/>
                                <a:gd name="T21" fmla="*/ 9 h 9"/>
                                <a:gd name="T22" fmla="*/ 76 w 79"/>
                                <a:gd name="T23" fmla="*/ 9 h 9"/>
                                <a:gd name="T24" fmla="*/ 77 w 79"/>
                                <a:gd name="T25" fmla="*/ 8 h 9"/>
                                <a:gd name="T26" fmla="*/ 79 w 79"/>
                                <a:gd name="T27" fmla="*/ 6 h 9"/>
                                <a:gd name="T28" fmla="*/ 79 w 79"/>
                                <a:gd name="T29" fmla="*/ 5 h 9"/>
                                <a:gd name="T30" fmla="*/ 77 w 79"/>
                                <a:gd name="T31" fmla="*/ 3 h 9"/>
                                <a:gd name="T32" fmla="*/ 76 w 79"/>
                                <a:gd name="T33" fmla="*/ 2 h 9"/>
                                <a:gd name="T34" fmla="*/ 74 w 79"/>
                                <a:gd name="T35" fmla="*/ 0 h 9"/>
                                <a:gd name="T36" fmla="*/ 5 w 79"/>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79"/>
                                <a:gd name="T58" fmla="*/ 0 h 9"/>
                                <a:gd name="T59" fmla="*/ 79 w 79"/>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79" h="9">
                                  <a:moveTo>
                                    <a:pt x="5" y="0"/>
                                  </a:moveTo>
                                  <a:lnTo>
                                    <a:pt x="3" y="0"/>
                                  </a:lnTo>
                                  <a:lnTo>
                                    <a:pt x="2" y="2"/>
                                  </a:lnTo>
                                  <a:lnTo>
                                    <a:pt x="0" y="3"/>
                                  </a:lnTo>
                                  <a:lnTo>
                                    <a:pt x="0" y="5"/>
                                  </a:lnTo>
                                  <a:lnTo>
                                    <a:pt x="0" y="6"/>
                                  </a:lnTo>
                                  <a:lnTo>
                                    <a:pt x="0" y="8"/>
                                  </a:lnTo>
                                  <a:lnTo>
                                    <a:pt x="2" y="9"/>
                                  </a:lnTo>
                                  <a:lnTo>
                                    <a:pt x="3" y="9"/>
                                  </a:lnTo>
                                  <a:lnTo>
                                    <a:pt x="73" y="9"/>
                                  </a:lnTo>
                                  <a:lnTo>
                                    <a:pt x="74" y="9"/>
                                  </a:lnTo>
                                  <a:lnTo>
                                    <a:pt x="76" y="9"/>
                                  </a:lnTo>
                                  <a:lnTo>
                                    <a:pt x="77" y="8"/>
                                  </a:lnTo>
                                  <a:lnTo>
                                    <a:pt x="79" y="6"/>
                                  </a:lnTo>
                                  <a:lnTo>
                                    <a:pt x="79" y="5"/>
                                  </a:lnTo>
                                  <a:lnTo>
                                    <a:pt x="77" y="3"/>
                                  </a:lnTo>
                                  <a:lnTo>
                                    <a:pt x="76" y="2"/>
                                  </a:lnTo>
                                  <a:lnTo>
                                    <a:pt x="74" y="0"/>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90" name="Freeform 16"/>
                            <p:cNvSpPr>
                              <a:spLocks/>
                            </p:cNvSpPr>
                            <p:nvPr/>
                          </p:nvSpPr>
                          <p:spPr bwMode="auto">
                            <a:xfrm>
                              <a:off x="1890" y="2101"/>
                              <a:ext cx="17" cy="9"/>
                            </a:xfrm>
                            <a:custGeom>
                              <a:avLst/>
                              <a:gdLst>
                                <a:gd name="T0" fmla="*/ 4 w 17"/>
                                <a:gd name="T1" fmla="*/ 0 h 9"/>
                                <a:gd name="T2" fmla="*/ 3 w 17"/>
                                <a:gd name="T3" fmla="*/ 0 h 9"/>
                                <a:gd name="T4" fmla="*/ 1 w 17"/>
                                <a:gd name="T5" fmla="*/ 2 h 9"/>
                                <a:gd name="T6" fmla="*/ 0 w 17"/>
                                <a:gd name="T7" fmla="*/ 3 h 9"/>
                                <a:gd name="T8" fmla="*/ 0 w 17"/>
                                <a:gd name="T9" fmla="*/ 5 h 9"/>
                                <a:gd name="T10" fmla="*/ 0 w 17"/>
                                <a:gd name="T11" fmla="*/ 6 h 9"/>
                                <a:gd name="T12" fmla="*/ 0 w 17"/>
                                <a:gd name="T13" fmla="*/ 8 h 9"/>
                                <a:gd name="T14" fmla="*/ 1 w 17"/>
                                <a:gd name="T15" fmla="*/ 9 h 9"/>
                                <a:gd name="T16" fmla="*/ 3 w 17"/>
                                <a:gd name="T17" fmla="*/ 9 h 9"/>
                                <a:gd name="T18" fmla="*/ 12 w 17"/>
                                <a:gd name="T19" fmla="*/ 9 h 9"/>
                                <a:gd name="T20" fmla="*/ 13 w 17"/>
                                <a:gd name="T21" fmla="*/ 9 h 9"/>
                                <a:gd name="T22" fmla="*/ 15 w 17"/>
                                <a:gd name="T23" fmla="*/ 9 h 9"/>
                                <a:gd name="T24" fmla="*/ 16 w 17"/>
                                <a:gd name="T25" fmla="*/ 8 h 9"/>
                                <a:gd name="T26" fmla="*/ 17 w 17"/>
                                <a:gd name="T27" fmla="*/ 6 h 9"/>
                                <a:gd name="T28" fmla="*/ 17 w 17"/>
                                <a:gd name="T29" fmla="*/ 5 h 9"/>
                                <a:gd name="T30" fmla="*/ 16 w 17"/>
                                <a:gd name="T31" fmla="*/ 3 h 9"/>
                                <a:gd name="T32" fmla="*/ 15 w 17"/>
                                <a:gd name="T33" fmla="*/ 2 h 9"/>
                                <a:gd name="T34" fmla="*/ 13 w 17"/>
                                <a:gd name="T35" fmla="*/ 0 h 9"/>
                                <a:gd name="T36" fmla="*/ 4 w 17"/>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7"/>
                                <a:gd name="T58" fmla="*/ 0 h 9"/>
                                <a:gd name="T59" fmla="*/ 17 w 17"/>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7" h="9">
                                  <a:moveTo>
                                    <a:pt x="4" y="0"/>
                                  </a:moveTo>
                                  <a:lnTo>
                                    <a:pt x="3" y="0"/>
                                  </a:lnTo>
                                  <a:lnTo>
                                    <a:pt x="1" y="2"/>
                                  </a:lnTo>
                                  <a:lnTo>
                                    <a:pt x="0" y="3"/>
                                  </a:lnTo>
                                  <a:lnTo>
                                    <a:pt x="0" y="5"/>
                                  </a:lnTo>
                                  <a:lnTo>
                                    <a:pt x="0" y="6"/>
                                  </a:lnTo>
                                  <a:lnTo>
                                    <a:pt x="0" y="8"/>
                                  </a:lnTo>
                                  <a:lnTo>
                                    <a:pt x="1" y="9"/>
                                  </a:lnTo>
                                  <a:lnTo>
                                    <a:pt x="3" y="9"/>
                                  </a:lnTo>
                                  <a:lnTo>
                                    <a:pt x="12" y="9"/>
                                  </a:lnTo>
                                  <a:lnTo>
                                    <a:pt x="13" y="9"/>
                                  </a:lnTo>
                                  <a:lnTo>
                                    <a:pt x="15" y="9"/>
                                  </a:lnTo>
                                  <a:lnTo>
                                    <a:pt x="16" y="8"/>
                                  </a:lnTo>
                                  <a:lnTo>
                                    <a:pt x="17" y="6"/>
                                  </a:lnTo>
                                  <a:lnTo>
                                    <a:pt x="17" y="5"/>
                                  </a:lnTo>
                                  <a:lnTo>
                                    <a:pt x="16" y="3"/>
                                  </a:lnTo>
                                  <a:lnTo>
                                    <a:pt x="15" y="2"/>
                                  </a:lnTo>
                                  <a:lnTo>
                                    <a:pt x="13"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91" name="Freeform 17"/>
                            <p:cNvSpPr>
                              <a:spLocks/>
                            </p:cNvSpPr>
                            <p:nvPr/>
                          </p:nvSpPr>
                          <p:spPr bwMode="auto">
                            <a:xfrm>
                              <a:off x="1925" y="2101"/>
                              <a:ext cx="78" cy="9"/>
                            </a:xfrm>
                            <a:custGeom>
                              <a:avLst/>
                              <a:gdLst>
                                <a:gd name="T0" fmla="*/ 4 w 78"/>
                                <a:gd name="T1" fmla="*/ 0 h 9"/>
                                <a:gd name="T2" fmla="*/ 3 w 78"/>
                                <a:gd name="T3" fmla="*/ 0 h 9"/>
                                <a:gd name="T4" fmla="*/ 1 w 78"/>
                                <a:gd name="T5" fmla="*/ 2 h 9"/>
                                <a:gd name="T6" fmla="*/ 0 w 78"/>
                                <a:gd name="T7" fmla="*/ 3 h 9"/>
                                <a:gd name="T8" fmla="*/ 0 w 78"/>
                                <a:gd name="T9" fmla="*/ 5 h 9"/>
                                <a:gd name="T10" fmla="*/ 0 w 78"/>
                                <a:gd name="T11" fmla="*/ 6 h 9"/>
                                <a:gd name="T12" fmla="*/ 0 w 78"/>
                                <a:gd name="T13" fmla="*/ 8 h 9"/>
                                <a:gd name="T14" fmla="*/ 1 w 78"/>
                                <a:gd name="T15" fmla="*/ 9 h 9"/>
                                <a:gd name="T16" fmla="*/ 3 w 78"/>
                                <a:gd name="T17" fmla="*/ 9 h 9"/>
                                <a:gd name="T18" fmla="*/ 72 w 78"/>
                                <a:gd name="T19" fmla="*/ 9 h 9"/>
                                <a:gd name="T20" fmla="*/ 74 w 78"/>
                                <a:gd name="T21" fmla="*/ 9 h 9"/>
                                <a:gd name="T22" fmla="*/ 75 w 78"/>
                                <a:gd name="T23" fmla="*/ 9 h 9"/>
                                <a:gd name="T24" fmla="*/ 77 w 78"/>
                                <a:gd name="T25" fmla="*/ 8 h 9"/>
                                <a:gd name="T26" fmla="*/ 78 w 78"/>
                                <a:gd name="T27" fmla="*/ 6 h 9"/>
                                <a:gd name="T28" fmla="*/ 78 w 78"/>
                                <a:gd name="T29" fmla="*/ 5 h 9"/>
                                <a:gd name="T30" fmla="*/ 77 w 78"/>
                                <a:gd name="T31" fmla="*/ 3 h 9"/>
                                <a:gd name="T32" fmla="*/ 75 w 78"/>
                                <a:gd name="T33" fmla="*/ 2 h 9"/>
                                <a:gd name="T34" fmla="*/ 74 w 78"/>
                                <a:gd name="T35" fmla="*/ 0 h 9"/>
                                <a:gd name="T36" fmla="*/ 4 w 78"/>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78"/>
                                <a:gd name="T58" fmla="*/ 0 h 9"/>
                                <a:gd name="T59" fmla="*/ 78 w 78"/>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78" h="9">
                                  <a:moveTo>
                                    <a:pt x="4" y="0"/>
                                  </a:moveTo>
                                  <a:lnTo>
                                    <a:pt x="3" y="0"/>
                                  </a:lnTo>
                                  <a:lnTo>
                                    <a:pt x="1" y="2"/>
                                  </a:lnTo>
                                  <a:lnTo>
                                    <a:pt x="0" y="3"/>
                                  </a:lnTo>
                                  <a:lnTo>
                                    <a:pt x="0" y="5"/>
                                  </a:lnTo>
                                  <a:lnTo>
                                    <a:pt x="0" y="6"/>
                                  </a:lnTo>
                                  <a:lnTo>
                                    <a:pt x="0" y="8"/>
                                  </a:lnTo>
                                  <a:lnTo>
                                    <a:pt x="1" y="9"/>
                                  </a:lnTo>
                                  <a:lnTo>
                                    <a:pt x="3" y="9"/>
                                  </a:lnTo>
                                  <a:lnTo>
                                    <a:pt x="72" y="9"/>
                                  </a:lnTo>
                                  <a:lnTo>
                                    <a:pt x="74" y="9"/>
                                  </a:lnTo>
                                  <a:lnTo>
                                    <a:pt x="75" y="9"/>
                                  </a:lnTo>
                                  <a:lnTo>
                                    <a:pt x="77" y="8"/>
                                  </a:lnTo>
                                  <a:lnTo>
                                    <a:pt x="78" y="6"/>
                                  </a:lnTo>
                                  <a:lnTo>
                                    <a:pt x="78" y="5"/>
                                  </a:lnTo>
                                  <a:lnTo>
                                    <a:pt x="77" y="3"/>
                                  </a:lnTo>
                                  <a:lnTo>
                                    <a:pt x="75" y="2"/>
                                  </a:lnTo>
                                  <a:lnTo>
                                    <a:pt x="74"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92" name="Freeform 18"/>
                            <p:cNvSpPr>
                              <a:spLocks/>
                            </p:cNvSpPr>
                            <p:nvPr/>
                          </p:nvSpPr>
                          <p:spPr bwMode="auto">
                            <a:xfrm>
                              <a:off x="2021" y="2101"/>
                              <a:ext cx="17" cy="9"/>
                            </a:xfrm>
                            <a:custGeom>
                              <a:avLst/>
                              <a:gdLst>
                                <a:gd name="T0" fmla="*/ 4 w 17"/>
                                <a:gd name="T1" fmla="*/ 0 h 9"/>
                                <a:gd name="T2" fmla="*/ 3 w 17"/>
                                <a:gd name="T3" fmla="*/ 0 h 9"/>
                                <a:gd name="T4" fmla="*/ 1 w 17"/>
                                <a:gd name="T5" fmla="*/ 2 h 9"/>
                                <a:gd name="T6" fmla="*/ 0 w 17"/>
                                <a:gd name="T7" fmla="*/ 3 h 9"/>
                                <a:gd name="T8" fmla="*/ 0 w 17"/>
                                <a:gd name="T9" fmla="*/ 5 h 9"/>
                                <a:gd name="T10" fmla="*/ 0 w 17"/>
                                <a:gd name="T11" fmla="*/ 6 h 9"/>
                                <a:gd name="T12" fmla="*/ 0 w 17"/>
                                <a:gd name="T13" fmla="*/ 8 h 9"/>
                                <a:gd name="T14" fmla="*/ 1 w 17"/>
                                <a:gd name="T15" fmla="*/ 9 h 9"/>
                                <a:gd name="T16" fmla="*/ 3 w 17"/>
                                <a:gd name="T17" fmla="*/ 9 h 9"/>
                                <a:gd name="T18" fmla="*/ 11 w 17"/>
                                <a:gd name="T19" fmla="*/ 9 h 9"/>
                                <a:gd name="T20" fmla="*/ 13 w 17"/>
                                <a:gd name="T21" fmla="*/ 9 h 9"/>
                                <a:gd name="T22" fmla="*/ 14 w 17"/>
                                <a:gd name="T23" fmla="*/ 9 h 9"/>
                                <a:gd name="T24" fmla="*/ 16 w 17"/>
                                <a:gd name="T25" fmla="*/ 8 h 9"/>
                                <a:gd name="T26" fmla="*/ 17 w 17"/>
                                <a:gd name="T27" fmla="*/ 6 h 9"/>
                                <a:gd name="T28" fmla="*/ 17 w 17"/>
                                <a:gd name="T29" fmla="*/ 5 h 9"/>
                                <a:gd name="T30" fmla="*/ 16 w 17"/>
                                <a:gd name="T31" fmla="*/ 3 h 9"/>
                                <a:gd name="T32" fmla="*/ 14 w 17"/>
                                <a:gd name="T33" fmla="*/ 2 h 9"/>
                                <a:gd name="T34" fmla="*/ 13 w 17"/>
                                <a:gd name="T35" fmla="*/ 0 h 9"/>
                                <a:gd name="T36" fmla="*/ 4 w 17"/>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7"/>
                                <a:gd name="T58" fmla="*/ 0 h 9"/>
                                <a:gd name="T59" fmla="*/ 17 w 17"/>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7" h="9">
                                  <a:moveTo>
                                    <a:pt x="4" y="0"/>
                                  </a:moveTo>
                                  <a:lnTo>
                                    <a:pt x="3" y="0"/>
                                  </a:lnTo>
                                  <a:lnTo>
                                    <a:pt x="1" y="2"/>
                                  </a:lnTo>
                                  <a:lnTo>
                                    <a:pt x="0" y="3"/>
                                  </a:lnTo>
                                  <a:lnTo>
                                    <a:pt x="0" y="5"/>
                                  </a:lnTo>
                                  <a:lnTo>
                                    <a:pt x="0" y="6"/>
                                  </a:lnTo>
                                  <a:lnTo>
                                    <a:pt x="0" y="8"/>
                                  </a:lnTo>
                                  <a:lnTo>
                                    <a:pt x="1" y="9"/>
                                  </a:lnTo>
                                  <a:lnTo>
                                    <a:pt x="3" y="9"/>
                                  </a:lnTo>
                                  <a:lnTo>
                                    <a:pt x="11" y="9"/>
                                  </a:lnTo>
                                  <a:lnTo>
                                    <a:pt x="13" y="9"/>
                                  </a:lnTo>
                                  <a:lnTo>
                                    <a:pt x="14" y="9"/>
                                  </a:lnTo>
                                  <a:lnTo>
                                    <a:pt x="16" y="8"/>
                                  </a:lnTo>
                                  <a:lnTo>
                                    <a:pt x="17" y="6"/>
                                  </a:lnTo>
                                  <a:lnTo>
                                    <a:pt x="17" y="5"/>
                                  </a:lnTo>
                                  <a:lnTo>
                                    <a:pt x="16" y="3"/>
                                  </a:lnTo>
                                  <a:lnTo>
                                    <a:pt x="14" y="2"/>
                                  </a:lnTo>
                                  <a:lnTo>
                                    <a:pt x="13"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93" name="Freeform 19"/>
                            <p:cNvSpPr>
                              <a:spLocks/>
                            </p:cNvSpPr>
                            <p:nvPr/>
                          </p:nvSpPr>
                          <p:spPr bwMode="auto">
                            <a:xfrm>
                              <a:off x="2056" y="2101"/>
                              <a:ext cx="78" cy="9"/>
                            </a:xfrm>
                            <a:custGeom>
                              <a:avLst/>
                              <a:gdLst>
                                <a:gd name="T0" fmla="*/ 4 w 78"/>
                                <a:gd name="T1" fmla="*/ 0 h 9"/>
                                <a:gd name="T2" fmla="*/ 2 w 78"/>
                                <a:gd name="T3" fmla="*/ 0 h 9"/>
                                <a:gd name="T4" fmla="*/ 1 w 78"/>
                                <a:gd name="T5" fmla="*/ 2 h 9"/>
                                <a:gd name="T6" fmla="*/ 0 w 78"/>
                                <a:gd name="T7" fmla="*/ 3 h 9"/>
                                <a:gd name="T8" fmla="*/ 0 w 78"/>
                                <a:gd name="T9" fmla="*/ 5 h 9"/>
                                <a:gd name="T10" fmla="*/ 0 w 78"/>
                                <a:gd name="T11" fmla="*/ 6 h 9"/>
                                <a:gd name="T12" fmla="*/ 0 w 78"/>
                                <a:gd name="T13" fmla="*/ 8 h 9"/>
                                <a:gd name="T14" fmla="*/ 1 w 78"/>
                                <a:gd name="T15" fmla="*/ 9 h 9"/>
                                <a:gd name="T16" fmla="*/ 2 w 78"/>
                                <a:gd name="T17" fmla="*/ 9 h 9"/>
                                <a:gd name="T18" fmla="*/ 72 w 78"/>
                                <a:gd name="T19" fmla="*/ 9 h 9"/>
                                <a:gd name="T20" fmla="*/ 74 w 78"/>
                                <a:gd name="T21" fmla="*/ 9 h 9"/>
                                <a:gd name="T22" fmla="*/ 75 w 78"/>
                                <a:gd name="T23" fmla="*/ 9 h 9"/>
                                <a:gd name="T24" fmla="*/ 77 w 78"/>
                                <a:gd name="T25" fmla="*/ 8 h 9"/>
                                <a:gd name="T26" fmla="*/ 78 w 78"/>
                                <a:gd name="T27" fmla="*/ 6 h 9"/>
                                <a:gd name="T28" fmla="*/ 78 w 78"/>
                                <a:gd name="T29" fmla="*/ 5 h 9"/>
                                <a:gd name="T30" fmla="*/ 77 w 78"/>
                                <a:gd name="T31" fmla="*/ 3 h 9"/>
                                <a:gd name="T32" fmla="*/ 75 w 78"/>
                                <a:gd name="T33" fmla="*/ 2 h 9"/>
                                <a:gd name="T34" fmla="*/ 74 w 78"/>
                                <a:gd name="T35" fmla="*/ 0 h 9"/>
                                <a:gd name="T36" fmla="*/ 4 w 78"/>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78"/>
                                <a:gd name="T58" fmla="*/ 0 h 9"/>
                                <a:gd name="T59" fmla="*/ 78 w 78"/>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78" h="9">
                                  <a:moveTo>
                                    <a:pt x="4" y="0"/>
                                  </a:moveTo>
                                  <a:lnTo>
                                    <a:pt x="2" y="0"/>
                                  </a:lnTo>
                                  <a:lnTo>
                                    <a:pt x="1" y="2"/>
                                  </a:lnTo>
                                  <a:lnTo>
                                    <a:pt x="0" y="3"/>
                                  </a:lnTo>
                                  <a:lnTo>
                                    <a:pt x="0" y="5"/>
                                  </a:lnTo>
                                  <a:lnTo>
                                    <a:pt x="0" y="6"/>
                                  </a:lnTo>
                                  <a:lnTo>
                                    <a:pt x="0" y="8"/>
                                  </a:lnTo>
                                  <a:lnTo>
                                    <a:pt x="1" y="9"/>
                                  </a:lnTo>
                                  <a:lnTo>
                                    <a:pt x="2" y="9"/>
                                  </a:lnTo>
                                  <a:lnTo>
                                    <a:pt x="72" y="9"/>
                                  </a:lnTo>
                                  <a:lnTo>
                                    <a:pt x="74" y="9"/>
                                  </a:lnTo>
                                  <a:lnTo>
                                    <a:pt x="75" y="9"/>
                                  </a:lnTo>
                                  <a:lnTo>
                                    <a:pt x="77" y="8"/>
                                  </a:lnTo>
                                  <a:lnTo>
                                    <a:pt x="78" y="6"/>
                                  </a:lnTo>
                                  <a:lnTo>
                                    <a:pt x="78" y="5"/>
                                  </a:lnTo>
                                  <a:lnTo>
                                    <a:pt x="77" y="3"/>
                                  </a:lnTo>
                                  <a:lnTo>
                                    <a:pt x="75" y="2"/>
                                  </a:lnTo>
                                  <a:lnTo>
                                    <a:pt x="74"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94" name="Freeform 20"/>
                            <p:cNvSpPr>
                              <a:spLocks/>
                            </p:cNvSpPr>
                            <p:nvPr/>
                          </p:nvSpPr>
                          <p:spPr bwMode="auto">
                            <a:xfrm>
                              <a:off x="2151" y="2101"/>
                              <a:ext cx="18" cy="9"/>
                            </a:xfrm>
                            <a:custGeom>
                              <a:avLst/>
                              <a:gdLst>
                                <a:gd name="T0" fmla="*/ 5 w 18"/>
                                <a:gd name="T1" fmla="*/ 0 h 9"/>
                                <a:gd name="T2" fmla="*/ 3 w 18"/>
                                <a:gd name="T3" fmla="*/ 0 h 9"/>
                                <a:gd name="T4" fmla="*/ 2 w 18"/>
                                <a:gd name="T5" fmla="*/ 2 h 9"/>
                                <a:gd name="T6" fmla="*/ 0 w 18"/>
                                <a:gd name="T7" fmla="*/ 3 h 9"/>
                                <a:gd name="T8" fmla="*/ 0 w 18"/>
                                <a:gd name="T9" fmla="*/ 5 h 9"/>
                                <a:gd name="T10" fmla="*/ 0 w 18"/>
                                <a:gd name="T11" fmla="*/ 6 h 9"/>
                                <a:gd name="T12" fmla="*/ 0 w 18"/>
                                <a:gd name="T13" fmla="*/ 8 h 9"/>
                                <a:gd name="T14" fmla="*/ 2 w 18"/>
                                <a:gd name="T15" fmla="*/ 9 h 9"/>
                                <a:gd name="T16" fmla="*/ 3 w 18"/>
                                <a:gd name="T17" fmla="*/ 9 h 9"/>
                                <a:gd name="T18" fmla="*/ 12 w 18"/>
                                <a:gd name="T19" fmla="*/ 9 h 9"/>
                                <a:gd name="T20" fmla="*/ 13 w 18"/>
                                <a:gd name="T21" fmla="*/ 9 h 9"/>
                                <a:gd name="T22" fmla="*/ 15 w 18"/>
                                <a:gd name="T23" fmla="*/ 9 h 9"/>
                                <a:gd name="T24" fmla="*/ 16 w 18"/>
                                <a:gd name="T25" fmla="*/ 8 h 9"/>
                                <a:gd name="T26" fmla="*/ 18 w 18"/>
                                <a:gd name="T27" fmla="*/ 6 h 9"/>
                                <a:gd name="T28" fmla="*/ 18 w 18"/>
                                <a:gd name="T29" fmla="*/ 5 h 9"/>
                                <a:gd name="T30" fmla="*/ 16 w 18"/>
                                <a:gd name="T31" fmla="*/ 3 h 9"/>
                                <a:gd name="T32" fmla="*/ 15 w 18"/>
                                <a:gd name="T33" fmla="*/ 2 h 9"/>
                                <a:gd name="T34" fmla="*/ 13 w 18"/>
                                <a:gd name="T35" fmla="*/ 0 h 9"/>
                                <a:gd name="T36" fmla="*/ 5 w 18"/>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8"/>
                                <a:gd name="T58" fmla="*/ 0 h 9"/>
                                <a:gd name="T59" fmla="*/ 18 w 18"/>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8" h="9">
                                  <a:moveTo>
                                    <a:pt x="5" y="0"/>
                                  </a:moveTo>
                                  <a:lnTo>
                                    <a:pt x="3" y="0"/>
                                  </a:lnTo>
                                  <a:lnTo>
                                    <a:pt x="2" y="2"/>
                                  </a:lnTo>
                                  <a:lnTo>
                                    <a:pt x="0" y="3"/>
                                  </a:lnTo>
                                  <a:lnTo>
                                    <a:pt x="0" y="5"/>
                                  </a:lnTo>
                                  <a:lnTo>
                                    <a:pt x="0" y="6"/>
                                  </a:lnTo>
                                  <a:lnTo>
                                    <a:pt x="0" y="8"/>
                                  </a:lnTo>
                                  <a:lnTo>
                                    <a:pt x="2" y="9"/>
                                  </a:lnTo>
                                  <a:lnTo>
                                    <a:pt x="3" y="9"/>
                                  </a:lnTo>
                                  <a:lnTo>
                                    <a:pt x="12" y="9"/>
                                  </a:lnTo>
                                  <a:lnTo>
                                    <a:pt x="13" y="9"/>
                                  </a:lnTo>
                                  <a:lnTo>
                                    <a:pt x="15" y="9"/>
                                  </a:lnTo>
                                  <a:lnTo>
                                    <a:pt x="16" y="8"/>
                                  </a:lnTo>
                                  <a:lnTo>
                                    <a:pt x="18" y="6"/>
                                  </a:lnTo>
                                  <a:lnTo>
                                    <a:pt x="18" y="5"/>
                                  </a:lnTo>
                                  <a:lnTo>
                                    <a:pt x="16" y="3"/>
                                  </a:lnTo>
                                  <a:lnTo>
                                    <a:pt x="15" y="2"/>
                                  </a:lnTo>
                                  <a:lnTo>
                                    <a:pt x="13" y="0"/>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95" name="Freeform 21"/>
                            <p:cNvSpPr>
                              <a:spLocks/>
                            </p:cNvSpPr>
                            <p:nvPr/>
                          </p:nvSpPr>
                          <p:spPr bwMode="auto">
                            <a:xfrm>
                              <a:off x="2186" y="2101"/>
                              <a:ext cx="79" cy="9"/>
                            </a:xfrm>
                            <a:custGeom>
                              <a:avLst/>
                              <a:gdLst>
                                <a:gd name="T0" fmla="*/ 5 w 79"/>
                                <a:gd name="T1" fmla="*/ 0 h 9"/>
                                <a:gd name="T2" fmla="*/ 3 w 79"/>
                                <a:gd name="T3" fmla="*/ 0 h 9"/>
                                <a:gd name="T4" fmla="*/ 2 w 79"/>
                                <a:gd name="T5" fmla="*/ 2 h 9"/>
                                <a:gd name="T6" fmla="*/ 0 w 79"/>
                                <a:gd name="T7" fmla="*/ 3 h 9"/>
                                <a:gd name="T8" fmla="*/ 0 w 79"/>
                                <a:gd name="T9" fmla="*/ 5 h 9"/>
                                <a:gd name="T10" fmla="*/ 0 w 79"/>
                                <a:gd name="T11" fmla="*/ 6 h 9"/>
                                <a:gd name="T12" fmla="*/ 0 w 79"/>
                                <a:gd name="T13" fmla="*/ 8 h 9"/>
                                <a:gd name="T14" fmla="*/ 2 w 79"/>
                                <a:gd name="T15" fmla="*/ 9 h 9"/>
                                <a:gd name="T16" fmla="*/ 3 w 79"/>
                                <a:gd name="T17" fmla="*/ 9 h 9"/>
                                <a:gd name="T18" fmla="*/ 73 w 79"/>
                                <a:gd name="T19" fmla="*/ 9 h 9"/>
                                <a:gd name="T20" fmla="*/ 74 w 79"/>
                                <a:gd name="T21" fmla="*/ 9 h 9"/>
                                <a:gd name="T22" fmla="*/ 76 w 79"/>
                                <a:gd name="T23" fmla="*/ 9 h 9"/>
                                <a:gd name="T24" fmla="*/ 77 w 79"/>
                                <a:gd name="T25" fmla="*/ 8 h 9"/>
                                <a:gd name="T26" fmla="*/ 79 w 79"/>
                                <a:gd name="T27" fmla="*/ 6 h 9"/>
                                <a:gd name="T28" fmla="*/ 79 w 79"/>
                                <a:gd name="T29" fmla="*/ 5 h 9"/>
                                <a:gd name="T30" fmla="*/ 77 w 79"/>
                                <a:gd name="T31" fmla="*/ 3 h 9"/>
                                <a:gd name="T32" fmla="*/ 76 w 79"/>
                                <a:gd name="T33" fmla="*/ 2 h 9"/>
                                <a:gd name="T34" fmla="*/ 74 w 79"/>
                                <a:gd name="T35" fmla="*/ 0 h 9"/>
                                <a:gd name="T36" fmla="*/ 5 w 79"/>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79"/>
                                <a:gd name="T58" fmla="*/ 0 h 9"/>
                                <a:gd name="T59" fmla="*/ 79 w 79"/>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79" h="9">
                                  <a:moveTo>
                                    <a:pt x="5" y="0"/>
                                  </a:moveTo>
                                  <a:lnTo>
                                    <a:pt x="3" y="0"/>
                                  </a:lnTo>
                                  <a:lnTo>
                                    <a:pt x="2" y="2"/>
                                  </a:lnTo>
                                  <a:lnTo>
                                    <a:pt x="0" y="3"/>
                                  </a:lnTo>
                                  <a:lnTo>
                                    <a:pt x="0" y="5"/>
                                  </a:lnTo>
                                  <a:lnTo>
                                    <a:pt x="0" y="6"/>
                                  </a:lnTo>
                                  <a:lnTo>
                                    <a:pt x="0" y="8"/>
                                  </a:lnTo>
                                  <a:lnTo>
                                    <a:pt x="2" y="9"/>
                                  </a:lnTo>
                                  <a:lnTo>
                                    <a:pt x="3" y="9"/>
                                  </a:lnTo>
                                  <a:lnTo>
                                    <a:pt x="73" y="9"/>
                                  </a:lnTo>
                                  <a:lnTo>
                                    <a:pt x="74" y="9"/>
                                  </a:lnTo>
                                  <a:lnTo>
                                    <a:pt x="76" y="9"/>
                                  </a:lnTo>
                                  <a:lnTo>
                                    <a:pt x="77" y="8"/>
                                  </a:lnTo>
                                  <a:lnTo>
                                    <a:pt x="79" y="6"/>
                                  </a:lnTo>
                                  <a:lnTo>
                                    <a:pt x="79" y="5"/>
                                  </a:lnTo>
                                  <a:lnTo>
                                    <a:pt x="77" y="3"/>
                                  </a:lnTo>
                                  <a:lnTo>
                                    <a:pt x="76" y="2"/>
                                  </a:lnTo>
                                  <a:lnTo>
                                    <a:pt x="74" y="0"/>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96" name="Freeform 22"/>
                            <p:cNvSpPr>
                              <a:spLocks/>
                            </p:cNvSpPr>
                            <p:nvPr/>
                          </p:nvSpPr>
                          <p:spPr bwMode="auto">
                            <a:xfrm>
                              <a:off x="2282" y="2101"/>
                              <a:ext cx="18" cy="9"/>
                            </a:xfrm>
                            <a:custGeom>
                              <a:avLst/>
                              <a:gdLst>
                                <a:gd name="T0" fmla="*/ 4 w 18"/>
                                <a:gd name="T1" fmla="*/ 0 h 9"/>
                                <a:gd name="T2" fmla="*/ 3 w 18"/>
                                <a:gd name="T3" fmla="*/ 0 h 9"/>
                                <a:gd name="T4" fmla="*/ 2 w 18"/>
                                <a:gd name="T5" fmla="*/ 2 h 9"/>
                                <a:gd name="T6" fmla="*/ 0 w 18"/>
                                <a:gd name="T7" fmla="*/ 3 h 9"/>
                                <a:gd name="T8" fmla="*/ 0 w 18"/>
                                <a:gd name="T9" fmla="*/ 5 h 9"/>
                                <a:gd name="T10" fmla="*/ 0 w 18"/>
                                <a:gd name="T11" fmla="*/ 6 h 9"/>
                                <a:gd name="T12" fmla="*/ 0 w 18"/>
                                <a:gd name="T13" fmla="*/ 8 h 9"/>
                                <a:gd name="T14" fmla="*/ 2 w 18"/>
                                <a:gd name="T15" fmla="*/ 9 h 9"/>
                                <a:gd name="T16" fmla="*/ 3 w 18"/>
                                <a:gd name="T17" fmla="*/ 9 h 9"/>
                                <a:gd name="T18" fmla="*/ 12 w 18"/>
                                <a:gd name="T19" fmla="*/ 9 h 9"/>
                                <a:gd name="T20" fmla="*/ 13 w 18"/>
                                <a:gd name="T21" fmla="*/ 9 h 9"/>
                                <a:gd name="T22" fmla="*/ 15 w 18"/>
                                <a:gd name="T23" fmla="*/ 9 h 9"/>
                                <a:gd name="T24" fmla="*/ 16 w 18"/>
                                <a:gd name="T25" fmla="*/ 8 h 9"/>
                                <a:gd name="T26" fmla="*/ 18 w 18"/>
                                <a:gd name="T27" fmla="*/ 6 h 9"/>
                                <a:gd name="T28" fmla="*/ 18 w 18"/>
                                <a:gd name="T29" fmla="*/ 5 h 9"/>
                                <a:gd name="T30" fmla="*/ 16 w 18"/>
                                <a:gd name="T31" fmla="*/ 3 h 9"/>
                                <a:gd name="T32" fmla="*/ 15 w 18"/>
                                <a:gd name="T33" fmla="*/ 2 h 9"/>
                                <a:gd name="T34" fmla="*/ 13 w 18"/>
                                <a:gd name="T35" fmla="*/ 0 h 9"/>
                                <a:gd name="T36" fmla="*/ 4 w 18"/>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8"/>
                                <a:gd name="T58" fmla="*/ 0 h 9"/>
                                <a:gd name="T59" fmla="*/ 18 w 18"/>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8" h="9">
                                  <a:moveTo>
                                    <a:pt x="4" y="0"/>
                                  </a:moveTo>
                                  <a:lnTo>
                                    <a:pt x="3" y="0"/>
                                  </a:lnTo>
                                  <a:lnTo>
                                    <a:pt x="2" y="2"/>
                                  </a:lnTo>
                                  <a:lnTo>
                                    <a:pt x="0" y="3"/>
                                  </a:lnTo>
                                  <a:lnTo>
                                    <a:pt x="0" y="5"/>
                                  </a:lnTo>
                                  <a:lnTo>
                                    <a:pt x="0" y="6"/>
                                  </a:lnTo>
                                  <a:lnTo>
                                    <a:pt x="0" y="8"/>
                                  </a:lnTo>
                                  <a:lnTo>
                                    <a:pt x="2" y="9"/>
                                  </a:lnTo>
                                  <a:lnTo>
                                    <a:pt x="3" y="9"/>
                                  </a:lnTo>
                                  <a:lnTo>
                                    <a:pt x="12" y="9"/>
                                  </a:lnTo>
                                  <a:lnTo>
                                    <a:pt x="13" y="9"/>
                                  </a:lnTo>
                                  <a:lnTo>
                                    <a:pt x="15" y="9"/>
                                  </a:lnTo>
                                  <a:lnTo>
                                    <a:pt x="16" y="8"/>
                                  </a:lnTo>
                                  <a:lnTo>
                                    <a:pt x="18" y="6"/>
                                  </a:lnTo>
                                  <a:lnTo>
                                    <a:pt x="18" y="5"/>
                                  </a:lnTo>
                                  <a:lnTo>
                                    <a:pt x="16" y="3"/>
                                  </a:lnTo>
                                  <a:lnTo>
                                    <a:pt x="15" y="2"/>
                                  </a:lnTo>
                                  <a:lnTo>
                                    <a:pt x="13"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97" name="Freeform 23"/>
                            <p:cNvSpPr>
                              <a:spLocks/>
                            </p:cNvSpPr>
                            <p:nvPr/>
                          </p:nvSpPr>
                          <p:spPr bwMode="auto">
                            <a:xfrm>
                              <a:off x="2317" y="2101"/>
                              <a:ext cx="78" cy="9"/>
                            </a:xfrm>
                            <a:custGeom>
                              <a:avLst/>
                              <a:gdLst>
                                <a:gd name="T0" fmla="*/ 4 w 78"/>
                                <a:gd name="T1" fmla="*/ 0 h 9"/>
                                <a:gd name="T2" fmla="*/ 3 w 78"/>
                                <a:gd name="T3" fmla="*/ 0 h 9"/>
                                <a:gd name="T4" fmla="*/ 1 w 78"/>
                                <a:gd name="T5" fmla="*/ 2 h 9"/>
                                <a:gd name="T6" fmla="*/ 0 w 78"/>
                                <a:gd name="T7" fmla="*/ 3 h 9"/>
                                <a:gd name="T8" fmla="*/ 0 w 78"/>
                                <a:gd name="T9" fmla="*/ 5 h 9"/>
                                <a:gd name="T10" fmla="*/ 0 w 78"/>
                                <a:gd name="T11" fmla="*/ 6 h 9"/>
                                <a:gd name="T12" fmla="*/ 0 w 78"/>
                                <a:gd name="T13" fmla="*/ 8 h 9"/>
                                <a:gd name="T14" fmla="*/ 1 w 78"/>
                                <a:gd name="T15" fmla="*/ 9 h 9"/>
                                <a:gd name="T16" fmla="*/ 3 w 78"/>
                                <a:gd name="T17" fmla="*/ 9 h 9"/>
                                <a:gd name="T18" fmla="*/ 73 w 78"/>
                                <a:gd name="T19" fmla="*/ 9 h 9"/>
                                <a:gd name="T20" fmla="*/ 74 w 78"/>
                                <a:gd name="T21" fmla="*/ 9 h 9"/>
                                <a:gd name="T22" fmla="*/ 76 w 78"/>
                                <a:gd name="T23" fmla="*/ 9 h 9"/>
                                <a:gd name="T24" fmla="*/ 77 w 78"/>
                                <a:gd name="T25" fmla="*/ 8 h 9"/>
                                <a:gd name="T26" fmla="*/ 78 w 78"/>
                                <a:gd name="T27" fmla="*/ 6 h 9"/>
                                <a:gd name="T28" fmla="*/ 78 w 78"/>
                                <a:gd name="T29" fmla="*/ 5 h 9"/>
                                <a:gd name="T30" fmla="*/ 77 w 78"/>
                                <a:gd name="T31" fmla="*/ 3 h 9"/>
                                <a:gd name="T32" fmla="*/ 76 w 78"/>
                                <a:gd name="T33" fmla="*/ 2 h 9"/>
                                <a:gd name="T34" fmla="*/ 74 w 78"/>
                                <a:gd name="T35" fmla="*/ 0 h 9"/>
                                <a:gd name="T36" fmla="*/ 4 w 78"/>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78"/>
                                <a:gd name="T58" fmla="*/ 0 h 9"/>
                                <a:gd name="T59" fmla="*/ 78 w 78"/>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78" h="9">
                                  <a:moveTo>
                                    <a:pt x="4" y="0"/>
                                  </a:moveTo>
                                  <a:lnTo>
                                    <a:pt x="3" y="0"/>
                                  </a:lnTo>
                                  <a:lnTo>
                                    <a:pt x="1" y="2"/>
                                  </a:lnTo>
                                  <a:lnTo>
                                    <a:pt x="0" y="3"/>
                                  </a:lnTo>
                                  <a:lnTo>
                                    <a:pt x="0" y="5"/>
                                  </a:lnTo>
                                  <a:lnTo>
                                    <a:pt x="0" y="6"/>
                                  </a:lnTo>
                                  <a:lnTo>
                                    <a:pt x="0" y="8"/>
                                  </a:lnTo>
                                  <a:lnTo>
                                    <a:pt x="1" y="9"/>
                                  </a:lnTo>
                                  <a:lnTo>
                                    <a:pt x="3" y="9"/>
                                  </a:lnTo>
                                  <a:lnTo>
                                    <a:pt x="73" y="9"/>
                                  </a:lnTo>
                                  <a:lnTo>
                                    <a:pt x="74" y="9"/>
                                  </a:lnTo>
                                  <a:lnTo>
                                    <a:pt x="76" y="9"/>
                                  </a:lnTo>
                                  <a:lnTo>
                                    <a:pt x="77" y="8"/>
                                  </a:lnTo>
                                  <a:lnTo>
                                    <a:pt x="78" y="6"/>
                                  </a:lnTo>
                                  <a:lnTo>
                                    <a:pt x="78" y="5"/>
                                  </a:lnTo>
                                  <a:lnTo>
                                    <a:pt x="77" y="3"/>
                                  </a:lnTo>
                                  <a:lnTo>
                                    <a:pt x="76" y="2"/>
                                  </a:lnTo>
                                  <a:lnTo>
                                    <a:pt x="74"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98" name="Freeform 24"/>
                            <p:cNvSpPr>
                              <a:spLocks/>
                            </p:cNvSpPr>
                            <p:nvPr/>
                          </p:nvSpPr>
                          <p:spPr bwMode="auto">
                            <a:xfrm>
                              <a:off x="2413" y="2101"/>
                              <a:ext cx="17" cy="9"/>
                            </a:xfrm>
                            <a:custGeom>
                              <a:avLst/>
                              <a:gdLst>
                                <a:gd name="T0" fmla="*/ 4 w 17"/>
                                <a:gd name="T1" fmla="*/ 0 h 9"/>
                                <a:gd name="T2" fmla="*/ 3 w 17"/>
                                <a:gd name="T3" fmla="*/ 0 h 9"/>
                                <a:gd name="T4" fmla="*/ 1 w 17"/>
                                <a:gd name="T5" fmla="*/ 2 h 9"/>
                                <a:gd name="T6" fmla="*/ 0 w 17"/>
                                <a:gd name="T7" fmla="*/ 3 h 9"/>
                                <a:gd name="T8" fmla="*/ 0 w 17"/>
                                <a:gd name="T9" fmla="*/ 5 h 9"/>
                                <a:gd name="T10" fmla="*/ 0 w 17"/>
                                <a:gd name="T11" fmla="*/ 6 h 9"/>
                                <a:gd name="T12" fmla="*/ 0 w 17"/>
                                <a:gd name="T13" fmla="*/ 8 h 9"/>
                                <a:gd name="T14" fmla="*/ 1 w 17"/>
                                <a:gd name="T15" fmla="*/ 9 h 9"/>
                                <a:gd name="T16" fmla="*/ 3 w 17"/>
                                <a:gd name="T17" fmla="*/ 9 h 9"/>
                                <a:gd name="T18" fmla="*/ 11 w 17"/>
                                <a:gd name="T19" fmla="*/ 9 h 9"/>
                                <a:gd name="T20" fmla="*/ 13 w 17"/>
                                <a:gd name="T21" fmla="*/ 9 h 9"/>
                                <a:gd name="T22" fmla="*/ 14 w 17"/>
                                <a:gd name="T23" fmla="*/ 9 h 9"/>
                                <a:gd name="T24" fmla="*/ 16 w 17"/>
                                <a:gd name="T25" fmla="*/ 8 h 9"/>
                                <a:gd name="T26" fmla="*/ 17 w 17"/>
                                <a:gd name="T27" fmla="*/ 6 h 9"/>
                                <a:gd name="T28" fmla="*/ 17 w 17"/>
                                <a:gd name="T29" fmla="*/ 5 h 9"/>
                                <a:gd name="T30" fmla="*/ 16 w 17"/>
                                <a:gd name="T31" fmla="*/ 3 h 9"/>
                                <a:gd name="T32" fmla="*/ 14 w 17"/>
                                <a:gd name="T33" fmla="*/ 2 h 9"/>
                                <a:gd name="T34" fmla="*/ 13 w 17"/>
                                <a:gd name="T35" fmla="*/ 0 h 9"/>
                                <a:gd name="T36" fmla="*/ 4 w 17"/>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7"/>
                                <a:gd name="T58" fmla="*/ 0 h 9"/>
                                <a:gd name="T59" fmla="*/ 17 w 17"/>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7" h="9">
                                  <a:moveTo>
                                    <a:pt x="4" y="0"/>
                                  </a:moveTo>
                                  <a:lnTo>
                                    <a:pt x="3" y="0"/>
                                  </a:lnTo>
                                  <a:lnTo>
                                    <a:pt x="1" y="2"/>
                                  </a:lnTo>
                                  <a:lnTo>
                                    <a:pt x="0" y="3"/>
                                  </a:lnTo>
                                  <a:lnTo>
                                    <a:pt x="0" y="5"/>
                                  </a:lnTo>
                                  <a:lnTo>
                                    <a:pt x="0" y="6"/>
                                  </a:lnTo>
                                  <a:lnTo>
                                    <a:pt x="0" y="8"/>
                                  </a:lnTo>
                                  <a:lnTo>
                                    <a:pt x="1" y="9"/>
                                  </a:lnTo>
                                  <a:lnTo>
                                    <a:pt x="3" y="9"/>
                                  </a:lnTo>
                                  <a:lnTo>
                                    <a:pt x="11" y="9"/>
                                  </a:lnTo>
                                  <a:lnTo>
                                    <a:pt x="13" y="9"/>
                                  </a:lnTo>
                                  <a:lnTo>
                                    <a:pt x="14" y="9"/>
                                  </a:lnTo>
                                  <a:lnTo>
                                    <a:pt x="16" y="8"/>
                                  </a:lnTo>
                                  <a:lnTo>
                                    <a:pt x="17" y="6"/>
                                  </a:lnTo>
                                  <a:lnTo>
                                    <a:pt x="17" y="5"/>
                                  </a:lnTo>
                                  <a:lnTo>
                                    <a:pt x="16" y="3"/>
                                  </a:lnTo>
                                  <a:lnTo>
                                    <a:pt x="14" y="2"/>
                                  </a:lnTo>
                                  <a:lnTo>
                                    <a:pt x="13"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99" name="Freeform 25"/>
                            <p:cNvSpPr>
                              <a:spLocks/>
                            </p:cNvSpPr>
                            <p:nvPr/>
                          </p:nvSpPr>
                          <p:spPr bwMode="auto">
                            <a:xfrm>
                              <a:off x="2448" y="2101"/>
                              <a:ext cx="78" cy="9"/>
                            </a:xfrm>
                            <a:custGeom>
                              <a:avLst/>
                              <a:gdLst>
                                <a:gd name="T0" fmla="*/ 4 w 78"/>
                                <a:gd name="T1" fmla="*/ 0 h 9"/>
                                <a:gd name="T2" fmla="*/ 3 w 78"/>
                                <a:gd name="T3" fmla="*/ 0 h 9"/>
                                <a:gd name="T4" fmla="*/ 1 w 78"/>
                                <a:gd name="T5" fmla="*/ 2 h 9"/>
                                <a:gd name="T6" fmla="*/ 0 w 78"/>
                                <a:gd name="T7" fmla="*/ 3 h 9"/>
                                <a:gd name="T8" fmla="*/ 0 w 78"/>
                                <a:gd name="T9" fmla="*/ 5 h 9"/>
                                <a:gd name="T10" fmla="*/ 0 w 78"/>
                                <a:gd name="T11" fmla="*/ 6 h 9"/>
                                <a:gd name="T12" fmla="*/ 0 w 78"/>
                                <a:gd name="T13" fmla="*/ 8 h 9"/>
                                <a:gd name="T14" fmla="*/ 1 w 78"/>
                                <a:gd name="T15" fmla="*/ 9 h 9"/>
                                <a:gd name="T16" fmla="*/ 3 w 78"/>
                                <a:gd name="T17" fmla="*/ 9 h 9"/>
                                <a:gd name="T18" fmla="*/ 72 w 78"/>
                                <a:gd name="T19" fmla="*/ 9 h 9"/>
                                <a:gd name="T20" fmla="*/ 74 w 78"/>
                                <a:gd name="T21" fmla="*/ 9 h 9"/>
                                <a:gd name="T22" fmla="*/ 75 w 78"/>
                                <a:gd name="T23" fmla="*/ 9 h 9"/>
                                <a:gd name="T24" fmla="*/ 77 w 78"/>
                                <a:gd name="T25" fmla="*/ 8 h 9"/>
                                <a:gd name="T26" fmla="*/ 78 w 78"/>
                                <a:gd name="T27" fmla="*/ 6 h 9"/>
                                <a:gd name="T28" fmla="*/ 78 w 78"/>
                                <a:gd name="T29" fmla="*/ 5 h 9"/>
                                <a:gd name="T30" fmla="*/ 77 w 78"/>
                                <a:gd name="T31" fmla="*/ 3 h 9"/>
                                <a:gd name="T32" fmla="*/ 75 w 78"/>
                                <a:gd name="T33" fmla="*/ 2 h 9"/>
                                <a:gd name="T34" fmla="*/ 74 w 78"/>
                                <a:gd name="T35" fmla="*/ 0 h 9"/>
                                <a:gd name="T36" fmla="*/ 4 w 78"/>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78"/>
                                <a:gd name="T58" fmla="*/ 0 h 9"/>
                                <a:gd name="T59" fmla="*/ 78 w 78"/>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78" h="9">
                                  <a:moveTo>
                                    <a:pt x="4" y="0"/>
                                  </a:moveTo>
                                  <a:lnTo>
                                    <a:pt x="3" y="0"/>
                                  </a:lnTo>
                                  <a:lnTo>
                                    <a:pt x="1" y="2"/>
                                  </a:lnTo>
                                  <a:lnTo>
                                    <a:pt x="0" y="3"/>
                                  </a:lnTo>
                                  <a:lnTo>
                                    <a:pt x="0" y="5"/>
                                  </a:lnTo>
                                  <a:lnTo>
                                    <a:pt x="0" y="6"/>
                                  </a:lnTo>
                                  <a:lnTo>
                                    <a:pt x="0" y="8"/>
                                  </a:lnTo>
                                  <a:lnTo>
                                    <a:pt x="1" y="9"/>
                                  </a:lnTo>
                                  <a:lnTo>
                                    <a:pt x="3" y="9"/>
                                  </a:lnTo>
                                  <a:lnTo>
                                    <a:pt x="72" y="9"/>
                                  </a:lnTo>
                                  <a:lnTo>
                                    <a:pt x="74" y="9"/>
                                  </a:lnTo>
                                  <a:lnTo>
                                    <a:pt x="75" y="9"/>
                                  </a:lnTo>
                                  <a:lnTo>
                                    <a:pt x="77" y="8"/>
                                  </a:lnTo>
                                  <a:lnTo>
                                    <a:pt x="78" y="6"/>
                                  </a:lnTo>
                                  <a:lnTo>
                                    <a:pt x="78" y="5"/>
                                  </a:lnTo>
                                  <a:lnTo>
                                    <a:pt x="77" y="3"/>
                                  </a:lnTo>
                                  <a:lnTo>
                                    <a:pt x="75" y="2"/>
                                  </a:lnTo>
                                  <a:lnTo>
                                    <a:pt x="74"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00" name="Freeform 26"/>
                            <p:cNvSpPr>
                              <a:spLocks/>
                            </p:cNvSpPr>
                            <p:nvPr/>
                          </p:nvSpPr>
                          <p:spPr bwMode="auto">
                            <a:xfrm>
                              <a:off x="2544" y="2101"/>
                              <a:ext cx="17" cy="9"/>
                            </a:xfrm>
                            <a:custGeom>
                              <a:avLst/>
                              <a:gdLst>
                                <a:gd name="T0" fmla="*/ 4 w 17"/>
                                <a:gd name="T1" fmla="*/ 0 h 9"/>
                                <a:gd name="T2" fmla="*/ 2 w 17"/>
                                <a:gd name="T3" fmla="*/ 0 h 9"/>
                                <a:gd name="T4" fmla="*/ 1 w 17"/>
                                <a:gd name="T5" fmla="*/ 2 h 9"/>
                                <a:gd name="T6" fmla="*/ 0 w 17"/>
                                <a:gd name="T7" fmla="*/ 3 h 9"/>
                                <a:gd name="T8" fmla="*/ 0 w 17"/>
                                <a:gd name="T9" fmla="*/ 5 h 9"/>
                                <a:gd name="T10" fmla="*/ 0 w 17"/>
                                <a:gd name="T11" fmla="*/ 6 h 9"/>
                                <a:gd name="T12" fmla="*/ 0 w 17"/>
                                <a:gd name="T13" fmla="*/ 8 h 9"/>
                                <a:gd name="T14" fmla="*/ 1 w 17"/>
                                <a:gd name="T15" fmla="*/ 9 h 9"/>
                                <a:gd name="T16" fmla="*/ 2 w 17"/>
                                <a:gd name="T17" fmla="*/ 9 h 9"/>
                                <a:gd name="T18" fmla="*/ 11 w 17"/>
                                <a:gd name="T19" fmla="*/ 9 h 9"/>
                                <a:gd name="T20" fmla="*/ 13 w 17"/>
                                <a:gd name="T21" fmla="*/ 9 h 9"/>
                                <a:gd name="T22" fmla="*/ 14 w 17"/>
                                <a:gd name="T23" fmla="*/ 9 h 9"/>
                                <a:gd name="T24" fmla="*/ 16 w 17"/>
                                <a:gd name="T25" fmla="*/ 8 h 9"/>
                                <a:gd name="T26" fmla="*/ 17 w 17"/>
                                <a:gd name="T27" fmla="*/ 6 h 9"/>
                                <a:gd name="T28" fmla="*/ 17 w 17"/>
                                <a:gd name="T29" fmla="*/ 5 h 9"/>
                                <a:gd name="T30" fmla="*/ 16 w 17"/>
                                <a:gd name="T31" fmla="*/ 3 h 9"/>
                                <a:gd name="T32" fmla="*/ 14 w 17"/>
                                <a:gd name="T33" fmla="*/ 2 h 9"/>
                                <a:gd name="T34" fmla="*/ 13 w 17"/>
                                <a:gd name="T35" fmla="*/ 0 h 9"/>
                                <a:gd name="T36" fmla="*/ 4 w 17"/>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7"/>
                                <a:gd name="T58" fmla="*/ 0 h 9"/>
                                <a:gd name="T59" fmla="*/ 17 w 17"/>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7" h="9">
                                  <a:moveTo>
                                    <a:pt x="4" y="0"/>
                                  </a:moveTo>
                                  <a:lnTo>
                                    <a:pt x="2" y="0"/>
                                  </a:lnTo>
                                  <a:lnTo>
                                    <a:pt x="1" y="2"/>
                                  </a:lnTo>
                                  <a:lnTo>
                                    <a:pt x="0" y="3"/>
                                  </a:lnTo>
                                  <a:lnTo>
                                    <a:pt x="0" y="5"/>
                                  </a:lnTo>
                                  <a:lnTo>
                                    <a:pt x="0" y="6"/>
                                  </a:lnTo>
                                  <a:lnTo>
                                    <a:pt x="0" y="8"/>
                                  </a:lnTo>
                                  <a:lnTo>
                                    <a:pt x="1" y="9"/>
                                  </a:lnTo>
                                  <a:lnTo>
                                    <a:pt x="2" y="9"/>
                                  </a:lnTo>
                                  <a:lnTo>
                                    <a:pt x="11" y="9"/>
                                  </a:lnTo>
                                  <a:lnTo>
                                    <a:pt x="13" y="9"/>
                                  </a:lnTo>
                                  <a:lnTo>
                                    <a:pt x="14" y="9"/>
                                  </a:lnTo>
                                  <a:lnTo>
                                    <a:pt x="16" y="8"/>
                                  </a:lnTo>
                                  <a:lnTo>
                                    <a:pt x="17" y="6"/>
                                  </a:lnTo>
                                  <a:lnTo>
                                    <a:pt x="17" y="5"/>
                                  </a:lnTo>
                                  <a:lnTo>
                                    <a:pt x="16" y="3"/>
                                  </a:lnTo>
                                  <a:lnTo>
                                    <a:pt x="14" y="2"/>
                                  </a:lnTo>
                                  <a:lnTo>
                                    <a:pt x="13"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01" name="Freeform 27"/>
                            <p:cNvSpPr>
                              <a:spLocks/>
                            </p:cNvSpPr>
                            <p:nvPr/>
                          </p:nvSpPr>
                          <p:spPr bwMode="auto">
                            <a:xfrm>
                              <a:off x="2578" y="2101"/>
                              <a:ext cx="79" cy="9"/>
                            </a:xfrm>
                            <a:custGeom>
                              <a:avLst/>
                              <a:gdLst>
                                <a:gd name="T0" fmla="*/ 5 w 79"/>
                                <a:gd name="T1" fmla="*/ 0 h 9"/>
                                <a:gd name="T2" fmla="*/ 3 w 79"/>
                                <a:gd name="T3" fmla="*/ 0 h 9"/>
                                <a:gd name="T4" fmla="*/ 2 w 79"/>
                                <a:gd name="T5" fmla="*/ 2 h 9"/>
                                <a:gd name="T6" fmla="*/ 0 w 79"/>
                                <a:gd name="T7" fmla="*/ 3 h 9"/>
                                <a:gd name="T8" fmla="*/ 0 w 79"/>
                                <a:gd name="T9" fmla="*/ 5 h 9"/>
                                <a:gd name="T10" fmla="*/ 0 w 79"/>
                                <a:gd name="T11" fmla="*/ 6 h 9"/>
                                <a:gd name="T12" fmla="*/ 0 w 79"/>
                                <a:gd name="T13" fmla="*/ 8 h 9"/>
                                <a:gd name="T14" fmla="*/ 2 w 79"/>
                                <a:gd name="T15" fmla="*/ 9 h 9"/>
                                <a:gd name="T16" fmla="*/ 3 w 79"/>
                                <a:gd name="T17" fmla="*/ 9 h 9"/>
                                <a:gd name="T18" fmla="*/ 73 w 79"/>
                                <a:gd name="T19" fmla="*/ 9 h 9"/>
                                <a:gd name="T20" fmla="*/ 74 w 79"/>
                                <a:gd name="T21" fmla="*/ 9 h 9"/>
                                <a:gd name="T22" fmla="*/ 76 w 79"/>
                                <a:gd name="T23" fmla="*/ 9 h 9"/>
                                <a:gd name="T24" fmla="*/ 77 w 79"/>
                                <a:gd name="T25" fmla="*/ 8 h 9"/>
                                <a:gd name="T26" fmla="*/ 79 w 79"/>
                                <a:gd name="T27" fmla="*/ 6 h 9"/>
                                <a:gd name="T28" fmla="*/ 79 w 79"/>
                                <a:gd name="T29" fmla="*/ 5 h 9"/>
                                <a:gd name="T30" fmla="*/ 77 w 79"/>
                                <a:gd name="T31" fmla="*/ 3 h 9"/>
                                <a:gd name="T32" fmla="*/ 76 w 79"/>
                                <a:gd name="T33" fmla="*/ 2 h 9"/>
                                <a:gd name="T34" fmla="*/ 74 w 79"/>
                                <a:gd name="T35" fmla="*/ 0 h 9"/>
                                <a:gd name="T36" fmla="*/ 5 w 79"/>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79"/>
                                <a:gd name="T58" fmla="*/ 0 h 9"/>
                                <a:gd name="T59" fmla="*/ 79 w 79"/>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79" h="9">
                                  <a:moveTo>
                                    <a:pt x="5" y="0"/>
                                  </a:moveTo>
                                  <a:lnTo>
                                    <a:pt x="3" y="0"/>
                                  </a:lnTo>
                                  <a:lnTo>
                                    <a:pt x="2" y="2"/>
                                  </a:lnTo>
                                  <a:lnTo>
                                    <a:pt x="0" y="3"/>
                                  </a:lnTo>
                                  <a:lnTo>
                                    <a:pt x="0" y="5"/>
                                  </a:lnTo>
                                  <a:lnTo>
                                    <a:pt x="0" y="6"/>
                                  </a:lnTo>
                                  <a:lnTo>
                                    <a:pt x="0" y="8"/>
                                  </a:lnTo>
                                  <a:lnTo>
                                    <a:pt x="2" y="9"/>
                                  </a:lnTo>
                                  <a:lnTo>
                                    <a:pt x="3" y="9"/>
                                  </a:lnTo>
                                  <a:lnTo>
                                    <a:pt x="73" y="9"/>
                                  </a:lnTo>
                                  <a:lnTo>
                                    <a:pt x="74" y="9"/>
                                  </a:lnTo>
                                  <a:lnTo>
                                    <a:pt x="76" y="9"/>
                                  </a:lnTo>
                                  <a:lnTo>
                                    <a:pt x="77" y="8"/>
                                  </a:lnTo>
                                  <a:lnTo>
                                    <a:pt x="79" y="6"/>
                                  </a:lnTo>
                                  <a:lnTo>
                                    <a:pt x="79" y="5"/>
                                  </a:lnTo>
                                  <a:lnTo>
                                    <a:pt x="77" y="3"/>
                                  </a:lnTo>
                                  <a:lnTo>
                                    <a:pt x="76" y="2"/>
                                  </a:lnTo>
                                  <a:lnTo>
                                    <a:pt x="74" y="0"/>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02" name="Freeform 28"/>
                            <p:cNvSpPr>
                              <a:spLocks/>
                            </p:cNvSpPr>
                            <p:nvPr/>
                          </p:nvSpPr>
                          <p:spPr bwMode="auto">
                            <a:xfrm>
                              <a:off x="2674" y="2101"/>
                              <a:ext cx="18" cy="9"/>
                            </a:xfrm>
                            <a:custGeom>
                              <a:avLst/>
                              <a:gdLst>
                                <a:gd name="T0" fmla="*/ 5 w 18"/>
                                <a:gd name="T1" fmla="*/ 0 h 9"/>
                                <a:gd name="T2" fmla="*/ 3 w 18"/>
                                <a:gd name="T3" fmla="*/ 0 h 9"/>
                                <a:gd name="T4" fmla="*/ 2 w 18"/>
                                <a:gd name="T5" fmla="*/ 2 h 9"/>
                                <a:gd name="T6" fmla="*/ 0 w 18"/>
                                <a:gd name="T7" fmla="*/ 3 h 9"/>
                                <a:gd name="T8" fmla="*/ 0 w 18"/>
                                <a:gd name="T9" fmla="*/ 5 h 9"/>
                                <a:gd name="T10" fmla="*/ 0 w 18"/>
                                <a:gd name="T11" fmla="*/ 6 h 9"/>
                                <a:gd name="T12" fmla="*/ 0 w 18"/>
                                <a:gd name="T13" fmla="*/ 8 h 9"/>
                                <a:gd name="T14" fmla="*/ 2 w 18"/>
                                <a:gd name="T15" fmla="*/ 9 h 9"/>
                                <a:gd name="T16" fmla="*/ 3 w 18"/>
                                <a:gd name="T17" fmla="*/ 9 h 9"/>
                                <a:gd name="T18" fmla="*/ 12 w 18"/>
                                <a:gd name="T19" fmla="*/ 9 h 9"/>
                                <a:gd name="T20" fmla="*/ 13 w 18"/>
                                <a:gd name="T21" fmla="*/ 9 h 9"/>
                                <a:gd name="T22" fmla="*/ 15 w 18"/>
                                <a:gd name="T23" fmla="*/ 9 h 9"/>
                                <a:gd name="T24" fmla="*/ 16 w 18"/>
                                <a:gd name="T25" fmla="*/ 8 h 9"/>
                                <a:gd name="T26" fmla="*/ 18 w 18"/>
                                <a:gd name="T27" fmla="*/ 6 h 9"/>
                                <a:gd name="T28" fmla="*/ 18 w 18"/>
                                <a:gd name="T29" fmla="*/ 5 h 9"/>
                                <a:gd name="T30" fmla="*/ 16 w 18"/>
                                <a:gd name="T31" fmla="*/ 3 h 9"/>
                                <a:gd name="T32" fmla="*/ 15 w 18"/>
                                <a:gd name="T33" fmla="*/ 2 h 9"/>
                                <a:gd name="T34" fmla="*/ 13 w 18"/>
                                <a:gd name="T35" fmla="*/ 0 h 9"/>
                                <a:gd name="T36" fmla="*/ 5 w 18"/>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8"/>
                                <a:gd name="T58" fmla="*/ 0 h 9"/>
                                <a:gd name="T59" fmla="*/ 18 w 18"/>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8" h="9">
                                  <a:moveTo>
                                    <a:pt x="5" y="0"/>
                                  </a:moveTo>
                                  <a:lnTo>
                                    <a:pt x="3" y="0"/>
                                  </a:lnTo>
                                  <a:lnTo>
                                    <a:pt x="2" y="2"/>
                                  </a:lnTo>
                                  <a:lnTo>
                                    <a:pt x="0" y="3"/>
                                  </a:lnTo>
                                  <a:lnTo>
                                    <a:pt x="0" y="5"/>
                                  </a:lnTo>
                                  <a:lnTo>
                                    <a:pt x="0" y="6"/>
                                  </a:lnTo>
                                  <a:lnTo>
                                    <a:pt x="0" y="8"/>
                                  </a:lnTo>
                                  <a:lnTo>
                                    <a:pt x="2" y="9"/>
                                  </a:lnTo>
                                  <a:lnTo>
                                    <a:pt x="3" y="9"/>
                                  </a:lnTo>
                                  <a:lnTo>
                                    <a:pt x="12" y="9"/>
                                  </a:lnTo>
                                  <a:lnTo>
                                    <a:pt x="13" y="9"/>
                                  </a:lnTo>
                                  <a:lnTo>
                                    <a:pt x="15" y="9"/>
                                  </a:lnTo>
                                  <a:lnTo>
                                    <a:pt x="16" y="8"/>
                                  </a:lnTo>
                                  <a:lnTo>
                                    <a:pt x="18" y="6"/>
                                  </a:lnTo>
                                  <a:lnTo>
                                    <a:pt x="18" y="5"/>
                                  </a:lnTo>
                                  <a:lnTo>
                                    <a:pt x="16" y="3"/>
                                  </a:lnTo>
                                  <a:lnTo>
                                    <a:pt x="15" y="2"/>
                                  </a:lnTo>
                                  <a:lnTo>
                                    <a:pt x="13" y="0"/>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03" name="Freeform 29"/>
                            <p:cNvSpPr>
                              <a:spLocks/>
                            </p:cNvSpPr>
                            <p:nvPr/>
                          </p:nvSpPr>
                          <p:spPr bwMode="auto">
                            <a:xfrm>
                              <a:off x="2709" y="2101"/>
                              <a:ext cx="79" cy="9"/>
                            </a:xfrm>
                            <a:custGeom>
                              <a:avLst/>
                              <a:gdLst>
                                <a:gd name="T0" fmla="*/ 4 w 79"/>
                                <a:gd name="T1" fmla="*/ 0 h 9"/>
                                <a:gd name="T2" fmla="*/ 3 w 79"/>
                                <a:gd name="T3" fmla="*/ 0 h 9"/>
                                <a:gd name="T4" fmla="*/ 2 w 79"/>
                                <a:gd name="T5" fmla="*/ 2 h 9"/>
                                <a:gd name="T6" fmla="*/ 0 w 79"/>
                                <a:gd name="T7" fmla="*/ 3 h 9"/>
                                <a:gd name="T8" fmla="*/ 0 w 79"/>
                                <a:gd name="T9" fmla="*/ 5 h 9"/>
                                <a:gd name="T10" fmla="*/ 0 w 79"/>
                                <a:gd name="T11" fmla="*/ 6 h 9"/>
                                <a:gd name="T12" fmla="*/ 0 w 79"/>
                                <a:gd name="T13" fmla="*/ 8 h 9"/>
                                <a:gd name="T14" fmla="*/ 2 w 79"/>
                                <a:gd name="T15" fmla="*/ 9 h 9"/>
                                <a:gd name="T16" fmla="*/ 3 w 79"/>
                                <a:gd name="T17" fmla="*/ 9 h 9"/>
                                <a:gd name="T18" fmla="*/ 73 w 79"/>
                                <a:gd name="T19" fmla="*/ 9 h 9"/>
                                <a:gd name="T20" fmla="*/ 74 w 79"/>
                                <a:gd name="T21" fmla="*/ 9 h 9"/>
                                <a:gd name="T22" fmla="*/ 76 w 79"/>
                                <a:gd name="T23" fmla="*/ 9 h 9"/>
                                <a:gd name="T24" fmla="*/ 77 w 79"/>
                                <a:gd name="T25" fmla="*/ 8 h 9"/>
                                <a:gd name="T26" fmla="*/ 79 w 79"/>
                                <a:gd name="T27" fmla="*/ 6 h 9"/>
                                <a:gd name="T28" fmla="*/ 79 w 79"/>
                                <a:gd name="T29" fmla="*/ 5 h 9"/>
                                <a:gd name="T30" fmla="*/ 77 w 79"/>
                                <a:gd name="T31" fmla="*/ 3 h 9"/>
                                <a:gd name="T32" fmla="*/ 76 w 79"/>
                                <a:gd name="T33" fmla="*/ 2 h 9"/>
                                <a:gd name="T34" fmla="*/ 74 w 79"/>
                                <a:gd name="T35" fmla="*/ 0 h 9"/>
                                <a:gd name="T36" fmla="*/ 4 w 79"/>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79"/>
                                <a:gd name="T58" fmla="*/ 0 h 9"/>
                                <a:gd name="T59" fmla="*/ 79 w 79"/>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79" h="9">
                                  <a:moveTo>
                                    <a:pt x="4" y="0"/>
                                  </a:moveTo>
                                  <a:lnTo>
                                    <a:pt x="3" y="0"/>
                                  </a:lnTo>
                                  <a:lnTo>
                                    <a:pt x="2" y="2"/>
                                  </a:lnTo>
                                  <a:lnTo>
                                    <a:pt x="0" y="3"/>
                                  </a:lnTo>
                                  <a:lnTo>
                                    <a:pt x="0" y="5"/>
                                  </a:lnTo>
                                  <a:lnTo>
                                    <a:pt x="0" y="6"/>
                                  </a:lnTo>
                                  <a:lnTo>
                                    <a:pt x="0" y="8"/>
                                  </a:lnTo>
                                  <a:lnTo>
                                    <a:pt x="2" y="9"/>
                                  </a:lnTo>
                                  <a:lnTo>
                                    <a:pt x="3" y="9"/>
                                  </a:lnTo>
                                  <a:lnTo>
                                    <a:pt x="73" y="9"/>
                                  </a:lnTo>
                                  <a:lnTo>
                                    <a:pt x="74" y="9"/>
                                  </a:lnTo>
                                  <a:lnTo>
                                    <a:pt x="76" y="9"/>
                                  </a:lnTo>
                                  <a:lnTo>
                                    <a:pt x="77" y="8"/>
                                  </a:lnTo>
                                  <a:lnTo>
                                    <a:pt x="79" y="6"/>
                                  </a:lnTo>
                                  <a:lnTo>
                                    <a:pt x="79" y="5"/>
                                  </a:lnTo>
                                  <a:lnTo>
                                    <a:pt x="77" y="3"/>
                                  </a:lnTo>
                                  <a:lnTo>
                                    <a:pt x="76" y="2"/>
                                  </a:lnTo>
                                  <a:lnTo>
                                    <a:pt x="74"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04" name="Freeform 30"/>
                            <p:cNvSpPr>
                              <a:spLocks/>
                            </p:cNvSpPr>
                            <p:nvPr/>
                          </p:nvSpPr>
                          <p:spPr bwMode="auto">
                            <a:xfrm>
                              <a:off x="2805" y="2101"/>
                              <a:ext cx="17" cy="9"/>
                            </a:xfrm>
                            <a:custGeom>
                              <a:avLst/>
                              <a:gdLst>
                                <a:gd name="T0" fmla="*/ 4 w 17"/>
                                <a:gd name="T1" fmla="*/ 0 h 9"/>
                                <a:gd name="T2" fmla="*/ 3 w 17"/>
                                <a:gd name="T3" fmla="*/ 0 h 9"/>
                                <a:gd name="T4" fmla="*/ 1 w 17"/>
                                <a:gd name="T5" fmla="*/ 2 h 9"/>
                                <a:gd name="T6" fmla="*/ 0 w 17"/>
                                <a:gd name="T7" fmla="*/ 3 h 9"/>
                                <a:gd name="T8" fmla="*/ 0 w 17"/>
                                <a:gd name="T9" fmla="*/ 5 h 9"/>
                                <a:gd name="T10" fmla="*/ 0 w 17"/>
                                <a:gd name="T11" fmla="*/ 6 h 9"/>
                                <a:gd name="T12" fmla="*/ 0 w 17"/>
                                <a:gd name="T13" fmla="*/ 8 h 9"/>
                                <a:gd name="T14" fmla="*/ 1 w 17"/>
                                <a:gd name="T15" fmla="*/ 9 h 9"/>
                                <a:gd name="T16" fmla="*/ 3 w 17"/>
                                <a:gd name="T17" fmla="*/ 9 h 9"/>
                                <a:gd name="T18" fmla="*/ 12 w 17"/>
                                <a:gd name="T19" fmla="*/ 9 h 9"/>
                                <a:gd name="T20" fmla="*/ 13 w 17"/>
                                <a:gd name="T21" fmla="*/ 9 h 9"/>
                                <a:gd name="T22" fmla="*/ 14 w 17"/>
                                <a:gd name="T23" fmla="*/ 9 h 9"/>
                                <a:gd name="T24" fmla="*/ 16 w 17"/>
                                <a:gd name="T25" fmla="*/ 8 h 9"/>
                                <a:gd name="T26" fmla="*/ 17 w 17"/>
                                <a:gd name="T27" fmla="*/ 6 h 9"/>
                                <a:gd name="T28" fmla="*/ 17 w 17"/>
                                <a:gd name="T29" fmla="*/ 5 h 9"/>
                                <a:gd name="T30" fmla="*/ 16 w 17"/>
                                <a:gd name="T31" fmla="*/ 3 h 9"/>
                                <a:gd name="T32" fmla="*/ 14 w 17"/>
                                <a:gd name="T33" fmla="*/ 2 h 9"/>
                                <a:gd name="T34" fmla="*/ 13 w 17"/>
                                <a:gd name="T35" fmla="*/ 0 h 9"/>
                                <a:gd name="T36" fmla="*/ 4 w 17"/>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7"/>
                                <a:gd name="T58" fmla="*/ 0 h 9"/>
                                <a:gd name="T59" fmla="*/ 17 w 17"/>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7" h="9">
                                  <a:moveTo>
                                    <a:pt x="4" y="0"/>
                                  </a:moveTo>
                                  <a:lnTo>
                                    <a:pt x="3" y="0"/>
                                  </a:lnTo>
                                  <a:lnTo>
                                    <a:pt x="1" y="2"/>
                                  </a:lnTo>
                                  <a:lnTo>
                                    <a:pt x="0" y="3"/>
                                  </a:lnTo>
                                  <a:lnTo>
                                    <a:pt x="0" y="5"/>
                                  </a:lnTo>
                                  <a:lnTo>
                                    <a:pt x="0" y="6"/>
                                  </a:lnTo>
                                  <a:lnTo>
                                    <a:pt x="0" y="8"/>
                                  </a:lnTo>
                                  <a:lnTo>
                                    <a:pt x="1" y="9"/>
                                  </a:lnTo>
                                  <a:lnTo>
                                    <a:pt x="3" y="9"/>
                                  </a:lnTo>
                                  <a:lnTo>
                                    <a:pt x="12" y="9"/>
                                  </a:lnTo>
                                  <a:lnTo>
                                    <a:pt x="13" y="9"/>
                                  </a:lnTo>
                                  <a:lnTo>
                                    <a:pt x="14" y="9"/>
                                  </a:lnTo>
                                  <a:lnTo>
                                    <a:pt x="16" y="8"/>
                                  </a:lnTo>
                                  <a:lnTo>
                                    <a:pt x="17" y="6"/>
                                  </a:lnTo>
                                  <a:lnTo>
                                    <a:pt x="17" y="5"/>
                                  </a:lnTo>
                                  <a:lnTo>
                                    <a:pt x="16" y="3"/>
                                  </a:lnTo>
                                  <a:lnTo>
                                    <a:pt x="14" y="2"/>
                                  </a:lnTo>
                                  <a:lnTo>
                                    <a:pt x="13"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05" name="Freeform 31"/>
                            <p:cNvSpPr>
                              <a:spLocks/>
                            </p:cNvSpPr>
                            <p:nvPr/>
                          </p:nvSpPr>
                          <p:spPr bwMode="auto">
                            <a:xfrm>
                              <a:off x="2840" y="2101"/>
                              <a:ext cx="78" cy="9"/>
                            </a:xfrm>
                            <a:custGeom>
                              <a:avLst/>
                              <a:gdLst>
                                <a:gd name="T0" fmla="*/ 4 w 78"/>
                                <a:gd name="T1" fmla="*/ 0 h 9"/>
                                <a:gd name="T2" fmla="*/ 3 w 78"/>
                                <a:gd name="T3" fmla="*/ 0 h 9"/>
                                <a:gd name="T4" fmla="*/ 1 w 78"/>
                                <a:gd name="T5" fmla="*/ 2 h 9"/>
                                <a:gd name="T6" fmla="*/ 0 w 78"/>
                                <a:gd name="T7" fmla="*/ 3 h 9"/>
                                <a:gd name="T8" fmla="*/ 0 w 78"/>
                                <a:gd name="T9" fmla="*/ 5 h 9"/>
                                <a:gd name="T10" fmla="*/ 0 w 78"/>
                                <a:gd name="T11" fmla="*/ 6 h 9"/>
                                <a:gd name="T12" fmla="*/ 0 w 78"/>
                                <a:gd name="T13" fmla="*/ 8 h 9"/>
                                <a:gd name="T14" fmla="*/ 1 w 78"/>
                                <a:gd name="T15" fmla="*/ 9 h 9"/>
                                <a:gd name="T16" fmla="*/ 3 w 78"/>
                                <a:gd name="T17" fmla="*/ 9 h 9"/>
                                <a:gd name="T18" fmla="*/ 72 w 78"/>
                                <a:gd name="T19" fmla="*/ 9 h 9"/>
                                <a:gd name="T20" fmla="*/ 74 w 78"/>
                                <a:gd name="T21" fmla="*/ 9 h 9"/>
                                <a:gd name="T22" fmla="*/ 75 w 78"/>
                                <a:gd name="T23" fmla="*/ 9 h 9"/>
                                <a:gd name="T24" fmla="*/ 77 w 78"/>
                                <a:gd name="T25" fmla="*/ 8 h 9"/>
                                <a:gd name="T26" fmla="*/ 78 w 78"/>
                                <a:gd name="T27" fmla="*/ 6 h 9"/>
                                <a:gd name="T28" fmla="*/ 78 w 78"/>
                                <a:gd name="T29" fmla="*/ 5 h 9"/>
                                <a:gd name="T30" fmla="*/ 77 w 78"/>
                                <a:gd name="T31" fmla="*/ 3 h 9"/>
                                <a:gd name="T32" fmla="*/ 75 w 78"/>
                                <a:gd name="T33" fmla="*/ 2 h 9"/>
                                <a:gd name="T34" fmla="*/ 74 w 78"/>
                                <a:gd name="T35" fmla="*/ 0 h 9"/>
                                <a:gd name="T36" fmla="*/ 4 w 78"/>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78"/>
                                <a:gd name="T58" fmla="*/ 0 h 9"/>
                                <a:gd name="T59" fmla="*/ 78 w 78"/>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78" h="9">
                                  <a:moveTo>
                                    <a:pt x="4" y="0"/>
                                  </a:moveTo>
                                  <a:lnTo>
                                    <a:pt x="3" y="0"/>
                                  </a:lnTo>
                                  <a:lnTo>
                                    <a:pt x="1" y="2"/>
                                  </a:lnTo>
                                  <a:lnTo>
                                    <a:pt x="0" y="3"/>
                                  </a:lnTo>
                                  <a:lnTo>
                                    <a:pt x="0" y="5"/>
                                  </a:lnTo>
                                  <a:lnTo>
                                    <a:pt x="0" y="6"/>
                                  </a:lnTo>
                                  <a:lnTo>
                                    <a:pt x="0" y="8"/>
                                  </a:lnTo>
                                  <a:lnTo>
                                    <a:pt x="1" y="9"/>
                                  </a:lnTo>
                                  <a:lnTo>
                                    <a:pt x="3" y="9"/>
                                  </a:lnTo>
                                  <a:lnTo>
                                    <a:pt x="72" y="9"/>
                                  </a:lnTo>
                                  <a:lnTo>
                                    <a:pt x="74" y="9"/>
                                  </a:lnTo>
                                  <a:lnTo>
                                    <a:pt x="75" y="9"/>
                                  </a:lnTo>
                                  <a:lnTo>
                                    <a:pt x="77" y="8"/>
                                  </a:lnTo>
                                  <a:lnTo>
                                    <a:pt x="78" y="6"/>
                                  </a:lnTo>
                                  <a:lnTo>
                                    <a:pt x="78" y="5"/>
                                  </a:lnTo>
                                  <a:lnTo>
                                    <a:pt x="77" y="3"/>
                                  </a:lnTo>
                                  <a:lnTo>
                                    <a:pt x="75" y="2"/>
                                  </a:lnTo>
                                  <a:lnTo>
                                    <a:pt x="74"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06" name="Freeform 32"/>
                            <p:cNvSpPr>
                              <a:spLocks/>
                            </p:cNvSpPr>
                            <p:nvPr/>
                          </p:nvSpPr>
                          <p:spPr bwMode="auto">
                            <a:xfrm>
                              <a:off x="2936" y="2101"/>
                              <a:ext cx="17" cy="9"/>
                            </a:xfrm>
                            <a:custGeom>
                              <a:avLst/>
                              <a:gdLst>
                                <a:gd name="T0" fmla="*/ 4 w 17"/>
                                <a:gd name="T1" fmla="*/ 0 h 9"/>
                                <a:gd name="T2" fmla="*/ 3 w 17"/>
                                <a:gd name="T3" fmla="*/ 0 h 9"/>
                                <a:gd name="T4" fmla="*/ 1 w 17"/>
                                <a:gd name="T5" fmla="*/ 2 h 9"/>
                                <a:gd name="T6" fmla="*/ 0 w 17"/>
                                <a:gd name="T7" fmla="*/ 3 h 9"/>
                                <a:gd name="T8" fmla="*/ 0 w 17"/>
                                <a:gd name="T9" fmla="*/ 5 h 9"/>
                                <a:gd name="T10" fmla="*/ 0 w 17"/>
                                <a:gd name="T11" fmla="*/ 6 h 9"/>
                                <a:gd name="T12" fmla="*/ 0 w 17"/>
                                <a:gd name="T13" fmla="*/ 8 h 9"/>
                                <a:gd name="T14" fmla="*/ 1 w 17"/>
                                <a:gd name="T15" fmla="*/ 9 h 9"/>
                                <a:gd name="T16" fmla="*/ 3 w 17"/>
                                <a:gd name="T17" fmla="*/ 9 h 9"/>
                                <a:gd name="T18" fmla="*/ 11 w 17"/>
                                <a:gd name="T19" fmla="*/ 9 h 9"/>
                                <a:gd name="T20" fmla="*/ 13 w 17"/>
                                <a:gd name="T21" fmla="*/ 9 h 9"/>
                                <a:gd name="T22" fmla="*/ 14 w 17"/>
                                <a:gd name="T23" fmla="*/ 9 h 9"/>
                                <a:gd name="T24" fmla="*/ 16 w 17"/>
                                <a:gd name="T25" fmla="*/ 8 h 9"/>
                                <a:gd name="T26" fmla="*/ 17 w 17"/>
                                <a:gd name="T27" fmla="*/ 6 h 9"/>
                                <a:gd name="T28" fmla="*/ 17 w 17"/>
                                <a:gd name="T29" fmla="*/ 5 h 9"/>
                                <a:gd name="T30" fmla="*/ 16 w 17"/>
                                <a:gd name="T31" fmla="*/ 3 h 9"/>
                                <a:gd name="T32" fmla="*/ 14 w 17"/>
                                <a:gd name="T33" fmla="*/ 2 h 9"/>
                                <a:gd name="T34" fmla="*/ 13 w 17"/>
                                <a:gd name="T35" fmla="*/ 0 h 9"/>
                                <a:gd name="T36" fmla="*/ 4 w 17"/>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7"/>
                                <a:gd name="T58" fmla="*/ 0 h 9"/>
                                <a:gd name="T59" fmla="*/ 17 w 17"/>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7" h="9">
                                  <a:moveTo>
                                    <a:pt x="4" y="0"/>
                                  </a:moveTo>
                                  <a:lnTo>
                                    <a:pt x="3" y="0"/>
                                  </a:lnTo>
                                  <a:lnTo>
                                    <a:pt x="1" y="2"/>
                                  </a:lnTo>
                                  <a:lnTo>
                                    <a:pt x="0" y="3"/>
                                  </a:lnTo>
                                  <a:lnTo>
                                    <a:pt x="0" y="5"/>
                                  </a:lnTo>
                                  <a:lnTo>
                                    <a:pt x="0" y="6"/>
                                  </a:lnTo>
                                  <a:lnTo>
                                    <a:pt x="0" y="8"/>
                                  </a:lnTo>
                                  <a:lnTo>
                                    <a:pt x="1" y="9"/>
                                  </a:lnTo>
                                  <a:lnTo>
                                    <a:pt x="3" y="9"/>
                                  </a:lnTo>
                                  <a:lnTo>
                                    <a:pt x="11" y="9"/>
                                  </a:lnTo>
                                  <a:lnTo>
                                    <a:pt x="13" y="9"/>
                                  </a:lnTo>
                                  <a:lnTo>
                                    <a:pt x="14" y="9"/>
                                  </a:lnTo>
                                  <a:lnTo>
                                    <a:pt x="16" y="8"/>
                                  </a:lnTo>
                                  <a:lnTo>
                                    <a:pt x="17" y="6"/>
                                  </a:lnTo>
                                  <a:lnTo>
                                    <a:pt x="17" y="5"/>
                                  </a:lnTo>
                                  <a:lnTo>
                                    <a:pt x="16" y="3"/>
                                  </a:lnTo>
                                  <a:lnTo>
                                    <a:pt x="14" y="2"/>
                                  </a:lnTo>
                                  <a:lnTo>
                                    <a:pt x="13"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07" name="Freeform 33"/>
                            <p:cNvSpPr>
                              <a:spLocks/>
                            </p:cNvSpPr>
                            <p:nvPr/>
                          </p:nvSpPr>
                          <p:spPr bwMode="auto">
                            <a:xfrm>
                              <a:off x="2971" y="2101"/>
                              <a:ext cx="78" cy="9"/>
                            </a:xfrm>
                            <a:custGeom>
                              <a:avLst/>
                              <a:gdLst>
                                <a:gd name="T0" fmla="*/ 4 w 78"/>
                                <a:gd name="T1" fmla="*/ 0 h 9"/>
                                <a:gd name="T2" fmla="*/ 2 w 78"/>
                                <a:gd name="T3" fmla="*/ 0 h 9"/>
                                <a:gd name="T4" fmla="*/ 1 w 78"/>
                                <a:gd name="T5" fmla="*/ 2 h 9"/>
                                <a:gd name="T6" fmla="*/ 0 w 78"/>
                                <a:gd name="T7" fmla="*/ 3 h 9"/>
                                <a:gd name="T8" fmla="*/ 0 w 78"/>
                                <a:gd name="T9" fmla="*/ 5 h 9"/>
                                <a:gd name="T10" fmla="*/ 0 w 78"/>
                                <a:gd name="T11" fmla="*/ 6 h 9"/>
                                <a:gd name="T12" fmla="*/ 0 w 78"/>
                                <a:gd name="T13" fmla="*/ 8 h 9"/>
                                <a:gd name="T14" fmla="*/ 1 w 78"/>
                                <a:gd name="T15" fmla="*/ 9 h 9"/>
                                <a:gd name="T16" fmla="*/ 2 w 78"/>
                                <a:gd name="T17" fmla="*/ 9 h 9"/>
                                <a:gd name="T18" fmla="*/ 72 w 78"/>
                                <a:gd name="T19" fmla="*/ 9 h 9"/>
                                <a:gd name="T20" fmla="*/ 74 w 78"/>
                                <a:gd name="T21" fmla="*/ 9 h 9"/>
                                <a:gd name="T22" fmla="*/ 75 w 78"/>
                                <a:gd name="T23" fmla="*/ 9 h 9"/>
                                <a:gd name="T24" fmla="*/ 76 w 78"/>
                                <a:gd name="T25" fmla="*/ 8 h 9"/>
                                <a:gd name="T26" fmla="*/ 78 w 78"/>
                                <a:gd name="T27" fmla="*/ 6 h 9"/>
                                <a:gd name="T28" fmla="*/ 78 w 78"/>
                                <a:gd name="T29" fmla="*/ 5 h 9"/>
                                <a:gd name="T30" fmla="*/ 76 w 78"/>
                                <a:gd name="T31" fmla="*/ 3 h 9"/>
                                <a:gd name="T32" fmla="*/ 75 w 78"/>
                                <a:gd name="T33" fmla="*/ 2 h 9"/>
                                <a:gd name="T34" fmla="*/ 74 w 78"/>
                                <a:gd name="T35" fmla="*/ 0 h 9"/>
                                <a:gd name="T36" fmla="*/ 4 w 78"/>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78"/>
                                <a:gd name="T58" fmla="*/ 0 h 9"/>
                                <a:gd name="T59" fmla="*/ 78 w 78"/>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78" h="9">
                                  <a:moveTo>
                                    <a:pt x="4" y="0"/>
                                  </a:moveTo>
                                  <a:lnTo>
                                    <a:pt x="2" y="0"/>
                                  </a:lnTo>
                                  <a:lnTo>
                                    <a:pt x="1" y="2"/>
                                  </a:lnTo>
                                  <a:lnTo>
                                    <a:pt x="0" y="3"/>
                                  </a:lnTo>
                                  <a:lnTo>
                                    <a:pt x="0" y="5"/>
                                  </a:lnTo>
                                  <a:lnTo>
                                    <a:pt x="0" y="6"/>
                                  </a:lnTo>
                                  <a:lnTo>
                                    <a:pt x="0" y="8"/>
                                  </a:lnTo>
                                  <a:lnTo>
                                    <a:pt x="1" y="9"/>
                                  </a:lnTo>
                                  <a:lnTo>
                                    <a:pt x="2" y="9"/>
                                  </a:lnTo>
                                  <a:lnTo>
                                    <a:pt x="72" y="9"/>
                                  </a:lnTo>
                                  <a:lnTo>
                                    <a:pt x="74" y="9"/>
                                  </a:lnTo>
                                  <a:lnTo>
                                    <a:pt x="75" y="9"/>
                                  </a:lnTo>
                                  <a:lnTo>
                                    <a:pt x="76" y="8"/>
                                  </a:lnTo>
                                  <a:lnTo>
                                    <a:pt x="78" y="6"/>
                                  </a:lnTo>
                                  <a:lnTo>
                                    <a:pt x="78" y="5"/>
                                  </a:lnTo>
                                  <a:lnTo>
                                    <a:pt x="76" y="3"/>
                                  </a:lnTo>
                                  <a:lnTo>
                                    <a:pt x="75" y="2"/>
                                  </a:lnTo>
                                  <a:lnTo>
                                    <a:pt x="74"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08" name="Freeform 34"/>
                            <p:cNvSpPr>
                              <a:spLocks/>
                            </p:cNvSpPr>
                            <p:nvPr/>
                          </p:nvSpPr>
                          <p:spPr bwMode="auto">
                            <a:xfrm>
                              <a:off x="3066" y="2101"/>
                              <a:ext cx="18" cy="9"/>
                            </a:xfrm>
                            <a:custGeom>
                              <a:avLst/>
                              <a:gdLst>
                                <a:gd name="T0" fmla="*/ 5 w 18"/>
                                <a:gd name="T1" fmla="*/ 0 h 9"/>
                                <a:gd name="T2" fmla="*/ 3 w 18"/>
                                <a:gd name="T3" fmla="*/ 0 h 9"/>
                                <a:gd name="T4" fmla="*/ 2 w 18"/>
                                <a:gd name="T5" fmla="*/ 2 h 9"/>
                                <a:gd name="T6" fmla="*/ 0 w 18"/>
                                <a:gd name="T7" fmla="*/ 3 h 9"/>
                                <a:gd name="T8" fmla="*/ 0 w 18"/>
                                <a:gd name="T9" fmla="*/ 5 h 9"/>
                                <a:gd name="T10" fmla="*/ 0 w 18"/>
                                <a:gd name="T11" fmla="*/ 6 h 9"/>
                                <a:gd name="T12" fmla="*/ 0 w 18"/>
                                <a:gd name="T13" fmla="*/ 8 h 9"/>
                                <a:gd name="T14" fmla="*/ 2 w 18"/>
                                <a:gd name="T15" fmla="*/ 9 h 9"/>
                                <a:gd name="T16" fmla="*/ 3 w 18"/>
                                <a:gd name="T17" fmla="*/ 9 h 9"/>
                                <a:gd name="T18" fmla="*/ 12 w 18"/>
                                <a:gd name="T19" fmla="*/ 9 h 9"/>
                                <a:gd name="T20" fmla="*/ 13 w 18"/>
                                <a:gd name="T21" fmla="*/ 9 h 9"/>
                                <a:gd name="T22" fmla="*/ 15 w 18"/>
                                <a:gd name="T23" fmla="*/ 9 h 9"/>
                                <a:gd name="T24" fmla="*/ 16 w 18"/>
                                <a:gd name="T25" fmla="*/ 8 h 9"/>
                                <a:gd name="T26" fmla="*/ 18 w 18"/>
                                <a:gd name="T27" fmla="*/ 6 h 9"/>
                                <a:gd name="T28" fmla="*/ 18 w 18"/>
                                <a:gd name="T29" fmla="*/ 5 h 9"/>
                                <a:gd name="T30" fmla="*/ 16 w 18"/>
                                <a:gd name="T31" fmla="*/ 3 h 9"/>
                                <a:gd name="T32" fmla="*/ 15 w 18"/>
                                <a:gd name="T33" fmla="*/ 2 h 9"/>
                                <a:gd name="T34" fmla="*/ 13 w 18"/>
                                <a:gd name="T35" fmla="*/ 0 h 9"/>
                                <a:gd name="T36" fmla="*/ 5 w 18"/>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8"/>
                                <a:gd name="T58" fmla="*/ 0 h 9"/>
                                <a:gd name="T59" fmla="*/ 18 w 18"/>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8" h="9">
                                  <a:moveTo>
                                    <a:pt x="5" y="0"/>
                                  </a:moveTo>
                                  <a:lnTo>
                                    <a:pt x="3" y="0"/>
                                  </a:lnTo>
                                  <a:lnTo>
                                    <a:pt x="2" y="2"/>
                                  </a:lnTo>
                                  <a:lnTo>
                                    <a:pt x="0" y="3"/>
                                  </a:lnTo>
                                  <a:lnTo>
                                    <a:pt x="0" y="5"/>
                                  </a:lnTo>
                                  <a:lnTo>
                                    <a:pt x="0" y="6"/>
                                  </a:lnTo>
                                  <a:lnTo>
                                    <a:pt x="0" y="8"/>
                                  </a:lnTo>
                                  <a:lnTo>
                                    <a:pt x="2" y="9"/>
                                  </a:lnTo>
                                  <a:lnTo>
                                    <a:pt x="3" y="9"/>
                                  </a:lnTo>
                                  <a:lnTo>
                                    <a:pt x="12" y="9"/>
                                  </a:lnTo>
                                  <a:lnTo>
                                    <a:pt x="13" y="9"/>
                                  </a:lnTo>
                                  <a:lnTo>
                                    <a:pt x="15" y="9"/>
                                  </a:lnTo>
                                  <a:lnTo>
                                    <a:pt x="16" y="8"/>
                                  </a:lnTo>
                                  <a:lnTo>
                                    <a:pt x="18" y="6"/>
                                  </a:lnTo>
                                  <a:lnTo>
                                    <a:pt x="18" y="5"/>
                                  </a:lnTo>
                                  <a:lnTo>
                                    <a:pt x="16" y="3"/>
                                  </a:lnTo>
                                  <a:lnTo>
                                    <a:pt x="15" y="2"/>
                                  </a:lnTo>
                                  <a:lnTo>
                                    <a:pt x="13" y="0"/>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09" name="Freeform 35"/>
                            <p:cNvSpPr>
                              <a:spLocks/>
                            </p:cNvSpPr>
                            <p:nvPr/>
                          </p:nvSpPr>
                          <p:spPr bwMode="auto">
                            <a:xfrm>
                              <a:off x="3101" y="2101"/>
                              <a:ext cx="79" cy="9"/>
                            </a:xfrm>
                            <a:custGeom>
                              <a:avLst/>
                              <a:gdLst>
                                <a:gd name="T0" fmla="*/ 5 w 79"/>
                                <a:gd name="T1" fmla="*/ 0 h 9"/>
                                <a:gd name="T2" fmla="*/ 3 w 79"/>
                                <a:gd name="T3" fmla="*/ 0 h 9"/>
                                <a:gd name="T4" fmla="*/ 2 w 79"/>
                                <a:gd name="T5" fmla="*/ 2 h 9"/>
                                <a:gd name="T6" fmla="*/ 0 w 79"/>
                                <a:gd name="T7" fmla="*/ 3 h 9"/>
                                <a:gd name="T8" fmla="*/ 0 w 79"/>
                                <a:gd name="T9" fmla="*/ 5 h 9"/>
                                <a:gd name="T10" fmla="*/ 0 w 79"/>
                                <a:gd name="T11" fmla="*/ 6 h 9"/>
                                <a:gd name="T12" fmla="*/ 0 w 79"/>
                                <a:gd name="T13" fmla="*/ 8 h 9"/>
                                <a:gd name="T14" fmla="*/ 2 w 79"/>
                                <a:gd name="T15" fmla="*/ 9 h 9"/>
                                <a:gd name="T16" fmla="*/ 3 w 79"/>
                                <a:gd name="T17" fmla="*/ 9 h 9"/>
                                <a:gd name="T18" fmla="*/ 73 w 79"/>
                                <a:gd name="T19" fmla="*/ 9 h 9"/>
                                <a:gd name="T20" fmla="*/ 74 w 79"/>
                                <a:gd name="T21" fmla="*/ 9 h 9"/>
                                <a:gd name="T22" fmla="*/ 76 w 79"/>
                                <a:gd name="T23" fmla="*/ 9 h 9"/>
                                <a:gd name="T24" fmla="*/ 77 w 79"/>
                                <a:gd name="T25" fmla="*/ 8 h 9"/>
                                <a:gd name="T26" fmla="*/ 79 w 79"/>
                                <a:gd name="T27" fmla="*/ 6 h 9"/>
                                <a:gd name="T28" fmla="*/ 79 w 79"/>
                                <a:gd name="T29" fmla="*/ 5 h 9"/>
                                <a:gd name="T30" fmla="*/ 77 w 79"/>
                                <a:gd name="T31" fmla="*/ 3 h 9"/>
                                <a:gd name="T32" fmla="*/ 76 w 79"/>
                                <a:gd name="T33" fmla="*/ 2 h 9"/>
                                <a:gd name="T34" fmla="*/ 74 w 79"/>
                                <a:gd name="T35" fmla="*/ 0 h 9"/>
                                <a:gd name="T36" fmla="*/ 5 w 79"/>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79"/>
                                <a:gd name="T58" fmla="*/ 0 h 9"/>
                                <a:gd name="T59" fmla="*/ 79 w 79"/>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79" h="9">
                                  <a:moveTo>
                                    <a:pt x="5" y="0"/>
                                  </a:moveTo>
                                  <a:lnTo>
                                    <a:pt x="3" y="0"/>
                                  </a:lnTo>
                                  <a:lnTo>
                                    <a:pt x="2" y="2"/>
                                  </a:lnTo>
                                  <a:lnTo>
                                    <a:pt x="0" y="3"/>
                                  </a:lnTo>
                                  <a:lnTo>
                                    <a:pt x="0" y="5"/>
                                  </a:lnTo>
                                  <a:lnTo>
                                    <a:pt x="0" y="6"/>
                                  </a:lnTo>
                                  <a:lnTo>
                                    <a:pt x="0" y="8"/>
                                  </a:lnTo>
                                  <a:lnTo>
                                    <a:pt x="2" y="9"/>
                                  </a:lnTo>
                                  <a:lnTo>
                                    <a:pt x="3" y="9"/>
                                  </a:lnTo>
                                  <a:lnTo>
                                    <a:pt x="73" y="9"/>
                                  </a:lnTo>
                                  <a:lnTo>
                                    <a:pt x="74" y="9"/>
                                  </a:lnTo>
                                  <a:lnTo>
                                    <a:pt x="76" y="9"/>
                                  </a:lnTo>
                                  <a:lnTo>
                                    <a:pt x="77" y="8"/>
                                  </a:lnTo>
                                  <a:lnTo>
                                    <a:pt x="79" y="6"/>
                                  </a:lnTo>
                                  <a:lnTo>
                                    <a:pt x="79" y="5"/>
                                  </a:lnTo>
                                  <a:lnTo>
                                    <a:pt x="77" y="3"/>
                                  </a:lnTo>
                                  <a:lnTo>
                                    <a:pt x="76" y="2"/>
                                  </a:lnTo>
                                  <a:lnTo>
                                    <a:pt x="74" y="0"/>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10" name="Freeform 36"/>
                            <p:cNvSpPr>
                              <a:spLocks/>
                            </p:cNvSpPr>
                            <p:nvPr/>
                          </p:nvSpPr>
                          <p:spPr bwMode="auto">
                            <a:xfrm>
                              <a:off x="3197" y="2101"/>
                              <a:ext cx="18" cy="9"/>
                            </a:xfrm>
                            <a:custGeom>
                              <a:avLst/>
                              <a:gdLst>
                                <a:gd name="T0" fmla="*/ 4 w 18"/>
                                <a:gd name="T1" fmla="*/ 0 h 9"/>
                                <a:gd name="T2" fmla="*/ 3 w 18"/>
                                <a:gd name="T3" fmla="*/ 0 h 9"/>
                                <a:gd name="T4" fmla="*/ 2 w 18"/>
                                <a:gd name="T5" fmla="*/ 2 h 9"/>
                                <a:gd name="T6" fmla="*/ 0 w 18"/>
                                <a:gd name="T7" fmla="*/ 3 h 9"/>
                                <a:gd name="T8" fmla="*/ 0 w 18"/>
                                <a:gd name="T9" fmla="*/ 5 h 9"/>
                                <a:gd name="T10" fmla="*/ 0 w 18"/>
                                <a:gd name="T11" fmla="*/ 6 h 9"/>
                                <a:gd name="T12" fmla="*/ 0 w 18"/>
                                <a:gd name="T13" fmla="*/ 8 h 9"/>
                                <a:gd name="T14" fmla="*/ 2 w 18"/>
                                <a:gd name="T15" fmla="*/ 9 h 9"/>
                                <a:gd name="T16" fmla="*/ 3 w 18"/>
                                <a:gd name="T17" fmla="*/ 9 h 9"/>
                                <a:gd name="T18" fmla="*/ 12 w 18"/>
                                <a:gd name="T19" fmla="*/ 9 h 9"/>
                                <a:gd name="T20" fmla="*/ 13 w 18"/>
                                <a:gd name="T21" fmla="*/ 9 h 9"/>
                                <a:gd name="T22" fmla="*/ 15 w 18"/>
                                <a:gd name="T23" fmla="*/ 9 h 9"/>
                                <a:gd name="T24" fmla="*/ 16 w 18"/>
                                <a:gd name="T25" fmla="*/ 8 h 9"/>
                                <a:gd name="T26" fmla="*/ 18 w 18"/>
                                <a:gd name="T27" fmla="*/ 6 h 9"/>
                                <a:gd name="T28" fmla="*/ 18 w 18"/>
                                <a:gd name="T29" fmla="*/ 5 h 9"/>
                                <a:gd name="T30" fmla="*/ 16 w 18"/>
                                <a:gd name="T31" fmla="*/ 3 h 9"/>
                                <a:gd name="T32" fmla="*/ 15 w 18"/>
                                <a:gd name="T33" fmla="*/ 2 h 9"/>
                                <a:gd name="T34" fmla="*/ 13 w 18"/>
                                <a:gd name="T35" fmla="*/ 0 h 9"/>
                                <a:gd name="T36" fmla="*/ 4 w 18"/>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8"/>
                                <a:gd name="T58" fmla="*/ 0 h 9"/>
                                <a:gd name="T59" fmla="*/ 18 w 18"/>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8" h="9">
                                  <a:moveTo>
                                    <a:pt x="4" y="0"/>
                                  </a:moveTo>
                                  <a:lnTo>
                                    <a:pt x="3" y="0"/>
                                  </a:lnTo>
                                  <a:lnTo>
                                    <a:pt x="2" y="2"/>
                                  </a:lnTo>
                                  <a:lnTo>
                                    <a:pt x="0" y="3"/>
                                  </a:lnTo>
                                  <a:lnTo>
                                    <a:pt x="0" y="5"/>
                                  </a:lnTo>
                                  <a:lnTo>
                                    <a:pt x="0" y="6"/>
                                  </a:lnTo>
                                  <a:lnTo>
                                    <a:pt x="0" y="8"/>
                                  </a:lnTo>
                                  <a:lnTo>
                                    <a:pt x="2" y="9"/>
                                  </a:lnTo>
                                  <a:lnTo>
                                    <a:pt x="3" y="9"/>
                                  </a:lnTo>
                                  <a:lnTo>
                                    <a:pt x="12" y="9"/>
                                  </a:lnTo>
                                  <a:lnTo>
                                    <a:pt x="13" y="9"/>
                                  </a:lnTo>
                                  <a:lnTo>
                                    <a:pt x="15" y="9"/>
                                  </a:lnTo>
                                  <a:lnTo>
                                    <a:pt x="16" y="8"/>
                                  </a:lnTo>
                                  <a:lnTo>
                                    <a:pt x="18" y="6"/>
                                  </a:lnTo>
                                  <a:lnTo>
                                    <a:pt x="18" y="5"/>
                                  </a:lnTo>
                                  <a:lnTo>
                                    <a:pt x="16" y="3"/>
                                  </a:lnTo>
                                  <a:lnTo>
                                    <a:pt x="15" y="2"/>
                                  </a:lnTo>
                                  <a:lnTo>
                                    <a:pt x="13"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11" name="Freeform 37"/>
                            <p:cNvSpPr>
                              <a:spLocks/>
                            </p:cNvSpPr>
                            <p:nvPr/>
                          </p:nvSpPr>
                          <p:spPr bwMode="auto">
                            <a:xfrm>
                              <a:off x="3232" y="2101"/>
                              <a:ext cx="78" cy="9"/>
                            </a:xfrm>
                            <a:custGeom>
                              <a:avLst/>
                              <a:gdLst>
                                <a:gd name="T0" fmla="*/ 4 w 78"/>
                                <a:gd name="T1" fmla="*/ 0 h 9"/>
                                <a:gd name="T2" fmla="*/ 3 w 78"/>
                                <a:gd name="T3" fmla="*/ 0 h 9"/>
                                <a:gd name="T4" fmla="*/ 1 w 78"/>
                                <a:gd name="T5" fmla="*/ 2 h 9"/>
                                <a:gd name="T6" fmla="*/ 0 w 78"/>
                                <a:gd name="T7" fmla="*/ 3 h 9"/>
                                <a:gd name="T8" fmla="*/ 0 w 78"/>
                                <a:gd name="T9" fmla="*/ 5 h 9"/>
                                <a:gd name="T10" fmla="*/ 0 w 78"/>
                                <a:gd name="T11" fmla="*/ 6 h 9"/>
                                <a:gd name="T12" fmla="*/ 0 w 78"/>
                                <a:gd name="T13" fmla="*/ 8 h 9"/>
                                <a:gd name="T14" fmla="*/ 1 w 78"/>
                                <a:gd name="T15" fmla="*/ 9 h 9"/>
                                <a:gd name="T16" fmla="*/ 3 w 78"/>
                                <a:gd name="T17" fmla="*/ 9 h 9"/>
                                <a:gd name="T18" fmla="*/ 73 w 78"/>
                                <a:gd name="T19" fmla="*/ 9 h 9"/>
                                <a:gd name="T20" fmla="*/ 74 w 78"/>
                                <a:gd name="T21" fmla="*/ 9 h 9"/>
                                <a:gd name="T22" fmla="*/ 75 w 78"/>
                                <a:gd name="T23" fmla="*/ 9 h 9"/>
                                <a:gd name="T24" fmla="*/ 77 w 78"/>
                                <a:gd name="T25" fmla="*/ 8 h 9"/>
                                <a:gd name="T26" fmla="*/ 78 w 78"/>
                                <a:gd name="T27" fmla="*/ 6 h 9"/>
                                <a:gd name="T28" fmla="*/ 78 w 78"/>
                                <a:gd name="T29" fmla="*/ 5 h 9"/>
                                <a:gd name="T30" fmla="*/ 77 w 78"/>
                                <a:gd name="T31" fmla="*/ 3 h 9"/>
                                <a:gd name="T32" fmla="*/ 75 w 78"/>
                                <a:gd name="T33" fmla="*/ 2 h 9"/>
                                <a:gd name="T34" fmla="*/ 74 w 78"/>
                                <a:gd name="T35" fmla="*/ 0 h 9"/>
                                <a:gd name="T36" fmla="*/ 4 w 78"/>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78"/>
                                <a:gd name="T58" fmla="*/ 0 h 9"/>
                                <a:gd name="T59" fmla="*/ 78 w 78"/>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78" h="9">
                                  <a:moveTo>
                                    <a:pt x="4" y="0"/>
                                  </a:moveTo>
                                  <a:lnTo>
                                    <a:pt x="3" y="0"/>
                                  </a:lnTo>
                                  <a:lnTo>
                                    <a:pt x="1" y="2"/>
                                  </a:lnTo>
                                  <a:lnTo>
                                    <a:pt x="0" y="3"/>
                                  </a:lnTo>
                                  <a:lnTo>
                                    <a:pt x="0" y="5"/>
                                  </a:lnTo>
                                  <a:lnTo>
                                    <a:pt x="0" y="6"/>
                                  </a:lnTo>
                                  <a:lnTo>
                                    <a:pt x="0" y="8"/>
                                  </a:lnTo>
                                  <a:lnTo>
                                    <a:pt x="1" y="9"/>
                                  </a:lnTo>
                                  <a:lnTo>
                                    <a:pt x="3" y="9"/>
                                  </a:lnTo>
                                  <a:lnTo>
                                    <a:pt x="73" y="9"/>
                                  </a:lnTo>
                                  <a:lnTo>
                                    <a:pt x="74" y="9"/>
                                  </a:lnTo>
                                  <a:lnTo>
                                    <a:pt x="75" y="9"/>
                                  </a:lnTo>
                                  <a:lnTo>
                                    <a:pt x="77" y="8"/>
                                  </a:lnTo>
                                  <a:lnTo>
                                    <a:pt x="78" y="6"/>
                                  </a:lnTo>
                                  <a:lnTo>
                                    <a:pt x="78" y="5"/>
                                  </a:lnTo>
                                  <a:lnTo>
                                    <a:pt x="77" y="3"/>
                                  </a:lnTo>
                                  <a:lnTo>
                                    <a:pt x="75" y="2"/>
                                  </a:lnTo>
                                  <a:lnTo>
                                    <a:pt x="74"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12" name="Freeform 38"/>
                            <p:cNvSpPr>
                              <a:spLocks/>
                            </p:cNvSpPr>
                            <p:nvPr/>
                          </p:nvSpPr>
                          <p:spPr bwMode="auto">
                            <a:xfrm>
                              <a:off x="3328" y="2101"/>
                              <a:ext cx="17" cy="9"/>
                            </a:xfrm>
                            <a:custGeom>
                              <a:avLst/>
                              <a:gdLst>
                                <a:gd name="T0" fmla="*/ 4 w 17"/>
                                <a:gd name="T1" fmla="*/ 0 h 9"/>
                                <a:gd name="T2" fmla="*/ 3 w 17"/>
                                <a:gd name="T3" fmla="*/ 0 h 9"/>
                                <a:gd name="T4" fmla="*/ 1 w 17"/>
                                <a:gd name="T5" fmla="*/ 2 h 9"/>
                                <a:gd name="T6" fmla="*/ 0 w 17"/>
                                <a:gd name="T7" fmla="*/ 3 h 9"/>
                                <a:gd name="T8" fmla="*/ 0 w 17"/>
                                <a:gd name="T9" fmla="*/ 5 h 9"/>
                                <a:gd name="T10" fmla="*/ 0 w 17"/>
                                <a:gd name="T11" fmla="*/ 6 h 9"/>
                                <a:gd name="T12" fmla="*/ 0 w 17"/>
                                <a:gd name="T13" fmla="*/ 8 h 9"/>
                                <a:gd name="T14" fmla="*/ 1 w 17"/>
                                <a:gd name="T15" fmla="*/ 9 h 9"/>
                                <a:gd name="T16" fmla="*/ 3 w 17"/>
                                <a:gd name="T17" fmla="*/ 9 h 9"/>
                                <a:gd name="T18" fmla="*/ 11 w 17"/>
                                <a:gd name="T19" fmla="*/ 9 h 9"/>
                                <a:gd name="T20" fmla="*/ 13 w 17"/>
                                <a:gd name="T21" fmla="*/ 9 h 9"/>
                                <a:gd name="T22" fmla="*/ 14 w 17"/>
                                <a:gd name="T23" fmla="*/ 9 h 9"/>
                                <a:gd name="T24" fmla="*/ 16 w 17"/>
                                <a:gd name="T25" fmla="*/ 8 h 9"/>
                                <a:gd name="T26" fmla="*/ 17 w 17"/>
                                <a:gd name="T27" fmla="*/ 6 h 9"/>
                                <a:gd name="T28" fmla="*/ 17 w 17"/>
                                <a:gd name="T29" fmla="*/ 5 h 9"/>
                                <a:gd name="T30" fmla="*/ 16 w 17"/>
                                <a:gd name="T31" fmla="*/ 3 h 9"/>
                                <a:gd name="T32" fmla="*/ 14 w 17"/>
                                <a:gd name="T33" fmla="*/ 2 h 9"/>
                                <a:gd name="T34" fmla="*/ 13 w 17"/>
                                <a:gd name="T35" fmla="*/ 0 h 9"/>
                                <a:gd name="T36" fmla="*/ 4 w 17"/>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7"/>
                                <a:gd name="T58" fmla="*/ 0 h 9"/>
                                <a:gd name="T59" fmla="*/ 17 w 17"/>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7" h="9">
                                  <a:moveTo>
                                    <a:pt x="4" y="0"/>
                                  </a:moveTo>
                                  <a:lnTo>
                                    <a:pt x="3" y="0"/>
                                  </a:lnTo>
                                  <a:lnTo>
                                    <a:pt x="1" y="2"/>
                                  </a:lnTo>
                                  <a:lnTo>
                                    <a:pt x="0" y="3"/>
                                  </a:lnTo>
                                  <a:lnTo>
                                    <a:pt x="0" y="5"/>
                                  </a:lnTo>
                                  <a:lnTo>
                                    <a:pt x="0" y="6"/>
                                  </a:lnTo>
                                  <a:lnTo>
                                    <a:pt x="0" y="8"/>
                                  </a:lnTo>
                                  <a:lnTo>
                                    <a:pt x="1" y="9"/>
                                  </a:lnTo>
                                  <a:lnTo>
                                    <a:pt x="3" y="9"/>
                                  </a:lnTo>
                                  <a:lnTo>
                                    <a:pt x="11" y="9"/>
                                  </a:lnTo>
                                  <a:lnTo>
                                    <a:pt x="13" y="9"/>
                                  </a:lnTo>
                                  <a:lnTo>
                                    <a:pt x="14" y="9"/>
                                  </a:lnTo>
                                  <a:lnTo>
                                    <a:pt x="16" y="8"/>
                                  </a:lnTo>
                                  <a:lnTo>
                                    <a:pt x="17" y="6"/>
                                  </a:lnTo>
                                  <a:lnTo>
                                    <a:pt x="17" y="5"/>
                                  </a:lnTo>
                                  <a:lnTo>
                                    <a:pt x="16" y="3"/>
                                  </a:lnTo>
                                  <a:lnTo>
                                    <a:pt x="14" y="2"/>
                                  </a:lnTo>
                                  <a:lnTo>
                                    <a:pt x="13"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13" name="Freeform 39"/>
                            <p:cNvSpPr>
                              <a:spLocks/>
                            </p:cNvSpPr>
                            <p:nvPr/>
                          </p:nvSpPr>
                          <p:spPr bwMode="auto">
                            <a:xfrm>
                              <a:off x="3363" y="2101"/>
                              <a:ext cx="78" cy="9"/>
                            </a:xfrm>
                            <a:custGeom>
                              <a:avLst/>
                              <a:gdLst>
                                <a:gd name="T0" fmla="*/ 4 w 78"/>
                                <a:gd name="T1" fmla="*/ 0 h 9"/>
                                <a:gd name="T2" fmla="*/ 3 w 78"/>
                                <a:gd name="T3" fmla="*/ 0 h 9"/>
                                <a:gd name="T4" fmla="*/ 1 w 78"/>
                                <a:gd name="T5" fmla="*/ 2 h 9"/>
                                <a:gd name="T6" fmla="*/ 0 w 78"/>
                                <a:gd name="T7" fmla="*/ 3 h 9"/>
                                <a:gd name="T8" fmla="*/ 0 w 78"/>
                                <a:gd name="T9" fmla="*/ 5 h 9"/>
                                <a:gd name="T10" fmla="*/ 0 w 78"/>
                                <a:gd name="T11" fmla="*/ 6 h 9"/>
                                <a:gd name="T12" fmla="*/ 0 w 78"/>
                                <a:gd name="T13" fmla="*/ 8 h 9"/>
                                <a:gd name="T14" fmla="*/ 1 w 78"/>
                                <a:gd name="T15" fmla="*/ 9 h 9"/>
                                <a:gd name="T16" fmla="*/ 3 w 78"/>
                                <a:gd name="T17" fmla="*/ 9 h 9"/>
                                <a:gd name="T18" fmla="*/ 72 w 78"/>
                                <a:gd name="T19" fmla="*/ 9 h 9"/>
                                <a:gd name="T20" fmla="*/ 74 w 78"/>
                                <a:gd name="T21" fmla="*/ 9 h 9"/>
                                <a:gd name="T22" fmla="*/ 75 w 78"/>
                                <a:gd name="T23" fmla="*/ 9 h 9"/>
                                <a:gd name="T24" fmla="*/ 77 w 78"/>
                                <a:gd name="T25" fmla="*/ 8 h 9"/>
                                <a:gd name="T26" fmla="*/ 78 w 78"/>
                                <a:gd name="T27" fmla="*/ 6 h 9"/>
                                <a:gd name="T28" fmla="*/ 78 w 78"/>
                                <a:gd name="T29" fmla="*/ 5 h 9"/>
                                <a:gd name="T30" fmla="*/ 77 w 78"/>
                                <a:gd name="T31" fmla="*/ 3 h 9"/>
                                <a:gd name="T32" fmla="*/ 75 w 78"/>
                                <a:gd name="T33" fmla="*/ 2 h 9"/>
                                <a:gd name="T34" fmla="*/ 74 w 78"/>
                                <a:gd name="T35" fmla="*/ 0 h 9"/>
                                <a:gd name="T36" fmla="*/ 4 w 78"/>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78"/>
                                <a:gd name="T58" fmla="*/ 0 h 9"/>
                                <a:gd name="T59" fmla="*/ 78 w 78"/>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78" h="9">
                                  <a:moveTo>
                                    <a:pt x="4" y="0"/>
                                  </a:moveTo>
                                  <a:lnTo>
                                    <a:pt x="3" y="0"/>
                                  </a:lnTo>
                                  <a:lnTo>
                                    <a:pt x="1" y="2"/>
                                  </a:lnTo>
                                  <a:lnTo>
                                    <a:pt x="0" y="3"/>
                                  </a:lnTo>
                                  <a:lnTo>
                                    <a:pt x="0" y="5"/>
                                  </a:lnTo>
                                  <a:lnTo>
                                    <a:pt x="0" y="6"/>
                                  </a:lnTo>
                                  <a:lnTo>
                                    <a:pt x="0" y="8"/>
                                  </a:lnTo>
                                  <a:lnTo>
                                    <a:pt x="1" y="9"/>
                                  </a:lnTo>
                                  <a:lnTo>
                                    <a:pt x="3" y="9"/>
                                  </a:lnTo>
                                  <a:lnTo>
                                    <a:pt x="72" y="9"/>
                                  </a:lnTo>
                                  <a:lnTo>
                                    <a:pt x="74" y="9"/>
                                  </a:lnTo>
                                  <a:lnTo>
                                    <a:pt x="75" y="9"/>
                                  </a:lnTo>
                                  <a:lnTo>
                                    <a:pt x="77" y="8"/>
                                  </a:lnTo>
                                  <a:lnTo>
                                    <a:pt x="78" y="6"/>
                                  </a:lnTo>
                                  <a:lnTo>
                                    <a:pt x="78" y="5"/>
                                  </a:lnTo>
                                  <a:lnTo>
                                    <a:pt x="77" y="3"/>
                                  </a:lnTo>
                                  <a:lnTo>
                                    <a:pt x="75" y="2"/>
                                  </a:lnTo>
                                  <a:lnTo>
                                    <a:pt x="74"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14" name="Freeform 40"/>
                            <p:cNvSpPr>
                              <a:spLocks/>
                            </p:cNvSpPr>
                            <p:nvPr/>
                          </p:nvSpPr>
                          <p:spPr bwMode="auto">
                            <a:xfrm>
                              <a:off x="3458" y="2101"/>
                              <a:ext cx="18" cy="9"/>
                            </a:xfrm>
                            <a:custGeom>
                              <a:avLst/>
                              <a:gdLst>
                                <a:gd name="T0" fmla="*/ 5 w 18"/>
                                <a:gd name="T1" fmla="*/ 0 h 9"/>
                                <a:gd name="T2" fmla="*/ 3 w 18"/>
                                <a:gd name="T3" fmla="*/ 0 h 9"/>
                                <a:gd name="T4" fmla="*/ 2 w 18"/>
                                <a:gd name="T5" fmla="*/ 2 h 9"/>
                                <a:gd name="T6" fmla="*/ 0 w 18"/>
                                <a:gd name="T7" fmla="*/ 3 h 9"/>
                                <a:gd name="T8" fmla="*/ 0 w 18"/>
                                <a:gd name="T9" fmla="*/ 5 h 9"/>
                                <a:gd name="T10" fmla="*/ 0 w 18"/>
                                <a:gd name="T11" fmla="*/ 6 h 9"/>
                                <a:gd name="T12" fmla="*/ 0 w 18"/>
                                <a:gd name="T13" fmla="*/ 8 h 9"/>
                                <a:gd name="T14" fmla="*/ 2 w 18"/>
                                <a:gd name="T15" fmla="*/ 9 h 9"/>
                                <a:gd name="T16" fmla="*/ 3 w 18"/>
                                <a:gd name="T17" fmla="*/ 9 h 9"/>
                                <a:gd name="T18" fmla="*/ 12 w 18"/>
                                <a:gd name="T19" fmla="*/ 9 h 9"/>
                                <a:gd name="T20" fmla="*/ 14 w 18"/>
                                <a:gd name="T21" fmla="*/ 9 h 9"/>
                                <a:gd name="T22" fmla="*/ 15 w 18"/>
                                <a:gd name="T23" fmla="*/ 9 h 9"/>
                                <a:gd name="T24" fmla="*/ 16 w 18"/>
                                <a:gd name="T25" fmla="*/ 8 h 9"/>
                                <a:gd name="T26" fmla="*/ 18 w 18"/>
                                <a:gd name="T27" fmla="*/ 6 h 9"/>
                                <a:gd name="T28" fmla="*/ 18 w 18"/>
                                <a:gd name="T29" fmla="*/ 5 h 9"/>
                                <a:gd name="T30" fmla="*/ 16 w 18"/>
                                <a:gd name="T31" fmla="*/ 3 h 9"/>
                                <a:gd name="T32" fmla="*/ 15 w 18"/>
                                <a:gd name="T33" fmla="*/ 2 h 9"/>
                                <a:gd name="T34" fmla="*/ 14 w 18"/>
                                <a:gd name="T35" fmla="*/ 0 h 9"/>
                                <a:gd name="T36" fmla="*/ 5 w 18"/>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8"/>
                                <a:gd name="T58" fmla="*/ 0 h 9"/>
                                <a:gd name="T59" fmla="*/ 18 w 18"/>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8" h="9">
                                  <a:moveTo>
                                    <a:pt x="5" y="0"/>
                                  </a:moveTo>
                                  <a:lnTo>
                                    <a:pt x="3" y="0"/>
                                  </a:lnTo>
                                  <a:lnTo>
                                    <a:pt x="2" y="2"/>
                                  </a:lnTo>
                                  <a:lnTo>
                                    <a:pt x="0" y="3"/>
                                  </a:lnTo>
                                  <a:lnTo>
                                    <a:pt x="0" y="5"/>
                                  </a:lnTo>
                                  <a:lnTo>
                                    <a:pt x="0" y="6"/>
                                  </a:lnTo>
                                  <a:lnTo>
                                    <a:pt x="0" y="8"/>
                                  </a:lnTo>
                                  <a:lnTo>
                                    <a:pt x="2" y="9"/>
                                  </a:lnTo>
                                  <a:lnTo>
                                    <a:pt x="3" y="9"/>
                                  </a:lnTo>
                                  <a:lnTo>
                                    <a:pt x="12" y="9"/>
                                  </a:lnTo>
                                  <a:lnTo>
                                    <a:pt x="14" y="9"/>
                                  </a:lnTo>
                                  <a:lnTo>
                                    <a:pt x="15" y="9"/>
                                  </a:lnTo>
                                  <a:lnTo>
                                    <a:pt x="16" y="8"/>
                                  </a:lnTo>
                                  <a:lnTo>
                                    <a:pt x="18" y="6"/>
                                  </a:lnTo>
                                  <a:lnTo>
                                    <a:pt x="18" y="5"/>
                                  </a:lnTo>
                                  <a:lnTo>
                                    <a:pt x="16" y="3"/>
                                  </a:lnTo>
                                  <a:lnTo>
                                    <a:pt x="15" y="2"/>
                                  </a:lnTo>
                                  <a:lnTo>
                                    <a:pt x="14" y="0"/>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15" name="Freeform 41"/>
                            <p:cNvSpPr>
                              <a:spLocks/>
                            </p:cNvSpPr>
                            <p:nvPr/>
                          </p:nvSpPr>
                          <p:spPr bwMode="auto">
                            <a:xfrm>
                              <a:off x="3493" y="2101"/>
                              <a:ext cx="79" cy="9"/>
                            </a:xfrm>
                            <a:custGeom>
                              <a:avLst/>
                              <a:gdLst>
                                <a:gd name="T0" fmla="*/ 5 w 79"/>
                                <a:gd name="T1" fmla="*/ 0 h 9"/>
                                <a:gd name="T2" fmla="*/ 3 w 79"/>
                                <a:gd name="T3" fmla="*/ 0 h 9"/>
                                <a:gd name="T4" fmla="*/ 2 w 79"/>
                                <a:gd name="T5" fmla="*/ 2 h 9"/>
                                <a:gd name="T6" fmla="*/ 0 w 79"/>
                                <a:gd name="T7" fmla="*/ 3 h 9"/>
                                <a:gd name="T8" fmla="*/ 0 w 79"/>
                                <a:gd name="T9" fmla="*/ 5 h 9"/>
                                <a:gd name="T10" fmla="*/ 0 w 79"/>
                                <a:gd name="T11" fmla="*/ 6 h 9"/>
                                <a:gd name="T12" fmla="*/ 0 w 79"/>
                                <a:gd name="T13" fmla="*/ 8 h 9"/>
                                <a:gd name="T14" fmla="*/ 2 w 79"/>
                                <a:gd name="T15" fmla="*/ 9 h 9"/>
                                <a:gd name="T16" fmla="*/ 3 w 79"/>
                                <a:gd name="T17" fmla="*/ 9 h 9"/>
                                <a:gd name="T18" fmla="*/ 73 w 79"/>
                                <a:gd name="T19" fmla="*/ 9 h 9"/>
                                <a:gd name="T20" fmla="*/ 74 w 79"/>
                                <a:gd name="T21" fmla="*/ 9 h 9"/>
                                <a:gd name="T22" fmla="*/ 76 w 79"/>
                                <a:gd name="T23" fmla="*/ 9 h 9"/>
                                <a:gd name="T24" fmla="*/ 77 w 79"/>
                                <a:gd name="T25" fmla="*/ 8 h 9"/>
                                <a:gd name="T26" fmla="*/ 79 w 79"/>
                                <a:gd name="T27" fmla="*/ 6 h 9"/>
                                <a:gd name="T28" fmla="*/ 79 w 79"/>
                                <a:gd name="T29" fmla="*/ 5 h 9"/>
                                <a:gd name="T30" fmla="*/ 77 w 79"/>
                                <a:gd name="T31" fmla="*/ 3 h 9"/>
                                <a:gd name="T32" fmla="*/ 76 w 79"/>
                                <a:gd name="T33" fmla="*/ 2 h 9"/>
                                <a:gd name="T34" fmla="*/ 74 w 79"/>
                                <a:gd name="T35" fmla="*/ 0 h 9"/>
                                <a:gd name="T36" fmla="*/ 5 w 79"/>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79"/>
                                <a:gd name="T58" fmla="*/ 0 h 9"/>
                                <a:gd name="T59" fmla="*/ 79 w 79"/>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79" h="9">
                                  <a:moveTo>
                                    <a:pt x="5" y="0"/>
                                  </a:moveTo>
                                  <a:lnTo>
                                    <a:pt x="3" y="0"/>
                                  </a:lnTo>
                                  <a:lnTo>
                                    <a:pt x="2" y="2"/>
                                  </a:lnTo>
                                  <a:lnTo>
                                    <a:pt x="0" y="3"/>
                                  </a:lnTo>
                                  <a:lnTo>
                                    <a:pt x="0" y="5"/>
                                  </a:lnTo>
                                  <a:lnTo>
                                    <a:pt x="0" y="6"/>
                                  </a:lnTo>
                                  <a:lnTo>
                                    <a:pt x="0" y="8"/>
                                  </a:lnTo>
                                  <a:lnTo>
                                    <a:pt x="2" y="9"/>
                                  </a:lnTo>
                                  <a:lnTo>
                                    <a:pt x="3" y="9"/>
                                  </a:lnTo>
                                  <a:lnTo>
                                    <a:pt x="73" y="9"/>
                                  </a:lnTo>
                                  <a:lnTo>
                                    <a:pt x="74" y="9"/>
                                  </a:lnTo>
                                  <a:lnTo>
                                    <a:pt x="76" y="9"/>
                                  </a:lnTo>
                                  <a:lnTo>
                                    <a:pt x="77" y="8"/>
                                  </a:lnTo>
                                  <a:lnTo>
                                    <a:pt x="79" y="6"/>
                                  </a:lnTo>
                                  <a:lnTo>
                                    <a:pt x="79" y="5"/>
                                  </a:lnTo>
                                  <a:lnTo>
                                    <a:pt x="77" y="3"/>
                                  </a:lnTo>
                                  <a:lnTo>
                                    <a:pt x="76" y="2"/>
                                  </a:lnTo>
                                  <a:lnTo>
                                    <a:pt x="74" y="0"/>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16" name="Freeform 42"/>
                            <p:cNvSpPr>
                              <a:spLocks/>
                            </p:cNvSpPr>
                            <p:nvPr/>
                          </p:nvSpPr>
                          <p:spPr bwMode="auto">
                            <a:xfrm>
                              <a:off x="3589" y="2101"/>
                              <a:ext cx="18" cy="9"/>
                            </a:xfrm>
                            <a:custGeom>
                              <a:avLst/>
                              <a:gdLst>
                                <a:gd name="T0" fmla="*/ 5 w 18"/>
                                <a:gd name="T1" fmla="*/ 0 h 9"/>
                                <a:gd name="T2" fmla="*/ 3 w 18"/>
                                <a:gd name="T3" fmla="*/ 0 h 9"/>
                                <a:gd name="T4" fmla="*/ 2 w 18"/>
                                <a:gd name="T5" fmla="*/ 2 h 9"/>
                                <a:gd name="T6" fmla="*/ 0 w 18"/>
                                <a:gd name="T7" fmla="*/ 3 h 9"/>
                                <a:gd name="T8" fmla="*/ 0 w 18"/>
                                <a:gd name="T9" fmla="*/ 5 h 9"/>
                                <a:gd name="T10" fmla="*/ 0 w 18"/>
                                <a:gd name="T11" fmla="*/ 6 h 9"/>
                                <a:gd name="T12" fmla="*/ 0 w 18"/>
                                <a:gd name="T13" fmla="*/ 8 h 9"/>
                                <a:gd name="T14" fmla="*/ 2 w 18"/>
                                <a:gd name="T15" fmla="*/ 9 h 9"/>
                                <a:gd name="T16" fmla="*/ 3 w 18"/>
                                <a:gd name="T17" fmla="*/ 9 h 9"/>
                                <a:gd name="T18" fmla="*/ 12 w 18"/>
                                <a:gd name="T19" fmla="*/ 9 h 9"/>
                                <a:gd name="T20" fmla="*/ 13 w 18"/>
                                <a:gd name="T21" fmla="*/ 9 h 9"/>
                                <a:gd name="T22" fmla="*/ 15 w 18"/>
                                <a:gd name="T23" fmla="*/ 9 h 9"/>
                                <a:gd name="T24" fmla="*/ 16 w 18"/>
                                <a:gd name="T25" fmla="*/ 8 h 9"/>
                                <a:gd name="T26" fmla="*/ 18 w 18"/>
                                <a:gd name="T27" fmla="*/ 6 h 9"/>
                                <a:gd name="T28" fmla="*/ 18 w 18"/>
                                <a:gd name="T29" fmla="*/ 5 h 9"/>
                                <a:gd name="T30" fmla="*/ 16 w 18"/>
                                <a:gd name="T31" fmla="*/ 3 h 9"/>
                                <a:gd name="T32" fmla="*/ 15 w 18"/>
                                <a:gd name="T33" fmla="*/ 2 h 9"/>
                                <a:gd name="T34" fmla="*/ 13 w 18"/>
                                <a:gd name="T35" fmla="*/ 0 h 9"/>
                                <a:gd name="T36" fmla="*/ 5 w 18"/>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8"/>
                                <a:gd name="T58" fmla="*/ 0 h 9"/>
                                <a:gd name="T59" fmla="*/ 18 w 18"/>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8" h="9">
                                  <a:moveTo>
                                    <a:pt x="5" y="0"/>
                                  </a:moveTo>
                                  <a:lnTo>
                                    <a:pt x="3" y="0"/>
                                  </a:lnTo>
                                  <a:lnTo>
                                    <a:pt x="2" y="2"/>
                                  </a:lnTo>
                                  <a:lnTo>
                                    <a:pt x="0" y="3"/>
                                  </a:lnTo>
                                  <a:lnTo>
                                    <a:pt x="0" y="5"/>
                                  </a:lnTo>
                                  <a:lnTo>
                                    <a:pt x="0" y="6"/>
                                  </a:lnTo>
                                  <a:lnTo>
                                    <a:pt x="0" y="8"/>
                                  </a:lnTo>
                                  <a:lnTo>
                                    <a:pt x="2" y="9"/>
                                  </a:lnTo>
                                  <a:lnTo>
                                    <a:pt x="3" y="9"/>
                                  </a:lnTo>
                                  <a:lnTo>
                                    <a:pt x="12" y="9"/>
                                  </a:lnTo>
                                  <a:lnTo>
                                    <a:pt x="13" y="9"/>
                                  </a:lnTo>
                                  <a:lnTo>
                                    <a:pt x="15" y="9"/>
                                  </a:lnTo>
                                  <a:lnTo>
                                    <a:pt x="16" y="8"/>
                                  </a:lnTo>
                                  <a:lnTo>
                                    <a:pt x="18" y="6"/>
                                  </a:lnTo>
                                  <a:lnTo>
                                    <a:pt x="18" y="5"/>
                                  </a:lnTo>
                                  <a:lnTo>
                                    <a:pt x="16" y="3"/>
                                  </a:lnTo>
                                  <a:lnTo>
                                    <a:pt x="15" y="2"/>
                                  </a:lnTo>
                                  <a:lnTo>
                                    <a:pt x="13" y="0"/>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17" name="Freeform 43"/>
                            <p:cNvSpPr>
                              <a:spLocks/>
                            </p:cNvSpPr>
                            <p:nvPr/>
                          </p:nvSpPr>
                          <p:spPr bwMode="auto">
                            <a:xfrm>
                              <a:off x="3624" y="2101"/>
                              <a:ext cx="78" cy="9"/>
                            </a:xfrm>
                            <a:custGeom>
                              <a:avLst/>
                              <a:gdLst>
                                <a:gd name="T0" fmla="*/ 4 w 78"/>
                                <a:gd name="T1" fmla="*/ 0 h 9"/>
                                <a:gd name="T2" fmla="*/ 3 w 78"/>
                                <a:gd name="T3" fmla="*/ 0 h 9"/>
                                <a:gd name="T4" fmla="*/ 2 w 78"/>
                                <a:gd name="T5" fmla="*/ 2 h 9"/>
                                <a:gd name="T6" fmla="*/ 0 w 78"/>
                                <a:gd name="T7" fmla="*/ 3 h 9"/>
                                <a:gd name="T8" fmla="*/ 0 w 78"/>
                                <a:gd name="T9" fmla="*/ 5 h 9"/>
                                <a:gd name="T10" fmla="*/ 0 w 78"/>
                                <a:gd name="T11" fmla="*/ 6 h 9"/>
                                <a:gd name="T12" fmla="*/ 0 w 78"/>
                                <a:gd name="T13" fmla="*/ 8 h 9"/>
                                <a:gd name="T14" fmla="*/ 2 w 78"/>
                                <a:gd name="T15" fmla="*/ 9 h 9"/>
                                <a:gd name="T16" fmla="*/ 3 w 78"/>
                                <a:gd name="T17" fmla="*/ 9 h 9"/>
                                <a:gd name="T18" fmla="*/ 73 w 78"/>
                                <a:gd name="T19" fmla="*/ 9 h 9"/>
                                <a:gd name="T20" fmla="*/ 74 w 78"/>
                                <a:gd name="T21" fmla="*/ 9 h 9"/>
                                <a:gd name="T22" fmla="*/ 76 w 78"/>
                                <a:gd name="T23" fmla="*/ 9 h 9"/>
                                <a:gd name="T24" fmla="*/ 77 w 78"/>
                                <a:gd name="T25" fmla="*/ 8 h 9"/>
                                <a:gd name="T26" fmla="*/ 78 w 78"/>
                                <a:gd name="T27" fmla="*/ 6 h 9"/>
                                <a:gd name="T28" fmla="*/ 78 w 78"/>
                                <a:gd name="T29" fmla="*/ 5 h 9"/>
                                <a:gd name="T30" fmla="*/ 77 w 78"/>
                                <a:gd name="T31" fmla="*/ 3 h 9"/>
                                <a:gd name="T32" fmla="*/ 76 w 78"/>
                                <a:gd name="T33" fmla="*/ 2 h 9"/>
                                <a:gd name="T34" fmla="*/ 74 w 78"/>
                                <a:gd name="T35" fmla="*/ 0 h 9"/>
                                <a:gd name="T36" fmla="*/ 4 w 78"/>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78"/>
                                <a:gd name="T58" fmla="*/ 0 h 9"/>
                                <a:gd name="T59" fmla="*/ 78 w 78"/>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78" h="9">
                                  <a:moveTo>
                                    <a:pt x="4" y="0"/>
                                  </a:moveTo>
                                  <a:lnTo>
                                    <a:pt x="3" y="0"/>
                                  </a:lnTo>
                                  <a:lnTo>
                                    <a:pt x="2" y="2"/>
                                  </a:lnTo>
                                  <a:lnTo>
                                    <a:pt x="0" y="3"/>
                                  </a:lnTo>
                                  <a:lnTo>
                                    <a:pt x="0" y="5"/>
                                  </a:lnTo>
                                  <a:lnTo>
                                    <a:pt x="0" y="6"/>
                                  </a:lnTo>
                                  <a:lnTo>
                                    <a:pt x="0" y="8"/>
                                  </a:lnTo>
                                  <a:lnTo>
                                    <a:pt x="2" y="9"/>
                                  </a:lnTo>
                                  <a:lnTo>
                                    <a:pt x="3" y="9"/>
                                  </a:lnTo>
                                  <a:lnTo>
                                    <a:pt x="73" y="9"/>
                                  </a:lnTo>
                                  <a:lnTo>
                                    <a:pt x="74" y="9"/>
                                  </a:lnTo>
                                  <a:lnTo>
                                    <a:pt x="76" y="9"/>
                                  </a:lnTo>
                                  <a:lnTo>
                                    <a:pt x="77" y="8"/>
                                  </a:lnTo>
                                  <a:lnTo>
                                    <a:pt x="78" y="6"/>
                                  </a:lnTo>
                                  <a:lnTo>
                                    <a:pt x="78" y="5"/>
                                  </a:lnTo>
                                  <a:lnTo>
                                    <a:pt x="77" y="3"/>
                                  </a:lnTo>
                                  <a:lnTo>
                                    <a:pt x="76" y="2"/>
                                  </a:lnTo>
                                  <a:lnTo>
                                    <a:pt x="74"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18" name="Freeform 44"/>
                            <p:cNvSpPr>
                              <a:spLocks/>
                            </p:cNvSpPr>
                            <p:nvPr/>
                          </p:nvSpPr>
                          <p:spPr bwMode="auto">
                            <a:xfrm>
                              <a:off x="3720" y="2101"/>
                              <a:ext cx="17" cy="9"/>
                            </a:xfrm>
                            <a:custGeom>
                              <a:avLst/>
                              <a:gdLst>
                                <a:gd name="T0" fmla="*/ 4 w 17"/>
                                <a:gd name="T1" fmla="*/ 0 h 9"/>
                                <a:gd name="T2" fmla="*/ 3 w 17"/>
                                <a:gd name="T3" fmla="*/ 0 h 9"/>
                                <a:gd name="T4" fmla="*/ 1 w 17"/>
                                <a:gd name="T5" fmla="*/ 2 h 9"/>
                                <a:gd name="T6" fmla="*/ 0 w 17"/>
                                <a:gd name="T7" fmla="*/ 3 h 9"/>
                                <a:gd name="T8" fmla="*/ 0 w 17"/>
                                <a:gd name="T9" fmla="*/ 5 h 9"/>
                                <a:gd name="T10" fmla="*/ 0 w 17"/>
                                <a:gd name="T11" fmla="*/ 6 h 9"/>
                                <a:gd name="T12" fmla="*/ 0 w 17"/>
                                <a:gd name="T13" fmla="*/ 8 h 9"/>
                                <a:gd name="T14" fmla="*/ 1 w 17"/>
                                <a:gd name="T15" fmla="*/ 9 h 9"/>
                                <a:gd name="T16" fmla="*/ 3 w 17"/>
                                <a:gd name="T17" fmla="*/ 9 h 9"/>
                                <a:gd name="T18" fmla="*/ 12 w 17"/>
                                <a:gd name="T19" fmla="*/ 9 h 9"/>
                                <a:gd name="T20" fmla="*/ 13 w 17"/>
                                <a:gd name="T21" fmla="*/ 9 h 9"/>
                                <a:gd name="T22" fmla="*/ 14 w 17"/>
                                <a:gd name="T23" fmla="*/ 9 h 9"/>
                                <a:gd name="T24" fmla="*/ 16 w 17"/>
                                <a:gd name="T25" fmla="*/ 8 h 9"/>
                                <a:gd name="T26" fmla="*/ 17 w 17"/>
                                <a:gd name="T27" fmla="*/ 6 h 9"/>
                                <a:gd name="T28" fmla="*/ 17 w 17"/>
                                <a:gd name="T29" fmla="*/ 5 h 9"/>
                                <a:gd name="T30" fmla="*/ 16 w 17"/>
                                <a:gd name="T31" fmla="*/ 3 h 9"/>
                                <a:gd name="T32" fmla="*/ 14 w 17"/>
                                <a:gd name="T33" fmla="*/ 2 h 9"/>
                                <a:gd name="T34" fmla="*/ 13 w 17"/>
                                <a:gd name="T35" fmla="*/ 0 h 9"/>
                                <a:gd name="T36" fmla="*/ 4 w 17"/>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7"/>
                                <a:gd name="T58" fmla="*/ 0 h 9"/>
                                <a:gd name="T59" fmla="*/ 17 w 17"/>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7" h="9">
                                  <a:moveTo>
                                    <a:pt x="4" y="0"/>
                                  </a:moveTo>
                                  <a:lnTo>
                                    <a:pt x="3" y="0"/>
                                  </a:lnTo>
                                  <a:lnTo>
                                    <a:pt x="1" y="2"/>
                                  </a:lnTo>
                                  <a:lnTo>
                                    <a:pt x="0" y="3"/>
                                  </a:lnTo>
                                  <a:lnTo>
                                    <a:pt x="0" y="5"/>
                                  </a:lnTo>
                                  <a:lnTo>
                                    <a:pt x="0" y="6"/>
                                  </a:lnTo>
                                  <a:lnTo>
                                    <a:pt x="0" y="8"/>
                                  </a:lnTo>
                                  <a:lnTo>
                                    <a:pt x="1" y="9"/>
                                  </a:lnTo>
                                  <a:lnTo>
                                    <a:pt x="3" y="9"/>
                                  </a:lnTo>
                                  <a:lnTo>
                                    <a:pt x="12" y="9"/>
                                  </a:lnTo>
                                  <a:lnTo>
                                    <a:pt x="13" y="9"/>
                                  </a:lnTo>
                                  <a:lnTo>
                                    <a:pt x="14" y="9"/>
                                  </a:lnTo>
                                  <a:lnTo>
                                    <a:pt x="16" y="8"/>
                                  </a:lnTo>
                                  <a:lnTo>
                                    <a:pt x="17" y="6"/>
                                  </a:lnTo>
                                  <a:lnTo>
                                    <a:pt x="17" y="5"/>
                                  </a:lnTo>
                                  <a:lnTo>
                                    <a:pt x="16" y="3"/>
                                  </a:lnTo>
                                  <a:lnTo>
                                    <a:pt x="14" y="2"/>
                                  </a:lnTo>
                                  <a:lnTo>
                                    <a:pt x="13"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19" name="Freeform 45"/>
                            <p:cNvSpPr>
                              <a:spLocks/>
                            </p:cNvSpPr>
                            <p:nvPr/>
                          </p:nvSpPr>
                          <p:spPr bwMode="auto">
                            <a:xfrm>
                              <a:off x="3755" y="2101"/>
                              <a:ext cx="78" cy="9"/>
                            </a:xfrm>
                            <a:custGeom>
                              <a:avLst/>
                              <a:gdLst>
                                <a:gd name="T0" fmla="*/ 4 w 78"/>
                                <a:gd name="T1" fmla="*/ 0 h 9"/>
                                <a:gd name="T2" fmla="*/ 3 w 78"/>
                                <a:gd name="T3" fmla="*/ 0 h 9"/>
                                <a:gd name="T4" fmla="*/ 1 w 78"/>
                                <a:gd name="T5" fmla="*/ 2 h 9"/>
                                <a:gd name="T6" fmla="*/ 0 w 78"/>
                                <a:gd name="T7" fmla="*/ 3 h 9"/>
                                <a:gd name="T8" fmla="*/ 0 w 78"/>
                                <a:gd name="T9" fmla="*/ 5 h 9"/>
                                <a:gd name="T10" fmla="*/ 0 w 78"/>
                                <a:gd name="T11" fmla="*/ 6 h 9"/>
                                <a:gd name="T12" fmla="*/ 0 w 78"/>
                                <a:gd name="T13" fmla="*/ 8 h 9"/>
                                <a:gd name="T14" fmla="*/ 1 w 78"/>
                                <a:gd name="T15" fmla="*/ 9 h 9"/>
                                <a:gd name="T16" fmla="*/ 3 w 78"/>
                                <a:gd name="T17" fmla="*/ 9 h 9"/>
                                <a:gd name="T18" fmla="*/ 72 w 78"/>
                                <a:gd name="T19" fmla="*/ 9 h 9"/>
                                <a:gd name="T20" fmla="*/ 74 w 78"/>
                                <a:gd name="T21" fmla="*/ 9 h 9"/>
                                <a:gd name="T22" fmla="*/ 75 w 78"/>
                                <a:gd name="T23" fmla="*/ 9 h 9"/>
                                <a:gd name="T24" fmla="*/ 77 w 78"/>
                                <a:gd name="T25" fmla="*/ 8 h 9"/>
                                <a:gd name="T26" fmla="*/ 78 w 78"/>
                                <a:gd name="T27" fmla="*/ 6 h 9"/>
                                <a:gd name="T28" fmla="*/ 78 w 78"/>
                                <a:gd name="T29" fmla="*/ 5 h 9"/>
                                <a:gd name="T30" fmla="*/ 77 w 78"/>
                                <a:gd name="T31" fmla="*/ 3 h 9"/>
                                <a:gd name="T32" fmla="*/ 75 w 78"/>
                                <a:gd name="T33" fmla="*/ 2 h 9"/>
                                <a:gd name="T34" fmla="*/ 74 w 78"/>
                                <a:gd name="T35" fmla="*/ 0 h 9"/>
                                <a:gd name="T36" fmla="*/ 4 w 78"/>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78"/>
                                <a:gd name="T58" fmla="*/ 0 h 9"/>
                                <a:gd name="T59" fmla="*/ 78 w 78"/>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78" h="9">
                                  <a:moveTo>
                                    <a:pt x="4" y="0"/>
                                  </a:moveTo>
                                  <a:lnTo>
                                    <a:pt x="3" y="0"/>
                                  </a:lnTo>
                                  <a:lnTo>
                                    <a:pt x="1" y="2"/>
                                  </a:lnTo>
                                  <a:lnTo>
                                    <a:pt x="0" y="3"/>
                                  </a:lnTo>
                                  <a:lnTo>
                                    <a:pt x="0" y="5"/>
                                  </a:lnTo>
                                  <a:lnTo>
                                    <a:pt x="0" y="6"/>
                                  </a:lnTo>
                                  <a:lnTo>
                                    <a:pt x="0" y="8"/>
                                  </a:lnTo>
                                  <a:lnTo>
                                    <a:pt x="1" y="9"/>
                                  </a:lnTo>
                                  <a:lnTo>
                                    <a:pt x="3" y="9"/>
                                  </a:lnTo>
                                  <a:lnTo>
                                    <a:pt x="72" y="9"/>
                                  </a:lnTo>
                                  <a:lnTo>
                                    <a:pt x="74" y="9"/>
                                  </a:lnTo>
                                  <a:lnTo>
                                    <a:pt x="75" y="9"/>
                                  </a:lnTo>
                                  <a:lnTo>
                                    <a:pt x="77" y="8"/>
                                  </a:lnTo>
                                  <a:lnTo>
                                    <a:pt x="78" y="6"/>
                                  </a:lnTo>
                                  <a:lnTo>
                                    <a:pt x="78" y="5"/>
                                  </a:lnTo>
                                  <a:lnTo>
                                    <a:pt x="77" y="3"/>
                                  </a:lnTo>
                                  <a:lnTo>
                                    <a:pt x="75" y="2"/>
                                  </a:lnTo>
                                  <a:lnTo>
                                    <a:pt x="74"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20" name="Freeform 46"/>
                            <p:cNvSpPr>
                              <a:spLocks/>
                            </p:cNvSpPr>
                            <p:nvPr/>
                          </p:nvSpPr>
                          <p:spPr bwMode="auto">
                            <a:xfrm>
                              <a:off x="3851" y="2101"/>
                              <a:ext cx="17" cy="9"/>
                            </a:xfrm>
                            <a:custGeom>
                              <a:avLst/>
                              <a:gdLst>
                                <a:gd name="T0" fmla="*/ 4 w 17"/>
                                <a:gd name="T1" fmla="*/ 0 h 9"/>
                                <a:gd name="T2" fmla="*/ 3 w 17"/>
                                <a:gd name="T3" fmla="*/ 0 h 9"/>
                                <a:gd name="T4" fmla="*/ 1 w 17"/>
                                <a:gd name="T5" fmla="*/ 2 h 9"/>
                                <a:gd name="T6" fmla="*/ 0 w 17"/>
                                <a:gd name="T7" fmla="*/ 3 h 9"/>
                                <a:gd name="T8" fmla="*/ 0 w 17"/>
                                <a:gd name="T9" fmla="*/ 5 h 9"/>
                                <a:gd name="T10" fmla="*/ 0 w 17"/>
                                <a:gd name="T11" fmla="*/ 6 h 9"/>
                                <a:gd name="T12" fmla="*/ 0 w 17"/>
                                <a:gd name="T13" fmla="*/ 8 h 9"/>
                                <a:gd name="T14" fmla="*/ 1 w 17"/>
                                <a:gd name="T15" fmla="*/ 9 h 9"/>
                                <a:gd name="T16" fmla="*/ 3 w 17"/>
                                <a:gd name="T17" fmla="*/ 9 h 9"/>
                                <a:gd name="T18" fmla="*/ 11 w 17"/>
                                <a:gd name="T19" fmla="*/ 9 h 9"/>
                                <a:gd name="T20" fmla="*/ 13 w 17"/>
                                <a:gd name="T21" fmla="*/ 9 h 9"/>
                                <a:gd name="T22" fmla="*/ 14 w 17"/>
                                <a:gd name="T23" fmla="*/ 9 h 9"/>
                                <a:gd name="T24" fmla="*/ 16 w 17"/>
                                <a:gd name="T25" fmla="*/ 8 h 9"/>
                                <a:gd name="T26" fmla="*/ 17 w 17"/>
                                <a:gd name="T27" fmla="*/ 6 h 9"/>
                                <a:gd name="T28" fmla="*/ 17 w 17"/>
                                <a:gd name="T29" fmla="*/ 5 h 9"/>
                                <a:gd name="T30" fmla="*/ 16 w 17"/>
                                <a:gd name="T31" fmla="*/ 3 h 9"/>
                                <a:gd name="T32" fmla="*/ 14 w 17"/>
                                <a:gd name="T33" fmla="*/ 2 h 9"/>
                                <a:gd name="T34" fmla="*/ 13 w 17"/>
                                <a:gd name="T35" fmla="*/ 0 h 9"/>
                                <a:gd name="T36" fmla="*/ 4 w 17"/>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7"/>
                                <a:gd name="T58" fmla="*/ 0 h 9"/>
                                <a:gd name="T59" fmla="*/ 17 w 17"/>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7" h="9">
                                  <a:moveTo>
                                    <a:pt x="4" y="0"/>
                                  </a:moveTo>
                                  <a:lnTo>
                                    <a:pt x="3" y="0"/>
                                  </a:lnTo>
                                  <a:lnTo>
                                    <a:pt x="1" y="2"/>
                                  </a:lnTo>
                                  <a:lnTo>
                                    <a:pt x="0" y="3"/>
                                  </a:lnTo>
                                  <a:lnTo>
                                    <a:pt x="0" y="5"/>
                                  </a:lnTo>
                                  <a:lnTo>
                                    <a:pt x="0" y="6"/>
                                  </a:lnTo>
                                  <a:lnTo>
                                    <a:pt x="0" y="8"/>
                                  </a:lnTo>
                                  <a:lnTo>
                                    <a:pt x="1" y="9"/>
                                  </a:lnTo>
                                  <a:lnTo>
                                    <a:pt x="3" y="9"/>
                                  </a:lnTo>
                                  <a:lnTo>
                                    <a:pt x="11" y="9"/>
                                  </a:lnTo>
                                  <a:lnTo>
                                    <a:pt x="13" y="9"/>
                                  </a:lnTo>
                                  <a:lnTo>
                                    <a:pt x="14" y="9"/>
                                  </a:lnTo>
                                  <a:lnTo>
                                    <a:pt x="16" y="8"/>
                                  </a:lnTo>
                                  <a:lnTo>
                                    <a:pt x="17" y="6"/>
                                  </a:lnTo>
                                  <a:lnTo>
                                    <a:pt x="17" y="5"/>
                                  </a:lnTo>
                                  <a:lnTo>
                                    <a:pt x="16" y="3"/>
                                  </a:lnTo>
                                  <a:lnTo>
                                    <a:pt x="14" y="2"/>
                                  </a:lnTo>
                                  <a:lnTo>
                                    <a:pt x="13"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21" name="Freeform 47"/>
                            <p:cNvSpPr>
                              <a:spLocks/>
                            </p:cNvSpPr>
                            <p:nvPr/>
                          </p:nvSpPr>
                          <p:spPr bwMode="auto">
                            <a:xfrm>
                              <a:off x="3885" y="2101"/>
                              <a:ext cx="79" cy="9"/>
                            </a:xfrm>
                            <a:custGeom>
                              <a:avLst/>
                              <a:gdLst>
                                <a:gd name="T0" fmla="*/ 5 w 79"/>
                                <a:gd name="T1" fmla="*/ 0 h 9"/>
                                <a:gd name="T2" fmla="*/ 3 w 79"/>
                                <a:gd name="T3" fmla="*/ 0 h 9"/>
                                <a:gd name="T4" fmla="*/ 2 w 79"/>
                                <a:gd name="T5" fmla="*/ 2 h 9"/>
                                <a:gd name="T6" fmla="*/ 0 w 79"/>
                                <a:gd name="T7" fmla="*/ 3 h 9"/>
                                <a:gd name="T8" fmla="*/ 0 w 79"/>
                                <a:gd name="T9" fmla="*/ 5 h 9"/>
                                <a:gd name="T10" fmla="*/ 0 w 79"/>
                                <a:gd name="T11" fmla="*/ 6 h 9"/>
                                <a:gd name="T12" fmla="*/ 0 w 79"/>
                                <a:gd name="T13" fmla="*/ 8 h 9"/>
                                <a:gd name="T14" fmla="*/ 2 w 79"/>
                                <a:gd name="T15" fmla="*/ 9 h 9"/>
                                <a:gd name="T16" fmla="*/ 3 w 79"/>
                                <a:gd name="T17" fmla="*/ 9 h 9"/>
                                <a:gd name="T18" fmla="*/ 73 w 79"/>
                                <a:gd name="T19" fmla="*/ 9 h 9"/>
                                <a:gd name="T20" fmla="*/ 75 w 79"/>
                                <a:gd name="T21" fmla="*/ 9 h 9"/>
                                <a:gd name="T22" fmla="*/ 76 w 79"/>
                                <a:gd name="T23" fmla="*/ 9 h 9"/>
                                <a:gd name="T24" fmla="*/ 77 w 79"/>
                                <a:gd name="T25" fmla="*/ 8 h 9"/>
                                <a:gd name="T26" fmla="*/ 79 w 79"/>
                                <a:gd name="T27" fmla="*/ 6 h 9"/>
                                <a:gd name="T28" fmla="*/ 79 w 79"/>
                                <a:gd name="T29" fmla="*/ 5 h 9"/>
                                <a:gd name="T30" fmla="*/ 77 w 79"/>
                                <a:gd name="T31" fmla="*/ 3 h 9"/>
                                <a:gd name="T32" fmla="*/ 76 w 79"/>
                                <a:gd name="T33" fmla="*/ 2 h 9"/>
                                <a:gd name="T34" fmla="*/ 75 w 79"/>
                                <a:gd name="T35" fmla="*/ 0 h 9"/>
                                <a:gd name="T36" fmla="*/ 5 w 79"/>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79"/>
                                <a:gd name="T58" fmla="*/ 0 h 9"/>
                                <a:gd name="T59" fmla="*/ 79 w 79"/>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79" h="9">
                                  <a:moveTo>
                                    <a:pt x="5" y="0"/>
                                  </a:moveTo>
                                  <a:lnTo>
                                    <a:pt x="3" y="0"/>
                                  </a:lnTo>
                                  <a:lnTo>
                                    <a:pt x="2" y="2"/>
                                  </a:lnTo>
                                  <a:lnTo>
                                    <a:pt x="0" y="3"/>
                                  </a:lnTo>
                                  <a:lnTo>
                                    <a:pt x="0" y="5"/>
                                  </a:lnTo>
                                  <a:lnTo>
                                    <a:pt x="0" y="6"/>
                                  </a:lnTo>
                                  <a:lnTo>
                                    <a:pt x="0" y="8"/>
                                  </a:lnTo>
                                  <a:lnTo>
                                    <a:pt x="2" y="9"/>
                                  </a:lnTo>
                                  <a:lnTo>
                                    <a:pt x="3" y="9"/>
                                  </a:lnTo>
                                  <a:lnTo>
                                    <a:pt x="73" y="9"/>
                                  </a:lnTo>
                                  <a:lnTo>
                                    <a:pt x="75" y="9"/>
                                  </a:lnTo>
                                  <a:lnTo>
                                    <a:pt x="76" y="9"/>
                                  </a:lnTo>
                                  <a:lnTo>
                                    <a:pt x="77" y="8"/>
                                  </a:lnTo>
                                  <a:lnTo>
                                    <a:pt x="79" y="6"/>
                                  </a:lnTo>
                                  <a:lnTo>
                                    <a:pt x="79" y="5"/>
                                  </a:lnTo>
                                  <a:lnTo>
                                    <a:pt x="77" y="3"/>
                                  </a:lnTo>
                                  <a:lnTo>
                                    <a:pt x="76" y="2"/>
                                  </a:lnTo>
                                  <a:lnTo>
                                    <a:pt x="75" y="0"/>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22" name="Freeform 48"/>
                            <p:cNvSpPr>
                              <a:spLocks/>
                            </p:cNvSpPr>
                            <p:nvPr/>
                          </p:nvSpPr>
                          <p:spPr bwMode="auto">
                            <a:xfrm>
                              <a:off x="3981" y="2101"/>
                              <a:ext cx="18" cy="9"/>
                            </a:xfrm>
                            <a:custGeom>
                              <a:avLst/>
                              <a:gdLst>
                                <a:gd name="T0" fmla="*/ 5 w 18"/>
                                <a:gd name="T1" fmla="*/ 0 h 9"/>
                                <a:gd name="T2" fmla="*/ 3 w 18"/>
                                <a:gd name="T3" fmla="*/ 0 h 9"/>
                                <a:gd name="T4" fmla="*/ 2 w 18"/>
                                <a:gd name="T5" fmla="*/ 2 h 9"/>
                                <a:gd name="T6" fmla="*/ 0 w 18"/>
                                <a:gd name="T7" fmla="*/ 3 h 9"/>
                                <a:gd name="T8" fmla="*/ 0 w 18"/>
                                <a:gd name="T9" fmla="*/ 5 h 9"/>
                                <a:gd name="T10" fmla="*/ 0 w 18"/>
                                <a:gd name="T11" fmla="*/ 6 h 9"/>
                                <a:gd name="T12" fmla="*/ 0 w 18"/>
                                <a:gd name="T13" fmla="*/ 8 h 9"/>
                                <a:gd name="T14" fmla="*/ 2 w 18"/>
                                <a:gd name="T15" fmla="*/ 9 h 9"/>
                                <a:gd name="T16" fmla="*/ 3 w 18"/>
                                <a:gd name="T17" fmla="*/ 9 h 9"/>
                                <a:gd name="T18" fmla="*/ 12 w 18"/>
                                <a:gd name="T19" fmla="*/ 9 h 9"/>
                                <a:gd name="T20" fmla="*/ 13 w 18"/>
                                <a:gd name="T21" fmla="*/ 9 h 9"/>
                                <a:gd name="T22" fmla="*/ 15 w 18"/>
                                <a:gd name="T23" fmla="*/ 9 h 9"/>
                                <a:gd name="T24" fmla="*/ 16 w 18"/>
                                <a:gd name="T25" fmla="*/ 8 h 9"/>
                                <a:gd name="T26" fmla="*/ 18 w 18"/>
                                <a:gd name="T27" fmla="*/ 6 h 9"/>
                                <a:gd name="T28" fmla="*/ 18 w 18"/>
                                <a:gd name="T29" fmla="*/ 5 h 9"/>
                                <a:gd name="T30" fmla="*/ 16 w 18"/>
                                <a:gd name="T31" fmla="*/ 3 h 9"/>
                                <a:gd name="T32" fmla="*/ 15 w 18"/>
                                <a:gd name="T33" fmla="*/ 2 h 9"/>
                                <a:gd name="T34" fmla="*/ 13 w 18"/>
                                <a:gd name="T35" fmla="*/ 0 h 9"/>
                                <a:gd name="T36" fmla="*/ 5 w 18"/>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8"/>
                                <a:gd name="T58" fmla="*/ 0 h 9"/>
                                <a:gd name="T59" fmla="*/ 18 w 18"/>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8" h="9">
                                  <a:moveTo>
                                    <a:pt x="5" y="0"/>
                                  </a:moveTo>
                                  <a:lnTo>
                                    <a:pt x="3" y="0"/>
                                  </a:lnTo>
                                  <a:lnTo>
                                    <a:pt x="2" y="2"/>
                                  </a:lnTo>
                                  <a:lnTo>
                                    <a:pt x="0" y="3"/>
                                  </a:lnTo>
                                  <a:lnTo>
                                    <a:pt x="0" y="5"/>
                                  </a:lnTo>
                                  <a:lnTo>
                                    <a:pt x="0" y="6"/>
                                  </a:lnTo>
                                  <a:lnTo>
                                    <a:pt x="0" y="8"/>
                                  </a:lnTo>
                                  <a:lnTo>
                                    <a:pt x="2" y="9"/>
                                  </a:lnTo>
                                  <a:lnTo>
                                    <a:pt x="3" y="9"/>
                                  </a:lnTo>
                                  <a:lnTo>
                                    <a:pt x="12" y="9"/>
                                  </a:lnTo>
                                  <a:lnTo>
                                    <a:pt x="13" y="9"/>
                                  </a:lnTo>
                                  <a:lnTo>
                                    <a:pt x="15" y="9"/>
                                  </a:lnTo>
                                  <a:lnTo>
                                    <a:pt x="16" y="8"/>
                                  </a:lnTo>
                                  <a:lnTo>
                                    <a:pt x="18" y="6"/>
                                  </a:lnTo>
                                  <a:lnTo>
                                    <a:pt x="18" y="5"/>
                                  </a:lnTo>
                                  <a:lnTo>
                                    <a:pt x="16" y="3"/>
                                  </a:lnTo>
                                  <a:lnTo>
                                    <a:pt x="15" y="2"/>
                                  </a:lnTo>
                                  <a:lnTo>
                                    <a:pt x="13" y="0"/>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23" name="Freeform 49"/>
                            <p:cNvSpPr>
                              <a:spLocks/>
                            </p:cNvSpPr>
                            <p:nvPr/>
                          </p:nvSpPr>
                          <p:spPr bwMode="auto">
                            <a:xfrm>
                              <a:off x="4016" y="2101"/>
                              <a:ext cx="79" cy="9"/>
                            </a:xfrm>
                            <a:custGeom>
                              <a:avLst/>
                              <a:gdLst>
                                <a:gd name="T0" fmla="*/ 5 w 79"/>
                                <a:gd name="T1" fmla="*/ 0 h 9"/>
                                <a:gd name="T2" fmla="*/ 3 w 79"/>
                                <a:gd name="T3" fmla="*/ 0 h 9"/>
                                <a:gd name="T4" fmla="*/ 2 w 79"/>
                                <a:gd name="T5" fmla="*/ 2 h 9"/>
                                <a:gd name="T6" fmla="*/ 0 w 79"/>
                                <a:gd name="T7" fmla="*/ 3 h 9"/>
                                <a:gd name="T8" fmla="*/ 0 w 79"/>
                                <a:gd name="T9" fmla="*/ 5 h 9"/>
                                <a:gd name="T10" fmla="*/ 0 w 79"/>
                                <a:gd name="T11" fmla="*/ 6 h 9"/>
                                <a:gd name="T12" fmla="*/ 0 w 79"/>
                                <a:gd name="T13" fmla="*/ 8 h 9"/>
                                <a:gd name="T14" fmla="*/ 2 w 79"/>
                                <a:gd name="T15" fmla="*/ 9 h 9"/>
                                <a:gd name="T16" fmla="*/ 3 w 79"/>
                                <a:gd name="T17" fmla="*/ 9 h 9"/>
                                <a:gd name="T18" fmla="*/ 73 w 79"/>
                                <a:gd name="T19" fmla="*/ 9 h 9"/>
                                <a:gd name="T20" fmla="*/ 74 w 79"/>
                                <a:gd name="T21" fmla="*/ 9 h 9"/>
                                <a:gd name="T22" fmla="*/ 76 w 79"/>
                                <a:gd name="T23" fmla="*/ 9 h 9"/>
                                <a:gd name="T24" fmla="*/ 77 w 79"/>
                                <a:gd name="T25" fmla="*/ 8 h 9"/>
                                <a:gd name="T26" fmla="*/ 79 w 79"/>
                                <a:gd name="T27" fmla="*/ 6 h 9"/>
                                <a:gd name="T28" fmla="*/ 79 w 79"/>
                                <a:gd name="T29" fmla="*/ 5 h 9"/>
                                <a:gd name="T30" fmla="*/ 77 w 79"/>
                                <a:gd name="T31" fmla="*/ 3 h 9"/>
                                <a:gd name="T32" fmla="*/ 76 w 79"/>
                                <a:gd name="T33" fmla="*/ 2 h 9"/>
                                <a:gd name="T34" fmla="*/ 74 w 79"/>
                                <a:gd name="T35" fmla="*/ 0 h 9"/>
                                <a:gd name="T36" fmla="*/ 5 w 79"/>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79"/>
                                <a:gd name="T58" fmla="*/ 0 h 9"/>
                                <a:gd name="T59" fmla="*/ 79 w 79"/>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79" h="9">
                                  <a:moveTo>
                                    <a:pt x="5" y="0"/>
                                  </a:moveTo>
                                  <a:lnTo>
                                    <a:pt x="3" y="0"/>
                                  </a:lnTo>
                                  <a:lnTo>
                                    <a:pt x="2" y="2"/>
                                  </a:lnTo>
                                  <a:lnTo>
                                    <a:pt x="0" y="3"/>
                                  </a:lnTo>
                                  <a:lnTo>
                                    <a:pt x="0" y="5"/>
                                  </a:lnTo>
                                  <a:lnTo>
                                    <a:pt x="0" y="6"/>
                                  </a:lnTo>
                                  <a:lnTo>
                                    <a:pt x="0" y="8"/>
                                  </a:lnTo>
                                  <a:lnTo>
                                    <a:pt x="2" y="9"/>
                                  </a:lnTo>
                                  <a:lnTo>
                                    <a:pt x="3" y="9"/>
                                  </a:lnTo>
                                  <a:lnTo>
                                    <a:pt x="73" y="9"/>
                                  </a:lnTo>
                                  <a:lnTo>
                                    <a:pt x="74" y="9"/>
                                  </a:lnTo>
                                  <a:lnTo>
                                    <a:pt x="76" y="9"/>
                                  </a:lnTo>
                                  <a:lnTo>
                                    <a:pt x="77" y="8"/>
                                  </a:lnTo>
                                  <a:lnTo>
                                    <a:pt x="79" y="6"/>
                                  </a:lnTo>
                                  <a:lnTo>
                                    <a:pt x="79" y="5"/>
                                  </a:lnTo>
                                  <a:lnTo>
                                    <a:pt x="77" y="3"/>
                                  </a:lnTo>
                                  <a:lnTo>
                                    <a:pt x="76" y="2"/>
                                  </a:lnTo>
                                  <a:lnTo>
                                    <a:pt x="74" y="0"/>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24" name="Freeform 50"/>
                            <p:cNvSpPr>
                              <a:spLocks/>
                            </p:cNvSpPr>
                            <p:nvPr/>
                          </p:nvSpPr>
                          <p:spPr bwMode="auto">
                            <a:xfrm>
                              <a:off x="4112" y="2101"/>
                              <a:ext cx="17" cy="9"/>
                            </a:xfrm>
                            <a:custGeom>
                              <a:avLst/>
                              <a:gdLst>
                                <a:gd name="T0" fmla="*/ 4 w 17"/>
                                <a:gd name="T1" fmla="*/ 0 h 9"/>
                                <a:gd name="T2" fmla="*/ 3 w 17"/>
                                <a:gd name="T3" fmla="*/ 0 h 9"/>
                                <a:gd name="T4" fmla="*/ 1 w 17"/>
                                <a:gd name="T5" fmla="*/ 2 h 9"/>
                                <a:gd name="T6" fmla="*/ 0 w 17"/>
                                <a:gd name="T7" fmla="*/ 3 h 9"/>
                                <a:gd name="T8" fmla="*/ 0 w 17"/>
                                <a:gd name="T9" fmla="*/ 5 h 9"/>
                                <a:gd name="T10" fmla="*/ 0 w 17"/>
                                <a:gd name="T11" fmla="*/ 6 h 9"/>
                                <a:gd name="T12" fmla="*/ 0 w 17"/>
                                <a:gd name="T13" fmla="*/ 8 h 9"/>
                                <a:gd name="T14" fmla="*/ 1 w 17"/>
                                <a:gd name="T15" fmla="*/ 9 h 9"/>
                                <a:gd name="T16" fmla="*/ 3 w 17"/>
                                <a:gd name="T17" fmla="*/ 9 h 9"/>
                                <a:gd name="T18" fmla="*/ 12 w 17"/>
                                <a:gd name="T19" fmla="*/ 9 h 9"/>
                                <a:gd name="T20" fmla="*/ 13 w 17"/>
                                <a:gd name="T21" fmla="*/ 9 h 9"/>
                                <a:gd name="T22" fmla="*/ 15 w 17"/>
                                <a:gd name="T23" fmla="*/ 9 h 9"/>
                                <a:gd name="T24" fmla="*/ 16 w 17"/>
                                <a:gd name="T25" fmla="*/ 8 h 9"/>
                                <a:gd name="T26" fmla="*/ 17 w 17"/>
                                <a:gd name="T27" fmla="*/ 6 h 9"/>
                                <a:gd name="T28" fmla="*/ 17 w 17"/>
                                <a:gd name="T29" fmla="*/ 5 h 9"/>
                                <a:gd name="T30" fmla="*/ 16 w 17"/>
                                <a:gd name="T31" fmla="*/ 3 h 9"/>
                                <a:gd name="T32" fmla="*/ 15 w 17"/>
                                <a:gd name="T33" fmla="*/ 2 h 9"/>
                                <a:gd name="T34" fmla="*/ 13 w 17"/>
                                <a:gd name="T35" fmla="*/ 0 h 9"/>
                                <a:gd name="T36" fmla="*/ 4 w 17"/>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7"/>
                                <a:gd name="T58" fmla="*/ 0 h 9"/>
                                <a:gd name="T59" fmla="*/ 17 w 17"/>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7" h="9">
                                  <a:moveTo>
                                    <a:pt x="4" y="0"/>
                                  </a:moveTo>
                                  <a:lnTo>
                                    <a:pt x="3" y="0"/>
                                  </a:lnTo>
                                  <a:lnTo>
                                    <a:pt x="1" y="2"/>
                                  </a:lnTo>
                                  <a:lnTo>
                                    <a:pt x="0" y="3"/>
                                  </a:lnTo>
                                  <a:lnTo>
                                    <a:pt x="0" y="5"/>
                                  </a:lnTo>
                                  <a:lnTo>
                                    <a:pt x="0" y="6"/>
                                  </a:lnTo>
                                  <a:lnTo>
                                    <a:pt x="0" y="8"/>
                                  </a:lnTo>
                                  <a:lnTo>
                                    <a:pt x="1" y="9"/>
                                  </a:lnTo>
                                  <a:lnTo>
                                    <a:pt x="3" y="9"/>
                                  </a:lnTo>
                                  <a:lnTo>
                                    <a:pt x="12" y="9"/>
                                  </a:lnTo>
                                  <a:lnTo>
                                    <a:pt x="13" y="9"/>
                                  </a:lnTo>
                                  <a:lnTo>
                                    <a:pt x="15" y="9"/>
                                  </a:lnTo>
                                  <a:lnTo>
                                    <a:pt x="16" y="8"/>
                                  </a:lnTo>
                                  <a:lnTo>
                                    <a:pt x="17" y="6"/>
                                  </a:lnTo>
                                  <a:lnTo>
                                    <a:pt x="17" y="5"/>
                                  </a:lnTo>
                                  <a:lnTo>
                                    <a:pt x="16" y="3"/>
                                  </a:lnTo>
                                  <a:lnTo>
                                    <a:pt x="15" y="2"/>
                                  </a:lnTo>
                                  <a:lnTo>
                                    <a:pt x="13"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25" name="Freeform 51"/>
                            <p:cNvSpPr>
                              <a:spLocks/>
                            </p:cNvSpPr>
                            <p:nvPr/>
                          </p:nvSpPr>
                          <p:spPr bwMode="auto">
                            <a:xfrm>
                              <a:off x="4147" y="2101"/>
                              <a:ext cx="78" cy="9"/>
                            </a:xfrm>
                            <a:custGeom>
                              <a:avLst/>
                              <a:gdLst>
                                <a:gd name="T0" fmla="*/ 4 w 78"/>
                                <a:gd name="T1" fmla="*/ 0 h 9"/>
                                <a:gd name="T2" fmla="*/ 3 w 78"/>
                                <a:gd name="T3" fmla="*/ 0 h 9"/>
                                <a:gd name="T4" fmla="*/ 1 w 78"/>
                                <a:gd name="T5" fmla="*/ 2 h 9"/>
                                <a:gd name="T6" fmla="*/ 0 w 78"/>
                                <a:gd name="T7" fmla="*/ 3 h 9"/>
                                <a:gd name="T8" fmla="*/ 0 w 78"/>
                                <a:gd name="T9" fmla="*/ 5 h 9"/>
                                <a:gd name="T10" fmla="*/ 0 w 78"/>
                                <a:gd name="T11" fmla="*/ 6 h 9"/>
                                <a:gd name="T12" fmla="*/ 0 w 78"/>
                                <a:gd name="T13" fmla="*/ 8 h 9"/>
                                <a:gd name="T14" fmla="*/ 1 w 78"/>
                                <a:gd name="T15" fmla="*/ 9 h 9"/>
                                <a:gd name="T16" fmla="*/ 3 w 78"/>
                                <a:gd name="T17" fmla="*/ 9 h 9"/>
                                <a:gd name="T18" fmla="*/ 72 w 78"/>
                                <a:gd name="T19" fmla="*/ 9 h 9"/>
                                <a:gd name="T20" fmla="*/ 74 w 78"/>
                                <a:gd name="T21" fmla="*/ 9 h 9"/>
                                <a:gd name="T22" fmla="*/ 75 w 78"/>
                                <a:gd name="T23" fmla="*/ 9 h 9"/>
                                <a:gd name="T24" fmla="*/ 77 w 78"/>
                                <a:gd name="T25" fmla="*/ 8 h 9"/>
                                <a:gd name="T26" fmla="*/ 78 w 78"/>
                                <a:gd name="T27" fmla="*/ 6 h 9"/>
                                <a:gd name="T28" fmla="*/ 78 w 78"/>
                                <a:gd name="T29" fmla="*/ 5 h 9"/>
                                <a:gd name="T30" fmla="*/ 77 w 78"/>
                                <a:gd name="T31" fmla="*/ 3 h 9"/>
                                <a:gd name="T32" fmla="*/ 75 w 78"/>
                                <a:gd name="T33" fmla="*/ 2 h 9"/>
                                <a:gd name="T34" fmla="*/ 74 w 78"/>
                                <a:gd name="T35" fmla="*/ 0 h 9"/>
                                <a:gd name="T36" fmla="*/ 4 w 78"/>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78"/>
                                <a:gd name="T58" fmla="*/ 0 h 9"/>
                                <a:gd name="T59" fmla="*/ 78 w 78"/>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78" h="9">
                                  <a:moveTo>
                                    <a:pt x="4" y="0"/>
                                  </a:moveTo>
                                  <a:lnTo>
                                    <a:pt x="3" y="0"/>
                                  </a:lnTo>
                                  <a:lnTo>
                                    <a:pt x="1" y="2"/>
                                  </a:lnTo>
                                  <a:lnTo>
                                    <a:pt x="0" y="3"/>
                                  </a:lnTo>
                                  <a:lnTo>
                                    <a:pt x="0" y="5"/>
                                  </a:lnTo>
                                  <a:lnTo>
                                    <a:pt x="0" y="6"/>
                                  </a:lnTo>
                                  <a:lnTo>
                                    <a:pt x="0" y="8"/>
                                  </a:lnTo>
                                  <a:lnTo>
                                    <a:pt x="1" y="9"/>
                                  </a:lnTo>
                                  <a:lnTo>
                                    <a:pt x="3" y="9"/>
                                  </a:lnTo>
                                  <a:lnTo>
                                    <a:pt x="72" y="9"/>
                                  </a:lnTo>
                                  <a:lnTo>
                                    <a:pt x="74" y="9"/>
                                  </a:lnTo>
                                  <a:lnTo>
                                    <a:pt x="75" y="9"/>
                                  </a:lnTo>
                                  <a:lnTo>
                                    <a:pt x="77" y="8"/>
                                  </a:lnTo>
                                  <a:lnTo>
                                    <a:pt x="78" y="6"/>
                                  </a:lnTo>
                                  <a:lnTo>
                                    <a:pt x="78" y="5"/>
                                  </a:lnTo>
                                  <a:lnTo>
                                    <a:pt x="77" y="3"/>
                                  </a:lnTo>
                                  <a:lnTo>
                                    <a:pt x="75" y="2"/>
                                  </a:lnTo>
                                  <a:lnTo>
                                    <a:pt x="74"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26" name="Freeform 52"/>
                            <p:cNvSpPr>
                              <a:spLocks/>
                            </p:cNvSpPr>
                            <p:nvPr/>
                          </p:nvSpPr>
                          <p:spPr bwMode="auto">
                            <a:xfrm>
                              <a:off x="4243" y="2101"/>
                              <a:ext cx="17" cy="9"/>
                            </a:xfrm>
                            <a:custGeom>
                              <a:avLst/>
                              <a:gdLst>
                                <a:gd name="T0" fmla="*/ 4 w 17"/>
                                <a:gd name="T1" fmla="*/ 0 h 9"/>
                                <a:gd name="T2" fmla="*/ 3 w 17"/>
                                <a:gd name="T3" fmla="*/ 0 h 9"/>
                                <a:gd name="T4" fmla="*/ 1 w 17"/>
                                <a:gd name="T5" fmla="*/ 2 h 9"/>
                                <a:gd name="T6" fmla="*/ 0 w 17"/>
                                <a:gd name="T7" fmla="*/ 3 h 9"/>
                                <a:gd name="T8" fmla="*/ 0 w 17"/>
                                <a:gd name="T9" fmla="*/ 5 h 9"/>
                                <a:gd name="T10" fmla="*/ 0 w 17"/>
                                <a:gd name="T11" fmla="*/ 6 h 9"/>
                                <a:gd name="T12" fmla="*/ 0 w 17"/>
                                <a:gd name="T13" fmla="*/ 8 h 9"/>
                                <a:gd name="T14" fmla="*/ 1 w 17"/>
                                <a:gd name="T15" fmla="*/ 9 h 9"/>
                                <a:gd name="T16" fmla="*/ 3 w 17"/>
                                <a:gd name="T17" fmla="*/ 9 h 9"/>
                                <a:gd name="T18" fmla="*/ 11 w 17"/>
                                <a:gd name="T19" fmla="*/ 9 h 9"/>
                                <a:gd name="T20" fmla="*/ 13 w 17"/>
                                <a:gd name="T21" fmla="*/ 9 h 9"/>
                                <a:gd name="T22" fmla="*/ 14 w 17"/>
                                <a:gd name="T23" fmla="*/ 9 h 9"/>
                                <a:gd name="T24" fmla="*/ 16 w 17"/>
                                <a:gd name="T25" fmla="*/ 8 h 9"/>
                                <a:gd name="T26" fmla="*/ 17 w 17"/>
                                <a:gd name="T27" fmla="*/ 6 h 9"/>
                                <a:gd name="T28" fmla="*/ 17 w 17"/>
                                <a:gd name="T29" fmla="*/ 5 h 9"/>
                                <a:gd name="T30" fmla="*/ 16 w 17"/>
                                <a:gd name="T31" fmla="*/ 3 h 9"/>
                                <a:gd name="T32" fmla="*/ 14 w 17"/>
                                <a:gd name="T33" fmla="*/ 2 h 9"/>
                                <a:gd name="T34" fmla="*/ 13 w 17"/>
                                <a:gd name="T35" fmla="*/ 0 h 9"/>
                                <a:gd name="T36" fmla="*/ 4 w 17"/>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7"/>
                                <a:gd name="T58" fmla="*/ 0 h 9"/>
                                <a:gd name="T59" fmla="*/ 17 w 17"/>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7" h="9">
                                  <a:moveTo>
                                    <a:pt x="4" y="0"/>
                                  </a:moveTo>
                                  <a:lnTo>
                                    <a:pt x="3" y="0"/>
                                  </a:lnTo>
                                  <a:lnTo>
                                    <a:pt x="1" y="2"/>
                                  </a:lnTo>
                                  <a:lnTo>
                                    <a:pt x="0" y="3"/>
                                  </a:lnTo>
                                  <a:lnTo>
                                    <a:pt x="0" y="5"/>
                                  </a:lnTo>
                                  <a:lnTo>
                                    <a:pt x="0" y="6"/>
                                  </a:lnTo>
                                  <a:lnTo>
                                    <a:pt x="0" y="8"/>
                                  </a:lnTo>
                                  <a:lnTo>
                                    <a:pt x="1" y="9"/>
                                  </a:lnTo>
                                  <a:lnTo>
                                    <a:pt x="3" y="9"/>
                                  </a:lnTo>
                                  <a:lnTo>
                                    <a:pt x="11" y="9"/>
                                  </a:lnTo>
                                  <a:lnTo>
                                    <a:pt x="13" y="9"/>
                                  </a:lnTo>
                                  <a:lnTo>
                                    <a:pt x="14" y="9"/>
                                  </a:lnTo>
                                  <a:lnTo>
                                    <a:pt x="16" y="8"/>
                                  </a:lnTo>
                                  <a:lnTo>
                                    <a:pt x="17" y="6"/>
                                  </a:lnTo>
                                  <a:lnTo>
                                    <a:pt x="17" y="5"/>
                                  </a:lnTo>
                                  <a:lnTo>
                                    <a:pt x="16" y="3"/>
                                  </a:lnTo>
                                  <a:lnTo>
                                    <a:pt x="14" y="2"/>
                                  </a:lnTo>
                                  <a:lnTo>
                                    <a:pt x="13"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27" name="Freeform 53"/>
                            <p:cNvSpPr>
                              <a:spLocks/>
                            </p:cNvSpPr>
                            <p:nvPr/>
                          </p:nvSpPr>
                          <p:spPr bwMode="auto">
                            <a:xfrm>
                              <a:off x="4278" y="2101"/>
                              <a:ext cx="78" cy="9"/>
                            </a:xfrm>
                            <a:custGeom>
                              <a:avLst/>
                              <a:gdLst>
                                <a:gd name="T0" fmla="*/ 4 w 78"/>
                                <a:gd name="T1" fmla="*/ 0 h 9"/>
                                <a:gd name="T2" fmla="*/ 2 w 78"/>
                                <a:gd name="T3" fmla="*/ 0 h 9"/>
                                <a:gd name="T4" fmla="*/ 1 w 78"/>
                                <a:gd name="T5" fmla="*/ 2 h 9"/>
                                <a:gd name="T6" fmla="*/ 0 w 78"/>
                                <a:gd name="T7" fmla="*/ 3 h 9"/>
                                <a:gd name="T8" fmla="*/ 0 w 78"/>
                                <a:gd name="T9" fmla="*/ 5 h 9"/>
                                <a:gd name="T10" fmla="*/ 0 w 78"/>
                                <a:gd name="T11" fmla="*/ 6 h 9"/>
                                <a:gd name="T12" fmla="*/ 0 w 78"/>
                                <a:gd name="T13" fmla="*/ 8 h 9"/>
                                <a:gd name="T14" fmla="*/ 1 w 78"/>
                                <a:gd name="T15" fmla="*/ 9 h 9"/>
                                <a:gd name="T16" fmla="*/ 2 w 78"/>
                                <a:gd name="T17" fmla="*/ 9 h 9"/>
                                <a:gd name="T18" fmla="*/ 72 w 78"/>
                                <a:gd name="T19" fmla="*/ 9 h 9"/>
                                <a:gd name="T20" fmla="*/ 74 w 78"/>
                                <a:gd name="T21" fmla="*/ 9 h 9"/>
                                <a:gd name="T22" fmla="*/ 75 w 78"/>
                                <a:gd name="T23" fmla="*/ 9 h 9"/>
                                <a:gd name="T24" fmla="*/ 77 w 78"/>
                                <a:gd name="T25" fmla="*/ 8 h 9"/>
                                <a:gd name="T26" fmla="*/ 78 w 78"/>
                                <a:gd name="T27" fmla="*/ 6 h 9"/>
                                <a:gd name="T28" fmla="*/ 78 w 78"/>
                                <a:gd name="T29" fmla="*/ 5 h 9"/>
                                <a:gd name="T30" fmla="*/ 77 w 78"/>
                                <a:gd name="T31" fmla="*/ 3 h 9"/>
                                <a:gd name="T32" fmla="*/ 75 w 78"/>
                                <a:gd name="T33" fmla="*/ 2 h 9"/>
                                <a:gd name="T34" fmla="*/ 74 w 78"/>
                                <a:gd name="T35" fmla="*/ 0 h 9"/>
                                <a:gd name="T36" fmla="*/ 4 w 78"/>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78"/>
                                <a:gd name="T58" fmla="*/ 0 h 9"/>
                                <a:gd name="T59" fmla="*/ 78 w 78"/>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78" h="9">
                                  <a:moveTo>
                                    <a:pt x="4" y="0"/>
                                  </a:moveTo>
                                  <a:lnTo>
                                    <a:pt x="2" y="0"/>
                                  </a:lnTo>
                                  <a:lnTo>
                                    <a:pt x="1" y="2"/>
                                  </a:lnTo>
                                  <a:lnTo>
                                    <a:pt x="0" y="3"/>
                                  </a:lnTo>
                                  <a:lnTo>
                                    <a:pt x="0" y="5"/>
                                  </a:lnTo>
                                  <a:lnTo>
                                    <a:pt x="0" y="6"/>
                                  </a:lnTo>
                                  <a:lnTo>
                                    <a:pt x="0" y="8"/>
                                  </a:lnTo>
                                  <a:lnTo>
                                    <a:pt x="1" y="9"/>
                                  </a:lnTo>
                                  <a:lnTo>
                                    <a:pt x="2" y="9"/>
                                  </a:lnTo>
                                  <a:lnTo>
                                    <a:pt x="72" y="9"/>
                                  </a:lnTo>
                                  <a:lnTo>
                                    <a:pt x="74" y="9"/>
                                  </a:lnTo>
                                  <a:lnTo>
                                    <a:pt x="75" y="9"/>
                                  </a:lnTo>
                                  <a:lnTo>
                                    <a:pt x="77" y="8"/>
                                  </a:lnTo>
                                  <a:lnTo>
                                    <a:pt x="78" y="6"/>
                                  </a:lnTo>
                                  <a:lnTo>
                                    <a:pt x="78" y="5"/>
                                  </a:lnTo>
                                  <a:lnTo>
                                    <a:pt x="77" y="3"/>
                                  </a:lnTo>
                                  <a:lnTo>
                                    <a:pt x="75" y="2"/>
                                  </a:lnTo>
                                  <a:lnTo>
                                    <a:pt x="74"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28" name="Freeform 54"/>
                            <p:cNvSpPr>
                              <a:spLocks/>
                            </p:cNvSpPr>
                            <p:nvPr/>
                          </p:nvSpPr>
                          <p:spPr bwMode="auto">
                            <a:xfrm>
                              <a:off x="4373" y="2101"/>
                              <a:ext cx="18" cy="9"/>
                            </a:xfrm>
                            <a:custGeom>
                              <a:avLst/>
                              <a:gdLst>
                                <a:gd name="T0" fmla="*/ 5 w 18"/>
                                <a:gd name="T1" fmla="*/ 0 h 9"/>
                                <a:gd name="T2" fmla="*/ 3 w 18"/>
                                <a:gd name="T3" fmla="*/ 0 h 9"/>
                                <a:gd name="T4" fmla="*/ 2 w 18"/>
                                <a:gd name="T5" fmla="*/ 2 h 9"/>
                                <a:gd name="T6" fmla="*/ 0 w 18"/>
                                <a:gd name="T7" fmla="*/ 3 h 9"/>
                                <a:gd name="T8" fmla="*/ 0 w 18"/>
                                <a:gd name="T9" fmla="*/ 5 h 9"/>
                                <a:gd name="T10" fmla="*/ 0 w 18"/>
                                <a:gd name="T11" fmla="*/ 6 h 9"/>
                                <a:gd name="T12" fmla="*/ 0 w 18"/>
                                <a:gd name="T13" fmla="*/ 8 h 9"/>
                                <a:gd name="T14" fmla="*/ 2 w 18"/>
                                <a:gd name="T15" fmla="*/ 9 h 9"/>
                                <a:gd name="T16" fmla="*/ 3 w 18"/>
                                <a:gd name="T17" fmla="*/ 9 h 9"/>
                                <a:gd name="T18" fmla="*/ 12 w 18"/>
                                <a:gd name="T19" fmla="*/ 9 h 9"/>
                                <a:gd name="T20" fmla="*/ 14 w 18"/>
                                <a:gd name="T21" fmla="*/ 9 h 9"/>
                                <a:gd name="T22" fmla="*/ 15 w 18"/>
                                <a:gd name="T23" fmla="*/ 9 h 9"/>
                                <a:gd name="T24" fmla="*/ 16 w 18"/>
                                <a:gd name="T25" fmla="*/ 8 h 9"/>
                                <a:gd name="T26" fmla="*/ 18 w 18"/>
                                <a:gd name="T27" fmla="*/ 6 h 9"/>
                                <a:gd name="T28" fmla="*/ 18 w 18"/>
                                <a:gd name="T29" fmla="*/ 5 h 9"/>
                                <a:gd name="T30" fmla="*/ 16 w 18"/>
                                <a:gd name="T31" fmla="*/ 3 h 9"/>
                                <a:gd name="T32" fmla="*/ 15 w 18"/>
                                <a:gd name="T33" fmla="*/ 2 h 9"/>
                                <a:gd name="T34" fmla="*/ 14 w 18"/>
                                <a:gd name="T35" fmla="*/ 0 h 9"/>
                                <a:gd name="T36" fmla="*/ 5 w 18"/>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8"/>
                                <a:gd name="T58" fmla="*/ 0 h 9"/>
                                <a:gd name="T59" fmla="*/ 18 w 18"/>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8" h="9">
                                  <a:moveTo>
                                    <a:pt x="5" y="0"/>
                                  </a:moveTo>
                                  <a:lnTo>
                                    <a:pt x="3" y="0"/>
                                  </a:lnTo>
                                  <a:lnTo>
                                    <a:pt x="2" y="2"/>
                                  </a:lnTo>
                                  <a:lnTo>
                                    <a:pt x="0" y="3"/>
                                  </a:lnTo>
                                  <a:lnTo>
                                    <a:pt x="0" y="5"/>
                                  </a:lnTo>
                                  <a:lnTo>
                                    <a:pt x="0" y="6"/>
                                  </a:lnTo>
                                  <a:lnTo>
                                    <a:pt x="0" y="8"/>
                                  </a:lnTo>
                                  <a:lnTo>
                                    <a:pt x="2" y="9"/>
                                  </a:lnTo>
                                  <a:lnTo>
                                    <a:pt x="3" y="9"/>
                                  </a:lnTo>
                                  <a:lnTo>
                                    <a:pt x="12" y="9"/>
                                  </a:lnTo>
                                  <a:lnTo>
                                    <a:pt x="14" y="9"/>
                                  </a:lnTo>
                                  <a:lnTo>
                                    <a:pt x="15" y="9"/>
                                  </a:lnTo>
                                  <a:lnTo>
                                    <a:pt x="16" y="8"/>
                                  </a:lnTo>
                                  <a:lnTo>
                                    <a:pt x="18" y="6"/>
                                  </a:lnTo>
                                  <a:lnTo>
                                    <a:pt x="18" y="5"/>
                                  </a:lnTo>
                                  <a:lnTo>
                                    <a:pt x="16" y="3"/>
                                  </a:lnTo>
                                  <a:lnTo>
                                    <a:pt x="15" y="2"/>
                                  </a:lnTo>
                                  <a:lnTo>
                                    <a:pt x="14" y="0"/>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29" name="Freeform 55"/>
                            <p:cNvSpPr>
                              <a:spLocks/>
                            </p:cNvSpPr>
                            <p:nvPr/>
                          </p:nvSpPr>
                          <p:spPr bwMode="auto">
                            <a:xfrm>
                              <a:off x="4408" y="2101"/>
                              <a:ext cx="79" cy="9"/>
                            </a:xfrm>
                            <a:custGeom>
                              <a:avLst/>
                              <a:gdLst>
                                <a:gd name="T0" fmla="*/ 5 w 79"/>
                                <a:gd name="T1" fmla="*/ 0 h 9"/>
                                <a:gd name="T2" fmla="*/ 3 w 79"/>
                                <a:gd name="T3" fmla="*/ 0 h 9"/>
                                <a:gd name="T4" fmla="*/ 2 w 79"/>
                                <a:gd name="T5" fmla="*/ 2 h 9"/>
                                <a:gd name="T6" fmla="*/ 0 w 79"/>
                                <a:gd name="T7" fmla="*/ 3 h 9"/>
                                <a:gd name="T8" fmla="*/ 0 w 79"/>
                                <a:gd name="T9" fmla="*/ 5 h 9"/>
                                <a:gd name="T10" fmla="*/ 0 w 79"/>
                                <a:gd name="T11" fmla="*/ 6 h 9"/>
                                <a:gd name="T12" fmla="*/ 0 w 79"/>
                                <a:gd name="T13" fmla="*/ 8 h 9"/>
                                <a:gd name="T14" fmla="*/ 2 w 79"/>
                                <a:gd name="T15" fmla="*/ 9 h 9"/>
                                <a:gd name="T16" fmla="*/ 3 w 79"/>
                                <a:gd name="T17" fmla="*/ 9 h 9"/>
                                <a:gd name="T18" fmla="*/ 73 w 79"/>
                                <a:gd name="T19" fmla="*/ 9 h 9"/>
                                <a:gd name="T20" fmla="*/ 74 w 79"/>
                                <a:gd name="T21" fmla="*/ 9 h 9"/>
                                <a:gd name="T22" fmla="*/ 76 w 79"/>
                                <a:gd name="T23" fmla="*/ 9 h 9"/>
                                <a:gd name="T24" fmla="*/ 77 w 79"/>
                                <a:gd name="T25" fmla="*/ 8 h 9"/>
                                <a:gd name="T26" fmla="*/ 79 w 79"/>
                                <a:gd name="T27" fmla="*/ 6 h 9"/>
                                <a:gd name="T28" fmla="*/ 79 w 79"/>
                                <a:gd name="T29" fmla="*/ 5 h 9"/>
                                <a:gd name="T30" fmla="*/ 77 w 79"/>
                                <a:gd name="T31" fmla="*/ 3 h 9"/>
                                <a:gd name="T32" fmla="*/ 76 w 79"/>
                                <a:gd name="T33" fmla="*/ 2 h 9"/>
                                <a:gd name="T34" fmla="*/ 74 w 79"/>
                                <a:gd name="T35" fmla="*/ 0 h 9"/>
                                <a:gd name="T36" fmla="*/ 5 w 79"/>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79"/>
                                <a:gd name="T58" fmla="*/ 0 h 9"/>
                                <a:gd name="T59" fmla="*/ 79 w 79"/>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79" h="9">
                                  <a:moveTo>
                                    <a:pt x="5" y="0"/>
                                  </a:moveTo>
                                  <a:lnTo>
                                    <a:pt x="3" y="0"/>
                                  </a:lnTo>
                                  <a:lnTo>
                                    <a:pt x="2" y="2"/>
                                  </a:lnTo>
                                  <a:lnTo>
                                    <a:pt x="0" y="3"/>
                                  </a:lnTo>
                                  <a:lnTo>
                                    <a:pt x="0" y="5"/>
                                  </a:lnTo>
                                  <a:lnTo>
                                    <a:pt x="0" y="6"/>
                                  </a:lnTo>
                                  <a:lnTo>
                                    <a:pt x="0" y="8"/>
                                  </a:lnTo>
                                  <a:lnTo>
                                    <a:pt x="2" y="9"/>
                                  </a:lnTo>
                                  <a:lnTo>
                                    <a:pt x="3" y="9"/>
                                  </a:lnTo>
                                  <a:lnTo>
                                    <a:pt x="73" y="9"/>
                                  </a:lnTo>
                                  <a:lnTo>
                                    <a:pt x="74" y="9"/>
                                  </a:lnTo>
                                  <a:lnTo>
                                    <a:pt x="76" y="9"/>
                                  </a:lnTo>
                                  <a:lnTo>
                                    <a:pt x="77" y="8"/>
                                  </a:lnTo>
                                  <a:lnTo>
                                    <a:pt x="79" y="6"/>
                                  </a:lnTo>
                                  <a:lnTo>
                                    <a:pt x="79" y="5"/>
                                  </a:lnTo>
                                  <a:lnTo>
                                    <a:pt x="77" y="3"/>
                                  </a:lnTo>
                                  <a:lnTo>
                                    <a:pt x="76" y="2"/>
                                  </a:lnTo>
                                  <a:lnTo>
                                    <a:pt x="74" y="0"/>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30" name="Freeform 56"/>
                            <p:cNvSpPr>
                              <a:spLocks/>
                            </p:cNvSpPr>
                            <p:nvPr/>
                          </p:nvSpPr>
                          <p:spPr bwMode="auto">
                            <a:xfrm>
                              <a:off x="4504" y="2101"/>
                              <a:ext cx="18" cy="9"/>
                            </a:xfrm>
                            <a:custGeom>
                              <a:avLst/>
                              <a:gdLst>
                                <a:gd name="T0" fmla="*/ 5 w 18"/>
                                <a:gd name="T1" fmla="*/ 0 h 9"/>
                                <a:gd name="T2" fmla="*/ 3 w 18"/>
                                <a:gd name="T3" fmla="*/ 0 h 9"/>
                                <a:gd name="T4" fmla="*/ 2 w 18"/>
                                <a:gd name="T5" fmla="*/ 2 h 9"/>
                                <a:gd name="T6" fmla="*/ 0 w 18"/>
                                <a:gd name="T7" fmla="*/ 3 h 9"/>
                                <a:gd name="T8" fmla="*/ 0 w 18"/>
                                <a:gd name="T9" fmla="*/ 5 h 9"/>
                                <a:gd name="T10" fmla="*/ 0 w 18"/>
                                <a:gd name="T11" fmla="*/ 6 h 9"/>
                                <a:gd name="T12" fmla="*/ 0 w 18"/>
                                <a:gd name="T13" fmla="*/ 8 h 9"/>
                                <a:gd name="T14" fmla="*/ 2 w 18"/>
                                <a:gd name="T15" fmla="*/ 9 h 9"/>
                                <a:gd name="T16" fmla="*/ 3 w 18"/>
                                <a:gd name="T17" fmla="*/ 9 h 9"/>
                                <a:gd name="T18" fmla="*/ 12 w 18"/>
                                <a:gd name="T19" fmla="*/ 9 h 9"/>
                                <a:gd name="T20" fmla="*/ 13 w 18"/>
                                <a:gd name="T21" fmla="*/ 9 h 9"/>
                                <a:gd name="T22" fmla="*/ 15 w 18"/>
                                <a:gd name="T23" fmla="*/ 9 h 9"/>
                                <a:gd name="T24" fmla="*/ 16 w 18"/>
                                <a:gd name="T25" fmla="*/ 8 h 9"/>
                                <a:gd name="T26" fmla="*/ 18 w 18"/>
                                <a:gd name="T27" fmla="*/ 6 h 9"/>
                                <a:gd name="T28" fmla="*/ 18 w 18"/>
                                <a:gd name="T29" fmla="*/ 5 h 9"/>
                                <a:gd name="T30" fmla="*/ 16 w 18"/>
                                <a:gd name="T31" fmla="*/ 3 h 9"/>
                                <a:gd name="T32" fmla="*/ 15 w 18"/>
                                <a:gd name="T33" fmla="*/ 2 h 9"/>
                                <a:gd name="T34" fmla="*/ 13 w 18"/>
                                <a:gd name="T35" fmla="*/ 0 h 9"/>
                                <a:gd name="T36" fmla="*/ 5 w 18"/>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8"/>
                                <a:gd name="T58" fmla="*/ 0 h 9"/>
                                <a:gd name="T59" fmla="*/ 18 w 18"/>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8" h="9">
                                  <a:moveTo>
                                    <a:pt x="5" y="0"/>
                                  </a:moveTo>
                                  <a:lnTo>
                                    <a:pt x="3" y="0"/>
                                  </a:lnTo>
                                  <a:lnTo>
                                    <a:pt x="2" y="2"/>
                                  </a:lnTo>
                                  <a:lnTo>
                                    <a:pt x="0" y="3"/>
                                  </a:lnTo>
                                  <a:lnTo>
                                    <a:pt x="0" y="5"/>
                                  </a:lnTo>
                                  <a:lnTo>
                                    <a:pt x="0" y="6"/>
                                  </a:lnTo>
                                  <a:lnTo>
                                    <a:pt x="0" y="8"/>
                                  </a:lnTo>
                                  <a:lnTo>
                                    <a:pt x="2" y="9"/>
                                  </a:lnTo>
                                  <a:lnTo>
                                    <a:pt x="3" y="9"/>
                                  </a:lnTo>
                                  <a:lnTo>
                                    <a:pt x="12" y="9"/>
                                  </a:lnTo>
                                  <a:lnTo>
                                    <a:pt x="13" y="9"/>
                                  </a:lnTo>
                                  <a:lnTo>
                                    <a:pt x="15" y="9"/>
                                  </a:lnTo>
                                  <a:lnTo>
                                    <a:pt x="16" y="8"/>
                                  </a:lnTo>
                                  <a:lnTo>
                                    <a:pt x="18" y="6"/>
                                  </a:lnTo>
                                  <a:lnTo>
                                    <a:pt x="18" y="5"/>
                                  </a:lnTo>
                                  <a:lnTo>
                                    <a:pt x="16" y="3"/>
                                  </a:lnTo>
                                  <a:lnTo>
                                    <a:pt x="15" y="2"/>
                                  </a:lnTo>
                                  <a:lnTo>
                                    <a:pt x="13" y="0"/>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31" name="Freeform 57"/>
                            <p:cNvSpPr>
                              <a:spLocks/>
                            </p:cNvSpPr>
                            <p:nvPr/>
                          </p:nvSpPr>
                          <p:spPr bwMode="auto">
                            <a:xfrm>
                              <a:off x="4539" y="2101"/>
                              <a:ext cx="78" cy="9"/>
                            </a:xfrm>
                            <a:custGeom>
                              <a:avLst/>
                              <a:gdLst>
                                <a:gd name="T0" fmla="*/ 4 w 78"/>
                                <a:gd name="T1" fmla="*/ 0 h 9"/>
                                <a:gd name="T2" fmla="*/ 3 w 78"/>
                                <a:gd name="T3" fmla="*/ 0 h 9"/>
                                <a:gd name="T4" fmla="*/ 1 w 78"/>
                                <a:gd name="T5" fmla="*/ 2 h 9"/>
                                <a:gd name="T6" fmla="*/ 0 w 78"/>
                                <a:gd name="T7" fmla="*/ 3 h 9"/>
                                <a:gd name="T8" fmla="*/ 0 w 78"/>
                                <a:gd name="T9" fmla="*/ 5 h 9"/>
                                <a:gd name="T10" fmla="*/ 0 w 78"/>
                                <a:gd name="T11" fmla="*/ 6 h 9"/>
                                <a:gd name="T12" fmla="*/ 0 w 78"/>
                                <a:gd name="T13" fmla="*/ 8 h 9"/>
                                <a:gd name="T14" fmla="*/ 1 w 78"/>
                                <a:gd name="T15" fmla="*/ 9 h 9"/>
                                <a:gd name="T16" fmla="*/ 3 w 78"/>
                                <a:gd name="T17" fmla="*/ 9 h 9"/>
                                <a:gd name="T18" fmla="*/ 73 w 78"/>
                                <a:gd name="T19" fmla="*/ 9 h 9"/>
                                <a:gd name="T20" fmla="*/ 74 w 78"/>
                                <a:gd name="T21" fmla="*/ 9 h 9"/>
                                <a:gd name="T22" fmla="*/ 76 w 78"/>
                                <a:gd name="T23" fmla="*/ 9 h 9"/>
                                <a:gd name="T24" fmla="*/ 77 w 78"/>
                                <a:gd name="T25" fmla="*/ 8 h 9"/>
                                <a:gd name="T26" fmla="*/ 78 w 78"/>
                                <a:gd name="T27" fmla="*/ 6 h 9"/>
                                <a:gd name="T28" fmla="*/ 78 w 78"/>
                                <a:gd name="T29" fmla="*/ 5 h 9"/>
                                <a:gd name="T30" fmla="*/ 77 w 78"/>
                                <a:gd name="T31" fmla="*/ 3 h 9"/>
                                <a:gd name="T32" fmla="*/ 76 w 78"/>
                                <a:gd name="T33" fmla="*/ 2 h 9"/>
                                <a:gd name="T34" fmla="*/ 74 w 78"/>
                                <a:gd name="T35" fmla="*/ 0 h 9"/>
                                <a:gd name="T36" fmla="*/ 4 w 78"/>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78"/>
                                <a:gd name="T58" fmla="*/ 0 h 9"/>
                                <a:gd name="T59" fmla="*/ 78 w 78"/>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78" h="9">
                                  <a:moveTo>
                                    <a:pt x="4" y="0"/>
                                  </a:moveTo>
                                  <a:lnTo>
                                    <a:pt x="3" y="0"/>
                                  </a:lnTo>
                                  <a:lnTo>
                                    <a:pt x="1" y="2"/>
                                  </a:lnTo>
                                  <a:lnTo>
                                    <a:pt x="0" y="3"/>
                                  </a:lnTo>
                                  <a:lnTo>
                                    <a:pt x="0" y="5"/>
                                  </a:lnTo>
                                  <a:lnTo>
                                    <a:pt x="0" y="6"/>
                                  </a:lnTo>
                                  <a:lnTo>
                                    <a:pt x="0" y="8"/>
                                  </a:lnTo>
                                  <a:lnTo>
                                    <a:pt x="1" y="9"/>
                                  </a:lnTo>
                                  <a:lnTo>
                                    <a:pt x="3" y="9"/>
                                  </a:lnTo>
                                  <a:lnTo>
                                    <a:pt x="73" y="9"/>
                                  </a:lnTo>
                                  <a:lnTo>
                                    <a:pt x="74" y="9"/>
                                  </a:lnTo>
                                  <a:lnTo>
                                    <a:pt x="76" y="9"/>
                                  </a:lnTo>
                                  <a:lnTo>
                                    <a:pt x="77" y="8"/>
                                  </a:lnTo>
                                  <a:lnTo>
                                    <a:pt x="78" y="6"/>
                                  </a:lnTo>
                                  <a:lnTo>
                                    <a:pt x="78" y="5"/>
                                  </a:lnTo>
                                  <a:lnTo>
                                    <a:pt x="77" y="3"/>
                                  </a:lnTo>
                                  <a:lnTo>
                                    <a:pt x="76" y="2"/>
                                  </a:lnTo>
                                  <a:lnTo>
                                    <a:pt x="74"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32" name="Freeform 58"/>
                            <p:cNvSpPr>
                              <a:spLocks/>
                            </p:cNvSpPr>
                            <p:nvPr/>
                          </p:nvSpPr>
                          <p:spPr bwMode="auto">
                            <a:xfrm>
                              <a:off x="4635" y="2101"/>
                              <a:ext cx="17" cy="9"/>
                            </a:xfrm>
                            <a:custGeom>
                              <a:avLst/>
                              <a:gdLst>
                                <a:gd name="T0" fmla="*/ 4 w 17"/>
                                <a:gd name="T1" fmla="*/ 0 h 9"/>
                                <a:gd name="T2" fmla="*/ 3 w 17"/>
                                <a:gd name="T3" fmla="*/ 0 h 9"/>
                                <a:gd name="T4" fmla="*/ 1 w 17"/>
                                <a:gd name="T5" fmla="*/ 2 h 9"/>
                                <a:gd name="T6" fmla="*/ 0 w 17"/>
                                <a:gd name="T7" fmla="*/ 3 h 9"/>
                                <a:gd name="T8" fmla="*/ 0 w 17"/>
                                <a:gd name="T9" fmla="*/ 5 h 9"/>
                                <a:gd name="T10" fmla="*/ 0 w 17"/>
                                <a:gd name="T11" fmla="*/ 6 h 9"/>
                                <a:gd name="T12" fmla="*/ 0 w 17"/>
                                <a:gd name="T13" fmla="*/ 8 h 9"/>
                                <a:gd name="T14" fmla="*/ 1 w 17"/>
                                <a:gd name="T15" fmla="*/ 9 h 9"/>
                                <a:gd name="T16" fmla="*/ 3 w 17"/>
                                <a:gd name="T17" fmla="*/ 9 h 9"/>
                                <a:gd name="T18" fmla="*/ 11 w 17"/>
                                <a:gd name="T19" fmla="*/ 9 h 9"/>
                                <a:gd name="T20" fmla="*/ 13 w 17"/>
                                <a:gd name="T21" fmla="*/ 9 h 9"/>
                                <a:gd name="T22" fmla="*/ 14 w 17"/>
                                <a:gd name="T23" fmla="*/ 9 h 9"/>
                                <a:gd name="T24" fmla="*/ 16 w 17"/>
                                <a:gd name="T25" fmla="*/ 8 h 9"/>
                                <a:gd name="T26" fmla="*/ 17 w 17"/>
                                <a:gd name="T27" fmla="*/ 6 h 9"/>
                                <a:gd name="T28" fmla="*/ 17 w 17"/>
                                <a:gd name="T29" fmla="*/ 5 h 9"/>
                                <a:gd name="T30" fmla="*/ 16 w 17"/>
                                <a:gd name="T31" fmla="*/ 3 h 9"/>
                                <a:gd name="T32" fmla="*/ 14 w 17"/>
                                <a:gd name="T33" fmla="*/ 2 h 9"/>
                                <a:gd name="T34" fmla="*/ 13 w 17"/>
                                <a:gd name="T35" fmla="*/ 0 h 9"/>
                                <a:gd name="T36" fmla="*/ 4 w 17"/>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7"/>
                                <a:gd name="T58" fmla="*/ 0 h 9"/>
                                <a:gd name="T59" fmla="*/ 17 w 17"/>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7" h="9">
                                  <a:moveTo>
                                    <a:pt x="4" y="0"/>
                                  </a:moveTo>
                                  <a:lnTo>
                                    <a:pt x="3" y="0"/>
                                  </a:lnTo>
                                  <a:lnTo>
                                    <a:pt x="1" y="2"/>
                                  </a:lnTo>
                                  <a:lnTo>
                                    <a:pt x="0" y="3"/>
                                  </a:lnTo>
                                  <a:lnTo>
                                    <a:pt x="0" y="5"/>
                                  </a:lnTo>
                                  <a:lnTo>
                                    <a:pt x="0" y="6"/>
                                  </a:lnTo>
                                  <a:lnTo>
                                    <a:pt x="0" y="8"/>
                                  </a:lnTo>
                                  <a:lnTo>
                                    <a:pt x="1" y="9"/>
                                  </a:lnTo>
                                  <a:lnTo>
                                    <a:pt x="3" y="9"/>
                                  </a:lnTo>
                                  <a:lnTo>
                                    <a:pt x="11" y="9"/>
                                  </a:lnTo>
                                  <a:lnTo>
                                    <a:pt x="13" y="9"/>
                                  </a:lnTo>
                                  <a:lnTo>
                                    <a:pt x="14" y="9"/>
                                  </a:lnTo>
                                  <a:lnTo>
                                    <a:pt x="16" y="8"/>
                                  </a:lnTo>
                                  <a:lnTo>
                                    <a:pt x="17" y="6"/>
                                  </a:lnTo>
                                  <a:lnTo>
                                    <a:pt x="17" y="5"/>
                                  </a:lnTo>
                                  <a:lnTo>
                                    <a:pt x="16" y="3"/>
                                  </a:lnTo>
                                  <a:lnTo>
                                    <a:pt x="14" y="2"/>
                                  </a:lnTo>
                                  <a:lnTo>
                                    <a:pt x="13"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grpSp>
                      <p:grpSp>
                        <p:nvGrpSpPr>
                          <p:cNvPr id="38" name="Group 37"/>
                          <p:cNvGrpSpPr/>
                          <p:nvPr/>
                        </p:nvGrpSpPr>
                        <p:grpSpPr>
                          <a:xfrm>
                            <a:off x="2165350" y="2533650"/>
                            <a:ext cx="5284788" cy="1771650"/>
                            <a:chOff x="2165350" y="2533650"/>
                            <a:chExt cx="5284788" cy="1771650"/>
                          </a:xfrm>
                        </p:grpSpPr>
                        <p:grpSp>
                          <p:nvGrpSpPr>
                            <p:cNvPr id="39" name="Group 38"/>
                            <p:cNvGrpSpPr/>
                            <p:nvPr/>
                          </p:nvGrpSpPr>
                          <p:grpSpPr>
                            <a:xfrm>
                              <a:off x="2165350" y="2533650"/>
                              <a:ext cx="5284788" cy="1771650"/>
                              <a:chOff x="2165350" y="2533650"/>
                              <a:chExt cx="5284788" cy="1771650"/>
                            </a:xfrm>
                          </p:grpSpPr>
                          <p:grpSp>
                            <p:nvGrpSpPr>
                              <p:cNvPr id="71" name="Group 165"/>
                              <p:cNvGrpSpPr>
                                <a:grpSpLocks/>
                              </p:cNvGrpSpPr>
                              <p:nvPr/>
                            </p:nvGrpSpPr>
                            <p:grpSpPr bwMode="auto">
                              <a:xfrm>
                                <a:off x="5713413" y="2859088"/>
                                <a:ext cx="541337" cy="185737"/>
                                <a:chOff x="3611" y="1753"/>
                                <a:chExt cx="341" cy="117"/>
                              </a:xfrm>
                            </p:grpSpPr>
                            <p:sp>
                              <p:nvSpPr>
                                <p:cNvPr id="161" name="Freeform 166"/>
                                <p:cNvSpPr>
                                  <a:spLocks/>
                                </p:cNvSpPr>
                                <p:nvPr/>
                              </p:nvSpPr>
                              <p:spPr bwMode="auto">
                                <a:xfrm>
                                  <a:off x="3611" y="1862"/>
                                  <a:ext cx="9" cy="8"/>
                                </a:xfrm>
                                <a:custGeom>
                                  <a:avLst/>
                                  <a:gdLst>
                                    <a:gd name="T0" fmla="*/ 3 w 9"/>
                                    <a:gd name="T1" fmla="*/ 1 h 8"/>
                                    <a:gd name="T2" fmla="*/ 1 w 9"/>
                                    <a:gd name="T3" fmla="*/ 3 h 8"/>
                                    <a:gd name="T4" fmla="*/ 0 w 9"/>
                                    <a:gd name="T5" fmla="*/ 4 h 8"/>
                                    <a:gd name="T6" fmla="*/ 0 w 9"/>
                                    <a:gd name="T7" fmla="*/ 4 h 8"/>
                                    <a:gd name="T8" fmla="*/ 1 w 9"/>
                                    <a:gd name="T9" fmla="*/ 5 h 8"/>
                                    <a:gd name="T10" fmla="*/ 3 w 9"/>
                                    <a:gd name="T11" fmla="*/ 7 h 8"/>
                                    <a:gd name="T12" fmla="*/ 4 w 9"/>
                                    <a:gd name="T13" fmla="*/ 8 h 8"/>
                                    <a:gd name="T14" fmla="*/ 4 w 9"/>
                                    <a:gd name="T15" fmla="*/ 8 h 8"/>
                                    <a:gd name="T16" fmla="*/ 7 w 9"/>
                                    <a:gd name="T17" fmla="*/ 8 h 8"/>
                                    <a:gd name="T18" fmla="*/ 7 w 9"/>
                                    <a:gd name="T19" fmla="*/ 7 h 8"/>
                                    <a:gd name="T20" fmla="*/ 9 w 9"/>
                                    <a:gd name="T21" fmla="*/ 5 h 8"/>
                                    <a:gd name="T22" fmla="*/ 9 w 9"/>
                                    <a:gd name="T23" fmla="*/ 4 h 8"/>
                                    <a:gd name="T24" fmla="*/ 9 w 9"/>
                                    <a:gd name="T25" fmla="*/ 3 h 8"/>
                                    <a:gd name="T26" fmla="*/ 9 w 9"/>
                                    <a:gd name="T27" fmla="*/ 1 h 8"/>
                                    <a:gd name="T28" fmla="*/ 7 w 9"/>
                                    <a:gd name="T29" fmla="*/ 0 h 8"/>
                                    <a:gd name="T30" fmla="*/ 6 w 9"/>
                                    <a:gd name="T31" fmla="*/ 0 h 8"/>
                                    <a:gd name="T32" fmla="*/ 4 w 9"/>
                                    <a:gd name="T33" fmla="*/ 0 h 8"/>
                                    <a:gd name="T34" fmla="*/ 3 w 9"/>
                                    <a:gd name="T35" fmla="*/ 0 h 8"/>
                                    <a:gd name="T36" fmla="*/ 3 w 9"/>
                                    <a:gd name="T37" fmla="*/ 1 h 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9"/>
                                    <a:gd name="T58" fmla="*/ 0 h 8"/>
                                    <a:gd name="T59" fmla="*/ 9 w 9"/>
                                    <a:gd name="T60" fmla="*/ 8 h 8"/>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9" h="8">
                                      <a:moveTo>
                                        <a:pt x="3" y="1"/>
                                      </a:moveTo>
                                      <a:lnTo>
                                        <a:pt x="1" y="3"/>
                                      </a:lnTo>
                                      <a:lnTo>
                                        <a:pt x="0" y="4"/>
                                      </a:lnTo>
                                      <a:lnTo>
                                        <a:pt x="1" y="5"/>
                                      </a:lnTo>
                                      <a:lnTo>
                                        <a:pt x="3" y="7"/>
                                      </a:lnTo>
                                      <a:lnTo>
                                        <a:pt x="4" y="8"/>
                                      </a:lnTo>
                                      <a:lnTo>
                                        <a:pt x="7" y="8"/>
                                      </a:lnTo>
                                      <a:lnTo>
                                        <a:pt x="7" y="7"/>
                                      </a:lnTo>
                                      <a:lnTo>
                                        <a:pt x="9" y="5"/>
                                      </a:lnTo>
                                      <a:lnTo>
                                        <a:pt x="9" y="4"/>
                                      </a:lnTo>
                                      <a:lnTo>
                                        <a:pt x="9" y="3"/>
                                      </a:lnTo>
                                      <a:lnTo>
                                        <a:pt x="9" y="1"/>
                                      </a:lnTo>
                                      <a:lnTo>
                                        <a:pt x="7" y="0"/>
                                      </a:lnTo>
                                      <a:lnTo>
                                        <a:pt x="6" y="0"/>
                                      </a:lnTo>
                                      <a:lnTo>
                                        <a:pt x="4" y="0"/>
                                      </a:lnTo>
                                      <a:lnTo>
                                        <a:pt x="3" y="0"/>
                                      </a:lnTo>
                                      <a:lnTo>
                                        <a:pt x="3"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62" name="Freeform 167"/>
                                <p:cNvSpPr>
                                  <a:spLocks/>
                                </p:cNvSpPr>
                                <p:nvPr/>
                              </p:nvSpPr>
                              <p:spPr bwMode="auto">
                                <a:xfrm>
                                  <a:off x="3624" y="1851"/>
                                  <a:ext cx="9" cy="9"/>
                                </a:xfrm>
                                <a:custGeom>
                                  <a:avLst/>
                                  <a:gdLst>
                                    <a:gd name="T0" fmla="*/ 3 w 9"/>
                                    <a:gd name="T1" fmla="*/ 0 h 9"/>
                                    <a:gd name="T2" fmla="*/ 2 w 9"/>
                                    <a:gd name="T3" fmla="*/ 2 h 9"/>
                                    <a:gd name="T4" fmla="*/ 0 w 9"/>
                                    <a:gd name="T5" fmla="*/ 3 h 9"/>
                                    <a:gd name="T6" fmla="*/ 0 w 9"/>
                                    <a:gd name="T7" fmla="*/ 5 h 9"/>
                                    <a:gd name="T8" fmla="*/ 2 w 9"/>
                                    <a:gd name="T9" fmla="*/ 6 h 9"/>
                                    <a:gd name="T10" fmla="*/ 3 w 9"/>
                                    <a:gd name="T11" fmla="*/ 8 h 9"/>
                                    <a:gd name="T12" fmla="*/ 4 w 9"/>
                                    <a:gd name="T13" fmla="*/ 9 h 9"/>
                                    <a:gd name="T14" fmla="*/ 6 w 9"/>
                                    <a:gd name="T15" fmla="*/ 9 h 9"/>
                                    <a:gd name="T16" fmla="*/ 7 w 9"/>
                                    <a:gd name="T17" fmla="*/ 8 h 9"/>
                                    <a:gd name="T18" fmla="*/ 7 w 9"/>
                                    <a:gd name="T19" fmla="*/ 8 h 9"/>
                                    <a:gd name="T20" fmla="*/ 9 w 9"/>
                                    <a:gd name="T21" fmla="*/ 6 h 9"/>
                                    <a:gd name="T22" fmla="*/ 9 w 9"/>
                                    <a:gd name="T23" fmla="*/ 5 h 9"/>
                                    <a:gd name="T24" fmla="*/ 9 w 9"/>
                                    <a:gd name="T25" fmla="*/ 3 h 9"/>
                                    <a:gd name="T26" fmla="*/ 9 w 9"/>
                                    <a:gd name="T27" fmla="*/ 2 h 9"/>
                                    <a:gd name="T28" fmla="*/ 7 w 9"/>
                                    <a:gd name="T29" fmla="*/ 0 h 9"/>
                                    <a:gd name="T30" fmla="*/ 6 w 9"/>
                                    <a:gd name="T31" fmla="*/ 0 h 9"/>
                                    <a:gd name="T32" fmla="*/ 4 w 9"/>
                                    <a:gd name="T33" fmla="*/ 0 h 9"/>
                                    <a:gd name="T34" fmla="*/ 3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3" y="0"/>
                                      </a:moveTo>
                                      <a:lnTo>
                                        <a:pt x="2" y="2"/>
                                      </a:lnTo>
                                      <a:lnTo>
                                        <a:pt x="0" y="3"/>
                                      </a:lnTo>
                                      <a:lnTo>
                                        <a:pt x="0" y="5"/>
                                      </a:lnTo>
                                      <a:lnTo>
                                        <a:pt x="2" y="6"/>
                                      </a:lnTo>
                                      <a:lnTo>
                                        <a:pt x="3" y="8"/>
                                      </a:lnTo>
                                      <a:lnTo>
                                        <a:pt x="4" y="9"/>
                                      </a:lnTo>
                                      <a:lnTo>
                                        <a:pt x="6" y="9"/>
                                      </a:lnTo>
                                      <a:lnTo>
                                        <a:pt x="7" y="8"/>
                                      </a:lnTo>
                                      <a:lnTo>
                                        <a:pt x="9" y="6"/>
                                      </a:lnTo>
                                      <a:lnTo>
                                        <a:pt x="9" y="5"/>
                                      </a:lnTo>
                                      <a:lnTo>
                                        <a:pt x="9" y="3"/>
                                      </a:lnTo>
                                      <a:lnTo>
                                        <a:pt x="9" y="2"/>
                                      </a:lnTo>
                                      <a:lnTo>
                                        <a:pt x="7" y="0"/>
                                      </a:lnTo>
                                      <a:lnTo>
                                        <a:pt x="6" y="0"/>
                                      </a:lnTo>
                                      <a:lnTo>
                                        <a:pt x="4"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63" name="Freeform 168"/>
                                <p:cNvSpPr>
                                  <a:spLocks/>
                                </p:cNvSpPr>
                                <p:nvPr/>
                              </p:nvSpPr>
                              <p:spPr bwMode="auto">
                                <a:xfrm>
                                  <a:off x="3637" y="1840"/>
                                  <a:ext cx="9" cy="9"/>
                                </a:xfrm>
                                <a:custGeom>
                                  <a:avLst/>
                                  <a:gdLst>
                                    <a:gd name="T0" fmla="*/ 3 w 9"/>
                                    <a:gd name="T1" fmla="*/ 0 h 9"/>
                                    <a:gd name="T2" fmla="*/ 2 w 9"/>
                                    <a:gd name="T3" fmla="*/ 1 h 9"/>
                                    <a:gd name="T4" fmla="*/ 0 w 9"/>
                                    <a:gd name="T5" fmla="*/ 3 h 9"/>
                                    <a:gd name="T6" fmla="*/ 0 w 9"/>
                                    <a:gd name="T7" fmla="*/ 4 h 9"/>
                                    <a:gd name="T8" fmla="*/ 2 w 9"/>
                                    <a:gd name="T9" fmla="*/ 6 h 9"/>
                                    <a:gd name="T10" fmla="*/ 3 w 9"/>
                                    <a:gd name="T11" fmla="*/ 7 h 9"/>
                                    <a:gd name="T12" fmla="*/ 4 w 9"/>
                                    <a:gd name="T13" fmla="*/ 9 h 9"/>
                                    <a:gd name="T14" fmla="*/ 6 w 9"/>
                                    <a:gd name="T15" fmla="*/ 9 h 9"/>
                                    <a:gd name="T16" fmla="*/ 7 w 9"/>
                                    <a:gd name="T17" fmla="*/ 7 h 9"/>
                                    <a:gd name="T18" fmla="*/ 7 w 9"/>
                                    <a:gd name="T19" fmla="*/ 7 h 9"/>
                                    <a:gd name="T20" fmla="*/ 9 w 9"/>
                                    <a:gd name="T21" fmla="*/ 6 h 9"/>
                                    <a:gd name="T22" fmla="*/ 9 w 9"/>
                                    <a:gd name="T23" fmla="*/ 4 h 9"/>
                                    <a:gd name="T24" fmla="*/ 9 w 9"/>
                                    <a:gd name="T25" fmla="*/ 3 h 9"/>
                                    <a:gd name="T26" fmla="*/ 9 w 9"/>
                                    <a:gd name="T27" fmla="*/ 1 h 9"/>
                                    <a:gd name="T28" fmla="*/ 7 w 9"/>
                                    <a:gd name="T29" fmla="*/ 0 h 9"/>
                                    <a:gd name="T30" fmla="*/ 6 w 9"/>
                                    <a:gd name="T31" fmla="*/ 0 h 9"/>
                                    <a:gd name="T32" fmla="*/ 4 w 9"/>
                                    <a:gd name="T33" fmla="*/ 0 h 9"/>
                                    <a:gd name="T34" fmla="*/ 3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3" y="0"/>
                                      </a:moveTo>
                                      <a:lnTo>
                                        <a:pt x="2" y="1"/>
                                      </a:lnTo>
                                      <a:lnTo>
                                        <a:pt x="0" y="3"/>
                                      </a:lnTo>
                                      <a:lnTo>
                                        <a:pt x="0" y="4"/>
                                      </a:lnTo>
                                      <a:lnTo>
                                        <a:pt x="2" y="6"/>
                                      </a:lnTo>
                                      <a:lnTo>
                                        <a:pt x="3" y="7"/>
                                      </a:lnTo>
                                      <a:lnTo>
                                        <a:pt x="4" y="9"/>
                                      </a:lnTo>
                                      <a:lnTo>
                                        <a:pt x="6" y="9"/>
                                      </a:lnTo>
                                      <a:lnTo>
                                        <a:pt x="7" y="7"/>
                                      </a:lnTo>
                                      <a:lnTo>
                                        <a:pt x="9" y="6"/>
                                      </a:lnTo>
                                      <a:lnTo>
                                        <a:pt x="9" y="4"/>
                                      </a:lnTo>
                                      <a:lnTo>
                                        <a:pt x="9" y="3"/>
                                      </a:lnTo>
                                      <a:lnTo>
                                        <a:pt x="9" y="1"/>
                                      </a:lnTo>
                                      <a:lnTo>
                                        <a:pt x="7" y="0"/>
                                      </a:lnTo>
                                      <a:lnTo>
                                        <a:pt x="6" y="0"/>
                                      </a:lnTo>
                                      <a:lnTo>
                                        <a:pt x="4"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64" name="Freeform 169"/>
                                <p:cNvSpPr>
                                  <a:spLocks/>
                                </p:cNvSpPr>
                                <p:nvPr/>
                              </p:nvSpPr>
                              <p:spPr bwMode="auto">
                                <a:xfrm>
                                  <a:off x="3650" y="1828"/>
                                  <a:ext cx="9" cy="9"/>
                                </a:xfrm>
                                <a:custGeom>
                                  <a:avLst/>
                                  <a:gdLst>
                                    <a:gd name="T0" fmla="*/ 3 w 9"/>
                                    <a:gd name="T1" fmla="*/ 0 h 9"/>
                                    <a:gd name="T2" fmla="*/ 2 w 9"/>
                                    <a:gd name="T3" fmla="*/ 2 h 9"/>
                                    <a:gd name="T4" fmla="*/ 0 w 9"/>
                                    <a:gd name="T5" fmla="*/ 3 h 9"/>
                                    <a:gd name="T6" fmla="*/ 0 w 9"/>
                                    <a:gd name="T7" fmla="*/ 5 h 9"/>
                                    <a:gd name="T8" fmla="*/ 2 w 9"/>
                                    <a:gd name="T9" fmla="*/ 6 h 9"/>
                                    <a:gd name="T10" fmla="*/ 3 w 9"/>
                                    <a:gd name="T11" fmla="*/ 8 h 9"/>
                                    <a:gd name="T12" fmla="*/ 5 w 9"/>
                                    <a:gd name="T13" fmla="*/ 9 h 9"/>
                                    <a:gd name="T14" fmla="*/ 6 w 9"/>
                                    <a:gd name="T15" fmla="*/ 9 h 9"/>
                                    <a:gd name="T16" fmla="*/ 7 w 9"/>
                                    <a:gd name="T17" fmla="*/ 8 h 9"/>
                                    <a:gd name="T18" fmla="*/ 7 w 9"/>
                                    <a:gd name="T19" fmla="*/ 8 h 9"/>
                                    <a:gd name="T20" fmla="*/ 9 w 9"/>
                                    <a:gd name="T21" fmla="*/ 6 h 9"/>
                                    <a:gd name="T22" fmla="*/ 9 w 9"/>
                                    <a:gd name="T23" fmla="*/ 5 h 9"/>
                                    <a:gd name="T24" fmla="*/ 9 w 9"/>
                                    <a:gd name="T25" fmla="*/ 3 h 9"/>
                                    <a:gd name="T26" fmla="*/ 9 w 9"/>
                                    <a:gd name="T27" fmla="*/ 2 h 9"/>
                                    <a:gd name="T28" fmla="*/ 7 w 9"/>
                                    <a:gd name="T29" fmla="*/ 0 h 9"/>
                                    <a:gd name="T30" fmla="*/ 6 w 9"/>
                                    <a:gd name="T31" fmla="*/ 0 h 9"/>
                                    <a:gd name="T32" fmla="*/ 5 w 9"/>
                                    <a:gd name="T33" fmla="*/ 0 h 9"/>
                                    <a:gd name="T34" fmla="*/ 3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3" y="0"/>
                                      </a:moveTo>
                                      <a:lnTo>
                                        <a:pt x="2" y="2"/>
                                      </a:lnTo>
                                      <a:lnTo>
                                        <a:pt x="0" y="3"/>
                                      </a:lnTo>
                                      <a:lnTo>
                                        <a:pt x="0" y="5"/>
                                      </a:lnTo>
                                      <a:lnTo>
                                        <a:pt x="2" y="6"/>
                                      </a:lnTo>
                                      <a:lnTo>
                                        <a:pt x="3" y="8"/>
                                      </a:lnTo>
                                      <a:lnTo>
                                        <a:pt x="5" y="9"/>
                                      </a:lnTo>
                                      <a:lnTo>
                                        <a:pt x="6" y="9"/>
                                      </a:lnTo>
                                      <a:lnTo>
                                        <a:pt x="7" y="8"/>
                                      </a:lnTo>
                                      <a:lnTo>
                                        <a:pt x="9" y="6"/>
                                      </a:lnTo>
                                      <a:lnTo>
                                        <a:pt x="9" y="5"/>
                                      </a:lnTo>
                                      <a:lnTo>
                                        <a:pt x="9" y="3"/>
                                      </a:lnTo>
                                      <a:lnTo>
                                        <a:pt x="9" y="2"/>
                                      </a:lnTo>
                                      <a:lnTo>
                                        <a:pt x="7" y="0"/>
                                      </a:lnTo>
                                      <a:lnTo>
                                        <a:pt x="6" y="0"/>
                                      </a:lnTo>
                                      <a:lnTo>
                                        <a:pt x="5"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65" name="Freeform 170"/>
                                <p:cNvSpPr>
                                  <a:spLocks/>
                                </p:cNvSpPr>
                                <p:nvPr/>
                              </p:nvSpPr>
                              <p:spPr bwMode="auto">
                                <a:xfrm>
                                  <a:off x="3663" y="1817"/>
                                  <a:ext cx="9" cy="8"/>
                                </a:xfrm>
                                <a:custGeom>
                                  <a:avLst/>
                                  <a:gdLst>
                                    <a:gd name="T0" fmla="*/ 3 w 9"/>
                                    <a:gd name="T1" fmla="*/ 0 h 8"/>
                                    <a:gd name="T2" fmla="*/ 2 w 9"/>
                                    <a:gd name="T3" fmla="*/ 1 h 8"/>
                                    <a:gd name="T4" fmla="*/ 0 w 9"/>
                                    <a:gd name="T5" fmla="*/ 3 h 8"/>
                                    <a:gd name="T6" fmla="*/ 0 w 9"/>
                                    <a:gd name="T7" fmla="*/ 4 h 8"/>
                                    <a:gd name="T8" fmla="*/ 2 w 9"/>
                                    <a:gd name="T9" fmla="*/ 5 h 8"/>
                                    <a:gd name="T10" fmla="*/ 3 w 9"/>
                                    <a:gd name="T11" fmla="*/ 7 h 8"/>
                                    <a:gd name="T12" fmla="*/ 5 w 9"/>
                                    <a:gd name="T13" fmla="*/ 8 h 8"/>
                                    <a:gd name="T14" fmla="*/ 6 w 9"/>
                                    <a:gd name="T15" fmla="*/ 8 h 8"/>
                                    <a:gd name="T16" fmla="*/ 8 w 9"/>
                                    <a:gd name="T17" fmla="*/ 7 h 8"/>
                                    <a:gd name="T18" fmla="*/ 8 w 9"/>
                                    <a:gd name="T19" fmla="*/ 7 h 8"/>
                                    <a:gd name="T20" fmla="*/ 9 w 9"/>
                                    <a:gd name="T21" fmla="*/ 5 h 8"/>
                                    <a:gd name="T22" fmla="*/ 9 w 9"/>
                                    <a:gd name="T23" fmla="*/ 4 h 8"/>
                                    <a:gd name="T24" fmla="*/ 9 w 9"/>
                                    <a:gd name="T25" fmla="*/ 3 h 8"/>
                                    <a:gd name="T26" fmla="*/ 9 w 9"/>
                                    <a:gd name="T27" fmla="*/ 1 h 8"/>
                                    <a:gd name="T28" fmla="*/ 8 w 9"/>
                                    <a:gd name="T29" fmla="*/ 0 h 8"/>
                                    <a:gd name="T30" fmla="*/ 6 w 9"/>
                                    <a:gd name="T31" fmla="*/ 0 h 8"/>
                                    <a:gd name="T32" fmla="*/ 5 w 9"/>
                                    <a:gd name="T33" fmla="*/ 0 h 8"/>
                                    <a:gd name="T34" fmla="*/ 3 w 9"/>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3" y="0"/>
                                      </a:moveTo>
                                      <a:lnTo>
                                        <a:pt x="2" y="1"/>
                                      </a:lnTo>
                                      <a:lnTo>
                                        <a:pt x="0" y="3"/>
                                      </a:lnTo>
                                      <a:lnTo>
                                        <a:pt x="0" y="4"/>
                                      </a:lnTo>
                                      <a:lnTo>
                                        <a:pt x="2" y="5"/>
                                      </a:lnTo>
                                      <a:lnTo>
                                        <a:pt x="3" y="7"/>
                                      </a:lnTo>
                                      <a:lnTo>
                                        <a:pt x="5" y="8"/>
                                      </a:lnTo>
                                      <a:lnTo>
                                        <a:pt x="6" y="8"/>
                                      </a:lnTo>
                                      <a:lnTo>
                                        <a:pt x="8" y="7"/>
                                      </a:lnTo>
                                      <a:lnTo>
                                        <a:pt x="9" y="5"/>
                                      </a:lnTo>
                                      <a:lnTo>
                                        <a:pt x="9" y="4"/>
                                      </a:lnTo>
                                      <a:lnTo>
                                        <a:pt x="9" y="3"/>
                                      </a:lnTo>
                                      <a:lnTo>
                                        <a:pt x="9" y="1"/>
                                      </a:lnTo>
                                      <a:lnTo>
                                        <a:pt x="8" y="0"/>
                                      </a:lnTo>
                                      <a:lnTo>
                                        <a:pt x="6" y="0"/>
                                      </a:lnTo>
                                      <a:lnTo>
                                        <a:pt x="5"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66" name="Freeform 171"/>
                                <p:cNvSpPr>
                                  <a:spLocks/>
                                </p:cNvSpPr>
                                <p:nvPr/>
                              </p:nvSpPr>
                              <p:spPr bwMode="auto">
                                <a:xfrm>
                                  <a:off x="3678" y="1805"/>
                                  <a:ext cx="9" cy="9"/>
                                </a:xfrm>
                                <a:custGeom>
                                  <a:avLst/>
                                  <a:gdLst>
                                    <a:gd name="T0" fmla="*/ 1 w 9"/>
                                    <a:gd name="T1" fmla="*/ 0 h 9"/>
                                    <a:gd name="T2" fmla="*/ 0 w 9"/>
                                    <a:gd name="T3" fmla="*/ 1 h 9"/>
                                    <a:gd name="T4" fmla="*/ 0 w 9"/>
                                    <a:gd name="T5" fmla="*/ 3 h 9"/>
                                    <a:gd name="T6" fmla="*/ 0 w 9"/>
                                    <a:gd name="T7" fmla="*/ 4 h 9"/>
                                    <a:gd name="T8" fmla="*/ 0 w 9"/>
                                    <a:gd name="T9" fmla="*/ 6 h 9"/>
                                    <a:gd name="T10" fmla="*/ 1 w 9"/>
                                    <a:gd name="T11" fmla="*/ 7 h 9"/>
                                    <a:gd name="T12" fmla="*/ 3 w 9"/>
                                    <a:gd name="T13" fmla="*/ 9 h 9"/>
                                    <a:gd name="T14" fmla="*/ 4 w 9"/>
                                    <a:gd name="T15" fmla="*/ 9 h 9"/>
                                    <a:gd name="T16" fmla="*/ 6 w 9"/>
                                    <a:gd name="T17" fmla="*/ 7 h 9"/>
                                    <a:gd name="T18" fmla="*/ 6 w 9"/>
                                    <a:gd name="T19" fmla="*/ 7 h 9"/>
                                    <a:gd name="T20" fmla="*/ 7 w 9"/>
                                    <a:gd name="T21" fmla="*/ 6 h 9"/>
                                    <a:gd name="T22" fmla="*/ 9 w 9"/>
                                    <a:gd name="T23" fmla="*/ 4 h 9"/>
                                    <a:gd name="T24" fmla="*/ 9 w 9"/>
                                    <a:gd name="T25" fmla="*/ 3 h 9"/>
                                    <a:gd name="T26" fmla="*/ 7 w 9"/>
                                    <a:gd name="T27" fmla="*/ 1 h 9"/>
                                    <a:gd name="T28" fmla="*/ 6 w 9"/>
                                    <a:gd name="T29" fmla="*/ 0 h 9"/>
                                    <a:gd name="T30" fmla="*/ 4 w 9"/>
                                    <a:gd name="T31" fmla="*/ 0 h 9"/>
                                    <a:gd name="T32" fmla="*/ 3 w 9"/>
                                    <a:gd name="T33" fmla="*/ 0 h 9"/>
                                    <a:gd name="T34" fmla="*/ 1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1" y="0"/>
                                      </a:moveTo>
                                      <a:lnTo>
                                        <a:pt x="0" y="1"/>
                                      </a:lnTo>
                                      <a:lnTo>
                                        <a:pt x="0" y="3"/>
                                      </a:lnTo>
                                      <a:lnTo>
                                        <a:pt x="0" y="4"/>
                                      </a:lnTo>
                                      <a:lnTo>
                                        <a:pt x="0" y="6"/>
                                      </a:lnTo>
                                      <a:lnTo>
                                        <a:pt x="1" y="7"/>
                                      </a:lnTo>
                                      <a:lnTo>
                                        <a:pt x="3" y="9"/>
                                      </a:lnTo>
                                      <a:lnTo>
                                        <a:pt x="4" y="9"/>
                                      </a:lnTo>
                                      <a:lnTo>
                                        <a:pt x="6" y="7"/>
                                      </a:lnTo>
                                      <a:lnTo>
                                        <a:pt x="7" y="6"/>
                                      </a:lnTo>
                                      <a:lnTo>
                                        <a:pt x="9" y="4"/>
                                      </a:lnTo>
                                      <a:lnTo>
                                        <a:pt x="9" y="3"/>
                                      </a:lnTo>
                                      <a:lnTo>
                                        <a:pt x="7" y="1"/>
                                      </a:lnTo>
                                      <a:lnTo>
                                        <a:pt x="6" y="0"/>
                                      </a:lnTo>
                                      <a:lnTo>
                                        <a:pt x="4" y="0"/>
                                      </a:lnTo>
                                      <a:lnTo>
                                        <a:pt x="3" y="0"/>
                                      </a:lnTo>
                                      <a:lnTo>
                                        <a:pt x="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67" name="Freeform 172"/>
                                <p:cNvSpPr>
                                  <a:spLocks/>
                                </p:cNvSpPr>
                                <p:nvPr/>
                              </p:nvSpPr>
                              <p:spPr bwMode="auto">
                                <a:xfrm>
                                  <a:off x="3691" y="1795"/>
                                  <a:ext cx="9" cy="9"/>
                                </a:xfrm>
                                <a:custGeom>
                                  <a:avLst/>
                                  <a:gdLst>
                                    <a:gd name="T0" fmla="*/ 1 w 9"/>
                                    <a:gd name="T1" fmla="*/ 0 h 9"/>
                                    <a:gd name="T2" fmla="*/ 0 w 9"/>
                                    <a:gd name="T3" fmla="*/ 1 h 9"/>
                                    <a:gd name="T4" fmla="*/ 0 w 9"/>
                                    <a:gd name="T5" fmla="*/ 3 h 9"/>
                                    <a:gd name="T6" fmla="*/ 0 w 9"/>
                                    <a:gd name="T7" fmla="*/ 4 h 9"/>
                                    <a:gd name="T8" fmla="*/ 0 w 9"/>
                                    <a:gd name="T9" fmla="*/ 6 h 9"/>
                                    <a:gd name="T10" fmla="*/ 1 w 9"/>
                                    <a:gd name="T11" fmla="*/ 7 h 9"/>
                                    <a:gd name="T12" fmla="*/ 3 w 9"/>
                                    <a:gd name="T13" fmla="*/ 9 h 9"/>
                                    <a:gd name="T14" fmla="*/ 4 w 9"/>
                                    <a:gd name="T15" fmla="*/ 9 h 9"/>
                                    <a:gd name="T16" fmla="*/ 6 w 9"/>
                                    <a:gd name="T17" fmla="*/ 7 h 9"/>
                                    <a:gd name="T18" fmla="*/ 6 w 9"/>
                                    <a:gd name="T19" fmla="*/ 7 h 9"/>
                                    <a:gd name="T20" fmla="*/ 7 w 9"/>
                                    <a:gd name="T21" fmla="*/ 6 h 9"/>
                                    <a:gd name="T22" fmla="*/ 9 w 9"/>
                                    <a:gd name="T23" fmla="*/ 4 h 9"/>
                                    <a:gd name="T24" fmla="*/ 9 w 9"/>
                                    <a:gd name="T25" fmla="*/ 3 h 9"/>
                                    <a:gd name="T26" fmla="*/ 7 w 9"/>
                                    <a:gd name="T27" fmla="*/ 1 h 9"/>
                                    <a:gd name="T28" fmla="*/ 6 w 9"/>
                                    <a:gd name="T29" fmla="*/ 0 h 9"/>
                                    <a:gd name="T30" fmla="*/ 4 w 9"/>
                                    <a:gd name="T31" fmla="*/ 0 h 9"/>
                                    <a:gd name="T32" fmla="*/ 3 w 9"/>
                                    <a:gd name="T33" fmla="*/ 0 h 9"/>
                                    <a:gd name="T34" fmla="*/ 1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1" y="0"/>
                                      </a:moveTo>
                                      <a:lnTo>
                                        <a:pt x="0" y="1"/>
                                      </a:lnTo>
                                      <a:lnTo>
                                        <a:pt x="0" y="3"/>
                                      </a:lnTo>
                                      <a:lnTo>
                                        <a:pt x="0" y="4"/>
                                      </a:lnTo>
                                      <a:lnTo>
                                        <a:pt x="0" y="6"/>
                                      </a:lnTo>
                                      <a:lnTo>
                                        <a:pt x="1" y="7"/>
                                      </a:lnTo>
                                      <a:lnTo>
                                        <a:pt x="3" y="9"/>
                                      </a:lnTo>
                                      <a:lnTo>
                                        <a:pt x="4" y="9"/>
                                      </a:lnTo>
                                      <a:lnTo>
                                        <a:pt x="6" y="7"/>
                                      </a:lnTo>
                                      <a:lnTo>
                                        <a:pt x="7" y="6"/>
                                      </a:lnTo>
                                      <a:lnTo>
                                        <a:pt x="9" y="4"/>
                                      </a:lnTo>
                                      <a:lnTo>
                                        <a:pt x="9" y="3"/>
                                      </a:lnTo>
                                      <a:lnTo>
                                        <a:pt x="7" y="1"/>
                                      </a:lnTo>
                                      <a:lnTo>
                                        <a:pt x="6" y="0"/>
                                      </a:lnTo>
                                      <a:lnTo>
                                        <a:pt x="4" y="0"/>
                                      </a:lnTo>
                                      <a:lnTo>
                                        <a:pt x="3" y="0"/>
                                      </a:lnTo>
                                      <a:lnTo>
                                        <a:pt x="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68" name="Freeform 173"/>
                                <p:cNvSpPr>
                                  <a:spLocks/>
                                </p:cNvSpPr>
                                <p:nvPr/>
                              </p:nvSpPr>
                              <p:spPr bwMode="auto">
                                <a:xfrm>
                                  <a:off x="3705" y="1783"/>
                                  <a:ext cx="9" cy="9"/>
                                </a:xfrm>
                                <a:custGeom>
                                  <a:avLst/>
                                  <a:gdLst>
                                    <a:gd name="T0" fmla="*/ 2 w 9"/>
                                    <a:gd name="T1" fmla="*/ 2 h 9"/>
                                    <a:gd name="T2" fmla="*/ 0 w 9"/>
                                    <a:gd name="T3" fmla="*/ 3 h 9"/>
                                    <a:gd name="T4" fmla="*/ 0 w 9"/>
                                    <a:gd name="T5" fmla="*/ 5 h 9"/>
                                    <a:gd name="T6" fmla="*/ 0 w 9"/>
                                    <a:gd name="T7" fmla="*/ 6 h 9"/>
                                    <a:gd name="T8" fmla="*/ 0 w 9"/>
                                    <a:gd name="T9" fmla="*/ 7 h 9"/>
                                    <a:gd name="T10" fmla="*/ 2 w 9"/>
                                    <a:gd name="T11" fmla="*/ 9 h 9"/>
                                    <a:gd name="T12" fmla="*/ 3 w 9"/>
                                    <a:gd name="T13" fmla="*/ 9 h 9"/>
                                    <a:gd name="T14" fmla="*/ 5 w 9"/>
                                    <a:gd name="T15" fmla="*/ 9 h 9"/>
                                    <a:gd name="T16" fmla="*/ 6 w 9"/>
                                    <a:gd name="T17" fmla="*/ 9 h 9"/>
                                    <a:gd name="T18" fmla="*/ 6 w 9"/>
                                    <a:gd name="T19" fmla="*/ 9 h 9"/>
                                    <a:gd name="T20" fmla="*/ 8 w 9"/>
                                    <a:gd name="T21" fmla="*/ 7 h 9"/>
                                    <a:gd name="T22" fmla="*/ 9 w 9"/>
                                    <a:gd name="T23" fmla="*/ 6 h 9"/>
                                    <a:gd name="T24" fmla="*/ 9 w 9"/>
                                    <a:gd name="T25" fmla="*/ 5 h 9"/>
                                    <a:gd name="T26" fmla="*/ 8 w 9"/>
                                    <a:gd name="T27" fmla="*/ 3 h 9"/>
                                    <a:gd name="T28" fmla="*/ 6 w 9"/>
                                    <a:gd name="T29" fmla="*/ 2 h 9"/>
                                    <a:gd name="T30" fmla="*/ 5 w 9"/>
                                    <a:gd name="T31" fmla="*/ 0 h 9"/>
                                    <a:gd name="T32" fmla="*/ 3 w 9"/>
                                    <a:gd name="T33" fmla="*/ 0 h 9"/>
                                    <a:gd name="T34" fmla="*/ 2 w 9"/>
                                    <a:gd name="T35" fmla="*/ 2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2" y="2"/>
                                      </a:moveTo>
                                      <a:lnTo>
                                        <a:pt x="0" y="3"/>
                                      </a:lnTo>
                                      <a:lnTo>
                                        <a:pt x="0" y="5"/>
                                      </a:lnTo>
                                      <a:lnTo>
                                        <a:pt x="0" y="6"/>
                                      </a:lnTo>
                                      <a:lnTo>
                                        <a:pt x="0" y="7"/>
                                      </a:lnTo>
                                      <a:lnTo>
                                        <a:pt x="2" y="9"/>
                                      </a:lnTo>
                                      <a:lnTo>
                                        <a:pt x="3" y="9"/>
                                      </a:lnTo>
                                      <a:lnTo>
                                        <a:pt x="5" y="9"/>
                                      </a:lnTo>
                                      <a:lnTo>
                                        <a:pt x="6" y="9"/>
                                      </a:lnTo>
                                      <a:lnTo>
                                        <a:pt x="8" y="7"/>
                                      </a:lnTo>
                                      <a:lnTo>
                                        <a:pt x="9" y="6"/>
                                      </a:lnTo>
                                      <a:lnTo>
                                        <a:pt x="9" y="5"/>
                                      </a:lnTo>
                                      <a:lnTo>
                                        <a:pt x="8" y="3"/>
                                      </a:lnTo>
                                      <a:lnTo>
                                        <a:pt x="6" y="2"/>
                                      </a:lnTo>
                                      <a:lnTo>
                                        <a:pt x="5" y="0"/>
                                      </a:lnTo>
                                      <a:lnTo>
                                        <a:pt x="3" y="0"/>
                                      </a:lnTo>
                                      <a:lnTo>
                                        <a:pt x="2"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69" name="Freeform 174"/>
                                <p:cNvSpPr>
                                  <a:spLocks/>
                                </p:cNvSpPr>
                                <p:nvPr/>
                              </p:nvSpPr>
                              <p:spPr bwMode="auto">
                                <a:xfrm>
                                  <a:off x="3720" y="1774"/>
                                  <a:ext cx="9" cy="9"/>
                                </a:xfrm>
                                <a:custGeom>
                                  <a:avLst/>
                                  <a:gdLst>
                                    <a:gd name="T0" fmla="*/ 1 w 9"/>
                                    <a:gd name="T1" fmla="*/ 0 h 9"/>
                                    <a:gd name="T2" fmla="*/ 0 w 9"/>
                                    <a:gd name="T3" fmla="*/ 2 h 9"/>
                                    <a:gd name="T4" fmla="*/ 0 w 9"/>
                                    <a:gd name="T5" fmla="*/ 3 h 9"/>
                                    <a:gd name="T6" fmla="*/ 0 w 9"/>
                                    <a:gd name="T7" fmla="*/ 5 h 9"/>
                                    <a:gd name="T8" fmla="*/ 0 w 9"/>
                                    <a:gd name="T9" fmla="*/ 6 h 9"/>
                                    <a:gd name="T10" fmla="*/ 1 w 9"/>
                                    <a:gd name="T11" fmla="*/ 8 h 9"/>
                                    <a:gd name="T12" fmla="*/ 3 w 9"/>
                                    <a:gd name="T13" fmla="*/ 9 h 9"/>
                                    <a:gd name="T14" fmla="*/ 4 w 9"/>
                                    <a:gd name="T15" fmla="*/ 9 h 9"/>
                                    <a:gd name="T16" fmla="*/ 6 w 9"/>
                                    <a:gd name="T17" fmla="*/ 8 h 9"/>
                                    <a:gd name="T18" fmla="*/ 6 w 9"/>
                                    <a:gd name="T19" fmla="*/ 8 h 9"/>
                                    <a:gd name="T20" fmla="*/ 7 w 9"/>
                                    <a:gd name="T21" fmla="*/ 6 h 9"/>
                                    <a:gd name="T22" fmla="*/ 9 w 9"/>
                                    <a:gd name="T23" fmla="*/ 5 h 9"/>
                                    <a:gd name="T24" fmla="*/ 9 w 9"/>
                                    <a:gd name="T25" fmla="*/ 3 h 9"/>
                                    <a:gd name="T26" fmla="*/ 7 w 9"/>
                                    <a:gd name="T27" fmla="*/ 2 h 9"/>
                                    <a:gd name="T28" fmla="*/ 6 w 9"/>
                                    <a:gd name="T29" fmla="*/ 0 h 9"/>
                                    <a:gd name="T30" fmla="*/ 4 w 9"/>
                                    <a:gd name="T31" fmla="*/ 0 h 9"/>
                                    <a:gd name="T32" fmla="*/ 3 w 9"/>
                                    <a:gd name="T33" fmla="*/ 0 h 9"/>
                                    <a:gd name="T34" fmla="*/ 1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1" y="0"/>
                                      </a:moveTo>
                                      <a:lnTo>
                                        <a:pt x="0" y="2"/>
                                      </a:lnTo>
                                      <a:lnTo>
                                        <a:pt x="0" y="3"/>
                                      </a:lnTo>
                                      <a:lnTo>
                                        <a:pt x="0" y="5"/>
                                      </a:lnTo>
                                      <a:lnTo>
                                        <a:pt x="0" y="6"/>
                                      </a:lnTo>
                                      <a:lnTo>
                                        <a:pt x="1" y="8"/>
                                      </a:lnTo>
                                      <a:lnTo>
                                        <a:pt x="3" y="9"/>
                                      </a:lnTo>
                                      <a:lnTo>
                                        <a:pt x="4" y="9"/>
                                      </a:lnTo>
                                      <a:lnTo>
                                        <a:pt x="6" y="8"/>
                                      </a:lnTo>
                                      <a:lnTo>
                                        <a:pt x="7" y="6"/>
                                      </a:lnTo>
                                      <a:lnTo>
                                        <a:pt x="9" y="5"/>
                                      </a:lnTo>
                                      <a:lnTo>
                                        <a:pt x="9" y="3"/>
                                      </a:lnTo>
                                      <a:lnTo>
                                        <a:pt x="7" y="2"/>
                                      </a:lnTo>
                                      <a:lnTo>
                                        <a:pt x="6" y="0"/>
                                      </a:lnTo>
                                      <a:lnTo>
                                        <a:pt x="4" y="0"/>
                                      </a:lnTo>
                                      <a:lnTo>
                                        <a:pt x="3" y="0"/>
                                      </a:lnTo>
                                      <a:lnTo>
                                        <a:pt x="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70" name="Freeform 175"/>
                                <p:cNvSpPr>
                                  <a:spLocks/>
                                </p:cNvSpPr>
                                <p:nvPr/>
                              </p:nvSpPr>
                              <p:spPr bwMode="auto">
                                <a:xfrm>
                                  <a:off x="3734" y="1766"/>
                                  <a:ext cx="9" cy="8"/>
                                </a:xfrm>
                                <a:custGeom>
                                  <a:avLst/>
                                  <a:gdLst>
                                    <a:gd name="T0" fmla="*/ 3 w 9"/>
                                    <a:gd name="T1" fmla="*/ 0 h 8"/>
                                    <a:gd name="T2" fmla="*/ 2 w 9"/>
                                    <a:gd name="T3" fmla="*/ 0 h 8"/>
                                    <a:gd name="T4" fmla="*/ 0 w 9"/>
                                    <a:gd name="T5" fmla="*/ 1 h 8"/>
                                    <a:gd name="T6" fmla="*/ 0 w 9"/>
                                    <a:gd name="T7" fmla="*/ 3 h 8"/>
                                    <a:gd name="T8" fmla="*/ 0 w 9"/>
                                    <a:gd name="T9" fmla="*/ 4 h 8"/>
                                    <a:gd name="T10" fmla="*/ 0 w 9"/>
                                    <a:gd name="T11" fmla="*/ 6 h 8"/>
                                    <a:gd name="T12" fmla="*/ 2 w 9"/>
                                    <a:gd name="T13" fmla="*/ 7 h 8"/>
                                    <a:gd name="T14" fmla="*/ 3 w 9"/>
                                    <a:gd name="T15" fmla="*/ 8 h 8"/>
                                    <a:gd name="T16" fmla="*/ 5 w 9"/>
                                    <a:gd name="T17" fmla="*/ 8 h 8"/>
                                    <a:gd name="T18" fmla="*/ 5 w 9"/>
                                    <a:gd name="T19" fmla="*/ 8 h 8"/>
                                    <a:gd name="T20" fmla="*/ 6 w 9"/>
                                    <a:gd name="T21" fmla="*/ 7 h 8"/>
                                    <a:gd name="T22" fmla="*/ 8 w 9"/>
                                    <a:gd name="T23" fmla="*/ 6 h 8"/>
                                    <a:gd name="T24" fmla="*/ 9 w 9"/>
                                    <a:gd name="T25" fmla="*/ 4 h 8"/>
                                    <a:gd name="T26" fmla="*/ 9 w 9"/>
                                    <a:gd name="T27" fmla="*/ 3 h 8"/>
                                    <a:gd name="T28" fmla="*/ 8 w 9"/>
                                    <a:gd name="T29" fmla="*/ 1 h 8"/>
                                    <a:gd name="T30" fmla="*/ 6 w 9"/>
                                    <a:gd name="T31" fmla="*/ 0 h 8"/>
                                    <a:gd name="T32" fmla="*/ 5 w 9"/>
                                    <a:gd name="T33" fmla="*/ 0 h 8"/>
                                    <a:gd name="T34" fmla="*/ 3 w 9"/>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3" y="0"/>
                                      </a:moveTo>
                                      <a:lnTo>
                                        <a:pt x="2" y="0"/>
                                      </a:lnTo>
                                      <a:lnTo>
                                        <a:pt x="0" y="1"/>
                                      </a:lnTo>
                                      <a:lnTo>
                                        <a:pt x="0" y="3"/>
                                      </a:lnTo>
                                      <a:lnTo>
                                        <a:pt x="0" y="4"/>
                                      </a:lnTo>
                                      <a:lnTo>
                                        <a:pt x="0" y="6"/>
                                      </a:lnTo>
                                      <a:lnTo>
                                        <a:pt x="2" y="7"/>
                                      </a:lnTo>
                                      <a:lnTo>
                                        <a:pt x="3" y="8"/>
                                      </a:lnTo>
                                      <a:lnTo>
                                        <a:pt x="5" y="8"/>
                                      </a:lnTo>
                                      <a:lnTo>
                                        <a:pt x="6" y="7"/>
                                      </a:lnTo>
                                      <a:lnTo>
                                        <a:pt x="8" y="6"/>
                                      </a:lnTo>
                                      <a:lnTo>
                                        <a:pt x="9" y="4"/>
                                      </a:lnTo>
                                      <a:lnTo>
                                        <a:pt x="9" y="3"/>
                                      </a:lnTo>
                                      <a:lnTo>
                                        <a:pt x="8" y="1"/>
                                      </a:lnTo>
                                      <a:lnTo>
                                        <a:pt x="6" y="0"/>
                                      </a:lnTo>
                                      <a:lnTo>
                                        <a:pt x="5"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71" name="Freeform 176"/>
                                <p:cNvSpPr>
                                  <a:spLocks/>
                                </p:cNvSpPr>
                                <p:nvPr/>
                              </p:nvSpPr>
                              <p:spPr bwMode="auto">
                                <a:xfrm>
                                  <a:off x="3750" y="1759"/>
                                  <a:ext cx="9" cy="8"/>
                                </a:xfrm>
                                <a:custGeom>
                                  <a:avLst/>
                                  <a:gdLst>
                                    <a:gd name="T0" fmla="*/ 3 w 9"/>
                                    <a:gd name="T1" fmla="*/ 0 h 8"/>
                                    <a:gd name="T2" fmla="*/ 2 w 9"/>
                                    <a:gd name="T3" fmla="*/ 0 h 8"/>
                                    <a:gd name="T4" fmla="*/ 0 w 9"/>
                                    <a:gd name="T5" fmla="*/ 1 h 8"/>
                                    <a:gd name="T6" fmla="*/ 0 w 9"/>
                                    <a:gd name="T7" fmla="*/ 2 h 8"/>
                                    <a:gd name="T8" fmla="*/ 0 w 9"/>
                                    <a:gd name="T9" fmla="*/ 4 h 8"/>
                                    <a:gd name="T10" fmla="*/ 0 w 9"/>
                                    <a:gd name="T11" fmla="*/ 5 h 8"/>
                                    <a:gd name="T12" fmla="*/ 2 w 9"/>
                                    <a:gd name="T13" fmla="*/ 7 h 8"/>
                                    <a:gd name="T14" fmla="*/ 3 w 9"/>
                                    <a:gd name="T15" fmla="*/ 8 h 8"/>
                                    <a:gd name="T16" fmla="*/ 5 w 9"/>
                                    <a:gd name="T17" fmla="*/ 8 h 8"/>
                                    <a:gd name="T18" fmla="*/ 5 w 9"/>
                                    <a:gd name="T19" fmla="*/ 8 h 8"/>
                                    <a:gd name="T20" fmla="*/ 6 w 9"/>
                                    <a:gd name="T21" fmla="*/ 7 h 8"/>
                                    <a:gd name="T22" fmla="*/ 8 w 9"/>
                                    <a:gd name="T23" fmla="*/ 5 h 8"/>
                                    <a:gd name="T24" fmla="*/ 9 w 9"/>
                                    <a:gd name="T25" fmla="*/ 4 h 8"/>
                                    <a:gd name="T26" fmla="*/ 9 w 9"/>
                                    <a:gd name="T27" fmla="*/ 2 h 8"/>
                                    <a:gd name="T28" fmla="*/ 8 w 9"/>
                                    <a:gd name="T29" fmla="*/ 1 h 8"/>
                                    <a:gd name="T30" fmla="*/ 6 w 9"/>
                                    <a:gd name="T31" fmla="*/ 0 h 8"/>
                                    <a:gd name="T32" fmla="*/ 5 w 9"/>
                                    <a:gd name="T33" fmla="*/ 0 h 8"/>
                                    <a:gd name="T34" fmla="*/ 3 w 9"/>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3" y="0"/>
                                      </a:moveTo>
                                      <a:lnTo>
                                        <a:pt x="2" y="0"/>
                                      </a:lnTo>
                                      <a:lnTo>
                                        <a:pt x="0" y="1"/>
                                      </a:lnTo>
                                      <a:lnTo>
                                        <a:pt x="0" y="2"/>
                                      </a:lnTo>
                                      <a:lnTo>
                                        <a:pt x="0" y="4"/>
                                      </a:lnTo>
                                      <a:lnTo>
                                        <a:pt x="0" y="5"/>
                                      </a:lnTo>
                                      <a:lnTo>
                                        <a:pt x="2" y="7"/>
                                      </a:lnTo>
                                      <a:lnTo>
                                        <a:pt x="3" y="8"/>
                                      </a:lnTo>
                                      <a:lnTo>
                                        <a:pt x="5" y="8"/>
                                      </a:lnTo>
                                      <a:lnTo>
                                        <a:pt x="6" y="7"/>
                                      </a:lnTo>
                                      <a:lnTo>
                                        <a:pt x="8" y="5"/>
                                      </a:lnTo>
                                      <a:lnTo>
                                        <a:pt x="9" y="4"/>
                                      </a:lnTo>
                                      <a:lnTo>
                                        <a:pt x="9" y="2"/>
                                      </a:lnTo>
                                      <a:lnTo>
                                        <a:pt x="8" y="1"/>
                                      </a:lnTo>
                                      <a:lnTo>
                                        <a:pt x="6" y="0"/>
                                      </a:lnTo>
                                      <a:lnTo>
                                        <a:pt x="5"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72" name="Freeform 177"/>
                                <p:cNvSpPr>
                                  <a:spLocks/>
                                </p:cNvSpPr>
                                <p:nvPr/>
                              </p:nvSpPr>
                              <p:spPr bwMode="auto">
                                <a:xfrm>
                                  <a:off x="3766" y="1754"/>
                                  <a:ext cx="9" cy="9"/>
                                </a:xfrm>
                                <a:custGeom>
                                  <a:avLst/>
                                  <a:gdLst>
                                    <a:gd name="T0" fmla="*/ 6 w 9"/>
                                    <a:gd name="T1" fmla="*/ 0 h 9"/>
                                    <a:gd name="T2" fmla="*/ 5 w 9"/>
                                    <a:gd name="T3" fmla="*/ 0 h 9"/>
                                    <a:gd name="T4" fmla="*/ 3 w 9"/>
                                    <a:gd name="T5" fmla="*/ 0 h 9"/>
                                    <a:gd name="T6" fmla="*/ 2 w 9"/>
                                    <a:gd name="T7" fmla="*/ 2 h 9"/>
                                    <a:gd name="T8" fmla="*/ 0 w 9"/>
                                    <a:gd name="T9" fmla="*/ 3 h 9"/>
                                    <a:gd name="T10" fmla="*/ 0 w 9"/>
                                    <a:gd name="T11" fmla="*/ 5 h 9"/>
                                    <a:gd name="T12" fmla="*/ 2 w 9"/>
                                    <a:gd name="T13" fmla="*/ 6 h 9"/>
                                    <a:gd name="T14" fmla="*/ 3 w 9"/>
                                    <a:gd name="T15" fmla="*/ 7 h 9"/>
                                    <a:gd name="T16" fmla="*/ 5 w 9"/>
                                    <a:gd name="T17" fmla="*/ 9 h 9"/>
                                    <a:gd name="T18" fmla="*/ 5 w 9"/>
                                    <a:gd name="T19" fmla="*/ 9 h 9"/>
                                    <a:gd name="T20" fmla="*/ 6 w 9"/>
                                    <a:gd name="T21" fmla="*/ 9 h 9"/>
                                    <a:gd name="T22" fmla="*/ 8 w 9"/>
                                    <a:gd name="T23" fmla="*/ 7 h 9"/>
                                    <a:gd name="T24" fmla="*/ 9 w 9"/>
                                    <a:gd name="T25" fmla="*/ 6 h 9"/>
                                    <a:gd name="T26" fmla="*/ 9 w 9"/>
                                    <a:gd name="T27" fmla="*/ 5 h 9"/>
                                    <a:gd name="T28" fmla="*/ 9 w 9"/>
                                    <a:gd name="T29" fmla="*/ 3 h 9"/>
                                    <a:gd name="T30" fmla="*/ 9 w 9"/>
                                    <a:gd name="T31" fmla="*/ 2 h 9"/>
                                    <a:gd name="T32" fmla="*/ 8 w 9"/>
                                    <a:gd name="T33" fmla="*/ 0 h 9"/>
                                    <a:gd name="T34" fmla="*/ 6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6" y="0"/>
                                      </a:moveTo>
                                      <a:lnTo>
                                        <a:pt x="5" y="0"/>
                                      </a:lnTo>
                                      <a:lnTo>
                                        <a:pt x="3" y="0"/>
                                      </a:lnTo>
                                      <a:lnTo>
                                        <a:pt x="2" y="2"/>
                                      </a:lnTo>
                                      <a:lnTo>
                                        <a:pt x="0" y="3"/>
                                      </a:lnTo>
                                      <a:lnTo>
                                        <a:pt x="0" y="5"/>
                                      </a:lnTo>
                                      <a:lnTo>
                                        <a:pt x="2" y="6"/>
                                      </a:lnTo>
                                      <a:lnTo>
                                        <a:pt x="3" y="7"/>
                                      </a:lnTo>
                                      <a:lnTo>
                                        <a:pt x="5" y="9"/>
                                      </a:lnTo>
                                      <a:lnTo>
                                        <a:pt x="6" y="9"/>
                                      </a:lnTo>
                                      <a:lnTo>
                                        <a:pt x="8" y="7"/>
                                      </a:lnTo>
                                      <a:lnTo>
                                        <a:pt x="9" y="6"/>
                                      </a:lnTo>
                                      <a:lnTo>
                                        <a:pt x="9" y="5"/>
                                      </a:lnTo>
                                      <a:lnTo>
                                        <a:pt x="9" y="3"/>
                                      </a:lnTo>
                                      <a:lnTo>
                                        <a:pt x="9" y="2"/>
                                      </a:lnTo>
                                      <a:lnTo>
                                        <a:pt x="8" y="0"/>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73" name="Freeform 178"/>
                                <p:cNvSpPr>
                                  <a:spLocks/>
                                </p:cNvSpPr>
                                <p:nvPr/>
                              </p:nvSpPr>
                              <p:spPr bwMode="auto">
                                <a:xfrm>
                                  <a:off x="3784" y="1753"/>
                                  <a:ext cx="9" cy="8"/>
                                </a:xfrm>
                                <a:custGeom>
                                  <a:avLst/>
                                  <a:gdLst>
                                    <a:gd name="T0" fmla="*/ 6 w 9"/>
                                    <a:gd name="T1" fmla="*/ 0 h 8"/>
                                    <a:gd name="T2" fmla="*/ 4 w 9"/>
                                    <a:gd name="T3" fmla="*/ 0 h 8"/>
                                    <a:gd name="T4" fmla="*/ 3 w 9"/>
                                    <a:gd name="T5" fmla="*/ 1 h 8"/>
                                    <a:gd name="T6" fmla="*/ 1 w 9"/>
                                    <a:gd name="T7" fmla="*/ 3 h 8"/>
                                    <a:gd name="T8" fmla="*/ 0 w 9"/>
                                    <a:gd name="T9" fmla="*/ 4 h 8"/>
                                    <a:gd name="T10" fmla="*/ 0 w 9"/>
                                    <a:gd name="T11" fmla="*/ 6 h 8"/>
                                    <a:gd name="T12" fmla="*/ 1 w 9"/>
                                    <a:gd name="T13" fmla="*/ 7 h 8"/>
                                    <a:gd name="T14" fmla="*/ 3 w 9"/>
                                    <a:gd name="T15" fmla="*/ 8 h 8"/>
                                    <a:gd name="T16" fmla="*/ 4 w 9"/>
                                    <a:gd name="T17" fmla="*/ 8 h 8"/>
                                    <a:gd name="T18" fmla="*/ 4 w 9"/>
                                    <a:gd name="T19" fmla="*/ 8 h 8"/>
                                    <a:gd name="T20" fmla="*/ 6 w 9"/>
                                    <a:gd name="T21" fmla="*/ 8 h 8"/>
                                    <a:gd name="T22" fmla="*/ 7 w 9"/>
                                    <a:gd name="T23" fmla="*/ 8 h 8"/>
                                    <a:gd name="T24" fmla="*/ 9 w 9"/>
                                    <a:gd name="T25" fmla="*/ 7 h 8"/>
                                    <a:gd name="T26" fmla="*/ 9 w 9"/>
                                    <a:gd name="T27" fmla="*/ 6 h 8"/>
                                    <a:gd name="T28" fmla="*/ 9 w 9"/>
                                    <a:gd name="T29" fmla="*/ 4 h 8"/>
                                    <a:gd name="T30" fmla="*/ 9 w 9"/>
                                    <a:gd name="T31" fmla="*/ 3 h 8"/>
                                    <a:gd name="T32" fmla="*/ 7 w 9"/>
                                    <a:gd name="T33" fmla="*/ 1 h 8"/>
                                    <a:gd name="T34" fmla="*/ 6 w 9"/>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6" y="0"/>
                                      </a:moveTo>
                                      <a:lnTo>
                                        <a:pt x="4" y="0"/>
                                      </a:lnTo>
                                      <a:lnTo>
                                        <a:pt x="3" y="1"/>
                                      </a:lnTo>
                                      <a:lnTo>
                                        <a:pt x="1" y="3"/>
                                      </a:lnTo>
                                      <a:lnTo>
                                        <a:pt x="0" y="4"/>
                                      </a:lnTo>
                                      <a:lnTo>
                                        <a:pt x="0" y="6"/>
                                      </a:lnTo>
                                      <a:lnTo>
                                        <a:pt x="1" y="7"/>
                                      </a:lnTo>
                                      <a:lnTo>
                                        <a:pt x="3" y="8"/>
                                      </a:lnTo>
                                      <a:lnTo>
                                        <a:pt x="4" y="8"/>
                                      </a:lnTo>
                                      <a:lnTo>
                                        <a:pt x="6" y="8"/>
                                      </a:lnTo>
                                      <a:lnTo>
                                        <a:pt x="7" y="8"/>
                                      </a:lnTo>
                                      <a:lnTo>
                                        <a:pt x="9" y="7"/>
                                      </a:lnTo>
                                      <a:lnTo>
                                        <a:pt x="9" y="6"/>
                                      </a:lnTo>
                                      <a:lnTo>
                                        <a:pt x="9" y="4"/>
                                      </a:lnTo>
                                      <a:lnTo>
                                        <a:pt x="9" y="3"/>
                                      </a:lnTo>
                                      <a:lnTo>
                                        <a:pt x="7" y="1"/>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74" name="Freeform 179"/>
                                <p:cNvSpPr>
                                  <a:spLocks/>
                                </p:cNvSpPr>
                                <p:nvPr/>
                              </p:nvSpPr>
                              <p:spPr bwMode="auto">
                                <a:xfrm>
                                  <a:off x="3801" y="1757"/>
                                  <a:ext cx="9" cy="9"/>
                                </a:xfrm>
                                <a:custGeom>
                                  <a:avLst/>
                                  <a:gdLst>
                                    <a:gd name="T0" fmla="*/ 5 w 9"/>
                                    <a:gd name="T1" fmla="*/ 0 h 9"/>
                                    <a:gd name="T2" fmla="*/ 3 w 9"/>
                                    <a:gd name="T3" fmla="*/ 0 h 9"/>
                                    <a:gd name="T4" fmla="*/ 2 w 9"/>
                                    <a:gd name="T5" fmla="*/ 2 h 9"/>
                                    <a:gd name="T6" fmla="*/ 0 w 9"/>
                                    <a:gd name="T7" fmla="*/ 3 h 9"/>
                                    <a:gd name="T8" fmla="*/ 0 w 9"/>
                                    <a:gd name="T9" fmla="*/ 4 h 9"/>
                                    <a:gd name="T10" fmla="*/ 0 w 9"/>
                                    <a:gd name="T11" fmla="*/ 6 h 9"/>
                                    <a:gd name="T12" fmla="*/ 0 w 9"/>
                                    <a:gd name="T13" fmla="*/ 7 h 9"/>
                                    <a:gd name="T14" fmla="*/ 2 w 9"/>
                                    <a:gd name="T15" fmla="*/ 9 h 9"/>
                                    <a:gd name="T16" fmla="*/ 3 w 9"/>
                                    <a:gd name="T17" fmla="*/ 9 h 9"/>
                                    <a:gd name="T18" fmla="*/ 3 w 9"/>
                                    <a:gd name="T19" fmla="*/ 9 h 9"/>
                                    <a:gd name="T20" fmla="*/ 5 w 9"/>
                                    <a:gd name="T21" fmla="*/ 9 h 9"/>
                                    <a:gd name="T22" fmla="*/ 6 w 9"/>
                                    <a:gd name="T23" fmla="*/ 9 h 9"/>
                                    <a:gd name="T24" fmla="*/ 7 w 9"/>
                                    <a:gd name="T25" fmla="*/ 7 h 9"/>
                                    <a:gd name="T26" fmla="*/ 9 w 9"/>
                                    <a:gd name="T27" fmla="*/ 6 h 9"/>
                                    <a:gd name="T28" fmla="*/ 9 w 9"/>
                                    <a:gd name="T29" fmla="*/ 4 h 9"/>
                                    <a:gd name="T30" fmla="*/ 7 w 9"/>
                                    <a:gd name="T31" fmla="*/ 3 h 9"/>
                                    <a:gd name="T32" fmla="*/ 6 w 9"/>
                                    <a:gd name="T33" fmla="*/ 2 h 9"/>
                                    <a:gd name="T34" fmla="*/ 5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5" y="0"/>
                                      </a:moveTo>
                                      <a:lnTo>
                                        <a:pt x="3" y="0"/>
                                      </a:lnTo>
                                      <a:lnTo>
                                        <a:pt x="2" y="2"/>
                                      </a:lnTo>
                                      <a:lnTo>
                                        <a:pt x="0" y="3"/>
                                      </a:lnTo>
                                      <a:lnTo>
                                        <a:pt x="0" y="4"/>
                                      </a:lnTo>
                                      <a:lnTo>
                                        <a:pt x="0" y="6"/>
                                      </a:lnTo>
                                      <a:lnTo>
                                        <a:pt x="0" y="7"/>
                                      </a:lnTo>
                                      <a:lnTo>
                                        <a:pt x="2" y="9"/>
                                      </a:lnTo>
                                      <a:lnTo>
                                        <a:pt x="3" y="9"/>
                                      </a:lnTo>
                                      <a:lnTo>
                                        <a:pt x="5" y="9"/>
                                      </a:lnTo>
                                      <a:lnTo>
                                        <a:pt x="6" y="9"/>
                                      </a:lnTo>
                                      <a:lnTo>
                                        <a:pt x="7" y="7"/>
                                      </a:lnTo>
                                      <a:lnTo>
                                        <a:pt x="9" y="6"/>
                                      </a:lnTo>
                                      <a:lnTo>
                                        <a:pt x="9" y="4"/>
                                      </a:lnTo>
                                      <a:lnTo>
                                        <a:pt x="7" y="3"/>
                                      </a:lnTo>
                                      <a:lnTo>
                                        <a:pt x="6" y="2"/>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75" name="Freeform 180"/>
                                <p:cNvSpPr>
                                  <a:spLocks/>
                                </p:cNvSpPr>
                                <p:nvPr/>
                              </p:nvSpPr>
                              <p:spPr bwMode="auto">
                                <a:xfrm>
                                  <a:off x="3817" y="1764"/>
                                  <a:ext cx="9" cy="9"/>
                                </a:xfrm>
                                <a:custGeom>
                                  <a:avLst/>
                                  <a:gdLst>
                                    <a:gd name="T0" fmla="*/ 6 w 9"/>
                                    <a:gd name="T1" fmla="*/ 0 h 9"/>
                                    <a:gd name="T2" fmla="*/ 5 w 9"/>
                                    <a:gd name="T3" fmla="*/ 0 h 9"/>
                                    <a:gd name="T4" fmla="*/ 3 w 9"/>
                                    <a:gd name="T5" fmla="*/ 0 h 9"/>
                                    <a:gd name="T6" fmla="*/ 2 w 9"/>
                                    <a:gd name="T7" fmla="*/ 2 h 9"/>
                                    <a:gd name="T8" fmla="*/ 0 w 9"/>
                                    <a:gd name="T9" fmla="*/ 3 h 9"/>
                                    <a:gd name="T10" fmla="*/ 0 w 9"/>
                                    <a:gd name="T11" fmla="*/ 5 h 9"/>
                                    <a:gd name="T12" fmla="*/ 2 w 9"/>
                                    <a:gd name="T13" fmla="*/ 6 h 9"/>
                                    <a:gd name="T14" fmla="*/ 3 w 9"/>
                                    <a:gd name="T15" fmla="*/ 8 h 9"/>
                                    <a:gd name="T16" fmla="*/ 5 w 9"/>
                                    <a:gd name="T17" fmla="*/ 9 h 9"/>
                                    <a:gd name="T18" fmla="*/ 5 w 9"/>
                                    <a:gd name="T19" fmla="*/ 9 h 9"/>
                                    <a:gd name="T20" fmla="*/ 6 w 9"/>
                                    <a:gd name="T21" fmla="*/ 9 h 9"/>
                                    <a:gd name="T22" fmla="*/ 7 w 9"/>
                                    <a:gd name="T23" fmla="*/ 8 h 9"/>
                                    <a:gd name="T24" fmla="*/ 9 w 9"/>
                                    <a:gd name="T25" fmla="*/ 6 h 9"/>
                                    <a:gd name="T26" fmla="*/ 9 w 9"/>
                                    <a:gd name="T27" fmla="*/ 5 h 9"/>
                                    <a:gd name="T28" fmla="*/ 9 w 9"/>
                                    <a:gd name="T29" fmla="*/ 3 h 9"/>
                                    <a:gd name="T30" fmla="*/ 9 w 9"/>
                                    <a:gd name="T31" fmla="*/ 2 h 9"/>
                                    <a:gd name="T32" fmla="*/ 7 w 9"/>
                                    <a:gd name="T33" fmla="*/ 0 h 9"/>
                                    <a:gd name="T34" fmla="*/ 6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6" y="0"/>
                                      </a:moveTo>
                                      <a:lnTo>
                                        <a:pt x="5" y="0"/>
                                      </a:lnTo>
                                      <a:lnTo>
                                        <a:pt x="3" y="0"/>
                                      </a:lnTo>
                                      <a:lnTo>
                                        <a:pt x="2" y="2"/>
                                      </a:lnTo>
                                      <a:lnTo>
                                        <a:pt x="0" y="3"/>
                                      </a:lnTo>
                                      <a:lnTo>
                                        <a:pt x="0" y="5"/>
                                      </a:lnTo>
                                      <a:lnTo>
                                        <a:pt x="2" y="6"/>
                                      </a:lnTo>
                                      <a:lnTo>
                                        <a:pt x="3" y="8"/>
                                      </a:lnTo>
                                      <a:lnTo>
                                        <a:pt x="5" y="9"/>
                                      </a:lnTo>
                                      <a:lnTo>
                                        <a:pt x="6" y="9"/>
                                      </a:lnTo>
                                      <a:lnTo>
                                        <a:pt x="7" y="8"/>
                                      </a:lnTo>
                                      <a:lnTo>
                                        <a:pt x="9" y="6"/>
                                      </a:lnTo>
                                      <a:lnTo>
                                        <a:pt x="9" y="5"/>
                                      </a:lnTo>
                                      <a:lnTo>
                                        <a:pt x="9" y="3"/>
                                      </a:lnTo>
                                      <a:lnTo>
                                        <a:pt x="9" y="2"/>
                                      </a:lnTo>
                                      <a:lnTo>
                                        <a:pt x="7" y="0"/>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76" name="Freeform 181"/>
                                <p:cNvSpPr>
                                  <a:spLocks/>
                                </p:cNvSpPr>
                                <p:nvPr/>
                              </p:nvSpPr>
                              <p:spPr bwMode="auto">
                                <a:xfrm>
                                  <a:off x="3833" y="1773"/>
                                  <a:ext cx="9" cy="9"/>
                                </a:xfrm>
                                <a:custGeom>
                                  <a:avLst/>
                                  <a:gdLst>
                                    <a:gd name="T0" fmla="*/ 6 w 9"/>
                                    <a:gd name="T1" fmla="*/ 0 h 9"/>
                                    <a:gd name="T2" fmla="*/ 5 w 9"/>
                                    <a:gd name="T3" fmla="*/ 0 h 9"/>
                                    <a:gd name="T4" fmla="*/ 3 w 9"/>
                                    <a:gd name="T5" fmla="*/ 0 h 9"/>
                                    <a:gd name="T6" fmla="*/ 2 w 9"/>
                                    <a:gd name="T7" fmla="*/ 0 h 9"/>
                                    <a:gd name="T8" fmla="*/ 0 w 9"/>
                                    <a:gd name="T9" fmla="*/ 1 h 9"/>
                                    <a:gd name="T10" fmla="*/ 0 w 9"/>
                                    <a:gd name="T11" fmla="*/ 3 h 9"/>
                                    <a:gd name="T12" fmla="*/ 0 w 9"/>
                                    <a:gd name="T13" fmla="*/ 4 h 9"/>
                                    <a:gd name="T14" fmla="*/ 0 w 9"/>
                                    <a:gd name="T15" fmla="*/ 6 h 9"/>
                                    <a:gd name="T16" fmla="*/ 2 w 9"/>
                                    <a:gd name="T17" fmla="*/ 7 h 9"/>
                                    <a:gd name="T18" fmla="*/ 2 w 9"/>
                                    <a:gd name="T19" fmla="*/ 7 h 9"/>
                                    <a:gd name="T20" fmla="*/ 3 w 9"/>
                                    <a:gd name="T21" fmla="*/ 9 h 9"/>
                                    <a:gd name="T22" fmla="*/ 5 w 9"/>
                                    <a:gd name="T23" fmla="*/ 9 h 9"/>
                                    <a:gd name="T24" fmla="*/ 6 w 9"/>
                                    <a:gd name="T25" fmla="*/ 7 h 9"/>
                                    <a:gd name="T26" fmla="*/ 7 w 9"/>
                                    <a:gd name="T27" fmla="*/ 6 h 9"/>
                                    <a:gd name="T28" fmla="*/ 9 w 9"/>
                                    <a:gd name="T29" fmla="*/ 4 h 9"/>
                                    <a:gd name="T30" fmla="*/ 9 w 9"/>
                                    <a:gd name="T31" fmla="*/ 3 h 9"/>
                                    <a:gd name="T32" fmla="*/ 7 w 9"/>
                                    <a:gd name="T33" fmla="*/ 1 h 9"/>
                                    <a:gd name="T34" fmla="*/ 6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6" y="0"/>
                                      </a:moveTo>
                                      <a:lnTo>
                                        <a:pt x="5" y="0"/>
                                      </a:lnTo>
                                      <a:lnTo>
                                        <a:pt x="3" y="0"/>
                                      </a:lnTo>
                                      <a:lnTo>
                                        <a:pt x="2" y="0"/>
                                      </a:lnTo>
                                      <a:lnTo>
                                        <a:pt x="0" y="1"/>
                                      </a:lnTo>
                                      <a:lnTo>
                                        <a:pt x="0" y="3"/>
                                      </a:lnTo>
                                      <a:lnTo>
                                        <a:pt x="0" y="4"/>
                                      </a:lnTo>
                                      <a:lnTo>
                                        <a:pt x="0" y="6"/>
                                      </a:lnTo>
                                      <a:lnTo>
                                        <a:pt x="2" y="7"/>
                                      </a:lnTo>
                                      <a:lnTo>
                                        <a:pt x="3" y="9"/>
                                      </a:lnTo>
                                      <a:lnTo>
                                        <a:pt x="5" y="9"/>
                                      </a:lnTo>
                                      <a:lnTo>
                                        <a:pt x="6" y="7"/>
                                      </a:lnTo>
                                      <a:lnTo>
                                        <a:pt x="7" y="6"/>
                                      </a:lnTo>
                                      <a:lnTo>
                                        <a:pt x="9" y="4"/>
                                      </a:lnTo>
                                      <a:lnTo>
                                        <a:pt x="9" y="3"/>
                                      </a:lnTo>
                                      <a:lnTo>
                                        <a:pt x="7" y="1"/>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77" name="Freeform 182"/>
                                <p:cNvSpPr>
                                  <a:spLocks/>
                                </p:cNvSpPr>
                                <p:nvPr/>
                              </p:nvSpPr>
                              <p:spPr bwMode="auto">
                                <a:xfrm>
                                  <a:off x="3848" y="1782"/>
                                  <a:ext cx="8" cy="8"/>
                                </a:xfrm>
                                <a:custGeom>
                                  <a:avLst/>
                                  <a:gdLst>
                                    <a:gd name="T0" fmla="*/ 6 w 8"/>
                                    <a:gd name="T1" fmla="*/ 0 h 8"/>
                                    <a:gd name="T2" fmla="*/ 4 w 8"/>
                                    <a:gd name="T3" fmla="*/ 0 h 8"/>
                                    <a:gd name="T4" fmla="*/ 3 w 8"/>
                                    <a:gd name="T5" fmla="*/ 0 h 8"/>
                                    <a:gd name="T6" fmla="*/ 1 w 8"/>
                                    <a:gd name="T7" fmla="*/ 0 h 8"/>
                                    <a:gd name="T8" fmla="*/ 0 w 8"/>
                                    <a:gd name="T9" fmla="*/ 1 h 8"/>
                                    <a:gd name="T10" fmla="*/ 0 w 8"/>
                                    <a:gd name="T11" fmla="*/ 3 h 8"/>
                                    <a:gd name="T12" fmla="*/ 0 w 8"/>
                                    <a:gd name="T13" fmla="*/ 4 h 8"/>
                                    <a:gd name="T14" fmla="*/ 0 w 8"/>
                                    <a:gd name="T15" fmla="*/ 6 h 8"/>
                                    <a:gd name="T16" fmla="*/ 1 w 8"/>
                                    <a:gd name="T17" fmla="*/ 7 h 8"/>
                                    <a:gd name="T18" fmla="*/ 1 w 8"/>
                                    <a:gd name="T19" fmla="*/ 7 h 8"/>
                                    <a:gd name="T20" fmla="*/ 3 w 8"/>
                                    <a:gd name="T21" fmla="*/ 8 h 8"/>
                                    <a:gd name="T22" fmla="*/ 4 w 8"/>
                                    <a:gd name="T23" fmla="*/ 8 h 8"/>
                                    <a:gd name="T24" fmla="*/ 6 w 8"/>
                                    <a:gd name="T25" fmla="*/ 7 h 8"/>
                                    <a:gd name="T26" fmla="*/ 7 w 8"/>
                                    <a:gd name="T27" fmla="*/ 6 h 8"/>
                                    <a:gd name="T28" fmla="*/ 8 w 8"/>
                                    <a:gd name="T29" fmla="*/ 4 h 8"/>
                                    <a:gd name="T30" fmla="*/ 8 w 8"/>
                                    <a:gd name="T31" fmla="*/ 3 h 8"/>
                                    <a:gd name="T32" fmla="*/ 7 w 8"/>
                                    <a:gd name="T33" fmla="*/ 1 h 8"/>
                                    <a:gd name="T34" fmla="*/ 6 w 8"/>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8"/>
                                    <a:gd name="T56" fmla="*/ 8 w 8"/>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8">
                                      <a:moveTo>
                                        <a:pt x="6" y="0"/>
                                      </a:moveTo>
                                      <a:lnTo>
                                        <a:pt x="4" y="0"/>
                                      </a:lnTo>
                                      <a:lnTo>
                                        <a:pt x="3" y="0"/>
                                      </a:lnTo>
                                      <a:lnTo>
                                        <a:pt x="1" y="0"/>
                                      </a:lnTo>
                                      <a:lnTo>
                                        <a:pt x="0" y="1"/>
                                      </a:lnTo>
                                      <a:lnTo>
                                        <a:pt x="0" y="3"/>
                                      </a:lnTo>
                                      <a:lnTo>
                                        <a:pt x="0" y="4"/>
                                      </a:lnTo>
                                      <a:lnTo>
                                        <a:pt x="0" y="6"/>
                                      </a:lnTo>
                                      <a:lnTo>
                                        <a:pt x="1" y="7"/>
                                      </a:lnTo>
                                      <a:lnTo>
                                        <a:pt x="3" y="8"/>
                                      </a:lnTo>
                                      <a:lnTo>
                                        <a:pt x="4" y="8"/>
                                      </a:lnTo>
                                      <a:lnTo>
                                        <a:pt x="6" y="7"/>
                                      </a:lnTo>
                                      <a:lnTo>
                                        <a:pt x="7" y="6"/>
                                      </a:lnTo>
                                      <a:lnTo>
                                        <a:pt x="8" y="4"/>
                                      </a:lnTo>
                                      <a:lnTo>
                                        <a:pt x="8" y="3"/>
                                      </a:lnTo>
                                      <a:lnTo>
                                        <a:pt x="7" y="1"/>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78" name="Freeform 183"/>
                                <p:cNvSpPr>
                                  <a:spLocks/>
                                </p:cNvSpPr>
                                <p:nvPr/>
                              </p:nvSpPr>
                              <p:spPr bwMode="auto">
                                <a:xfrm>
                                  <a:off x="3861" y="1792"/>
                                  <a:ext cx="8" cy="9"/>
                                </a:xfrm>
                                <a:custGeom>
                                  <a:avLst/>
                                  <a:gdLst>
                                    <a:gd name="T0" fmla="*/ 7 w 8"/>
                                    <a:gd name="T1" fmla="*/ 0 h 9"/>
                                    <a:gd name="T2" fmla="*/ 6 w 8"/>
                                    <a:gd name="T3" fmla="*/ 0 h 9"/>
                                    <a:gd name="T4" fmla="*/ 4 w 8"/>
                                    <a:gd name="T5" fmla="*/ 0 h 9"/>
                                    <a:gd name="T6" fmla="*/ 3 w 8"/>
                                    <a:gd name="T7" fmla="*/ 0 h 9"/>
                                    <a:gd name="T8" fmla="*/ 1 w 8"/>
                                    <a:gd name="T9" fmla="*/ 1 h 9"/>
                                    <a:gd name="T10" fmla="*/ 0 w 8"/>
                                    <a:gd name="T11" fmla="*/ 3 h 9"/>
                                    <a:gd name="T12" fmla="*/ 0 w 8"/>
                                    <a:gd name="T13" fmla="*/ 4 h 9"/>
                                    <a:gd name="T14" fmla="*/ 1 w 8"/>
                                    <a:gd name="T15" fmla="*/ 6 h 9"/>
                                    <a:gd name="T16" fmla="*/ 3 w 8"/>
                                    <a:gd name="T17" fmla="*/ 7 h 9"/>
                                    <a:gd name="T18" fmla="*/ 3 w 8"/>
                                    <a:gd name="T19" fmla="*/ 7 h 9"/>
                                    <a:gd name="T20" fmla="*/ 4 w 8"/>
                                    <a:gd name="T21" fmla="*/ 9 h 9"/>
                                    <a:gd name="T22" fmla="*/ 6 w 8"/>
                                    <a:gd name="T23" fmla="*/ 9 h 9"/>
                                    <a:gd name="T24" fmla="*/ 7 w 8"/>
                                    <a:gd name="T25" fmla="*/ 7 h 9"/>
                                    <a:gd name="T26" fmla="*/ 8 w 8"/>
                                    <a:gd name="T27" fmla="*/ 6 h 9"/>
                                    <a:gd name="T28" fmla="*/ 8 w 8"/>
                                    <a:gd name="T29" fmla="*/ 4 h 9"/>
                                    <a:gd name="T30" fmla="*/ 8 w 8"/>
                                    <a:gd name="T31" fmla="*/ 3 h 9"/>
                                    <a:gd name="T32" fmla="*/ 8 w 8"/>
                                    <a:gd name="T33" fmla="*/ 1 h 9"/>
                                    <a:gd name="T34" fmla="*/ 7 w 8"/>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7" y="0"/>
                                      </a:moveTo>
                                      <a:lnTo>
                                        <a:pt x="6" y="0"/>
                                      </a:lnTo>
                                      <a:lnTo>
                                        <a:pt x="4" y="0"/>
                                      </a:lnTo>
                                      <a:lnTo>
                                        <a:pt x="3" y="0"/>
                                      </a:lnTo>
                                      <a:lnTo>
                                        <a:pt x="1" y="1"/>
                                      </a:lnTo>
                                      <a:lnTo>
                                        <a:pt x="0" y="3"/>
                                      </a:lnTo>
                                      <a:lnTo>
                                        <a:pt x="0" y="4"/>
                                      </a:lnTo>
                                      <a:lnTo>
                                        <a:pt x="1" y="6"/>
                                      </a:lnTo>
                                      <a:lnTo>
                                        <a:pt x="3" y="7"/>
                                      </a:lnTo>
                                      <a:lnTo>
                                        <a:pt x="4" y="9"/>
                                      </a:lnTo>
                                      <a:lnTo>
                                        <a:pt x="6" y="9"/>
                                      </a:lnTo>
                                      <a:lnTo>
                                        <a:pt x="7" y="7"/>
                                      </a:lnTo>
                                      <a:lnTo>
                                        <a:pt x="8" y="6"/>
                                      </a:lnTo>
                                      <a:lnTo>
                                        <a:pt x="8" y="4"/>
                                      </a:lnTo>
                                      <a:lnTo>
                                        <a:pt x="8" y="3"/>
                                      </a:lnTo>
                                      <a:lnTo>
                                        <a:pt x="8" y="1"/>
                                      </a:lnTo>
                                      <a:lnTo>
                                        <a:pt x="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79" name="Freeform 184"/>
                                <p:cNvSpPr>
                                  <a:spLocks/>
                                </p:cNvSpPr>
                                <p:nvPr/>
                              </p:nvSpPr>
                              <p:spPr bwMode="auto">
                                <a:xfrm>
                                  <a:off x="3875" y="1802"/>
                                  <a:ext cx="9" cy="9"/>
                                </a:xfrm>
                                <a:custGeom>
                                  <a:avLst/>
                                  <a:gdLst>
                                    <a:gd name="T0" fmla="*/ 8 w 9"/>
                                    <a:gd name="T1" fmla="*/ 2 h 9"/>
                                    <a:gd name="T2" fmla="*/ 6 w 9"/>
                                    <a:gd name="T3" fmla="*/ 0 h 9"/>
                                    <a:gd name="T4" fmla="*/ 5 w 9"/>
                                    <a:gd name="T5" fmla="*/ 0 h 9"/>
                                    <a:gd name="T6" fmla="*/ 3 w 9"/>
                                    <a:gd name="T7" fmla="*/ 2 h 9"/>
                                    <a:gd name="T8" fmla="*/ 2 w 9"/>
                                    <a:gd name="T9" fmla="*/ 3 h 9"/>
                                    <a:gd name="T10" fmla="*/ 0 w 9"/>
                                    <a:gd name="T11" fmla="*/ 4 h 9"/>
                                    <a:gd name="T12" fmla="*/ 0 w 9"/>
                                    <a:gd name="T13" fmla="*/ 6 h 9"/>
                                    <a:gd name="T14" fmla="*/ 2 w 9"/>
                                    <a:gd name="T15" fmla="*/ 7 h 9"/>
                                    <a:gd name="T16" fmla="*/ 3 w 9"/>
                                    <a:gd name="T17" fmla="*/ 9 h 9"/>
                                    <a:gd name="T18" fmla="*/ 3 w 9"/>
                                    <a:gd name="T19" fmla="*/ 9 h 9"/>
                                    <a:gd name="T20" fmla="*/ 5 w 9"/>
                                    <a:gd name="T21" fmla="*/ 9 h 9"/>
                                    <a:gd name="T22" fmla="*/ 6 w 9"/>
                                    <a:gd name="T23" fmla="*/ 9 h 9"/>
                                    <a:gd name="T24" fmla="*/ 8 w 9"/>
                                    <a:gd name="T25" fmla="*/ 9 h 9"/>
                                    <a:gd name="T26" fmla="*/ 9 w 9"/>
                                    <a:gd name="T27" fmla="*/ 7 h 9"/>
                                    <a:gd name="T28" fmla="*/ 9 w 9"/>
                                    <a:gd name="T29" fmla="*/ 6 h 9"/>
                                    <a:gd name="T30" fmla="*/ 9 w 9"/>
                                    <a:gd name="T31" fmla="*/ 4 h 9"/>
                                    <a:gd name="T32" fmla="*/ 9 w 9"/>
                                    <a:gd name="T33" fmla="*/ 3 h 9"/>
                                    <a:gd name="T34" fmla="*/ 8 w 9"/>
                                    <a:gd name="T35" fmla="*/ 2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8" y="2"/>
                                      </a:moveTo>
                                      <a:lnTo>
                                        <a:pt x="6" y="0"/>
                                      </a:lnTo>
                                      <a:lnTo>
                                        <a:pt x="5" y="0"/>
                                      </a:lnTo>
                                      <a:lnTo>
                                        <a:pt x="3" y="2"/>
                                      </a:lnTo>
                                      <a:lnTo>
                                        <a:pt x="2" y="3"/>
                                      </a:lnTo>
                                      <a:lnTo>
                                        <a:pt x="0" y="4"/>
                                      </a:lnTo>
                                      <a:lnTo>
                                        <a:pt x="0" y="6"/>
                                      </a:lnTo>
                                      <a:lnTo>
                                        <a:pt x="2" y="7"/>
                                      </a:lnTo>
                                      <a:lnTo>
                                        <a:pt x="3" y="9"/>
                                      </a:lnTo>
                                      <a:lnTo>
                                        <a:pt x="5" y="9"/>
                                      </a:lnTo>
                                      <a:lnTo>
                                        <a:pt x="6" y="9"/>
                                      </a:lnTo>
                                      <a:lnTo>
                                        <a:pt x="8" y="9"/>
                                      </a:lnTo>
                                      <a:lnTo>
                                        <a:pt x="9" y="7"/>
                                      </a:lnTo>
                                      <a:lnTo>
                                        <a:pt x="9" y="6"/>
                                      </a:lnTo>
                                      <a:lnTo>
                                        <a:pt x="9" y="4"/>
                                      </a:lnTo>
                                      <a:lnTo>
                                        <a:pt x="9" y="3"/>
                                      </a:lnTo>
                                      <a:lnTo>
                                        <a:pt x="8"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80" name="Freeform 185"/>
                                <p:cNvSpPr>
                                  <a:spLocks/>
                                </p:cNvSpPr>
                                <p:nvPr/>
                              </p:nvSpPr>
                              <p:spPr bwMode="auto">
                                <a:xfrm>
                                  <a:off x="3888" y="1814"/>
                                  <a:ext cx="9" cy="8"/>
                                </a:xfrm>
                                <a:custGeom>
                                  <a:avLst/>
                                  <a:gdLst>
                                    <a:gd name="T0" fmla="*/ 8 w 9"/>
                                    <a:gd name="T1" fmla="*/ 0 h 8"/>
                                    <a:gd name="T2" fmla="*/ 6 w 9"/>
                                    <a:gd name="T3" fmla="*/ 0 h 8"/>
                                    <a:gd name="T4" fmla="*/ 5 w 9"/>
                                    <a:gd name="T5" fmla="*/ 0 h 8"/>
                                    <a:gd name="T6" fmla="*/ 3 w 9"/>
                                    <a:gd name="T7" fmla="*/ 0 h 8"/>
                                    <a:gd name="T8" fmla="*/ 2 w 9"/>
                                    <a:gd name="T9" fmla="*/ 1 h 8"/>
                                    <a:gd name="T10" fmla="*/ 0 w 9"/>
                                    <a:gd name="T11" fmla="*/ 3 h 8"/>
                                    <a:gd name="T12" fmla="*/ 0 w 9"/>
                                    <a:gd name="T13" fmla="*/ 4 h 8"/>
                                    <a:gd name="T14" fmla="*/ 2 w 9"/>
                                    <a:gd name="T15" fmla="*/ 6 h 8"/>
                                    <a:gd name="T16" fmla="*/ 3 w 9"/>
                                    <a:gd name="T17" fmla="*/ 7 h 8"/>
                                    <a:gd name="T18" fmla="*/ 3 w 9"/>
                                    <a:gd name="T19" fmla="*/ 7 h 8"/>
                                    <a:gd name="T20" fmla="*/ 5 w 9"/>
                                    <a:gd name="T21" fmla="*/ 8 h 8"/>
                                    <a:gd name="T22" fmla="*/ 6 w 9"/>
                                    <a:gd name="T23" fmla="*/ 8 h 8"/>
                                    <a:gd name="T24" fmla="*/ 8 w 9"/>
                                    <a:gd name="T25" fmla="*/ 7 h 8"/>
                                    <a:gd name="T26" fmla="*/ 9 w 9"/>
                                    <a:gd name="T27" fmla="*/ 6 h 8"/>
                                    <a:gd name="T28" fmla="*/ 9 w 9"/>
                                    <a:gd name="T29" fmla="*/ 4 h 8"/>
                                    <a:gd name="T30" fmla="*/ 9 w 9"/>
                                    <a:gd name="T31" fmla="*/ 3 h 8"/>
                                    <a:gd name="T32" fmla="*/ 9 w 9"/>
                                    <a:gd name="T33" fmla="*/ 1 h 8"/>
                                    <a:gd name="T34" fmla="*/ 8 w 9"/>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8" y="0"/>
                                      </a:moveTo>
                                      <a:lnTo>
                                        <a:pt x="6" y="0"/>
                                      </a:lnTo>
                                      <a:lnTo>
                                        <a:pt x="5" y="0"/>
                                      </a:lnTo>
                                      <a:lnTo>
                                        <a:pt x="3" y="0"/>
                                      </a:lnTo>
                                      <a:lnTo>
                                        <a:pt x="2" y="1"/>
                                      </a:lnTo>
                                      <a:lnTo>
                                        <a:pt x="0" y="3"/>
                                      </a:lnTo>
                                      <a:lnTo>
                                        <a:pt x="0" y="4"/>
                                      </a:lnTo>
                                      <a:lnTo>
                                        <a:pt x="2" y="6"/>
                                      </a:lnTo>
                                      <a:lnTo>
                                        <a:pt x="3" y="7"/>
                                      </a:lnTo>
                                      <a:lnTo>
                                        <a:pt x="5" y="8"/>
                                      </a:lnTo>
                                      <a:lnTo>
                                        <a:pt x="6" y="8"/>
                                      </a:lnTo>
                                      <a:lnTo>
                                        <a:pt x="8" y="7"/>
                                      </a:lnTo>
                                      <a:lnTo>
                                        <a:pt x="9" y="6"/>
                                      </a:lnTo>
                                      <a:lnTo>
                                        <a:pt x="9" y="4"/>
                                      </a:lnTo>
                                      <a:lnTo>
                                        <a:pt x="9" y="3"/>
                                      </a:lnTo>
                                      <a:lnTo>
                                        <a:pt x="9" y="1"/>
                                      </a:lnTo>
                                      <a:lnTo>
                                        <a:pt x="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81" name="Freeform 186"/>
                                <p:cNvSpPr>
                                  <a:spLocks/>
                                </p:cNvSpPr>
                                <p:nvPr/>
                              </p:nvSpPr>
                              <p:spPr bwMode="auto">
                                <a:xfrm>
                                  <a:off x="3903" y="1824"/>
                                  <a:ext cx="9" cy="9"/>
                                </a:xfrm>
                                <a:custGeom>
                                  <a:avLst/>
                                  <a:gdLst>
                                    <a:gd name="T0" fmla="*/ 6 w 9"/>
                                    <a:gd name="T1" fmla="*/ 1 h 9"/>
                                    <a:gd name="T2" fmla="*/ 4 w 9"/>
                                    <a:gd name="T3" fmla="*/ 0 h 9"/>
                                    <a:gd name="T4" fmla="*/ 3 w 9"/>
                                    <a:gd name="T5" fmla="*/ 0 h 9"/>
                                    <a:gd name="T6" fmla="*/ 1 w 9"/>
                                    <a:gd name="T7" fmla="*/ 1 h 9"/>
                                    <a:gd name="T8" fmla="*/ 0 w 9"/>
                                    <a:gd name="T9" fmla="*/ 3 h 9"/>
                                    <a:gd name="T10" fmla="*/ 0 w 9"/>
                                    <a:gd name="T11" fmla="*/ 4 h 9"/>
                                    <a:gd name="T12" fmla="*/ 0 w 9"/>
                                    <a:gd name="T13" fmla="*/ 6 h 9"/>
                                    <a:gd name="T14" fmla="*/ 0 w 9"/>
                                    <a:gd name="T15" fmla="*/ 7 h 9"/>
                                    <a:gd name="T16" fmla="*/ 1 w 9"/>
                                    <a:gd name="T17" fmla="*/ 9 h 9"/>
                                    <a:gd name="T18" fmla="*/ 1 w 9"/>
                                    <a:gd name="T19" fmla="*/ 9 h 9"/>
                                    <a:gd name="T20" fmla="*/ 3 w 9"/>
                                    <a:gd name="T21" fmla="*/ 9 h 9"/>
                                    <a:gd name="T22" fmla="*/ 4 w 9"/>
                                    <a:gd name="T23" fmla="*/ 9 h 9"/>
                                    <a:gd name="T24" fmla="*/ 6 w 9"/>
                                    <a:gd name="T25" fmla="*/ 9 h 9"/>
                                    <a:gd name="T26" fmla="*/ 7 w 9"/>
                                    <a:gd name="T27" fmla="*/ 7 h 9"/>
                                    <a:gd name="T28" fmla="*/ 9 w 9"/>
                                    <a:gd name="T29" fmla="*/ 6 h 9"/>
                                    <a:gd name="T30" fmla="*/ 9 w 9"/>
                                    <a:gd name="T31" fmla="*/ 4 h 9"/>
                                    <a:gd name="T32" fmla="*/ 7 w 9"/>
                                    <a:gd name="T33" fmla="*/ 3 h 9"/>
                                    <a:gd name="T34" fmla="*/ 6 w 9"/>
                                    <a:gd name="T35" fmla="*/ 1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6" y="1"/>
                                      </a:moveTo>
                                      <a:lnTo>
                                        <a:pt x="4" y="0"/>
                                      </a:lnTo>
                                      <a:lnTo>
                                        <a:pt x="3" y="0"/>
                                      </a:lnTo>
                                      <a:lnTo>
                                        <a:pt x="1" y="1"/>
                                      </a:lnTo>
                                      <a:lnTo>
                                        <a:pt x="0" y="3"/>
                                      </a:lnTo>
                                      <a:lnTo>
                                        <a:pt x="0" y="4"/>
                                      </a:lnTo>
                                      <a:lnTo>
                                        <a:pt x="0" y="6"/>
                                      </a:lnTo>
                                      <a:lnTo>
                                        <a:pt x="0" y="7"/>
                                      </a:lnTo>
                                      <a:lnTo>
                                        <a:pt x="1" y="9"/>
                                      </a:lnTo>
                                      <a:lnTo>
                                        <a:pt x="3" y="9"/>
                                      </a:lnTo>
                                      <a:lnTo>
                                        <a:pt x="4" y="9"/>
                                      </a:lnTo>
                                      <a:lnTo>
                                        <a:pt x="6" y="9"/>
                                      </a:lnTo>
                                      <a:lnTo>
                                        <a:pt x="7" y="7"/>
                                      </a:lnTo>
                                      <a:lnTo>
                                        <a:pt x="9" y="6"/>
                                      </a:lnTo>
                                      <a:lnTo>
                                        <a:pt x="9" y="4"/>
                                      </a:lnTo>
                                      <a:lnTo>
                                        <a:pt x="7" y="3"/>
                                      </a:lnTo>
                                      <a:lnTo>
                                        <a:pt x="6"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82" name="Freeform 187"/>
                                <p:cNvSpPr>
                                  <a:spLocks/>
                                </p:cNvSpPr>
                                <p:nvPr/>
                              </p:nvSpPr>
                              <p:spPr bwMode="auto">
                                <a:xfrm>
                                  <a:off x="3916" y="1836"/>
                                  <a:ext cx="9" cy="8"/>
                                </a:xfrm>
                                <a:custGeom>
                                  <a:avLst/>
                                  <a:gdLst>
                                    <a:gd name="T0" fmla="*/ 7 w 9"/>
                                    <a:gd name="T1" fmla="*/ 0 h 8"/>
                                    <a:gd name="T2" fmla="*/ 6 w 9"/>
                                    <a:gd name="T3" fmla="*/ 0 h 8"/>
                                    <a:gd name="T4" fmla="*/ 4 w 9"/>
                                    <a:gd name="T5" fmla="*/ 0 h 8"/>
                                    <a:gd name="T6" fmla="*/ 3 w 9"/>
                                    <a:gd name="T7" fmla="*/ 0 h 8"/>
                                    <a:gd name="T8" fmla="*/ 1 w 9"/>
                                    <a:gd name="T9" fmla="*/ 1 h 8"/>
                                    <a:gd name="T10" fmla="*/ 0 w 9"/>
                                    <a:gd name="T11" fmla="*/ 2 h 8"/>
                                    <a:gd name="T12" fmla="*/ 0 w 9"/>
                                    <a:gd name="T13" fmla="*/ 4 h 8"/>
                                    <a:gd name="T14" fmla="*/ 1 w 9"/>
                                    <a:gd name="T15" fmla="*/ 5 h 8"/>
                                    <a:gd name="T16" fmla="*/ 3 w 9"/>
                                    <a:gd name="T17" fmla="*/ 7 h 8"/>
                                    <a:gd name="T18" fmla="*/ 3 w 9"/>
                                    <a:gd name="T19" fmla="*/ 7 h 8"/>
                                    <a:gd name="T20" fmla="*/ 4 w 9"/>
                                    <a:gd name="T21" fmla="*/ 8 h 8"/>
                                    <a:gd name="T22" fmla="*/ 6 w 9"/>
                                    <a:gd name="T23" fmla="*/ 8 h 8"/>
                                    <a:gd name="T24" fmla="*/ 7 w 9"/>
                                    <a:gd name="T25" fmla="*/ 7 h 8"/>
                                    <a:gd name="T26" fmla="*/ 9 w 9"/>
                                    <a:gd name="T27" fmla="*/ 5 h 8"/>
                                    <a:gd name="T28" fmla="*/ 9 w 9"/>
                                    <a:gd name="T29" fmla="*/ 4 h 8"/>
                                    <a:gd name="T30" fmla="*/ 9 w 9"/>
                                    <a:gd name="T31" fmla="*/ 2 h 8"/>
                                    <a:gd name="T32" fmla="*/ 9 w 9"/>
                                    <a:gd name="T33" fmla="*/ 1 h 8"/>
                                    <a:gd name="T34" fmla="*/ 7 w 9"/>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7" y="0"/>
                                      </a:moveTo>
                                      <a:lnTo>
                                        <a:pt x="6" y="0"/>
                                      </a:lnTo>
                                      <a:lnTo>
                                        <a:pt x="4" y="0"/>
                                      </a:lnTo>
                                      <a:lnTo>
                                        <a:pt x="3" y="0"/>
                                      </a:lnTo>
                                      <a:lnTo>
                                        <a:pt x="1" y="1"/>
                                      </a:lnTo>
                                      <a:lnTo>
                                        <a:pt x="0" y="2"/>
                                      </a:lnTo>
                                      <a:lnTo>
                                        <a:pt x="0" y="4"/>
                                      </a:lnTo>
                                      <a:lnTo>
                                        <a:pt x="1" y="5"/>
                                      </a:lnTo>
                                      <a:lnTo>
                                        <a:pt x="3" y="7"/>
                                      </a:lnTo>
                                      <a:lnTo>
                                        <a:pt x="4" y="8"/>
                                      </a:lnTo>
                                      <a:lnTo>
                                        <a:pt x="6" y="8"/>
                                      </a:lnTo>
                                      <a:lnTo>
                                        <a:pt x="7" y="7"/>
                                      </a:lnTo>
                                      <a:lnTo>
                                        <a:pt x="9" y="5"/>
                                      </a:lnTo>
                                      <a:lnTo>
                                        <a:pt x="9" y="4"/>
                                      </a:lnTo>
                                      <a:lnTo>
                                        <a:pt x="9" y="2"/>
                                      </a:lnTo>
                                      <a:lnTo>
                                        <a:pt x="9" y="1"/>
                                      </a:lnTo>
                                      <a:lnTo>
                                        <a:pt x="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83" name="Freeform 188"/>
                                <p:cNvSpPr>
                                  <a:spLocks/>
                                </p:cNvSpPr>
                                <p:nvPr/>
                              </p:nvSpPr>
                              <p:spPr bwMode="auto">
                                <a:xfrm>
                                  <a:off x="3929" y="1846"/>
                                  <a:ext cx="9" cy="8"/>
                                </a:xfrm>
                                <a:custGeom>
                                  <a:avLst/>
                                  <a:gdLst>
                                    <a:gd name="T0" fmla="*/ 7 w 9"/>
                                    <a:gd name="T1" fmla="*/ 1 h 8"/>
                                    <a:gd name="T2" fmla="*/ 6 w 9"/>
                                    <a:gd name="T3" fmla="*/ 0 h 8"/>
                                    <a:gd name="T4" fmla="*/ 4 w 9"/>
                                    <a:gd name="T5" fmla="*/ 0 h 8"/>
                                    <a:gd name="T6" fmla="*/ 3 w 9"/>
                                    <a:gd name="T7" fmla="*/ 1 h 8"/>
                                    <a:gd name="T8" fmla="*/ 1 w 9"/>
                                    <a:gd name="T9" fmla="*/ 3 h 8"/>
                                    <a:gd name="T10" fmla="*/ 0 w 9"/>
                                    <a:gd name="T11" fmla="*/ 4 h 8"/>
                                    <a:gd name="T12" fmla="*/ 0 w 9"/>
                                    <a:gd name="T13" fmla="*/ 5 h 8"/>
                                    <a:gd name="T14" fmla="*/ 1 w 9"/>
                                    <a:gd name="T15" fmla="*/ 7 h 8"/>
                                    <a:gd name="T16" fmla="*/ 3 w 9"/>
                                    <a:gd name="T17" fmla="*/ 8 h 8"/>
                                    <a:gd name="T18" fmla="*/ 3 w 9"/>
                                    <a:gd name="T19" fmla="*/ 8 h 8"/>
                                    <a:gd name="T20" fmla="*/ 4 w 9"/>
                                    <a:gd name="T21" fmla="*/ 8 h 8"/>
                                    <a:gd name="T22" fmla="*/ 6 w 9"/>
                                    <a:gd name="T23" fmla="*/ 8 h 8"/>
                                    <a:gd name="T24" fmla="*/ 7 w 9"/>
                                    <a:gd name="T25" fmla="*/ 8 h 8"/>
                                    <a:gd name="T26" fmla="*/ 9 w 9"/>
                                    <a:gd name="T27" fmla="*/ 7 h 8"/>
                                    <a:gd name="T28" fmla="*/ 9 w 9"/>
                                    <a:gd name="T29" fmla="*/ 5 h 8"/>
                                    <a:gd name="T30" fmla="*/ 9 w 9"/>
                                    <a:gd name="T31" fmla="*/ 4 h 8"/>
                                    <a:gd name="T32" fmla="*/ 9 w 9"/>
                                    <a:gd name="T33" fmla="*/ 3 h 8"/>
                                    <a:gd name="T34" fmla="*/ 7 w 9"/>
                                    <a:gd name="T35" fmla="*/ 1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7" y="1"/>
                                      </a:moveTo>
                                      <a:lnTo>
                                        <a:pt x="6" y="0"/>
                                      </a:lnTo>
                                      <a:lnTo>
                                        <a:pt x="4" y="0"/>
                                      </a:lnTo>
                                      <a:lnTo>
                                        <a:pt x="3" y="1"/>
                                      </a:lnTo>
                                      <a:lnTo>
                                        <a:pt x="1" y="3"/>
                                      </a:lnTo>
                                      <a:lnTo>
                                        <a:pt x="0" y="4"/>
                                      </a:lnTo>
                                      <a:lnTo>
                                        <a:pt x="0" y="5"/>
                                      </a:lnTo>
                                      <a:lnTo>
                                        <a:pt x="1" y="7"/>
                                      </a:lnTo>
                                      <a:lnTo>
                                        <a:pt x="3" y="8"/>
                                      </a:lnTo>
                                      <a:lnTo>
                                        <a:pt x="4" y="8"/>
                                      </a:lnTo>
                                      <a:lnTo>
                                        <a:pt x="6" y="8"/>
                                      </a:lnTo>
                                      <a:lnTo>
                                        <a:pt x="7" y="8"/>
                                      </a:lnTo>
                                      <a:lnTo>
                                        <a:pt x="9" y="7"/>
                                      </a:lnTo>
                                      <a:lnTo>
                                        <a:pt x="9" y="5"/>
                                      </a:lnTo>
                                      <a:lnTo>
                                        <a:pt x="9" y="4"/>
                                      </a:lnTo>
                                      <a:lnTo>
                                        <a:pt x="9" y="3"/>
                                      </a:lnTo>
                                      <a:lnTo>
                                        <a:pt x="7"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84" name="Freeform 189"/>
                                <p:cNvSpPr>
                                  <a:spLocks/>
                                </p:cNvSpPr>
                                <p:nvPr/>
                              </p:nvSpPr>
                              <p:spPr bwMode="auto">
                                <a:xfrm>
                                  <a:off x="3944" y="1857"/>
                                  <a:ext cx="8" cy="9"/>
                                </a:xfrm>
                                <a:custGeom>
                                  <a:avLst/>
                                  <a:gdLst>
                                    <a:gd name="T0" fmla="*/ 5 w 8"/>
                                    <a:gd name="T1" fmla="*/ 0 h 9"/>
                                    <a:gd name="T2" fmla="*/ 4 w 8"/>
                                    <a:gd name="T3" fmla="*/ 0 h 9"/>
                                    <a:gd name="T4" fmla="*/ 2 w 8"/>
                                    <a:gd name="T5" fmla="*/ 0 h 9"/>
                                    <a:gd name="T6" fmla="*/ 1 w 8"/>
                                    <a:gd name="T7" fmla="*/ 0 h 9"/>
                                    <a:gd name="T8" fmla="*/ 0 w 8"/>
                                    <a:gd name="T9" fmla="*/ 2 h 9"/>
                                    <a:gd name="T10" fmla="*/ 0 w 8"/>
                                    <a:gd name="T11" fmla="*/ 3 h 9"/>
                                    <a:gd name="T12" fmla="*/ 0 w 8"/>
                                    <a:gd name="T13" fmla="*/ 5 h 9"/>
                                    <a:gd name="T14" fmla="*/ 0 w 8"/>
                                    <a:gd name="T15" fmla="*/ 6 h 9"/>
                                    <a:gd name="T16" fmla="*/ 1 w 8"/>
                                    <a:gd name="T17" fmla="*/ 8 h 9"/>
                                    <a:gd name="T18" fmla="*/ 1 w 8"/>
                                    <a:gd name="T19" fmla="*/ 8 h 9"/>
                                    <a:gd name="T20" fmla="*/ 2 w 8"/>
                                    <a:gd name="T21" fmla="*/ 9 h 9"/>
                                    <a:gd name="T22" fmla="*/ 4 w 8"/>
                                    <a:gd name="T23" fmla="*/ 9 h 9"/>
                                    <a:gd name="T24" fmla="*/ 5 w 8"/>
                                    <a:gd name="T25" fmla="*/ 8 h 9"/>
                                    <a:gd name="T26" fmla="*/ 7 w 8"/>
                                    <a:gd name="T27" fmla="*/ 6 h 9"/>
                                    <a:gd name="T28" fmla="*/ 8 w 8"/>
                                    <a:gd name="T29" fmla="*/ 5 h 9"/>
                                    <a:gd name="T30" fmla="*/ 8 w 8"/>
                                    <a:gd name="T31" fmla="*/ 3 h 9"/>
                                    <a:gd name="T32" fmla="*/ 7 w 8"/>
                                    <a:gd name="T33" fmla="*/ 2 h 9"/>
                                    <a:gd name="T34" fmla="*/ 5 w 8"/>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5" y="0"/>
                                      </a:moveTo>
                                      <a:lnTo>
                                        <a:pt x="4" y="0"/>
                                      </a:lnTo>
                                      <a:lnTo>
                                        <a:pt x="2" y="0"/>
                                      </a:lnTo>
                                      <a:lnTo>
                                        <a:pt x="1" y="0"/>
                                      </a:lnTo>
                                      <a:lnTo>
                                        <a:pt x="0" y="2"/>
                                      </a:lnTo>
                                      <a:lnTo>
                                        <a:pt x="0" y="3"/>
                                      </a:lnTo>
                                      <a:lnTo>
                                        <a:pt x="0" y="5"/>
                                      </a:lnTo>
                                      <a:lnTo>
                                        <a:pt x="0" y="6"/>
                                      </a:lnTo>
                                      <a:lnTo>
                                        <a:pt x="1" y="8"/>
                                      </a:lnTo>
                                      <a:lnTo>
                                        <a:pt x="2" y="9"/>
                                      </a:lnTo>
                                      <a:lnTo>
                                        <a:pt x="4" y="9"/>
                                      </a:lnTo>
                                      <a:lnTo>
                                        <a:pt x="5" y="8"/>
                                      </a:lnTo>
                                      <a:lnTo>
                                        <a:pt x="7" y="6"/>
                                      </a:lnTo>
                                      <a:lnTo>
                                        <a:pt x="8" y="5"/>
                                      </a:lnTo>
                                      <a:lnTo>
                                        <a:pt x="8" y="3"/>
                                      </a:lnTo>
                                      <a:lnTo>
                                        <a:pt x="7" y="2"/>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grpSp>
                          <p:grpSp>
                            <p:nvGrpSpPr>
                              <p:cNvPr id="72" name="Group 71"/>
                              <p:cNvGrpSpPr/>
                              <p:nvPr/>
                            </p:nvGrpSpPr>
                            <p:grpSpPr>
                              <a:xfrm>
                                <a:off x="2165350" y="2533650"/>
                                <a:ext cx="5284788" cy="1771650"/>
                                <a:chOff x="2165350" y="2533650"/>
                                <a:chExt cx="5284788" cy="1771650"/>
                              </a:xfrm>
                            </p:grpSpPr>
                            <p:grpSp>
                              <p:nvGrpSpPr>
                                <p:cNvPr id="73" name="Group 117"/>
                                <p:cNvGrpSpPr>
                                  <a:grpSpLocks/>
                                </p:cNvGrpSpPr>
                                <p:nvPr/>
                              </p:nvGrpSpPr>
                              <p:grpSpPr bwMode="auto">
                                <a:xfrm>
                                  <a:off x="5692775" y="3730625"/>
                                  <a:ext cx="541338" cy="187325"/>
                                  <a:chOff x="3598" y="2302"/>
                                  <a:chExt cx="341" cy="118"/>
                                </a:xfrm>
                              </p:grpSpPr>
                              <p:sp>
                                <p:nvSpPr>
                                  <p:cNvPr id="137" name="Freeform 118"/>
                                  <p:cNvSpPr>
                                    <a:spLocks/>
                                  </p:cNvSpPr>
                                  <p:nvPr/>
                                </p:nvSpPr>
                                <p:spPr bwMode="auto">
                                  <a:xfrm>
                                    <a:off x="3598" y="2302"/>
                                    <a:ext cx="9" cy="9"/>
                                  </a:xfrm>
                                  <a:custGeom>
                                    <a:avLst/>
                                    <a:gdLst>
                                      <a:gd name="T0" fmla="*/ 7 w 9"/>
                                      <a:gd name="T1" fmla="*/ 1 h 9"/>
                                      <a:gd name="T2" fmla="*/ 4 w 9"/>
                                      <a:gd name="T3" fmla="*/ 0 h 9"/>
                                      <a:gd name="T4" fmla="*/ 4 w 9"/>
                                      <a:gd name="T5" fmla="*/ 0 h 9"/>
                                      <a:gd name="T6" fmla="*/ 3 w 9"/>
                                      <a:gd name="T7" fmla="*/ 1 h 9"/>
                                      <a:gd name="T8" fmla="*/ 1 w 9"/>
                                      <a:gd name="T9" fmla="*/ 3 h 9"/>
                                      <a:gd name="T10" fmla="*/ 0 w 9"/>
                                      <a:gd name="T11" fmla="*/ 4 h 9"/>
                                      <a:gd name="T12" fmla="*/ 0 w 9"/>
                                      <a:gd name="T13" fmla="*/ 4 h 9"/>
                                      <a:gd name="T14" fmla="*/ 1 w 9"/>
                                      <a:gd name="T15" fmla="*/ 6 h 9"/>
                                      <a:gd name="T16" fmla="*/ 3 w 9"/>
                                      <a:gd name="T17" fmla="*/ 9 h 9"/>
                                      <a:gd name="T18" fmla="*/ 3 w 9"/>
                                      <a:gd name="T19" fmla="*/ 9 h 9"/>
                                      <a:gd name="T20" fmla="*/ 4 w 9"/>
                                      <a:gd name="T21" fmla="*/ 9 h 9"/>
                                      <a:gd name="T22" fmla="*/ 4 w 9"/>
                                      <a:gd name="T23" fmla="*/ 9 h 9"/>
                                      <a:gd name="T24" fmla="*/ 6 w 9"/>
                                      <a:gd name="T25" fmla="*/ 7 h 9"/>
                                      <a:gd name="T26" fmla="*/ 7 w 9"/>
                                      <a:gd name="T27" fmla="*/ 6 h 9"/>
                                      <a:gd name="T28" fmla="*/ 9 w 9"/>
                                      <a:gd name="T29" fmla="*/ 4 h 9"/>
                                      <a:gd name="T30" fmla="*/ 9 w 9"/>
                                      <a:gd name="T31" fmla="*/ 4 h 9"/>
                                      <a:gd name="T32" fmla="*/ 7 w 9"/>
                                      <a:gd name="T33" fmla="*/ 3 h 9"/>
                                      <a:gd name="T34" fmla="*/ 7 w 9"/>
                                      <a:gd name="T35" fmla="*/ 1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7" y="1"/>
                                        </a:moveTo>
                                        <a:lnTo>
                                          <a:pt x="4" y="0"/>
                                        </a:lnTo>
                                        <a:lnTo>
                                          <a:pt x="3" y="1"/>
                                        </a:lnTo>
                                        <a:lnTo>
                                          <a:pt x="1" y="3"/>
                                        </a:lnTo>
                                        <a:lnTo>
                                          <a:pt x="0" y="4"/>
                                        </a:lnTo>
                                        <a:lnTo>
                                          <a:pt x="1" y="6"/>
                                        </a:lnTo>
                                        <a:lnTo>
                                          <a:pt x="3" y="9"/>
                                        </a:lnTo>
                                        <a:lnTo>
                                          <a:pt x="4" y="9"/>
                                        </a:lnTo>
                                        <a:lnTo>
                                          <a:pt x="6" y="7"/>
                                        </a:lnTo>
                                        <a:lnTo>
                                          <a:pt x="7" y="6"/>
                                        </a:lnTo>
                                        <a:lnTo>
                                          <a:pt x="9" y="4"/>
                                        </a:lnTo>
                                        <a:lnTo>
                                          <a:pt x="7" y="3"/>
                                        </a:lnTo>
                                        <a:lnTo>
                                          <a:pt x="7"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38" name="Freeform 119"/>
                                  <p:cNvSpPr>
                                    <a:spLocks/>
                                  </p:cNvSpPr>
                                  <p:nvPr/>
                                </p:nvSpPr>
                                <p:spPr bwMode="auto">
                                  <a:xfrm>
                                    <a:off x="3611" y="2312"/>
                                    <a:ext cx="9" cy="9"/>
                                  </a:xfrm>
                                  <a:custGeom>
                                    <a:avLst/>
                                    <a:gdLst>
                                      <a:gd name="T0" fmla="*/ 7 w 9"/>
                                      <a:gd name="T1" fmla="*/ 2 h 9"/>
                                      <a:gd name="T2" fmla="*/ 6 w 9"/>
                                      <a:gd name="T3" fmla="*/ 0 h 9"/>
                                      <a:gd name="T4" fmla="*/ 4 w 9"/>
                                      <a:gd name="T5" fmla="*/ 0 h 9"/>
                                      <a:gd name="T6" fmla="*/ 3 w 9"/>
                                      <a:gd name="T7" fmla="*/ 2 h 9"/>
                                      <a:gd name="T8" fmla="*/ 1 w 9"/>
                                      <a:gd name="T9" fmla="*/ 3 h 9"/>
                                      <a:gd name="T10" fmla="*/ 0 w 9"/>
                                      <a:gd name="T11" fmla="*/ 4 h 9"/>
                                      <a:gd name="T12" fmla="*/ 0 w 9"/>
                                      <a:gd name="T13" fmla="*/ 6 h 9"/>
                                      <a:gd name="T14" fmla="*/ 1 w 9"/>
                                      <a:gd name="T15" fmla="*/ 7 h 9"/>
                                      <a:gd name="T16" fmla="*/ 3 w 9"/>
                                      <a:gd name="T17" fmla="*/ 9 h 9"/>
                                      <a:gd name="T18" fmla="*/ 3 w 9"/>
                                      <a:gd name="T19" fmla="*/ 9 h 9"/>
                                      <a:gd name="T20" fmla="*/ 4 w 9"/>
                                      <a:gd name="T21" fmla="*/ 9 h 9"/>
                                      <a:gd name="T22" fmla="*/ 6 w 9"/>
                                      <a:gd name="T23" fmla="*/ 9 h 9"/>
                                      <a:gd name="T24" fmla="*/ 7 w 9"/>
                                      <a:gd name="T25" fmla="*/ 9 h 9"/>
                                      <a:gd name="T26" fmla="*/ 9 w 9"/>
                                      <a:gd name="T27" fmla="*/ 7 h 9"/>
                                      <a:gd name="T28" fmla="*/ 9 w 9"/>
                                      <a:gd name="T29" fmla="*/ 6 h 9"/>
                                      <a:gd name="T30" fmla="*/ 9 w 9"/>
                                      <a:gd name="T31" fmla="*/ 4 h 9"/>
                                      <a:gd name="T32" fmla="*/ 9 w 9"/>
                                      <a:gd name="T33" fmla="*/ 3 h 9"/>
                                      <a:gd name="T34" fmla="*/ 7 w 9"/>
                                      <a:gd name="T35" fmla="*/ 2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7" y="2"/>
                                        </a:moveTo>
                                        <a:lnTo>
                                          <a:pt x="6" y="0"/>
                                        </a:lnTo>
                                        <a:lnTo>
                                          <a:pt x="4" y="0"/>
                                        </a:lnTo>
                                        <a:lnTo>
                                          <a:pt x="3" y="2"/>
                                        </a:lnTo>
                                        <a:lnTo>
                                          <a:pt x="1" y="3"/>
                                        </a:lnTo>
                                        <a:lnTo>
                                          <a:pt x="0" y="4"/>
                                        </a:lnTo>
                                        <a:lnTo>
                                          <a:pt x="0" y="6"/>
                                        </a:lnTo>
                                        <a:lnTo>
                                          <a:pt x="1" y="7"/>
                                        </a:lnTo>
                                        <a:lnTo>
                                          <a:pt x="3" y="9"/>
                                        </a:lnTo>
                                        <a:lnTo>
                                          <a:pt x="4" y="9"/>
                                        </a:lnTo>
                                        <a:lnTo>
                                          <a:pt x="6" y="9"/>
                                        </a:lnTo>
                                        <a:lnTo>
                                          <a:pt x="7" y="9"/>
                                        </a:lnTo>
                                        <a:lnTo>
                                          <a:pt x="9" y="7"/>
                                        </a:lnTo>
                                        <a:lnTo>
                                          <a:pt x="9" y="6"/>
                                        </a:lnTo>
                                        <a:lnTo>
                                          <a:pt x="9" y="4"/>
                                        </a:lnTo>
                                        <a:lnTo>
                                          <a:pt x="9" y="3"/>
                                        </a:lnTo>
                                        <a:lnTo>
                                          <a:pt x="7"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39" name="Freeform 120"/>
                                  <p:cNvSpPr>
                                    <a:spLocks/>
                                  </p:cNvSpPr>
                                  <p:nvPr/>
                                </p:nvSpPr>
                                <p:spPr bwMode="auto">
                                  <a:xfrm>
                                    <a:off x="3624" y="2324"/>
                                    <a:ext cx="9" cy="8"/>
                                  </a:xfrm>
                                  <a:custGeom>
                                    <a:avLst/>
                                    <a:gdLst>
                                      <a:gd name="T0" fmla="*/ 7 w 9"/>
                                      <a:gd name="T1" fmla="*/ 1 h 8"/>
                                      <a:gd name="T2" fmla="*/ 6 w 9"/>
                                      <a:gd name="T3" fmla="*/ 0 h 8"/>
                                      <a:gd name="T4" fmla="*/ 4 w 9"/>
                                      <a:gd name="T5" fmla="*/ 0 h 8"/>
                                      <a:gd name="T6" fmla="*/ 3 w 9"/>
                                      <a:gd name="T7" fmla="*/ 1 h 8"/>
                                      <a:gd name="T8" fmla="*/ 2 w 9"/>
                                      <a:gd name="T9" fmla="*/ 3 h 8"/>
                                      <a:gd name="T10" fmla="*/ 0 w 9"/>
                                      <a:gd name="T11" fmla="*/ 4 h 8"/>
                                      <a:gd name="T12" fmla="*/ 0 w 9"/>
                                      <a:gd name="T13" fmla="*/ 6 h 8"/>
                                      <a:gd name="T14" fmla="*/ 2 w 9"/>
                                      <a:gd name="T15" fmla="*/ 7 h 8"/>
                                      <a:gd name="T16" fmla="*/ 3 w 9"/>
                                      <a:gd name="T17" fmla="*/ 8 h 8"/>
                                      <a:gd name="T18" fmla="*/ 3 w 9"/>
                                      <a:gd name="T19" fmla="*/ 8 h 8"/>
                                      <a:gd name="T20" fmla="*/ 4 w 9"/>
                                      <a:gd name="T21" fmla="*/ 8 h 8"/>
                                      <a:gd name="T22" fmla="*/ 6 w 9"/>
                                      <a:gd name="T23" fmla="*/ 8 h 8"/>
                                      <a:gd name="T24" fmla="*/ 7 w 9"/>
                                      <a:gd name="T25" fmla="*/ 8 h 8"/>
                                      <a:gd name="T26" fmla="*/ 9 w 9"/>
                                      <a:gd name="T27" fmla="*/ 7 h 8"/>
                                      <a:gd name="T28" fmla="*/ 9 w 9"/>
                                      <a:gd name="T29" fmla="*/ 6 h 8"/>
                                      <a:gd name="T30" fmla="*/ 9 w 9"/>
                                      <a:gd name="T31" fmla="*/ 4 h 8"/>
                                      <a:gd name="T32" fmla="*/ 9 w 9"/>
                                      <a:gd name="T33" fmla="*/ 3 h 8"/>
                                      <a:gd name="T34" fmla="*/ 7 w 9"/>
                                      <a:gd name="T35" fmla="*/ 1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7" y="1"/>
                                        </a:moveTo>
                                        <a:lnTo>
                                          <a:pt x="6" y="0"/>
                                        </a:lnTo>
                                        <a:lnTo>
                                          <a:pt x="4" y="0"/>
                                        </a:lnTo>
                                        <a:lnTo>
                                          <a:pt x="3" y="1"/>
                                        </a:lnTo>
                                        <a:lnTo>
                                          <a:pt x="2" y="3"/>
                                        </a:lnTo>
                                        <a:lnTo>
                                          <a:pt x="0" y="4"/>
                                        </a:lnTo>
                                        <a:lnTo>
                                          <a:pt x="0" y="6"/>
                                        </a:lnTo>
                                        <a:lnTo>
                                          <a:pt x="2" y="7"/>
                                        </a:lnTo>
                                        <a:lnTo>
                                          <a:pt x="3" y="8"/>
                                        </a:lnTo>
                                        <a:lnTo>
                                          <a:pt x="4" y="8"/>
                                        </a:lnTo>
                                        <a:lnTo>
                                          <a:pt x="6" y="8"/>
                                        </a:lnTo>
                                        <a:lnTo>
                                          <a:pt x="7" y="8"/>
                                        </a:lnTo>
                                        <a:lnTo>
                                          <a:pt x="9" y="7"/>
                                        </a:lnTo>
                                        <a:lnTo>
                                          <a:pt x="9" y="6"/>
                                        </a:lnTo>
                                        <a:lnTo>
                                          <a:pt x="9" y="4"/>
                                        </a:lnTo>
                                        <a:lnTo>
                                          <a:pt x="9" y="3"/>
                                        </a:lnTo>
                                        <a:lnTo>
                                          <a:pt x="7"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40" name="Freeform 121"/>
                                  <p:cNvSpPr>
                                    <a:spLocks/>
                                  </p:cNvSpPr>
                                  <p:nvPr/>
                                </p:nvSpPr>
                                <p:spPr bwMode="auto">
                                  <a:xfrm>
                                    <a:off x="3637" y="2335"/>
                                    <a:ext cx="9" cy="9"/>
                                  </a:xfrm>
                                  <a:custGeom>
                                    <a:avLst/>
                                    <a:gdLst>
                                      <a:gd name="T0" fmla="*/ 7 w 9"/>
                                      <a:gd name="T1" fmla="*/ 2 h 9"/>
                                      <a:gd name="T2" fmla="*/ 6 w 9"/>
                                      <a:gd name="T3" fmla="*/ 0 h 9"/>
                                      <a:gd name="T4" fmla="*/ 4 w 9"/>
                                      <a:gd name="T5" fmla="*/ 0 h 9"/>
                                      <a:gd name="T6" fmla="*/ 3 w 9"/>
                                      <a:gd name="T7" fmla="*/ 2 h 9"/>
                                      <a:gd name="T8" fmla="*/ 2 w 9"/>
                                      <a:gd name="T9" fmla="*/ 3 h 9"/>
                                      <a:gd name="T10" fmla="*/ 0 w 9"/>
                                      <a:gd name="T11" fmla="*/ 5 h 9"/>
                                      <a:gd name="T12" fmla="*/ 0 w 9"/>
                                      <a:gd name="T13" fmla="*/ 6 h 9"/>
                                      <a:gd name="T14" fmla="*/ 2 w 9"/>
                                      <a:gd name="T15" fmla="*/ 8 h 9"/>
                                      <a:gd name="T16" fmla="*/ 3 w 9"/>
                                      <a:gd name="T17" fmla="*/ 9 h 9"/>
                                      <a:gd name="T18" fmla="*/ 3 w 9"/>
                                      <a:gd name="T19" fmla="*/ 9 h 9"/>
                                      <a:gd name="T20" fmla="*/ 4 w 9"/>
                                      <a:gd name="T21" fmla="*/ 9 h 9"/>
                                      <a:gd name="T22" fmla="*/ 6 w 9"/>
                                      <a:gd name="T23" fmla="*/ 9 h 9"/>
                                      <a:gd name="T24" fmla="*/ 7 w 9"/>
                                      <a:gd name="T25" fmla="*/ 9 h 9"/>
                                      <a:gd name="T26" fmla="*/ 9 w 9"/>
                                      <a:gd name="T27" fmla="*/ 8 h 9"/>
                                      <a:gd name="T28" fmla="*/ 9 w 9"/>
                                      <a:gd name="T29" fmla="*/ 6 h 9"/>
                                      <a:gd name="T30" fmla="*/ 9 w 9"/>
                                      <a:gd name="T31" fmla="*/ 5 h 9"/>
                                      <a:gd name="T32" fmla="*/ 9 w 9"/>
                                      <a:gd name="T33" fmla="*/ 3 h 9"/>
                                      <a:gd name="T34" fmla="*/ 7 w 9"/>
                                      <a:gd name="T35" fmla="*/ 2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7" y="2"/>
                                        </a:moveTo>
                                        <a:lnTo>
                                          <a:pt x="6" y="0"/>
                                        </a:lnTo>
                                        <a:lnTo>
                                          <a:pt x="4" y="0"/>
                                        </a:lnTo>
                                        <a:lnTo>
                                          <a:pt x="3" y="2"/>
                                        </a:lnTo>
                                        <a:lnTo>
                                          <a:pt x="2" y="3"/>
                                        </a:lnTo>
                                        <a:lnTo>
                                          <a:pt x="0" y="5"/>
                                        </a:lnTo>
                                        <a:lnTo>
                                          <a:pt x="0" y="6"/>
                                        </a:lnTo>
                                        <a:lnTo>
                                          <a:pt x="2" y="8"/>
                                        </a:lnTo>
                                        <a:lnTo>
                                          <a:pt x="3" y="9"/>
                                        </a:lnTo>
                                        <a:lnTo>
                                          <a:pt x="4" y="9"/>
                                        </a:lnTo>
                                        <a:lnTo>
                                          <a:pt x="6" y="9"/>
                                        </a:lnTo>
                                        <a:lnTo>
                                          <a:pt x="7" y="9"/>
                                        </a:lnTo>
                                        <a:lnTo>
                                          <a:pt x="9" y="8"/>
                                        </a:lnTo>
                                        <a:lnTo>
                                          <a:pt x="9" y="6"/>
                                        </a:lnTo>
                                        <a:lnTo>
                                          <a:pt x="9" y="5"/>
                                        </a:lnTo>
                                        <a:lnTo>
                                          <a:pt x="9" y="3"/>
                                        </a:lnTo>
                                        <a:lnTo>
                                          <a:pt x="7"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41" name="Freeform 122"/>
                                  <p:cNvSpPr>
                                    <a:spLocks/>
                                  </p:cNvSpPr>
                                  <p:nvPr/>
                                </p:nvSpPr>
                                <p:spPr bwMode="auto">
                                  <a:xfrm>
                                    <a:off x="3650" y="2347"/>
                                    <a:ext cx="9" cy="9"/>
                                  </a:xfrm>
                                  <a:custGeom>
                                    <a:avLst/>
                                    <a:gdLst>
                                      <a:gd name="T0" fmla="*/ 7 w 9"/>
                                      <a:gd name="T1" fmla="*/ 1 h 9"/>
                                      <a:gd name="T2" fmla="*/ 6 w 9"/>
                                      <a:gd name="T3" fmla="*/ 0 h 9"/>
                                      <a:gd name="T4" fmla="*/ 5 w 9"/>
                                      <a:gd name="T5" fmla="*/ 0 h 9"/>
                                      <a:gd name="T6" fmla="*/ 3 w 9"/>
                                      <a:gd name="T7" fmla="*/ 1 h 9"/>
                                      <a:gd name="T8" fmla="*/ 2 w 9"/>
                                      <a:gd name="T9" fmla="*/ 3 h 9"/>
                                      <a:gd name="T10" fmla="*/ 0 w 9"/>
                                      <a:gd name="T11" fmla="*/ 4 h 9"/>
                                      <a:gd name="T12" fmla="*/ 0 w 9"/>
                                      <a:gd name="T13" fmla="*/ 6 h 9"/>
                                      <a:gd name="T14" fmla="*/ 2 w 9"/>
                                      <a:gd name="T15" fmla="*/ 7 h 9"/>
                                      <a:gd name="T16" fmla="*/ 3 w 9"/>
                                      <a:gd name="T17" fmla="*/ 9 h 9"/>
                                      <a:gd name="T18" fmla="*/ 3 w 9"/>
                                      <a:gd name="T19" fmla="*/ 9 h 9"/>
                                      <a:gd name="T20" fmla="*/ 5 w 9"/>
                                      <a:gd name="T21" fmla="*/ 9 h 9"/>
                                      <a:gd name="T22" fmla="*/ 6 w 9"/>
                                      <a:gd name="T23" fmla="*/ 9 h 9"/>
                                      <a:gd name="T24" fmla="*/ 7 w 9"/>
                                      <a:gd name="T25" fmla="*/ 9 h 9"/>
                                      <a:gd name="T26" fmla="*/ 9 w 9"/>
                                      <a:gd name="T27" fmla="*/ 7 h 9"/>
                                      <a:gd name="T28" fmla="*/ 9 w 9"/>
                                      <a:gd name="T29" fmla="*/ 6 h 9"/>
                                      <a:gd name="T30" fmla="*/ 9 w 9"/>
                                      <a:gd name="T31" fmla="*/ 4 h 9"/>
                                      <a:gd name="T32" fmla="*/ 9 w 9"/>
                                      <a:gd name="T33" fmla="*/ 3 h 9"/>
                                      <a:gd name="T34" fmla="*/ 7 w 9"/>
                                      <a:gd name="T35" fmla="*/ 1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7" y="1"/>
                                        </a:moveTo>
                                        <a:lnTo>
                                          <a:pt x="6" y="0"/>
                                        </a:lnTo>
                                        <a:lnTo>
                                          <a:pt x="5" y="0"/>
                                        </a:lnTo>
                                        <a:lnTo>
                                          <a:pt x="3" y="1"/>
                                        </a:lnTo>
                                        <a:lnTo>
                                          <a:pt x="2" y="3"/>
                                        </a:lnTo>
                                        <a:lnTo>
                                          <a:pt x="0" y="4"/>
                                        </a:lnTo>
                                        <a:lnTo>
                                          <a:pt x="0" y="6"/>
                                        </a:lnTo>
                                        <a:lnTo>
                                          <a:pt x="2" y="7"/>
                                        </a:lnTo>
                                        <a:lnTo>
                                          <a:pt x="3" y="9"/>
                                        </a:lnTo>
                                        <a:lnTo>
                                          <a:pt x="5" y="9"/>
                                        </a:lnTo>
                                        <a:lnTo>
                                          <a:pt x="6" y="9"/>
                                        </a:lnTo>
                                        <a:lnTo>
                                          <a:pt x="7" y="9"/>
                                        </a:lnTo>
                                        <a:lnTo>
                                          <a:pt x="9" y="7"/>
                                        </a:lnTo>
                                        <a:lnTo>
                                          <a:pt x="9" y="6"/>
                                        </a:lnTo>
                                        <a:lnTo>
                                          <a:pt x="9" y="4"/>
                                        </a:lnTo>
                                        <a:lnTo>
                                          <a:pt x="9" y="3"/>
                                        </a:lnTo>
                                        <a:lnTo>
                                          <a:pt x="7"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42" name="Freeform 123"/>
                                  <p:cNvSpPr>
                                    <a:spLocks/>
                                  </p:cNvSpPr>
                                  <p:nvPr/>
                                </p:nvSpPr>
                                <p:spPr bwMode="auto">
                                  <a:xfrm>
                                    <a:off x="3665" y="2359"/>
                                    <a:ext cx="8" cy="8"/>
                                  </a:xfrm>
                                  <a:custGeom>
                                    <a:avLst/>
                                    <a:gdLst>
                                      <a:gd name="T0" fmla="*/ 6 w 8"/>
                                      <a:gd name="T1" fmla="*/ 1 h 8"/>
                                      <a:gd name="T2" fmla="*/ 4 w 8"/>
                                      <a:gd name="T3" fmla="*/ 0 h 8"/>
                                      <a:gd name="T4" fmla="*/ 3 w 8"/>
                                      <a:gd name="T5" fmla="*/ 0 h 8"/>
                                      <a:gd name="T6" fmla="*/ 1 w 8"/>
                                      <a:gd name="T7" fmla="*/ 1 h 8"/>
                                      <a:gd name="T8" fmla="*/ 0 w 8"/>
                                      <a:gd name="T9" fmla="*/ 2 h 8"/>
                                      <a:gd name="T10" fmla="*/ 0 w 8"/>
                                      <a:gd name="T11" fmla="*/ 4 h 8"/>
                                      <a:gd name="T12" fmla="*/ 0 w 8"/>
                                      <a:gd name="T13" fmla="*/ 5 h 8"/>
                                      <a:gd name="T14" fmla="*/ 0 w 8"/>
                                      <a:gd name="T15" fmla="*/ 7 h 8"/>
                                      <a:gd name="T16" fmla="*/ 1 w 8"/>
                                      <a:gd name="T17" fmla="*/ 8 h 8"/>
                                      <a:gd name="T18" fmla="*/ 1 w 8"/>
                                      <a:gd name="T19" fmla="*/ 8 h 8"/>
                                      <a:gd name="T20" fmla="*/ 3 w 8"/>
                                      <a:gd name="T21" fmla="*/ 8 h 8"/>
                                      <a:gd name="T22" fmla="*/ 4 w 8"/>
                                      <a:gd name="T23" fmla="*/ 8 h 8"/>
                                      <a:gd name="T24" fmla="*/ 6 w 8"/>
                                      <a:gd name="T25" fmla="*/ 8 h 8"/>
                                      <a:gd name="T26" fmla="*/ 7 w 8"/>
                                      <a:gd name="T27" fmla="*/ 7 h 8"/>
                                      <a:gd name="T28" fmla="*/ 8 w 8"/>
                                      <a:gd name="T29" fmla="*/ 5 h 8"/>
                                      <a:gd name="T30" fmla="*/ 8 w 8"/>
                                      <a:gd name="T31" fmla="*/ 4 h 8"/>
                                      <a:gd name="T32" fmla="*/ 7 w 8"/>
                                      <a:gd name="T33" fmla="*/ 2 h 8"/>
                                      <a:gd name="T34" fmla="*/ 6 w 8"/>
                                      <a:gd name="T35" fmla="*/ 1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8"/>
                                      <a:gd name="T56" fmla="*/ 8 w 8"/>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8">
                                        <a:moveTo>
                                          <a:pt x="6" y="1"/>
                                        </a:moveTo>
                                        <a:lnTo>
                                          <a:pt x="4" y="0"/>
                                        </a:lnTo>
                                        <a:lnTo>
                                          <a:pt x="3" y="0"/>
                                        </a:lnTo>
                                        <a:lnTo>
                                          <a:pt x="1" y="1"/>
                                        </a:lnTo>
                                        <a:lnTo>
                                          <a:pt x="0" y="2"/>
                                        </a:lnTo>
                                        <a:lnTo>
                                          <a:pt x="0" y="4"/>
                                        </a:lnTo>
                                        <a:lnTo>
                                          <a:pt x="0" y="5"/>
                                        </a:lnTo>
                                        <a:lnTo>
                                          <a:pt x="0" y="7"/>
                                        </a:lnTo>
                                        <a:lnTo>
                                          <a:pt x="1" y="8"/>
                                        </a:lnTo>
                                        <a:lnTo>
                                          <a:pt x="3" y="8"/>
                                        </a:lnTo>
                                        <a:lnTo>
                                          <a:pt x="4" y="8"/>
                                        </a:lnTo>
                                        <a:lnTo>
                                          <a:pt x="6" y="8"/>
                                        </a:lnTo>
                                        <a:lnTo>
                                          <a:pt x="7" y="7"/>
                                        </a:lnTo>
                                        <a:lnTo>
                                          <a:pt x="8" y="5"/>
                                        </a:lnTo>
                                        <a:lnTo>
                                          <a:pt x="8" y="4"/>
                                        </a:lnTo>
                                        <a:lnTo>
                                          <a:pt x="7" y="2"/>
                                        </a:lnTo>
                                        <a:lnTo>
                                          <a:pt x="6"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43" name="Freeform 124"/>
                                  <p:cNvSpPr>
                                    <a:spLocks/>
                                  </p:cNvSpPr>
                                  <p:nvPr/>
                                </p:nvSpPr>
                                <p:spPr bwMode="auto">
                                  <a:xfrm>
                                    <a:off x="3678" y="2369"/>
                                    <a:ext cx="9" cy="8"/>
                                  </a:xfrm>
                                  <a:custGeom>
                                    <a:avLst/>
                                    <a:gdLst>
                                      <a:gd name="T0" fmla="*/ 6 w 9"/>
                                      <a:gd name="T1" fmla="*/ 1 h 8"/>
                                      <a:gd name="T2" fmla="*/ 4 w 9"/>
                                      <a:gd name="T3" fmla="*/ 0 h 8"/>
                                      <a:gd name="T4" fmla="*/ 3 w 9"/>
                                      <a:gd name="T5" fmla="*/ 0 h 8"/>
                                      <a:gd name="T6" fmla="*/ 1 w 9"/>
                                      <a:gd name="T7" fmla="*/ 1 h 8"/>
                                      <a:gd name="T8" fmla="*/ 0 w 9"/>
                                      <a:gd name="T9" fmla="*/ 3 h 8"/>
                                      <a:gd name="T10" fmla="*/ 0 w 9"/>
                                      <a:gd name="T11" fmla="*/ 4 h 8"/>
                                      <a:gd name="T12" fmla="*/ 0 w 9"/>
                                      <a:gd name="T13" fmla="*/ 6 h 8"/>
                                      <a:gd name="T14" fmla="*/ 0 w 9"/>
                                      <a:gd name="T15" fmla="*/ 7 h 8"/>
                                      <a:gd name="T16" fmla="*/ 1 w 9"/>
                                      <a:gd name="T17" fmla="*/ 8 h 8"/>
                                      <a:gd name="T18" fmla="*/ 1 w 9"/>
                                      <a:gd name="T19" fmla="*/ 8 h 8"/>
                                      <a:gd name="T20" fmla="*/ 3 w 9"/>
                                      <a:gd name="T21" fmla="*/ 8 h 8"/>
                                      <a:gd name="T22" fmla="*/ 4 w 9"/>
                                      <a:gd name="T23" fmla="*/ 8 h 8"/>
                                      <a:gd name="T24" fmla="*/ 6 w 9"/>
                                      <a:gd name="T25" fmla="*/ 8 h 8"/>
                                      <a:gd name="T26" fmla="*/ 7 w 9"/>
                                      <a:gd name="T27" fmla="*/ 7 h 8"/>
                                      <a:gd name="T28" fmla="*/ 9 w 9"/>
                                      <a:gd name="T29" fmla="*/ 6 h 8"/>
                                      <a:gd name="T30" fmla="*/ 9 w 9"/>
                                      <a:gd name="T31" fmla="*/ 4 h 8"/>
                                      <a:gd name="T32" fmla="*/ 7 w 9"/>
                                      <a:gd name="T33" fmla="*/ 3 h 8"/>
                                      <a:gd name="T34" fmla="*/ 6 w 9"/>
                                      <a:gd name="T35" fmla="*/ 1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6" y="1"/>
                                        </a:moveTo>
                                        <a:lnTo>
                                          <a:pt x="4" y="0"/>
                                        </a:lnTo>
                                        <a:lnTo>
                                          <a:pt x="3" y="0"/>
                                        </a:lnTo>
                                        <a:lnTo>
                                          <a:pt x="1" y="1"/>
                                        </a:lnTo>
                                        <a:lnTo>
                                          <a:pt x="0" y="3"/>
                                        </a:lnTo>
                                        <a:lnTo>
                                          <a:pt x="0" y="4"/>
                                        </a:lnTo>
                                        <a:lnTo>
                                          <a:pt x="0" y="6"/>
                                        </a:lnTo>
                                        <a:lnTo>
                                          <a:pt x="0" y="7"/>
                                        </a:lnTo>
                                        <a:lnTo>
                                          <a:pt x="1" y="8"/>
                                        </a:lnTo>
                                        <a:lnTo>
                                          <a:pt x="3" y="8"/>
                                        </a:lnTo>
                                        <a:lnTo>
                                          <a:pt x="4" y="8"/>
                                        </a:lnTo>
                                        <a:lnTo>
                                          <a:pt x="6" y="8"/>
                                        </a:lnTo>
                                        <a:lnTo>
                                          <a:pt x="7" y="7"/>
                                        </a:lnTo>
                                        <a:lnTo>
                                          <a:pt x="9" y="6"/>
                                        </a:lnTo>
                                        <a:lnTo>
                                          <a:pt x="9" y="4"/>
                                        </a:lnTo>
                                        <a:lnTo>
                                          <a:pt x="7" y="3"/>
                                        </a:lnTo>
                                        <a:lnTo>
                                          <a:pt x="6"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44" name="Freeform 125"/>
                                  <p:cNvSpPr>
                                    <a:spLocks/>
                                  </p:cNvSpPr>
                                  <p:nvPr/>
                                </p:nvSpPr>
                                <p:spPr bwMode="auto">
                                  <a:xfrm>
                                    <a:off x="3692" y="2380"/>
                                    <a:ext cx="9" cy="9"/>
                                  </a:xfrm>
                                  <a:custGeom>
                                    <a:avLst/>
                                    <a:gdLst>
                                      <a:gd name="T0" fmla="*/ 6 w 9"/>
                                      <a:gd name="T1" fmla="*/ 0 h 9"/>
                                      <a:gd name="T2" fmla="*/ 5 w 9"/>
                                      <a:gd name="T3" fmla="*/ 0 h 9"/>
                                      <a:gd name="T4" fmla="*/ 3 w 9"/>
                                      <a:gd name="T5" fmla="*/ 0 h 9"/>
                                      <a:gd name="T6" fmla="*/ 2 w 9"/>
                                      <a:gd name="T7" fmla="*/ 0 h 9"/>
                                      <a:gd name="T8" fmla="*/ 0 w 9"/>
                                      <a:gd name="T9" fmla="*/ 2 h 9"/>
                                      <a:gd name="T10" fmla="*/ 0 w 9"/>
                                      <a:gd name="T11" fmla="*/ 3 h 9"/>
                                      <a:gd name="T12" fmla="*/ 0 w 9"/>
                                      <a:gd name="T13" fmla="*/ 5 h 9"/>
                                      <a:gd name="T14" fmla="*/ 0 w 9"/>
                                      <a:gd name="T15" fmla="*/ 6 h 9"/>
                                      <a:gd name="T16" fmla="*/ 2 w 9"/>
                                      <a:gd name="T17" fmla="*/ 8 h 9"/>
                                      <a:gd name="T18" fmla="*/ 2 w 9"/>
                                      <a:gd name="T19" fmla="*/ 8 h 9"/>
                                      <a:gd name="T20" fmla="*/ 3 w 9"/>
                                      <a:gd name="T21" fmla="*/ 9 h 9"/>
                                      <a:gd name="T22" fmla="*/ 5 w 9"/>
                                      <a:gd name="T23" fmla="*/ 9 h 9"/>
                                      <a:gd name="T24" fmla="*/ 6 w 9"/>
                                      <a:gd name="T25" fmla="*/ 8 h 9"/>
                                      <a:gd name="T26" fmla="*/ 8 w 9"/>
                                      <a:gd name="T27" fmla="*/ 6 h 9"/>
                                      <a:gd name="T28" fmla="*/ 9 w 9"/>
                                      <a:gd name="T29" fmla="*/ 5 h 9"/>
                                      <a:gd name="T30" fmla="*/ 9 w 9"/>
                                      <a:gd name="T31" fmla="*/ 3 h 9"/>
                                      <a:gd name="T32" fmla="*/ 8 w 9"/>
                                      <a:gd name="T33" fmla="*/ 2 h 9"/>
                                      <a:gd name="T34" fmla="*/ 6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6" y="0"/>
                                        </a:moveTo>
                                        <a:lnTo>
                                          <a:pt x="5" y="0"/>
                                        </a:lnTo>
                                        <a:lnTo>
                                          <a:pt x="3" y="0"/>
                                        </a:lnTo>
                                        <a:lnTo>
                                          <a:pt x="2" y="0"/>
                                        </a:lnTo>
                                        <a:lnTo>
                                          <a:pt x="0" y="2"/>
                                        </a:lnTo>
                                        <a:lnTo>
                                          <a:pt x="0" y="3"/>
                                        </a:lnTo>
                                        <a:lnTo>
                                          <a:pt x="0" y="5"/>
                                        </a:lnTo>
                                        <a:lnTo>
                                          <a:pt x="0" y="6"/>
                                        </a:lnTo>
                                        <a:lnTo>
                                          <a:pt x="2" y="8"/>
                                        </a:lnTo>
                                        <a:lnTo>
                                          <a:pt x="3" y="9"/>
                                        </a:lnTo>
                                        <a:lnTo>
                                          <a:pt x="5" y="9"/>
                                        </a:lnTo>
                                        <a:lnTo>
                                          <a:pt x="6" y="8"/>
                                        </a:lnTo>
                                        <a:lnTo>
                                          <a:pt x="8" y="6"/>
                                        </a:lnTo>
                                        <a:lnTo>
                                          <a:pt x="9" y="5"/>
                                        </a:lnTo>
                                        <a:lnTo>
                                          <a:pt x="9" y="3"/>
                                        </a:lnTo>
                                        <a:lnTo>
                                          <a:pt x="8" y="2"/>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45" name="Freeform 126"/>
                                  <p:cNvSpPr>
                                    <a:spLocks/>
                                  </p:cNvSpPr>
                                  <p:nvPr/>
                                </p:nvSpPr>
                                <p:spPr bwMode="auto">
                                  <a:xfrm>
                                    <a:off x="3707" y="2389"/>
                                    <a:ext cx="9" cy="9"/>
                                  </a:xfrm>
                                  <a:custGeom>
                                    <a:avLst/>
                                    <a:gdLst>
                                      <a:gd name="T0" fmla="*/ 6 w 9"/>
                                      <a:gd name="T1" fmla="*/ 2 h 9"/>
                                      <a:gd name="T2" fmla="*/ 4 w 9"/>
                                      <a:gd name="T3" fmla="*/ 0 h 9"/>
                                      <a:gd name="T4" fmla="*/ 3 w 9"/>
                                      <a:gd name="T5" fmla="*/ 0 h 9"/>
                                      <a:gd name="T6" fmla="*/ 1 w 9"/>
                                      <a:gd name="T7" fmla="*/ 2 h 9"/>
                                      <a:gd name="T8" fmla="*/ 0 w 9"/>
                                      <a:gd name="T9" fmla="*/ 3 h 9"/>
                                      <a:gd name="T10" fmla="*/ 0 w 9"/>
                                      <a:gd name="T11" fmla="*/ 4 h 9"/>
                                      <a:gd name="T12" fmla="*/ 0 w 9"/>
                                      <a:gd name="T13" fmla="*/ 6 h 9"/>
                                      <a:gd name="T14" fmla="*/ 0 w 9"/>
                                      <a:gd name="T15" fmla="*/ 7 h 9"/>
                                      <a:gd name="T16" fmla="*/ 1 w 9"/>
                                      <a:gd name="T17" fmla="*/ 9 h 9"/>
                                      <a:gd name="T18" fmla="*/ 1 w 9"/>
                                      <a:gd name="T19" fmla="*/ 9 h 9"/>
                                      <a:gd name="T20" fmla="*/ 3 w 9"/>
                                      <a:gd name="T21" fmla="*/ 9 h 9"/>
                                      <a:gd name="T22" fmla="*/ 4 w 9"/>
                                      <a:gd name="T23" fmla="*/ 9 h 9"/>
                                      <a:gd name="T24" fmla="*/ 6 w 9"/>
                                      <a:gd name="T25" fmla="*/ 9 h 9"/>
                                      <a:gd name="T26" fmla="*/ 7 w 9"/>
                                      <a:gd name="T27" fmla="*/ 7 h 9"/>
                                      <a:gd name="T28" fmla="*/ 9 w 9"/>
                                      <a:gd name="T29" fmla="*/ 6 h 9"/>
                                      <a:gd name="T30" fmla="*/ 9 w 9"/>
                                      <a:gd name="T31" fmla="*/ 4 h 9"/>
                                      <a:gd name="T32" fmla="*/ 7 w 9"/>
                                      <a:gd name="T33" fmla="*/ 3 h 9"/>
                                      <a:gd name="T34" fmla="*/ 6 w 9"/>
                                      <a:gd name="T35" fmla="*/ 2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6" y="2"/>
                                        </a:moveTo>
                                        <a:lnTo>
                                          <a:pt x="4" y="0"/>
                                        </a:lnTo>
                                        <a:lnTo>
                                          <a:pt x="3" y="0"/>
                                        </a:lnTo>
                                        <a:lnTo>
                                          <a:pt x="1" y="2"/>
                                        </a:lnTo>
                                        <a:lnTo>
                                          <a:pt x="0" y="3"/>
                                        </a:lnTo>
                                        <a:lnTo>
                                          <a:pt x="0" y="4"/>
                                        </a:lnTo>
                                        <a:lnTo>
                                          <a:pt x="0" y="6"/>
                                        </a:lnTo>
                                        <a:lnTo>
                                          <a:pt x="0" y="7"/>
                                        </a:lnTo>
                                        <a:lnTo>
                                          <a:pt x="1" y="9"/>
                                        </a:lnTo>
                                        <a:lnTo>
                                          <a:pt x="3" y="9"/>
                                        </a:lnTo>
                                        <a:lnTo>
                                          <a:pt x="4" y="9"/>
                                        </a:lnTo>
                                        <a:lnTo>
                                          <a:pt x="6" y="9"/>
                                        </a:lnTo>
                                        <a:lnTo>
                                          <a:pt x="7" y="7"/>
                                        </a:lnTo>
                                        <a:lnTo>
                                          <a:pt x="9" y="6"/>
                                        </a:lnTo>
                                        <a:lnTo>
                                          <a:pt x="9" y="4"/>
                                        </a:lnTo>
                                        <a:lnTo>
                                          <a:pt x="7" y="3"/>
                                        </a:lnTo>
                                        <a:lnTo>
                                          <a:pt x="6"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46" name="Freeform 127"/>
                                  <p:cNvSpPr>
                                    <a:spLocks/>
                                  </p:cNvSpPr>
                                  <p:nvPr/>
                                </p:nvSpPr>
                                <p:spPr bwMode="auto">
                                  <a:xfrm>
                                    <a:off x="3721" y="2398"/>
                                    <a:ext cx="9" cy="9"/>
                                  </a:xfrm>
                                  <a:custGeom>
                                    <a:avLst/>
                                    <a:gdLst>
                                      <a:gd name="T0" fmla="*/ 5 w 9"/>
                                      <a:gd name="T1" fmla="*/ 0 h 9"/>
                                      <a:gd name="T2" fmla="*/ 3 w 9"/>
                                      <a:gd name="T3" fmla="*/ 0 h 9"/>
                                      <a:gd name="T4" fmla="*/ 2 w 9"/>
                                      <a:gd name="T5" fmla="*/ 1 h 9"/>
                                      <a:gd name="T6" fmla="*/ 0 w 9"/>
                                      <a:gd name="T7" fmla="*/ 3 h 9"/>
                                      <a:gd name="T8" fmla="*/ 0 w 9"/>
                                      <a:gd name="T9" fmla="*/ 4 h 9"/>
                                      <a:gd name="T10" fmla="*/ 0 w 9"/>
                                      <a:gd name="T11" fmla="*/ 6 h 9"/>
                                      <a:gd name="T12" fmla="*/ 0 w 9"/>
                                      <a:gd name="T13" fmla="*/ 7 h 9"/>
                                      <a:gd name="T14" fmla="*/ 2 w 9"/>
                                      <a:gd name="T15" fmla="*/ 9 h 9"/>
                                      <a:gd name="T16" fmla="*/ 3 w 9"/>
                                      <a:gd name="T17" fmla="*/ 9 h 9"/>
                                      <a:gd name="T18" fmla="*/ 3 w 9"/>
                                      <a:gd name="T19" fmla="*/ 9 h 9"/>
                                      <a:gd name="T20" fmla="*/ 5 w 9"/>
                                      <a:gd name="T21" fmla="*/ 9 h 9"/>
                                      <a:gd name="T22" fmla="*/ 6 w 9"/>
                                      <a:gd name="T23" fmla="*/ 9 h 9"/>
                                      <a:gd name="T24" fmla="*/ 8 w 9"/>
                                      <a:gd name="T25" fmla="*/ 7 h 9"/>
                                      <a:gd name="T26" fmla="*/ 9 w 9"/>
                                      <a:gd name="T27" fmla="*/ 6 h 9"/>
                                      <a:gd name="T28" fmla="*/ 9 w 9"/>
                                      <a:gd name="T29" fmla="*/ 4 h 9"/>
                                      <a:gd name="T30" fmla="*/ 8 w 9"/>
                                      <a:gd name="T31" fmla="*/ 3 h 9"/>
                                      <a:gd name="T32" fmla="*/ 6 w 9"/>
                                      <a:gd name="T33" fmla="*/ 1 h 9"/>
                                      <a:gd name="T34" fmla="*/ 5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5" y="0"/>
                                        </a:moveTo>
                                        <a:lnTo>
                                          <a:pt x="3" y="0"/>
                                        </a:lnTo>
                                        <a:lnTo>
                                          <a:pt x="2" y="1"/>
                                        </a:lnTo>
                                        <a:lnTo>
                                          <a:pt x="0" y="3"/>
                                        </a:lnTo>
                                        <a:lnTo>
                                          <a:pt x="0" y="4"/>
                                        </a:lnTo>
                                        <a:lnTo>
                                          <a:pt x="0" y="6"/>
                                        </a:lnTo>
                                        <a:lnTo>
                                          <a:pt x="0" y="7"/>
                                        </a:lnTo>
                                        <a:lnTo>
                                          <a:pt x="2" y="9"/>
                                        </a:lnTo>
                                        <a:lnTo>
                                          <a:pt x="3" y="9"/>
                                        </a:lnTo>
                                        <a:lnTo>
                                          <a:pt x="5" y="9"/>
                                        </a:lnTo>
                                        <a:lnTo>
                                          <a:pt x="6" y="9"/>
                                        </a:lnTo>
                                        <a:lnTo>
                                          <a:pt x="8" y="7"/>
                                        </a:lnTo>
                                        <a:lnTo>
                                          <a:pt x="9" y="6"/>
                                        </a:lnTo>
                                        <a:lnTo>
                                          <a:pt x="9" y="4"/>
                                        </a:lnTo>
                                        <a:lnTo>
                                          <a:pt x="8" y="3"/>
                                        </a:lnTo>
                                        <a:lnTo>
                                          <a:pt x="6"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47" name="Freeform 128"/>
                                  <p:cNvSpPr>
                                    <a:spLocks/>
                                  </p:cNvSpPr>
                                  <p:nvPr/>
                                </p:nvSpPr>
                                <p:spPr bwMode="auto">
                                  <a:xfrm>
                                    <a:off x="3737" y="2405"/>
                                    <a:ext cx="9" cy="9"/>
                                  </a:xfrm>
                                  <a:custGeom>
                                    <a:avLst/>
                                    <a:gdLst>
                                      <a:gd name="T0" fmla="*/ 5 w 9"/>
                                      <a:gd name="T1" fmla="*/ 0 h 9"/>
                                      <a:gd name="T2" fmla="*/ 3 w 9"/>
                                      <a:gd name="T3" fmla="*/ 0 h 9"/>
                                      <a:gd name="T4" fmla="*/ 2 w 9"/>
                                      <a:gd name="T5" fmla="*/ 2 h 9"/>
                                      <a:gd name="T6" fmla="*/ 0 w 9"/>
                                      <a:gd name="T7" fmla="*/ 3 h 9"/>
                                      <a:gd name="T8" fmla="*/ 0 w 9"/>
                                      <a:gd name="T9" fmla="*/ 4 h 9"/>
                                      <a:gd name="T10" fmla="*/ 0 w 9"/>
                                      <a:gd name="T11" fmla="*/ 6 h 9"/>
                                      <a:gd name="T12" fmla="*/ 0 w 9"/>
                                      <a:gd name="T13" fmla="*/ 7 h 9"/>
                                      <a:gd name="T14" fmla="*/ 2 w 9"/>
                                      <a:gd name="T15" fmla="*/ 9 h 9"/>
                                      <a:gd name="T16" fmla="*/ 3 w 9"/>
                                      <a:gd name="T17" fmla="*/ 9 h 9"/>
                                      <a:gd name="T18" fmla="*/ 3 w 9"/>
                                      <a:gd name="T19" fmla="*/ 9 h 9"/>
                                      <a:gd name="T20" fmla="*/ 5 w 9"/>
                                      <a:gd name="T21" fmla="*/ 9 h 9"/>
                                      <a:gd name="T22" fmla="*/ 6 w 9"/>
                                      <a:gd name="T23" fmla="*/ 9 h 9"/>
                                      <a:gd name="T24" fmla="*/ 8 w 9"/>
                                      <a:gd name="T25" fmla="*/ 7 h 9"/>
                                      <a:gd name="T26" fmla="*/ 9 w 9"/>
                                      <a:gd name="T27" fmla="*/ 6 h 9"/>
                                      <a:gd name="T28" fmla="*/ 9 w 9"/>
                                      <a:gd name="T29" fmla="*/ 4 h 9"/>
                                      <a:gd name="T30" fmla="*/ 8 w 9"/>
                                      <a:gd name="T31" fmla="*/ 3 h 9"/>
                                      <a:gd name="T32" fmla="*/ 6 w 9"/>
                                      <a:gd name="T33" fmla="*/ 2 h 9"/>
                                      <a:gd name="T34" fmla="*/ 5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5" y="0"/>
                                        </a:moveTo>
                                        <a:lnTo>
                                          <a:pt x="3" y="0"/>
                                        </a:lnTo>
                                        <a:lnTo>
                                          <a:pt x="2" y="2"/>
                                        </a:lnTo>
                                        <a:lnTo>
                                          <a:pt x="0" y="3"/>
                                        </a:lnTo>
                                        <a:lnTo>
                                          <a:pt x="0" y="4"/>
                                        </a:lnTo>
                                        <a:lnTo>
                                          <a:pt x="0" y="6"/>
                                        </a:lnTo>
                                        <a:lnTo>
                                          <a:pt x="0" y="7"/>
                                        </a:lnTo>
                                        <a:lnTo>
                                          <a:pt x="2" y="9"/>
                                        </a:lnTo>
                                        <a:lnTo>
                                          <a:pt x="3" y="9"/>
                                        </a:lnTo>
                                        <a:lnTo>
                                          <a:pt x="5" y="9"/>
                                        </a:lnTo>
                                        <a:lnTo>
                                          <a:pt x="6" y="9"/>
                                        </a:lnTo>
                                        <a:lnTo>
                                          <a:pt x="8" y="7"/>
                                        </a:lnTo>
                                        <a:lnTo>
                                          <a:pt x="9" y="6"/>
                                        </a:lnTo>
                                        <a:lnTo>
                                          <a:pt x="9" y="4"/>
                                        </a:lnTo>
                                        <a:lnTo>
                                          <a:pt x="8" y="3"/>
                                        </a:lnTo>
                                        <a:lnTo>
                                          <a:pt x="6" y="2"/>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48" name="Freeform 129"/>
                                  <p:cNvSpPr>
                                    <a:spLocks/>
                                  </p:cNvSpPr>
                                  <p:nvPr/>
                                </p:nvSpPr>
                                <p:spPr bwMode="auto">
                                  <a:xfrm>
                                    <a:off x="3753" y="2409"/>
                                    <a:ext cx="9" cy="9"/>
                                  </a:xfrm>
                                  <a:custGeom>
                                    <a:avLst/>
                                    <a:gdLst>
                                      <a:gd name="T0" fmla="*/ 6 w 9"/>
                                      <a:gd name="T1" fmla="*/ 0 h 9"/>
                                      <a:gd name="T2" fmla="*/ 5 w 9"/>
                                      <a:gd name="T3" fmla="*/ 0 h 9"/>
                                      <a:gd name="T4" fmla="*/ 3 w 9"/>
                                      <a:gd name="T5" fmla="*/ 2 h 9"/>
                                      <a:gd name="T6" fmla="*/ 2 w 9"/>
                                      <a:gd name="T7" fmla="*/ 3 h 9"/>
                                      <a:gd name="T8" fmla="*/ 0 w 9"/>
                                      <a:gd name="T9" fmla="*/ 5 h 9"/>
                                      <a:gd name="T10" fmla="*/ 0 w 9"/>
                                      <a:gd name="T11" fmla="*/ 6 h 9"/>
                                      <a:gd name="T12" fmla="*/ 2 w 9"/>
                                      <a:gd name="T13" fmla="*/ 8 h 9"/>
                                      <a:gd name="T14" fmla="*/ 3 w 9"/>
                                      <a:gd name="T15" fmla="*/ 9 h 9"/>
                                      <a:gd name="T16" fmla="*/ 5 w 9"/>
                                      <a:gd name="T17" fmla="*/ 9 h 9"/>
                                      <a:gd name="T18" fmla="*/ 5 w 9"/>
                                      <a:gd name="T19" fmla="*/ 9 h 9"/>
                                      <a:gd name="T20" fmla="*/ 6 w 9"/>
                                      <a:gd name="T21" fmla="*/ 9 h 9"/>
                                      <a:gd name="T22" fmla="*/ 8 w 9"/>
                                      <a:gd name="T23" fmla="*/ 9 h 9"/>
                                      <a:gd name="T24" fmla="*/ 9 w 9"/>
                                      <a:gd name="T25" fmla="*/ 8 h 9"/>
                                      <a:gd name="T26" fmla="*/ 9 w 9"/>
                                      <a:gd name="T27" fmla="*/ 6 h 9"/>
                                      <a:gd name="T28" fmla="*/ 9 w 9"/>
                                      <a:gd name="T29" fmla="*/ 5 h 9"/>
                                      <a:gd name="T30" fmla="*/ 9 w 9"/>
                                      <a:gd name="T31" fmla="*/ 3 h 9"/>
                                      <a:gd name="T32" fmla="*/ 8 w 9"/>
                                      <a:gd name="T33" fmla="*/ 2 h 9"/>
                                      <a:gd name="T34" fmla="*/ 6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6" y="0"/>
                                        </a:moveTo>
                                        <a:lnTo>
                                          <a:pt x="5" y="0"/>
                                        </a:lnTo>
                                        <a:lnTo>
                                          <a:pt x="3" y="2"/>
                                        </a:lnTo>
                                        <a:lnTo>
                                          <a:pt x="2" y="3"/>
                                        </a:lnTo>
                                        <a:lnTo>
                                          <a:pt x="0" y="5"/>
                                        </a:lnTo>
                                        <a:lnTo>
                                          <a:pt x="0" y="6"/>
                                        </a:lnTo>
                                        <a:lnTo>
                                          <a:pt x="2" y="8"/>
                                        </a:lnTo>
                                        <a:lnTo>
                                          <a:pt x="3" y="9"/>
                                        </a:lnTo>
                                        <a:lnTo>
                                          <a:pt x="5" y="9"/>
                                        </a:lnTo>
                                        <a:lnTo>
                                          <a:pt x="6" y="9"/>
                                        </a:lnTo>
                                        <a:lnTo>
                                          <a:pt x="8" y="9"/>
                                        </a:lnTo>
                                        <a:lnTo>
                                          <a:pt x="9" y="8"/>
                                        </a:lnTo>
                                        <a:lnTo>
                                          <a:pt x="9" y="6"/>
                                        </a:lnTo>
                                        <a:lnTo>
                                          <a:pt x="9" y="5"/>
                                        </a:lnTo>
                                        <a:lnTo>
                                          <a:pt x="9" y="3"/>
                                        </a:lnTo>
                                        <a:lnTo>
                                          <a:pt x="8" y="2"/>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49" name="Freeform 130"/>
                                  <p:cNvSpPr>
                                    <a:spLocks/>
                                  </p:cNvSpPr>
                                  <p:nvPr/>
                                </p:nvSpPr>
                                <p:spPr bwMode="auto">
                                  <a:xfrm>
                                    <a:off x="3771" y="2411"/>
                                    <a:ext cx="8" cy="9"/>
                                  </a:xfrm>
                                  <a:custGeom>
                                    <a:avLst/>
                                    <a:gdLst>
                                      <a:gd name="T0" fmla="*/ 6 w 8"/>
                                      <a:gd name="T1" fmla="*/ 0 h 9"/>
                                      <a:gd name="T2" fmla="*/ 4 w 8"/>
                                      <a:gd name="T3" fmla="*/ 0 h 9"/>
                                      <a:gd name="T4" fmla="*/ 3 w 8"/>
                                      <a:gd name="T5" fmla="*/ 0 h 9"/>
                                      <a:gd name="T6" fmla="*/ 1 w 8"/>
                                      <a:gd name="T7" fmla="*/ 1 h 9"/>
                                      <a:gd name="T8" fmla="*/ 0 w 8"/>
                                      <a:gd name="T9" fmla="*/ 3 h 9"/>
                                      <a:gd name="T10" fmla="*/ 0 w 8"/>
                                      <a:gd name="T11" fmla="*/ 4 h 9"/>
                                      <a:gd name="T12" fmla="*/ 1 w 8"/>
                                      <a:gd name="T13" fmla="*/ 6 h 9"/>
                                      <a:gd name="T14" fmla="*/ 3 w 8"/>
                                      <a:gd name="T15" fmla="*/ 7 h 9"/>
                                      <a:gd name="T16" fmla="*/ 4 w 8"/>
                                      <a:gd name="T17" fmla="*/ 9 h 9"/>
                                      <a:gd name="T18" fmla="*/ 4 w 8"/>
                                      <a:gd name="T19" fmla="*/ 9 h 9"/>
                                      <a:gd name="T20" fmla="*/ 6 w 8"/>
                                      <a:gd name="T21" fmla="*/ 9 h 9"/>
                                      <a:gd name="T22" fmla="*/ 7 w 8"/>
                                      <a:gd name="T23" fmla="*/ 7 h 9"/>
                                      <a:gd name="T24" fmla="*/ 8 w 8"/>
                                      <a:gd name="T25" fmla="*/ 6 h 9"/>
                                      <a:gd name="T26" fmla="*/ 8 w 8"/>
                                      <a:gd name="T27" fmla="*/ 4 h 9"/>
                                      <a:gd name="T28" fmla="*/ 8 w 8"/>
                                      <a:gd name="T29" fmla="*/ 3 h 9"/>
                                      <a:gd name="T30" fmla="*/ 8 w 8"/>
                                      <a:gd name="T31" fmla="*/ 1 h 9"/>
                                      <a:gd name="T32" fmla="*/ 7 w 8"/>
                                      <a:gd name="T33" fmla="*/ 0 h 9"/>
                                      <a:gd name="T34" fmla="*/ 6 w 8"/>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6" y="0"/>
                                        </a:moveTo>
                                        <a:lnTo>
                                          <a:pt x="4" y="0"/>
                                        </a:lnTo>
                                        <a:lnTo>
                                          <a:pt x="3" y="0"/>
                                        </a:lnTo>
                                        <a:lnTo>
                                          <a:pt x="1" y="1"/>
                                        </a:lnTo>
                                        <a:lnTo>
                                          <a:pt x="0" y="3"/>
                                        </a:lnTo>
                                        <a:lnTo>
                                          <a:pt x="0" y="4"/>
                                        </a:lnTo>
                                        <a:lnTo>
                                          <a:pt x="1" y="6"/>
                                        </a:lnTo>
                                        <a:lnTo>
                                          <a:pt x="3" y="7"/>
                                        </a:lnTo>
                                        <a:lnTo>
                                          <a:pt x="4" y="9"/>
                                        </a:lnTo>
                                        <a:lnTo>
                                          <a:pt x="6" y="9"/>
                                        </a:lnTo>
                                        <a:lnTo>
                                          <a:pt x="7" y="7"/>
                                        </a:lnTo>
                                        <a:lnTo>
                                          <a:pt x="8" y="6"/>
                                        </a:lnTo>
                                        <a:lnTo>
                                          <a:pt x="8" y="4"/>
                                        </a:lnTo>
                                        <a:lnTo>
                                          <a:pt x="8" y="3"/>
                                        </a:lnTo>
                                        <a:lnTo>
                                          <a:pt x="8" y="1"/>
                                        </a:lnTo>
                                        <a:lnTo>
                                          <a:pt x="7" y="0"/>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50" name="Freeform 131"/>
                                  <p:cNvSpPr>
                                    <a:spLocks/>
                                  </p:cNvSpPr>
                                  <p:nvPr/>
                                </p:nvSpPr>
                                <p:spPr bwMode="auto">
                                  <a:xfrm>
                                    <a:off x="3788" y="2407"/>
                                    <a:ext cx="9" cy="8"/>
                                  </a:xfrm>
                                  <a:custGeom>
                                    <a:avLst/>
                                    <a:gdLst>
                                      <a:gd name="T0" fmla="*/ 3 w 9"/>
                                      <a:gd name="T1" fmla="*/ 0 h 8"/>
                                      <a:gd name="T2" fmla="*/ 2 w 9"/>
                                      <a:gd name="T3" fmla="*/ 0 h 8"/>
                                      <a:gd name="T4" fmla="*/ 0 w 9"/>
                                      <a:gd name="T5" fmla="*/ 1 h 8"/>
                                      <a:gd name="T6" fmla="*/ 0 w 9"/>
                                      <a:gd name="T7" fmla="*/ 2 h 8"/>
                                      <a:gd name="T8" fmla="*/ 0 w 9"/>
                                      <a:gd name="T9" fmla="*/ 4 h 8"/>
                                      <a:gd name="T10" fmla="*/ 0 w 9"/>
                                      <a:gd name="T11" fmla="*/ 5 h 8"/>
                                      <a:gd name="T12" fmla="*/ 2 w 9"/>
                                      <a:gd name="T13" fmla="*/ 7 h 8"/>
                                      <a:gd name="T14" fmla="*/ 3 w 9"/>
                                      <a:gd name="T15" fmla="*/ 8 h 8"/>
                                      <a:gd name="T16" fmla="*/ 5 w 9"/>
                                      <a:gd name="T17" fmla="*/ 8 h 8"/>
                                      <a:gd name="T18" fmla="*/ 5 w 9"/>
                                      <a:gd name="T19" fmla="*/ 8 h 8"/>
                                      <a:gd name="T20" fmla="*/ 6 w 9"/>
                                      <a:gd name="T21" fmla="*/ 7 h 8"/>
                                      <a:gd name="T22" fmla="*/ 7 w 9"/>
                                      <a:gd name="T23" fmla="*/ 5 h 8"/>
                                      <a:gd name="T24" fmla="*/ 9 w 9"/>
                                      <a:gd name="T25" fmla="*/ 4 h 8"/>
                                      <a:gd name="T26" fmla="*/ 9 w 9"/>
                                      <a:gd name="T27" fmla="*/ 2 h 8"/>
                                      <a:gd name="T28" fmla="*/ 7 w 9"/>
                                      <a:gd name="T29" fmla="*/ 1 h 8"/>
                                      <a:gd name="T30" fmla="*/ 6 w 9"/>
                                      <a:gd name="T31" fmla="*/ 0 h 8"/>
                                      <a:gd name="T32" fmla="*/ 5 w 9"/>
                                      <a:gd name="T33" fmla="*/ 0 h 8"/>
                                      <a:gd name="T34" fmla="*/ 3 w 9"/>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3" y="0"/>
                                        </a:moveTo>
                                        <a:lnTo>
                                          <a:pt x="2" y="0"/>
                                        </a:lnTo>
                                        <a:lnTo>
                                          <a:pt x="0" y="1"/>
                                        </a:lnTo>
                                        <a:lnTo>
                                          <a:pt x="0" y="2"/>
                                        </a:lnTo>
                                        <a:lnTo>
                                          <a:pt x="0" y="4"/>
                                        </a:lnTo>
                                        <a:lnTo>
                                          <a:pt x="0" y="5"/>
                                        </a:lnTo>
                                        <a:lnTo>
                                          <a:pt x="2" y="7"/>
                                        </a:lnTo>
                                        <a:lnTo>
                                          <a:pt x="3" y="8"/>
                                        </a:lnTo>
                                        <a:lnTo>
                                          <a:pt x="5" y="8"/>
                                        </a:lnTo>
                                        <a:lnTo>
                                          <a:pt x="6" y="7"/>
                                        </a:lnTo>
                                        <a:lnTo>
                                          <a:pt x="7" y="5"/>
                                        </a:lnTo>
                                        <a:lnTo>
                                          <a:pt x="9" y="4"/>
                                        </a:lnTo>
                                        <a:lnTo>
                                          <a:pt x="9" y="2"/>
                                        </a:lnTo>
                                        <a:lnTo>
                                          <a:pt x="7" y="1"/>
                                        </a:lnTo>
                                        <a:lnTo>
                                          <a:pt x="6" y="0"/>
                                        </a:lnTo>
                                        <a:lnTo>
                                          <a:pt x="5"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51" name="Freeform 132"/>
                                  <p:cNvSpPr>
                                    <a:spLocks/>
                                  </p:cNvSpPr>
                                  <p:nvPr/>
                                </p:nvSpPr>
                                <p:spPr bwMode="auto">
                                  <a:xfrm>
                                    <a:off x="3804" y="2399"/>
                                    <a:ext cx="9" cy="9"/>
                                  </a:xfrm>
                                  <a:custGeom>
                                    <a:avLst/>
                                    <a:gdLst>
                                      <a:gd name="T0" fmla="*/ 4 w 9"/>
                                      <a:gd name="T1" fmla="*/ 0 h 9"/>
                                      <a:gd name="T2" fmla="*/ 3 w 9"/>
                                      <a:gd name="T3" fmla="*/ 2 h 9"/>
                                      <a:gd name="T4" fmla="*/ 2 w 9"/>
                                      <a:gd name="T5" fmla="*/ 3 h 9"/>
                                      <a:gd name="T6" fmla="*/ 0 w 9"/>
                                      <a:gd name="T7" fmla="*/ 5 h 9"/>
                                      <a:gd name="T8" fmla="*/ 0 w 9"/>
                                      <a:gd name="T9" fmla="*/ 6 h 9"/>
                                      <a:gd name="T10" fmla="*/ 2 w 9"/>
                                      <a:gd name="T11" fmla="*/ 8 h 9"/>
                                      <a:gd name="T12" fmla="*/ 3 w 9"/>
                                      <a:gd name="T13" fmla="*/ 9 h 9"/>
                                      <a:gd name="T14" fmla="*/ 4 w 9"/>
                                      <a:gd name="T15" fmla="*/ 9 h 9"/>
                                      <a:gd name="T16" fmla="*/ 6 w 9"/>
                                      <a:gd name="T17" fmla="*/ 9 h 9"/>
                                      <a:gd name="T18" fmla="*/ 6 w 9"/>
                                      <a:gd name="T19" fmla="*/ 9 h 9"/>
                                      <a:gd name="T20" fmla="*/ 7 w 9"/>
                                      <a:gd name="T21" fmla="*/ 9 h 9"/>
                                      <a:gd name="T22" fmla="*/ 9 w 9"/>
                                      <a:gd name="T23" fmla="*/ 8 h 9"/>
                                      <a:gd name="T24" fmla="*/ 9 w 9"/>
                                      <a:gd name="T25" fmla="*/ 6 h 9"/>
                                      <a:gd name="T26" fmla="*/ 9 w 9"/>
                                      <a:gd name="T27" fmla="*/ 5 h 9"/>
                                      <a:gd name="T28" fmla="*/ 9 w 9"/>
                                      <a:gd name="T29" fmla="*/ 3 h 9"/>
                                      <a:gd name="T30" fmla="*/ 7 w 9"/>
                                      <a:gd name="T31" fmla="*/ 2 h 9"/>
                                      <a:gd name="T32" fmla="*/ 6 w 9"/>
                                      <a:gd name="T33" fmla="*/ 0 h 9"/>
                                      <a:gd name="T34" fmla="*/ 4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4" y="0"/>
                                        </a:moveTo>
                                        <a:lnTo>
                                          <a:pt x="3" y="2"/>
                                        </a:lnTo>
                                        <a:lnTo>
                                          <a:pt x="2" y="3"/>
                                        </a:lnTo>
                                        <a:lnTo>
                                          <a:pt x="0" y="5"/>
                                        </a:lnTo>
                                        <a:lnTo>
                                          <a:pt x="0" y="6"/>
                                        </a:lnTo>
                                        <a:lnTo>
                                          <a:pt x="2" y="8"/>
                                        </a:lnTo>
                                        <a:lnTo>
                                          <a:pt x="3" y="9"/>
                                        </a:lnTo>
                                        <a:lnTo>
                                          <a:pt x="4" y="9"/>
                                        </a:lnTo>
                                        <a:lnTo>
                                          <a:pt x="6" y="9"/>
                                        </a:lnTo>
                                        <a:lnTo>
                                          <a:pt x="7" y="9"/>
                                        </a:lnTo>
                                        <a:lnTo>
                                          <a:pt x="9" y="8"/>
                                        </a:lnTo>
                                        <a:lnTo>
                                          <a:pt x="9" y="6"/>
                                        </a:lnTo>
                                        <a:lnTo>
                                          <a:pt x="9" y="5"/>
                                        </a:lnTo>
                                        <a:lnTo>
                                          <a:pt x="9" y="3"/>
                                        </a:lnTo>
                                        <a:lnTo>
                                          <a:pt x="7" y="2"/>
                                        </a:lnTo>
                                        <a:lnTo>
                                          <a:pt x="6"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52" name="Freeform 133"/>
                                  <p:cNvSpPr>
                                    <a:spLocks/>
                                  </p:cNvSpPr>
                                  <p:nvPr/>
                                </p:nvSpPr>
                                <p:spPr bwMode="auto">
                                  <a:xfrm>
                                    <a:off x="3820" y="2391"/>
                                    <a:ext cx="9" cy="8"/>
                                  </a:xfrm>
                                  <a:custGeom>
                                    <a:avLst/>
                                    <a:gdLst>
                                      <a:gd name="T0" fmla="*/ 2 w 9"/>
                                      <a:gd name="T1" fmla="*/ 1 h 8"/>
                                      <a:gd name="T2" fmla="*/ 0 w 9"/>
                                      <a:gd name="T3" fmla="*/ 2 h 8"/>
                                      <a:gd name="T4" fmla="*/ 0 w 9"/>
                                      <a:gd name="T5" fmla="*/ 4 h 8"/>
                                      <a:gd name="T6" fmla="*/ 0 w 9"/>
                                      <a:gd name="T7" fmla="*/ 5 h 8"/>
                                      <a:gd name="T8" fmla="*/ 0 w 9"/>
                                      <a:gd name="T9" fmla="*/ 7 h 8"/>
                                      <a:gd name="T10" fmla="*/ 2 w 9"/>
                                      <a:gd name="T11" fmla="*/ 8 h 8"/>
                                      <a:gd name="T12" fmla="*/ 3 w 9"/>
                                      <a:gd name="T13" fmla="*/ 8 h 8"/>
                                      <a:gd name="T14" fmla="*/ 4 w 9"/>
                                      <a:gd name="T15" fmla="*/ 8 h 8"/>
                                      <a:gd name="T16" fmla="*/ 6 w 9"/>
                                      <a:gd name="T17" fmla="*/ 8 h 8"/>
                                      <a:gd name="T18" fmla="*/ 6 w 9"/>
                                      <a:gd name="T19" fmla="*/ 8 h 8"/>
                                      <a:gd name="T20" fmla="*/ 7 w 9"/>
                                      <a:gd name="T21" fmla="*/ 7 h 8"/>
                                      <a:gd name="T22" fmla="*/ 9 w 9"/>
                                      <a:gd name="T23" fmla="*/ 5 h 8"/>
                                      <a:gd name="T24" fmla="*/ 9 w 9"/>
                                      <a:gd name="T25" fmla="*/ 4 h 8"/>
                                      <a:gd name="T26" fmla="*/ 7 w 9"/>
                                      <a:gd name="T27" fmla="*/ 2 h 8"/>
                                      <a:gd name="T28" fmla="*/ 6 w 9"/>
                                      <a:gd name="T29" fmla="*/ 1 h 8"/>
                                      <a:gd name="T30" fmla="*/ 4 w 9"/>
                                      <a:gd name="T31" fmla="*/ 0 h 8"/>
                                      <a:gd name="T32" fmla="*/ 3 w 9"/>
                                      <a:gd name="T33" fmla="*/ 0 h 8"/>
                                      <a:gd name="T34" fmla="*/ 2 w 9"/>
                                      <a:gd name="T35" fmla="*/ 1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2" y="1"/>
                                        </a:moveTo>
                                        <a:lnTo>
                                          <a:pt x="0" y="2"/>
                                        </a:lnTo>
                                        <a:lnTo>
                                          <a:pt x="0" y="4"/>
                                        </a:lnTo>
                                        <a:lnTo>
                                          <a:pt x="0" y="5"/>
                                        </a:lnTo>
                                        <a:lnTo>
                                          <a:pt x="0" y="7"/>
                                        </a:lnTo>
                                        <a:lnTo>
                                          <a:pt x="2" y="8"/>
                                        </a:lnTo>
                                        <a:lnTo>
                                          <a:pt x="3" y="8"/>
                                        </a:lnTo>
                                        <a:lnTo>
                                          <a:pt x="4" y="8"/>
                                        </a:lnTo>
                                        <a:lnTo>
                                          <a:pt x="6" y="8"/>
                                        </a:lnTo>
                                        <a:lnTo>
                                          <a:pt x="7" y="7"/>
                                        </a:lnTo>
                                        <a:lnTo>
                                          <a:pt x="9" y="5"/>
                                        </a:lnTo>
                                        <a:lnTo>
                                          <a:pt x="9" y="4"/>
                                        </a:lnTo>
                                        <a:lnTo>
                                          <a:pt x="7" y="2"/>
                                        </a:lnTo>
                                        <a:lnTo>
                                          <a:pt x="6" y="1"/>
                                        </a:lnTo>
                                        <a:lnTo>
                                          <a:pt x="4" y="0"/>
                                        </a:lnTo>
                                        <a:lnTo>
                                          <a:pt x="3" y="0"/>
                                        </a:lnTo>
                                        <a:lnTo>
                                          <a:pt x="2"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53" name="Freeform 134"/>
                                  <p:cNvSpPr>
                                    <a:spLocks/>
                                  </p:cNvSpPr>
                                  <p:nvPr/>
                                </p:nvSpPr>
                                <p:spPr bwMode="auto">
                                  <a:xfrm>
                                    <a:off x="3835" y="2382"/>
                                    <a:ext cx="8" cy="9"/>
                                  </a:xfrm>
                                  <a:custGeom>
                                    <a:avLst/>
                                    <a:gdLst>
                                      <a:gd name="T0" fmla="*/ 1 w 8"/>
                                      <a:gd name="T1" fmla="*/ 1 h 9"/>
                                      <a:gd name="T2" fmla="*/ 0 w 8"/>
                                      <a:gd name="T3" fmla="*/ 3 h 9"/>
                                      <a:gd name="T4" fmla="*/ 0 w 8"/>
                                      <a:gd name="T5" fmla="*/ 4 h 9"/>
                                      <a:gd name="T6" fmla="*/ 0 w 8"/>
                                      <a:gd name="T7" fmla="*/ 6 h 9"/>
                                      <a:gd name="T8" fmla="*/ 0 w 8"/>
                                      <a:gd name="T9" fmla="*/ 7 h 9"/>
                                      <a:gd name="T10" fmla="*/ 1 w 8"/>
                                      <a:gd name="T11" fmla="*/ 9 h 9"/>
                                      <a:gd name="T12" fmla="*/ 3 w 8"/>
                                      <a:gd name="T13" fmla="*/ 9 h 9"/>
                                      <a:gd name="T14" fmla="*/ 4 w 8"/>
                                      <a:gd name="T15" fmla="*/ 9 h 9"/>
                                      <a:gd name="T16" fmla="*/ 5 w 8"/>
                                      <a:gd name="T17" fmla="*/ 9 h 9"/>
                                      <a:gd name="T18" fmla="*/ 5 w 8"/>
                                      <a:gd name="T19" fmla="*/ 9 h 9"/>
                                      <a:gd name="T20" fmla="*/ 7 w 8"/>
                                      <a:gd name="T21" fmla="*/ 7 h 9"/>
                                      <a:gd name="T22" fmla="*/ 8 w 8"/>
                                      <a:gd name="T23" fmla="*/ 6 h 9"/>
                                      <a:gd name="T24" fmla="*/ 8 w 8"/>
                                      <a:gd name="T25" fmla="*/ 4 h 9"/>
                                      <a:gd name="T26" fmla="*/ 7 w 8"/>
                                      <a:gd name="T27" fmla="*/ 3 h 9"/>
                                      <a:gd name="T28" fmla="*/ 5 w 8"/>
                                      <a:gd name="T29" fmla="*/ 1 h 9"/>
                                      <a:gd name="T30" fmla="*/ 4 w 8"/>
                                      <a:gd name="T31" fmla="*/ 0 h 9"/>
                                      <a:gd name="T32" fmla="*/ 3 w 8"/>
                                      <a:gd name="T33" fmla="*/ 0 h 9"/>
                                      <a:gd name="T34" fmla="*/ 1 w 8"/>
                                      <a:gd name="T35" fmla="*/ 1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1" y="1"/>
                                        </a:moveTo>
                                        <a:lnTo>
                                          <a:pt x="0" y="3"/>
                                        </a:lnTo>
                                        <a:lnTo>
                                          <a:pt x="0" y="4"/>
                                        </a:lnTo>
                                        <a:lnTo>
                                          <a:pt x="0" y="6"/>
                                        </a:lnTo>
                                        <a:lnTo>
                                          <a:pt x="0" y="7"/>
                                        </a:lnTo>
                                        <a:lnTo>
                                          <a:pt x="1" y="9"/>
                                        </a:lnTo>
                                        <a:lnTo>
                                          <a:pt x="3" y="9"/>
                                        </a:lnTo>
                                        <a:lnTo>
                                          <a:pt x="4" y="9"/>
                                        </a:lnTo>
                                        <a:lnTo>
                                          <a:pt x="5" y="9"/>
                                        </a:lnTo>
                                        <a:lnTo>
                                          <a:pt x="7" y="7"/>
                                        </a:lnTo>
                                        <a:lnTo>
                                          <a:pt x="8" y="6"/>
                                        </a:lnTo>
                                        <a:lnTo>
                                          <a:pt x="8" y="4"/>
                                        </a:lnTo>
                                        <a:lnTo>
                                          <a:pt x="7" y="3"/>
                                        </a:lnTo>
                                        <a:lnTo>
                                          <a:pt x="5" y="1"/>
                                        </a:lnTo>
                                        <a:lnTo>
                                          <a:pt x="4" y="0"/>
                                        </a:lnTo>
                                        <a:lnTo>
                                          <a:pt x="3" y="0"/>
                                        </a:lnTo>
                                        <a:lnTo>
                                          <a:pt x="1"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54" name="Freeform 135"/>
                                  <p:cNvSpPr>
                                    <a:spLocks/>
                                  </p:cNvSpPr>
                                  <p:nvPr/>
                                </p:nvSpPr>
                                <p:spPr bwMode="auto">
                                  <a:xfrm>
                                    <a:off x="3848" y="2372"/>
                                    <a:ext cx="8" cy="8"/>
                                  </a:xfrm>
                                  <a:custGeom>
                                    <a:avLst/>
                                    <a:gdLst>
                                      <a:gd name="T0" fmla="*/ 3 w 8"/>
                                      <a:gd name="T1" fmla="*/ 1 h 8"/>
                                      <a:gd name="T2" fmla="*/ 1 w 8"/>
                                      <a:gd name="T3" fmla="*/ 3 h 8"/>
                                      <a:gd name="T4" fmla="*/ 0 w 8"/>
                                      <a:gd name="T5" fmla="*/ 4 h 8"/>
                                      <a:gd name="T6" fmla="*/ 0 w 8"/>
                                      <a:gd name="T7" fmla="*/ 5 h 8"/>
                                      <a:gd name="T8" fmla="*/ 1 w 8"/>
                                      <a:gd name="T9" fmla="*/ 7 h 8"/>
                                      <a:gd name="T10" fmla="*/ 3 w 8"/>
                                      <a:gd name="T11" fmla="*/ 8 h 8"/>
                                      <a:gd name="T12" fmla="*/ 4 w 8"/>
                                      <a:gd name="T13" fmla="*/ 8 h 8"/>
                                      <a:gd name="T14" fmla="*/ 6 w 8"/>
                                      <a:gd name="T15" fmla="*/ 8 h 8"/>
                                      <a:gd name="T16" fmla="*/ 7 w 8"/>
                                      <a:gd name="T17" fmla="*/ 8 h 8"/>
                                      <a:gd name="T18" fmla="*/ 7 w 8"/>
                                      <a:gd name="T19" fmla="*/ 8 h 8"/>
                                      <a:gd name="T20" fmla="*/ 8 w 8"/>
                                      <a:gd name="T21" fmla="*/ 7 h 8"/>
                                      <a:gd name="T22" fmla="*/ 8 w 8"/>
                                      <a:gd name="T23" fmla="*/ 5 h 8"/>
                                      <a:gd name="T24" fmla="*/ 8 w 8"/>
                                      <a:gd name="T25" fmla="*/ 4 h 8"/>
                                      <a:gd name="T26" fmla="*/ 8 w 8"/>
                                      <a:gd name="T27" fmla="*/ 3 h 8"/>
                                      <a:gd name="T28" fmla="*/ 7 w 8"/>
                                      <a:gd name="T29" fmla="*/ 1 h 8"/>
                                      <a:gd name="T30" fmla="*/ 6 w 8"/>
                                      <a:gd name="T31" fmla="*/ 0 h 8"/>
                                      <a:gd name="T32" fmla="*/ 4 w 8"/>
                                      <a:gd name="T33" fmla="*/ 0 h 8"/>
                                      <a:gd name="T34" fmla="*/ 3 w 8"/>
                                      <a:gd name="T35" fmla="*/ 1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8"/>
                                      <a:gd name="T56" fmla="*/ 8 w 8"/>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8">
                                        <a:moveTo>
                                          <a:pt x="3" y="1"/>
                                        </a:moveTo>
                                        <a:lnTo>
                                          <a:pt x="1" y="3"/>
                                        </a:lnTo>
                                        <a:lnTo>
                                          <a:pt x="0" y="4"/>
                                        </a:lnTo>
                                        <a:lnTo>
                                          <a:pt x="0" y="5"/>
                                        </a:lnTo>
                                        <a:lnTo>
                                          <a:pt x="1" y="7"/>
                                        </a:lnTo>
                                        <a:lnTo>
                                          <a:pt x="3" y="8"/>
                                        </a:lnTo>
                                        <a:lnTo>
                                          <a:pt x="4" y="8"/>
                                        </a:lnTo>
                                        <a:lnTo>
                                          <a:pt x="6" y="8"/>
                                        </a:lnTo>
                                        <a:lnTo>
                                          <a:pt x="7" y="8"/>
                                        </a:lnTo>
                                        <a:lnTo>
                                          <a:pt x="8" y="7"/>
                                        </a:lnTo>
                                        <a:lnTo>
                                          <a:pt x="8" y="5"/>
                                        </a:lnTo>
                                        <a:lnTo>
                                          <a:pt x="8" y="4"/>
                                        </a:lnTo>
                                        <a:lnTo>
                                          <a:pt x="8" y="3"/>
                                        </a:lnTo>
                                        <a:lnTo>
                                          <a:pt x="7" y="1"/>
                                        </a:lnTo>
                                        <a:lnTo>
                                          <a:pt x="6" y="0"/>
                                        </a:lnTo>
                                        <a:lnTo>
                                          <a:pt x="4" y="0"/>
                                        </a:lnTo>
                                        <a:lnTo>
                                          <a:pt x="3"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55" name="Freeform 136"/>
                                  <p:cNvSpPr>
                                    <a:spLocks/>
                                  </p:cNvSpPr>
                                  <p:nvPr/>
                                </p:nvSpPr>
                                <p:spPr bwMode="auto">
                                  <a:xfrm>
                                    <a:off x="3862" y="2361"/>
                                    <a:ext cx="9" cy="9"/>
                                  </a:xfrm>
                                  <a:custGeom>
                                    <a:avLst/>
                                    <a:gdLst>
                                      <a:gd name="T0" fmla="*/ 3 w 9"/>
                                      <a:gd name="T1" fmla="*/ 0 h 9"/>
                                      <a:gd name="T2" fmla="*/ 2 w 9"/>
                                      <a:gd name="T3" fmla="*/ 2 h 9"/>
                                      <a:gd name="T4" fmla="*/ 0 w 9"/>
                                      <a:gd name="T5" fmla="*/ 3 h 9"/>
                                      <a:gd name="T6" fmla="*/ 0 w 9"/>
                                      <a:gd name="T7" fmla="*/ 5 h 9"/>
                                      <a:gd name="T8" fmla="*/ 2 w 9"/>
                                      <a:gd name="T9" fmla="*/ 6 h 9"/>
                                      <a:gd name="T10" fmla="*/ 3 w 9"/>
                                      <a:gd name="T11" fmla="*/ 8 h 9"/>
                                      <a:gd name="T12" fmla="*/ 5 w 9"/>
                                      <a:gd name="T13" fmla="*/ 9 h 9"/>
                                      <a:gd name="T14" fmla="*/ 6 w 9"/>
                                      <a:gd name="T15" fmla="*/ 9 h 9"/>
                                      <a:gd name="T16" fmla="*/ 7 w 9"/>
                                      <a:gd name="T17" fmla="*/ 8 h 9"/>
                                      <a:gd name="T18" fmla="*/ 7 w 9"/>
                                      <a:gd name="T19" fmla="*/ 8 h 9"/>
                                      <a:gd name="T20" fmla="*/ 9 w 9"/>
                                      <a:gd name="T21" fmla="*/ 6 h 9"/>
                                      <a:gd name="T22" fmla="*/ 9 w 9"/>
                                      <a:gd name="T23" fmla="*/ 5 h 9"/>
                                      <a:gd name="T24" fmla="*/ 9 w 9"/>
                                      <a:gd name="T25" fmla="*/ 3 h 9"/>
                                      <a:gd name="T26" fmla="*/ 9 w 9"/>
                                      <a:gd name="T27" fmla="*/ 2 h 9"/>
                                      <a:gd name="T28" fmla="*/ 7 w 9"/>
                                      <a:gd name="T29" fmla="*/ 0 h 9"/>
                                      <a:gd name="T30" fmla="*/ 6 w 9"/>
                                      <a:gd name="T31" fmla="*/ 0 h 9"/>
                                      <a:gd name="T32" fmla="*/ 5 w 9"/>
                                      <a:gd name="T33" fmla="*/ 0 h 9"/>
                                      <a:gd name="T34" fmla="*/ 3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3" y="0"/>
                                        </a:moveTo>
                                        <a:lnTo>
                                          <a:pt x="2" y="2"/>
                                        </a:lnTo>
                                        <a:lnTo>
                                          <a:pt x="0" y="3"/>
                                        </a:lnTo>
                                        <a:lnTo>
                                          <a:pt x="0" y="5"/>
                                        </a:lnTo>
                                        <a:lnTo>
                                          <a:pt x="2" y="6"/>
                                        </a:lnTo>
                                        <a:lnTo>
                                          <a:pt x="3" y="8"/>
                                        </a:lnTo>
                                        <a:lnTo>
                                          <a:pt x="5" y="9"/>
                                        </a:lnTo>
                                        <a:lnTo>
                                          <a:pt x="6" y="9"/>
                                        </a:lnTo>
                                        <a:lnTo>
                                          <a:pt x="7" y="8"/>
                                        </a:lnTo>
                                        <a:lnTo>
                                          <a:pt x="9" y="6"/>
                                        </a:lnTo>
                                        <a:lnTo>
                                          <a:pt x="9" y="5"/>
                                        </a:lnTo>
                                        <a:lnTo>
                                          <a:pt x="9" y="3"/>
                                        </a:lnTo>
                                        <a:lnTo>
                                          <a:pt x="9" y="2"/>
                                        </a:lnTo>
                                        <a:lnTo>
                                          <a:pt x="7" y="0"/>
                                        </a:lnTo>
                                        <a:lnTo>
                                          <a:pt x="6" y="0"/>
                                        </a:lnTo>
                                        <a:lnTo>
                                          <a:pt x="5"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56" name="Freeform 137"/>
                                  <p:cNvSpPr>
                                    <a:spLocks/>
                                  </p:cNvSpPr>
                                  <p:nvPr/>
                                </p:nvSpPr>
                                <p:spPr bwMode="auto">
                                  <a:xfrm>
                                    <a:off x="3875" y="2350"/>
                                    <a:ext cx="9" cy="9"/>
                                  </a:xfrm>
                                  <a:custGeom>
                                    <a:avLst/>
                                    <a:gdLst>
                                      <a:gd name="T0" fmla="*/ 3 w 9"/>
                                      <a:gd name="T1" fmla="*/ 1 h 9"/>
                                      <a:gd name="T2" fmla="*/ 2 w 9"/>
                                      <a:gd name="T3" fmla="*/ 3 h 9"/>
                                      <a:gd name="T4" fmla="*/ 0 w 9"/>
                                      <a:gd name="T5" fmla="*/ 4 h 9"/>
                                      <a:gd name="T6" fmla="*/ 0 w 9"/>
                                      <a:gd name="T7" fmla="*/ 6 h 9"/>
                                      <a:gd name="T8" fmla="*/ 2 w 9"/>
                                      <a:gd name="T9" fmla="*/ 7 h 9"/>
                                      <a:gd name="T10" fmla="*/ 3 w 9"/>
                                      <a:gd name="T11" fmla="*/ 9 h 9"/>
                                      <a:gd name="T12" fmla="*/ 5 w 9"/>
                                      <a:gd name="T13" fmla="*/ 9 h 9"/>
                                      <a:gd name="T14" fmla="*/ 6 w 9"/>
                                      <a:gd name="T15" fmla="*/ 9 h 9"/>
                                      <a:gd name="T16" fmla="*/ 8 w 9"/>
                                      <a:gd name="T17" fmla="*/ 9 h 9"/>
                                      <a:gd name="T18" fmla="*/ 8 w 9"/>
                                      <a:gd name="T19" fmla="*/ 9 h 9"/>
                                      <a:gd name="T20" fmla="*/ 9 w 9"/>
                                      <a:gd name="T21" fmla="*/ 7 h 9"/>
                                      <a:gd name="T22" fmla="*/ 9 w 9"/>
                                      <a:gd name="T23" fmla="*/ 6 h 9"/>
                                      <a:gd name="T24" fmla="*/ 9 w 9"/>
                                      <a:gd name="T25" fmla="*/ 4 h 9"/>
                                      <a:gd name="T26" fmla="*/ 9 w 9"/>
                                      <a:gd name="T27" fmla="*/ 3 h 9"/>
                                      <a:gd name="T28" fmla="*/ 8 w 9"/>
                                      <a:gd name="T29" fmla="*/ 1 h 9"/>
                                      <a:gd name="T30" fmla="*/ 6 w 9"/>
                                      <a:gd name="T31" fmla="*/ 0 h 9"/>
                                      <a:gd name="T32" fmla="*/ 5 w 9"/>
                                      <a:gd name="T33" fmla="*/ 0 h 9"/>
                                      <a:gd name="T34" fmla="*/ 3 w 9"/>
                                      <a:gd name="T35" fmla="*/ 1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3" y="1"/>
                                        </a:moveTo>
                                        <a:lnTo>
                                          <a:pt x="2" y="3"/>
                                        </a:lnTo>
                                        <a:lnTo>
                                          <a:pt x="0" y="4"/>
                                        </a:lnTo>
                                        <a:lnTo>
                                          <a:pt x="0" y="6"/>
                                        </a:lnTo>
                                        <a:lnTo>
                                          <a:pt x="2" y="7"/>
                                        </a:lnTo>
                                        <a:lnTo>
                                          <a:pt x="3" y="9"/>
                                        </a:lnTo>
                                        <a:lnTo>
                                          <a:pt x="5" y="9"/>
                                        </a:lnTo>
                                        <a:lnTo>
                                          <a:pt x="6" y="9"/>
                                        </a:lnTo>
                                        <a:lnTo>
                                          <a:pt x="8" y="9"/>
                                        </a:lnTo>
                                        <a:lnTo>
                                          <a:pt x="9" y="7"/>
                                        </a:lnTo>
                                        <a:lnTo>
                                          <a:pt x="9" y="6"/>
                                        </a:lnTo>
                                        <a:lnTo>
                                          <a:pt x="9" y="4"/>
                                        </a:lnTo>
                                        <a:lnTo>
                                          <a:pt x="9" y="3"/>
                                        </a:lnTo>
                                        <a:lnTo>
                                          <a:pt x="8" y="1"/>
                                        </a:lnTo>
                                        <a:lnTo>
                                          <a:pt x="6" y="0"/>
                                        </a:lnTo>
                                        <a:lnTo>
                                          <a:pt x="5" y="0"/>
                                        </a:lnTo>
                                        <a:lnTo>
                                          <a:pt x="3"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57" name="Freeform 138"/>
                                  <p:cNvSpPr>
                                    <a:spLocks/>
                                  </p:cNvSpPr>
                                  <p:nvPr/>
                                </p:nvSpPr>
                                <p:spPr bwMode="auto">
                                  <a:xfrm>
                                    <a:off x="3890" y="2340"/>
                                    <a:ext cx="9" cy="8"/>
                                  </a:xfrm>
                                  <a:custGeom>
                                    <a:avLst/>
                                    <a:gdLst>
                                      <a:gd name="T0" fmla="*/ 1 w 9"/>
                                      <a:gd name="T1" fmla="*/ 0 h 8"/>
                                      <a:gd name="T2" fmla="*/ 0 w 9"/>
                                      <a:gd name="T3" fmla="*/ 1 h 8"/>
                                      <a:gd name="T4" fmla="*/ 0 w 9"/>
                                      <a:gd name="T5" fmla="*/ 3 h 8"/>
                                      <a:gd name="T6" fmla="*/ 0 w 9"/>
                                      <a:gd name="T7" fmla="*/ 4 h 8"/>
                                      <a:gd name="T8" fmla="*/ 0 w 9"/>
                                      <a:gd name="T9" fmla="*/ 5 h 8"/>
                                      <a:gd name="T10" fmla="*/ 1 w 9"/>
                                      <a:gd name="T11" fmla="*/ 7 h 8"/>
                                      <a:gd name="T12" fmla="*/ 3 w 9"/>
                                      <a:gd name="T13" fmla="*/ 8 h 8"/>
                                      <a:gd name="T14" fmla="*/ 4 w 9"/>
                                      <a:gd name="T15" fmla="*/ 8 h 8"/>
                                      <a:gd name="T16" fmla="*/ 6 w 9"/>
                                      <a:gd name="T17" fmla="*/ 7 h 8"/>
                                      <a:gd name="T18" fmla="*/ 6 w 9"/>
                                      <a:gd name="T19" fmla="*/ 7 h 8"/>
                                      <a:gd name="T20" fmla="*/ 7 w 9"/>
                                      <a:gd name="T21" fmla="*/ 5 h 8"/>
                                      <a:gd name="T22" fmla="*/ 9 w 9"/>
                                      <a:gd name="T23" fmla="*/ 4 h 8"/>
                                      <a:gd name="T24" fmla="*/ 9 w 9"/>
                                      <a:gd name="T25" fmla="*/ 3 h 8"/>
                                      <a:gd name="T26" fmla="*/ 7 w 9"/>
                                      <a:gd name="T27" fmla="*/ 1 h 8"/>
                                      <a:gd name="T28" fmla="*/ 6 w 9"/>
                                      <a:gd name="T29" fmla="*/ 0 h 8"/>
                                      <a:gd name="T30" fmla="*/ 4 w 9"/>
                                      <a:gd name="T31" fmla="*/ 0 h 8"/>
                                      <a:gd name="T32" fmla="*/ 3 w 9"/>
                                      <a:gd name="T33" fmla="*/ 0 h 8"/>
                                      <a:gd name="T34" fmla="*/ 1 w 9"/>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1" y="0"/>
                                        </a:moveTo>
                                        <a:lnTo>
                                          <a:pt x="0" y="1"/>
                                        </a:lnTo>
                                        <a:lnTo>
                                          <a:pt x="0" y="3"/>
                                        </a:lnTo>
                                        <a:lnTo>
                                          <a:pt x="0" y="4"/>
                                        </a:lnTo>
                                        <a:lnTo>
                                          <a:pt x="0" y="5"/>
                                        </a:lnTo>
                                        <a:lnTo>
                                          <a:pt x="1" y="7"/>
                                        </a:lnTo>
                                        <a:lnTo>
                                          <a:pt x="3" y="8"/>
                                        </a:lnTo>
                                        <a:lnTo>
                                          <a:pt x="4" y="8"/>
                                        </a:lnTo>
                                        <a:lnTo>
                                          <a:pt x="6" y="7"/>
                                        </a:lnTo>
                                        <a:lnTo>
                                          <a:pt x="7" y="5"/>
                                        </a:lnTo>
                                        <a:lnTo>
                                          <a:pt x="9" y="4"/>
                                        </a:lnTo>
                                        <a:lnTo>
                                          <a:pt x="9" y="3"/>
                                        </a:lnTo>
                                        <a:lnTo>
                                          <a:pt x="7" y="1"/>
                                        </a:lnTo>
                                        <a:lnTo>
                                          <a:pt x="6" y="0"/>
                                        </a:lnTo>
                                        <a:lnTo>
                                          <a:pt x="4" y="0"/>
                                        </a:lnTo>
                                        <a:lnTo>
                                          <a:pt x="3" y="0"/>
                                        </a:lnTo>
                                        <a:lnTo>
                                          <a:pt x="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58" name="Freeform 139"/>
                                  <p:cNvSpPr>
                                    <a:spLocks/>
                                  </p:cNvSpPr>
                                  <p:nvPr/>
                                </p:nvSpPr>
                                <p:spPr bwMode="auto">
                                  <a:xfrm>
                                    <a:off x="3903" y="2328"/>
                                    <a:ext cx="9" cy="9"/>
                                  </a:xfrm>
                                  <a:custGeom>
                                    <a:avLst/>
                                    <a:gdLst>
                                      <a:gd name="T0" fmla="*/ 3 w 9"/>
                                      <a:gd name="T1" fmla="*/ 2 h 9"/>
                                      <a:gd name="T2" fmla="*/ 1 w 9"/>
                                      <a:gd name="T3" fmla="*/ 3 h 9"/>
                                      <a:gd name="T4" fmla="*/ 0 w 9"/>
                                      <a:gd name="T5" fmla="*/ 4 h 9"/>
                                      <a:gd name="T6" fmla="*/ 0 w 9"/>
                                      <a:gd name="T7" fmla="*/ 6 h 9"/>
                                      <a:gd name="T8" fmla="*/ 1 w 9"/>
                                      <a:gd name="T9" fmla="*/ 7 h 9"/>
                                      <a:gd name="T10" fmla="*/ 3 w 9"/>
                                      <a:gd name="T11" fmla="*/ 9 h 9"/>
                                      <a:gd name="T12" fmla="*/ 4 w 9"/>
                                      <a:gd name="T13" fmla="*/ 9 h 9"/>
                                      <a:gd name="T14" fmla="*/ 6 w 9"/>
                                      <a:gd name="T15" fmla="*/ 9 h 9"/>
                                      <a:gd name="T16" fmla="*/ 7 w 9"/>
                                      <a:gd name="T17" fmla="*/ 9 h 9"/>
                                      <a:gd name="T18" fmla="*/ 7 w 9"/>
                                      <a:gd name="T19" fmla="*/ 9 h 9"/>
                                      <a:gd name="T20" fmla="*/ 9 w 9"/>
                                      <a:gd name="T21" fmla="*/ 7 h 9"/>
                                      <a:gd name="T22" fmla="*/ 9 w 9"/>
                                      <a:gd name="T23" fmla="*/ 6 h 9"/>
                                      <a:gd name="T24" fmla="*/ 9 w 9"/>
                                      <a:gd name="T25" fmla="*/ 4 h 9"/>
                                      <a:gd name="T26" fmla="*/ 9 w 9"/>
                                      <a:gd name="T27" fmla="*/ 3 h 9"/>
                                      <a:gd name="T28" fmla="*/ 7 w 9"/>
                                      <a:gd name="T29" fmla="*/ 2 h 9"/>
                                      <a:gd name="T30" fmla="*/ 6 w 9"/>
                                      <a:gd name="T31" fmla="*/ 0 h 9"/>
                                      <a:gd name="T32" fmla="*/ 4 w 9"/>
                                      <a:gd name="T33" fmla="*/ 0 h 9"/>
                                      <a:gd name="T34" fmla="*/ 3 w 9"/>
                                      <a:gd name="T35" fmla="*/ 2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3" y="2"/>
                                        </a:moveTo>
                                        <a:lnTo>
                                          <a:pt x="1" y="3"/>
                                        </a:lnTo>
                                        <a:lnTo>
                                          <a:pt x="0" y="4"/>
                                        </a:lnTo>
                                        <a:lnTo>
                                          <a:pt x="0" y="6"/>
                                        </a:lnTo>
                                        <a:lnTo>
                                          <a:pt x="1" y="7"/>
                                        </a:lnTo>
                                        <a:lnTo>
                                          <a:pt x="3" y="9"/>
                                        </a:lnTo>
                                        <a:lnTo>
                                          <a:pt x="4" y="9"/>
                                        </a:lnTo>
                                        <a:lnTo>
                                          <a:pt x="6" y="9"/>
                                        </a:lnTo>
                                        <a:lnTo>
                                          <a:pt x="7" y="9"/>
                                        </a:lnTo>
                                        <a:lnTo>
                                          <a:pt x="9" y="7"/>
                                        </a:lnTo>
                                        <a:lnTo>
                                          <a:pt x="9" y="6"/>
                                        </a:lnTo>
                                        <a:lnTo>
                                          <a:pt x="9" y="4"/>
                                        </a:lnTo>
                                        <a:lnTo>
                                          <a:pt x="9" y="3"/>
                                        </a:lnTo>
                                        <a:lnTo>
                                          <a:pt x="7" y="2"/>
                                        </a:lnTo>
                                        <a:lnTo>
                                          <a:pt x="6" y="0"/>
                                        </a:lnTo>
                                        <a:lnTo>
                                          <a:pt x="4" y="0"/>
                                        </a:lnTo>
                                        <a:lnTo>
                                          <a:pt x="3"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59" name="Freeform 140"/>
                                  <p:cNvSpPr>
                                    <a:spLocks/>
                                  </p:cNvSpPr>
                                  <p:nvPr/>
                                </p:nvSpPr>
                                <p:spPr bwMode="auto">
                                  <a:xfrm>
                                    <a:off x="3916" y="2318"/>
                                    <a:ext cx="9" cy="9"/>
                                  </a:xfrm>
                                  <a:custGeom>
                                    <a:avLst/>
                                    <a:gdLst>
                                      <a:gd name="T0" fmla="*/ 3 w 9"/>
                                      <a:gd name="T1" fmla="*/ 0 h 9"/>
                                      <a:gd name="T2" fmla="*/ 1 w 9"/>
                                      <a:gd name="T3" fmla="*/ 1 h 9"/>
                                      <a:gd name="T4" fmla="*/ 0 w 9"/>
                                      <a:gd name="T5" fmla="*/ 3 h 9"/>
                                      <a:gd name="T6" fmla="*/ 0 w 9"/>
                                      <a:gd name="T7" fmla="*/ 4 h 9"/>
                                      <a:gd name="T8" fmla="*/ 1 w 9"/>
                                      <a:gd name="T9" fmla="*/ 6 h 9"/>
                                      <a:gd name="T10" fmla="*/ 3 w 9"/>
                                      <a:gd name="T11" fmla="*/ 7 h 9"/>
                                      <a:gd name="T12" fmla="*/ 4 w 9"/>
                                      <a:gd name="T13" fmla="*/ 9 h 9"/>
                                      <a:gd name="T14" fmla="*/ 6 w 9"/>
                                      <a:gd name="T15" fmla="*/ 9 h 9"/>
                                      <a:gd name="T16" fmla="*/ 7 w 9"/>
                                      <a:gd name="T17" fmla="*/ 7 h 9"/>
                                      <a:gd name="T18" fmla="*/ 7 w 9"/>
                                      <a:gd name="T19" fmla="*/ 7 h 9"/>
                                      <a:gd name="T20" fmla="*/ 9 w 9"/>
                                      <a:gd name="T21" fmla="*/ 6 h 9"/>
                                      <a:gd name="T22" fmla="*/ 9 w 9"/>
                                      <a:gd name="T23" fmla="*/ 4 h 9"/>
                                      <a:gd name="T24" fmla="*/ 9 w 9"/>
                                      <a:gd name="T25" fmla="*/ 3 h 9"/>
                                      <a:gd name="T26" fmla="*/ 9 w 9"/>
                                      <a:gd name="T27" fmla="*/ 1 h 9"/>
                                      <a:gd name="T28" fmla="*/ 7 w 9"/>
                                      <a:gd name="T29" fmla="*/ 0 h 9"/>
                                      <a:gd name="T30" fmla="*/ 6 w 9"/>
                                      <a:gd name="T31" fmla="*/ 0 h 9"/>
                                      <a:gd name="T32" fmla="*/ 4 w 9"/>
                                      <a:gd name="T33" fmla="*/ 0 h 9"/>
                                      <a:gd name="T34" fmla="*/ 3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3" y="0"/>
                                        </a:moveTo>
                                        <a:lnTo>
                                          <a:pt x="1" y="1"/>
                                        </a:lnTo>
                                        <a:lnTo>
                                          <a:pt x="0" y="3"/>
                                        </a:lnTo>
                                        <a:lnTo>
                                          <a:pt x="0" y="4"/>
                                        </a:lnTo>
                                        <a:lnTo>
                                          <a:pt x="1" y="6"/>
                                        </a:lnTo>
                                        <a:lnTo>
                                          <a:pt x="3" y="7"/>
                                        </a:lnTo>
                                        <a:lnTo>
                                          <a:pt x="4" y="9"/>
                                        </a:lnTo>
                                        <a:lnTo>
                                          <a:pt x="6" y="9"/>
                                        </a:lnTo>
                                        <a:lnTo>
                                          <a:pt x="7" y="7"/>
                                        </a:lnTo>
                                        <a:lnTo>
                                          <a:pt x="9" y="6"/>
                                        </a:lnTo>
                                        <a:lnTo>
                                          <a:pt x="9" y="4"/>
                                        </a:lnTo>
                                        <a:lnTo>
                                          <a:pt x="9" y="3"/>
                                        </a:lnTo>
                                        <a:lnTo>
                                          <a:pt x="9" y="1"/>
                                        </a:lnTo>
                                        <a:lnTo>
                                          <a:pt x="7" y="0"/>
                                        </a:lnTo>
                                        <a:lnTo>
                                          <a:pt x="6" y="0"/>
                                        </a:lnTo>
                                        <a:lnTo>
                                          <a:pt x="4"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60" name="Freeform 141"/>
                                  <p:cNvSpPr>
                                    <a:spLocks/>
                                  </p:cNvSpPr>
                                  <p:nvPr/>
                                </p:nvSpPr>
                                <p:spPr bwMode="auto">
                                  <a:xfrm>
                                    <a:off x="3930" y="2306"/>
                                    <a:ext cx="9" cy="9"/>
                                  </a:xfrm>
                                  <a:custGeom>
                                    <a:avLst/>
                                    <a:gdLst>
                                      <a:gd name="T0" fmla="*/ 2 w 9"/>
                                      <a:gd name="T1" fmla="*/ 2 h 9"/>
                                      <a:gd name="T2" fmla="*/ 0 w 9"/>
                                      <a:gd name="T3" fmla="*/ 3 h 9"/>
                                      <a:gd name="T4" fmla="*/ 0 w 9"/>
                                      <a:gd name="T5" fmla="*/ 5 h 9"/>
                                      <a:gd name="T6" fmla="*/ 0 w 9"/>
                                      <a:gd name="T7" fmla="*/ 6 h 9"/>
                                      <a:gd name="T8" fmla="*/ 0 w 9"/>
                                      <a:gd name="T9" fmla="*/ 8 h 9"/>
                                      <a:gd name="T10" fmla="*/ 2 w 9"/>
                                      <a:gd name="T11" fmla="*/ 9 h 9"/>
                                      <a:gd name="T12" fmla="*/ 3 w 9"/>
                                      <a:gd name="T13" fmla="*/ 9 h 9"/>
                                      <a:gd name="T14" fmla="*/ 5 w 9"/>
                                      <a:gd name="T15" fmla="*/ 9 h 9"/>
                                      <a:gd name="T16" fmla="*/ 6 w 9"/>
                                      <a:gd name="T17" fmla="*/ 9 h 9"/>
                                      <a:gd name="T18" fmla="*/ 6 w 9"/>
                                      <a:gd name="T19" fmla="*/ 9 h 9"/>
                                      <a:gd name="T20" fmla="*/ 8 w 9"/>
                                      <a:gd name="T21" fmla="*/ 8 h 9"/>
                                      <a:gd name="T22" fmla="*/ 9 w 9"/>
                                      <a:gd name="T23" fmla="*/ 6 h 9"/>
                                      <a:gd name="T24" fmla="*/ 9 w 9"/>
                                      <a:gd name="T25" fmla="*/ 5 h 9"/>
                                      <a:gd name="T26" fmla="*/ 8 w 9"/>
                                      <a:gd name="T27" fmla="*/ 3 h 9"/>
                                      <a:gd name="T28" fmla="*/ 6 w 9"/>
                                      <a:gd name="T29" fmla="*/ 2 h 9"/>
                                      <a:gd name="T30" fmla="*/ 5 w 9"/>
                                      <a:gd name="T31" fmla="*/ 0 h 9"/>
                                      <a:gd name="T32" fmla="*/ 3 w 9"/>
                                      <a:gd name="T33" fmla="*/ 0 h 9"/>
                                      <a:gd name="T34" fmla="*/ 2 w 9"/>
                                      <a:gd name="T35" fmla="*/ 2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2" y="2"/>
                                        </a:moveTo>
                                        <a:lnTo>
                                          <a:pt x="0" y="3"/>
                                        </a:lnTo>
                                        <a:lnTo>
                                          <a:pt x="0" y="5"/>
                                        </a:lnTo>
                                        <a:lnTo>
                                          <a:pt x="0" y="6"/>
                                        </a:lnTo>
                                        <a:lnTo>
                                          <a:pt x="0" y="8"/>
                                        </a:lnTo>
                                        <a:lnTo>
                                          <a:pt x="2" y="9"/>
                                        </a:lnTo>
                                        <a:lnTo>
                                          <a:pt x="3" y="9"/>
                                        </a:lnTo>
                                        <a:lnTo>
                                          <a:pt x="5" y="9"/>
                                        </a:lnTo>
                                        <a:lnTo>
                                          <a:pt x="6" y="9"/>
                                        </a:lnTo>
                                        <a:lnTo>
                                          <a:pt x="8" y="8"/>
                                        </a:lnTo>
                                        <a:lnTo>
                                          <a:pt x="9" y="6"/>
                                        </a:lnTo>
                                        <a:lnTo>
                                          <a:pt x="9" y="5"/>
                                        </a:lnTo>
                                        <a:lnTo>
                                          <a:pt x="8" y="3"/>
                                        </a:lnTo>
                                        <a:lnTo>
                                          <a:pt x="6" y="2"/>
                                        </a:lnTo>
                                        <a:lnTo>
                                          <a:pt x="5" y="0"/>
                                        </a:lnTo>
                                        <a:lnTo>
                                          <a:pt x="3" y="0"/>
                                        </a:lnTo>
                                        <a:lnTo>
                                          <a:pt x="2"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grpSp>
                            <p:grpSp>
                              <p:nvGrpSpPr>
                                <p:cNvPr id="74" name="Group 73"/>
                                <p:cNvGrpSpPr/>
                                <p:nvPr/>
                              </p:nvGrpSpPr>
                              <p:grpSpPr>
                                <a:xfrm>
                                  <a:off x="2165350" y="2533650"/>
                                  <a:ext cx="5284788" cy="1771650"/>
                                  <a:chOff x="2165350" y="2533650"/>
                                  <a:chExt cx="5284788" cy="1771650"/>
                                </a:xfrm>
                              </p:grpSpPr>
                              <p:sp>
                                <p:nvSpPr>
                                  <p:cNvPr id="75" name="Freeform 68"/>
                                  <p:cNvSpPr>
                                    <a:spLocks/>
                                  </p:cNvSpPr>
                                  <p:nvPr/>
                                </p:nvSpPr>
                                <p:spPr bwMode="auto">
                                  <a:xfrm>
                                    <a:off x="2303463" y="3281363"/>
                                    <a:ext cx="5146675" cy="239712"/>
                                  </a:xfrm>
                                  <a:custGeom>
                                    <a:avLst/>
                                    <a:gdLst>
                                      <a:gd name="T0" fmla="*/ 2147483646 w 3242"/>
                                      <a:gd name="T1" fmla="*/ 2147483646 h 151"/>
                                      <a:gd name="T2" fmla="*/ 2147483646 w 3242"/>
                                      <a:gd name="T3" fmla="*/ 2147483646 h 151"/>
                                      <a:gd name="T4" fmla="*/ 2147483646 w 3242"/>
                                      <a:gd name="T5" fmla="*/ 2147483646 h 151"/>
                                      <a:gd name="T6" fmla="*/ 2147483646 w 3242"/>
                                      <a:gd name="T7" fmla="*/ 2147483646 h 151"/>
                                      <a:gd name="T8" fmla="*/ 2147483646 w 3242"/>
                                      <a:gd name="T9" fmla="*/ 2147483646 h 151"/>
                                      <a:gd name="T10" fmla="*/ 2147483646 w 3242"/>
                                      <a:gd name="T11" fmla="*/ 2147483646 h 151"/>
                                      <a:gd name="T12" fmla="*/ 2147483646 w 3242"/>
                                      <a:gd name="T13" fmla="*/ 2147483646 h 151"/>
                                      <a:gd name="T14" fmla="*/ 2147483646 w 3242"/>
                                      <a:gd name="T15" fmla="*/ 2147483646 h 151"/>
                                      <a:gd name="T16" fmla="*/ 2147483646 w 3242"/>
                                      <a:gd name="T17" fmla="*/ 2147483646 h 151"/>
                                      <a:gd name="T18" fmla="*/ 2147483646 w 3242"/>
                                      <a:gd name="T19" fmla="*/ 2147483646 h 151"/>
                                      <a:gd name="T20" fmla="*/ 2147483646 w 3242"/>
                                      <a:gd name="T21" fmla="*/ 2147483646 h 151"/>
                                      <a:gd name="T22" fmla="*/ 2147483646 w 3242"/>
                                      <a:gd name="T23" fmla="*/ 2147483646 h 151"/>
                                      <a:gd name="T24" fmla="*/ 2147483646 w 3242"/>
                                      <a:gd name="T25" fmla="*/ 2147483646 h 151"/>
                                      <a:gd name="T26" fmla="*/ 2147483646 w 3242"/>
                                      <a:gd name="T27" fmla="*/ 2147483646 h 151"/>
                                      <a:gd name="T28" fmla="*/ 2147483646 w 3242"/>
                                      <a:gd name="T29" fmla="*/ 2147483646 h 151"/>
                                      <a:gd name="T30" fmla="*/ 2147483646 w 3242"/>
                                      <a:gd name="T31" fmla="*/ 2147483646 h 151"/>
                                      <a:gd name="T32" fmla="*/ 2147483646 w 3242"/>
                                      <a:gd name="T33" fmla="*/ 2147483646 h 151"/>
                                      <a:gd name="T34" fmla="*/ 2147483646 w 3242"/>
                                      <a:gd name="T35" fmla="*/ 2147483646 h 151"/>
                                      <a:gd name="T36" fmla="*/ 2147483646 w 3242"/>
                                      <a:gd name="T37" fmla="*/ 2147483646 h 151"/>
                                      <a:gd name="T38" fmla="*/ 2147483646 w 3242"/>
                                      <a:gd name="T39" fmla="*/ 2147483646 h 151"/>
                                      <a:gd name="T40" fmla="*/ 2147483646 w 3242"/>
                                      <a:gd name="T41" fmla="*/ 2147483646 h 151"/>
                                      <a:gd name="T42" fmla="*/ 2147483646 w 3242"/>
                                      <a:gd name="T43" fmla="*/ 2147483646 h 151"/>
                                      <a:gd name="T44" fmla="*/ 2147483646 w 3242"/>
                                      <a:gd name="T45" fmla="*/ 2147483646 h 151"/>
                                      <a:gd name="T46" fmla="*/ 2147483646 w 3242"/>
                                      <a:gd name="T47" fmla="*/ 2147483646 h 151"/>
                                      <a:gd name="T48" fmla="*/ 2147483646 w 3242"/>
                                      <a:gd name="T49" fmla="*/ 2147483646 h 151"/>
                                      <a:gd name="T50" fmla="*/ 2147483646 w 3242"/>
                                      <a:gd name="T51" fmla="*/ 2147483646 h 151"/>
                                      <a:gd name="T52" fmla="*/ 2147483646 w 3242"/>
                                      <a:gd name="T53" fmla="*/ 2147483646 h 151"/>
                                      <a:gd name="T54" fmla="*/ 2147483646 w 3242"/>
                                      <a:gd name="T55" fmla="*/ 2147483646 h 151"/>
                                      <a:gd name="T56" fmla="*/ 2147483646 w 3242"/>
                                      <a:gd name="T57" fmla="*/ 2147483646 h 151"/>
                                      <a:gd name="T58" fmla="*/ 2147483646 w 3242"/>
                                      <a:gd name="T59" fmla="*/ 2147483646 h 151"/>
                                      <a:gd name="T60" fmla="*/ 2147483646 w 3242"/>
                                      <a:gd name="T61" fmla="*/ 0 h 151"/>
                                      <a:gd name="T62" fmla="*/ 2147483646 w 3242"/>
                                      <a:gd name="T63" fmla="*/ 0 h 151"/>
                                      <a:gd name="T64" fmla="*/ 2147483646 w 3242"/>
                                      <a:gd name="T65" fmla="*/ 0 h 151"/>
                                      <a:gd name="T66" fmla="*/ 2147483646 w 3242"/>
                                      <a:gd name="T67" fmla="*/ 2147483646 h 151"/>
                                      <a:gd name="T68" fmla="*/ 2147483646 w 3242"/>
                                      <a:gd name="T69" fmla="*/ 2147483646 h 151"/>
                                      <a:gd name="T70" fmla="*/ 2147483646 w 3242"/>
                                      <a:gd name="T71" fmla="*/ 2147483646 h 151"/>
                                      <a:gd name="T72" fmla="*/ 2147483646 w 3242"/>
                                      <a:gd name="T73" fmla="*/ 2147483646 h 151"/>
                                      <a:gd name="T74" fmla="*/ 2147483646 w 3242"/>
                                      <a:gd name="T75" fmla="*/ 2147483646 h 151"/>
                                      <a:gd name="T76" fmla="*/ 2147483646 w 3242"/>
                                      <a:gd name="T77" fmla="*/ 2147483646 h 151"/>
                                      <a:gd name="T78" fmla="*/ 2147483646 w 3242"/>
                                      <a:gd name="T79" fmla="*/ 2147483646 h 151"/>
                                      <a:gd name="T80" fmla="*/ 2147483646 w 3242"/>
                                      <a:gd name="T81" fmla="*/ 2147483646 h 151"/>
                                      <a:gd name="T82" fmla="*/ 2147483646 w 3242"/>
                                      <a:gd name="T83" fmla="*/ 2147483646 h 151"/>
                                      <a:gd name="T84" fmla="*/ 2147483646 w 3242"/>
                                      <a:gd name="T85" fmla="*/ 2147483646 h 151"/>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3242"/>
                                      <a:gd name="T130" fmla="*/ 0 h 151"/>
                                      <a:gd name="T131" fmla="*/ 3242 w 3242"/>
                                      <a:gd name="T132" fmla="*/ 151 h 151"/>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3242" h="151">
                                        <a:moveTo>
                                          <a:pt x="0" y="81"/>
                                        </a:moveTo>
                                        <a:lnTo>
                                          <a:pt x="71" y="106"/>
                                        </a:lnTo>
                                        <a:lnTo>
                                          <a:pt x="142" y="127"/>
                                        </a:lnTo>
                                        <a:lnTo>
                                          <a:pt x="176" y="136"/>
                                        </a:lnTo>
                                        <a:lnTo>
                                          <a:pt x="208" y="143"/>
                                        </a:lnTo>
                                        <a:lnTo>
                                          <a:pt x="238" y="148"/>
                                        </a:lnTo>
                                        <a:lnTo>
                                          <a:pt x="266" y="151"/>
                                        </a:lnTo>
                                        <a:lnTo>
                                          <a:pt x="292" y="149"/>
                                        </a:lnTo>
                                        <a:lnTo>
                                          <a:pt x="317" y="145"/>
                                        </a:lnTo>
                                        <a:lnTo>
                                          <a:pt x="338" y="138"/>
                                        </a:lnTo>
                                        <a:lnTo>
                                          <a:pt x="360" y="129"/>
                                        </a:lnTo>
                                        <a:lnTo>
                                          <a:pt x="398" y="110"/>
                                        </a:lnTo>
                                        <a:lnTo>
                                          <a:pt x="417" y="101"/>
                                        </a:lnTo>
                                        <a:lnTo>
                                          <a:pt x="436" y="94"/>
                                        </a:lnTo>
                                        <a:lnTo>
                                          <a:pt x="472" y="82"/>
                                        </a:lnTo>
                                        <a:lnTo>
                                          <a:pt x="505" y="72"/>
                                        </a:lnTo>
                                        <a:lnTo>
                                          <a:pt x="536" y="62"/>
                                        </a:lnTo>
                                        <a:lnTo>
                                          <a:pt x="566" y="55"/>
                                        </a:lnTo>
                                        <a:lnTo>
                                          <a:pt x="579" y="52"/>
                                        </a:lnTo>
                                        <a:lnTo>
                                          <a:pt x="593" y="49"/>
                                        </a:lnTo>
                                        <a:lnTo>
                                          <a:pt x="614" y="45"/>
                                        </a:lnTo>
                                        <a:lnTo>
                                          <a:pt x="626" y="43"/>
                                        </a:lnTo>
                                        <a:lnTo>
                                          <a:pt x="638" y="42"/>
                                        </a:lnTo>
                                        <a:lnTo>
                                          <a:pt x="654" y="39"/>
                                        </a:lnTo>
                                        <a:lnTo>
                                          <a:pt x="671" y="37"/>
                                        </a:lnTo>
                                        <a:lnTo>
                                          <a:pt x="678" y="36"/>
                                        </a:lnTo>
                                        <a:lnTo>
                                          <a:pt x="683" y="36"/>
                                        </a:lnTo>
                                        <a:lnTo>
                                          <a:pt x="686" y="34"/>
                                        </a:lnTo>
                                        <a:lnTo>
                                          <a:pt x="686" y="33"/>
                                        </a:lnTo>
                                        <a:lnTo>
                                          <a:pt x="684" y="32"/>
                                        </a:lnTo>
                                        <a:lnTo>
                                          <a:pt x="686" y="30"/>
                                        </a:lnTo>
                                        <a:lnTo>
                                          <a:pt x="688" y="29"/>
                                        </a:lnTo>
                                        <a:lnTo>
                                          <a:pt x="693" y="27"/>
                                        </a:lnTo>
                                        <a:lnTo>
                                          <a:pt x="703" y="27"/>
                                        </a:lnTo>
                                        <a:lnTo>
                                          <a:pt x="716" y="26"/>
                                        </a:lnTo>
                                        <a:lnTo>
                                          <a:pt x="725" y="24"/>
                                        </a:lnTo>
                                        <a:lnTo>
                                          <a:pt x="735" y="24"/>
                                        </a:lnTo>
                                        <a:lnTo>
                                          <a:pt x="748" y="24"/>
                                        </a:lnTo>
                                        <a:lnTo>
                                          <a:pt x="761" y="23"/>
                                        </a:lnTo>
                                        <a:lnTo>
                                          <a:pt x="777" y="23"/>
                                        </a:lnTo>
                                        <a:lnTo>
                                          <a:pt x="793" y="23"/>
                                        </a:lnTo>
                                        <a:lnTo>
                                          <a:pt x="813" y="21"/>
                                        </a:lnTo>
                                        <a:lnTo>
                                          <a:pt x="835" y="21"/>
                                        </a:lnTo>
                                        <a:lnTo>
                                          <a:pt x="858" y="20"/>
                                        </a:lnTo>
                                        <a:lnTo>
                                          <a:pt x="884" y="20"/>
                                        </a:lnTo>
                                        <a:lnTo>
                                          <a:pt x="914" y="20"/>
                                        </a:lnTo>
                                        <a:lnTo>
                                          <a:pt x="945" y="18"/>
                                        </a:lnTo>
                                        <a:lnTo>
                                          <a:pt x="980" y="18"/>
                                        </a:lnTo>
                                        <a:lnTo>
                                          <a:pt x="1018" y="17"/>
                                        </a:lnTo>
                                        <a:lnTo>
                                          <a:pt x="1059" y="16"/>
                                        </a:lnTo>
                                        <a:lnTo>
                                          <a:pt x="1101" y="16"/>
                                        </a:lnTo>
                                        <a:lnTo>
                                          <a:pt x="1146" y="14"/>
                                        </a:lnTo>
                                        <a:lnTo>
                                          <a:pt x="1192" y="13"/>
                                        </a:lnTo>
                                        <a:lnTo>
                                          <a:pt x="1242" y="13"/>
                                        </a:lnTo>
                                        <a:lnTo>
                                          <a:pt x="1291" y="11"/>
                                        </a:lnTo>
                                        <a:lnTo>
                                          <a:pt x="1396" y="10"/>
                                        </a:lnTo>
                                        <a:lnTo>
                                          <a:pt x="1505" y="7"/>
                                        </a:lnTo>
                                        <a:lnTo>
                                          <a:pt x="1616" y="5"/>
                                        </a:lnTo>
                                        <a:lnTo>
                                          <a:pt x="1728" y="4"/>
                                        </a:lnTo>
                                        <a:lnTo>
                                          <a:pt x="1840" y="2"/>
                                        </a:lnTo>
                                        <a:lnTo>
                                          <a:pt x="1950" y="1"/>
                                        </a:lnTo>
                                        <a:lnTo>
                                          <a:pt x="2058" y="0"/>
                                        </a:lnTo>
                                        <a:lnTo>
                                          <a:pt x="2110" y="0"/>
                                        </a:lnTo>
                                        <a:lnTo>
                                          <a:pt x="2160" y="0"/>
                                        </a:lnTo>
                                        <a:lnTo>
                                          <a:pt x="2209" y="0"/>
                                        </a:lnTo>
                                        <a:lnTo>
                                          <a:pt x="2255" y="0"/>
                                        </a:lnTo>
                                        <a:lnTo>
                                          <a:pt x="2300" y="1"/>
                                        </a:lnTo>
                                        <a:lnTo>
                                          <a:pt x="2344" y="1"/>
                                        </a:lnTo>
                                        <a:lnTo>
                                          <a:pt x="2385" y="1"/>
                                        </a:lnTo>
                                        <a:lnTo>
                                          <a:pt x="2422" y="2"/>
                                        </a:lnTo>
                                        <a:lnTo>
                                          <a:pt x="2495" y="5"/>
                                        </a:lnTo>
                                        <a:lnTo>
                                          <a:pt x="2563" y="8"/>
                                        </a:lnTo>
                                        <a:lnTo>
                                          <a:pt x="2629" y="13"/>
                                        </a:lnTo>
                                        <a:lnTo>
                                          <a:pt x="2693" y="17"/>
                                        </a:lnTo>
                                        <a:lnTo>
                                          <a:pt x="2752" y="23"/>
                                        </a:lnTo>
                                        <a:lnTo>
                                          <a:pt x="2809" y="29"/>
                                        </a:lnTo>
                                        <a:lnTo>
                                          <a:pt x="2864" y="34"/>
                                        </a:lnTo>
                                        <a:lnTo>
                                          <a:pt x="2915" y="42"/>
                                        </a:lnTo>
                                        <a:lnTo>
                                          <a:pt x="2964" y="48"/>
                                        </a:lnTo>
                                        <a:lnTo>
                                          <a:pt x="3011" y="55"/>
                                        </a:lnTo>
                                        <a:lnTo>
                                          <a:pt x="3056" y="61"/>
                                        </a:lnTo>
                                        <a:lnTo>
                                          <a:pt x="3098" y="66"/>
                                        </a:lnTo>
                                        <a:lnTo>
                                          <a:pt x="3137" y="72"/>
                                        </a:lnTo>
                                        <a:lnTo>
                                          <a:pt x="3173" y="77"/>
                                        </a:lnTo>
                                        <a:lnTo>
                                          <a:pt x="3208" y="81"/>
                                        </a:lnTo>
                                        <a:lnTo>
                                          <a:pt x="3242" y="85"/>
                                        </a:lnTo>
                                      </a:path>
                                    </a:pathLst>
                                  </a:custGeom>
                                  <a:noFill/>
                                  <a:ln w="142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grpSp>
                                <p:nvGrpSpPr>
                                  <p:cNvPr id="76" name="Group 75"/>
                                  <p:cNvGrpSpPr/>
                                  <p:nvPr/>
                                </p:nvGrpSpPr>
                                <p:grpSpPr>
                                  <a:xfrm>
                                    <a:off x="2165350" y="2533650"/>
                                    <a:ext cx="5249863" cy="1771650"/>
                                    <a:chOff x="2165350" y="2533650"/>
                                    <a:chExt cx="5249863" cy="1771650"/>
                                  </a:xfrm>
                                </p:grpSpPr>
                                <p:sp>
                                  <p:nvSpPr>
                                    <p:cNvPr id="77" name="Freeform 4"/>
                                    <p:cNvSpPr>
                                      <a:spLocks/>
                                    </p:cNvSpPr>
                                    <p:nvPr/>
                                  </p:nvSpPr>
                                  <p:spPr bwMode="auto">
                                    <a:xfrm>
                                      <a:off x="2276475" y="2533650"/>
                                      <a:ext cx="109538" cy="774700"/>
                                    </a:xfrm>
                                    <a:custGeom>
                                      <a:avLst/>
                                      <a:gdLst>
                                        <a:gd name="T0" fmla="*/ 2147483646 w 69"/>
                                        <a:gd name="T1" fmla="*/ 0 h 488"/>
                                        <a:gd name="T2" fmla="*/ 2147483646 w 69"/>
                                        <a:gd name="T3" fmla="*/ 2147483646 h 488"/>
                                        <a:gd name="T4" fmla="*/ 0 w 69"/>
                                        <a:gd name="T5" fmla="*/ 2147483646 h 488"/>
                                        <a:gd name="T6" fmla="*/ 0 60000 65536"/>
                                        <a:gd name="T7" fmla="*/ 0 60000 65536"/>
                                        <a:gd name="T8" fmla="*/ 0 60000 65536"/>
                                        <a:gd name="T9" fmla="*/ 0 w 69"/>
                                        <a:gd name="T10" fmla="*/ 0 h 488"/>
                                        <a:gd name="T11" fmla="*/ 69 w 69"/>
                                        <a:gd name="T12" fmla="*/ 488 h 488"/>
                                      </a:gdLst>
                                      <a:ahLst/>
                                      <a:cxnLst>
                                        <a:cxn ang="T6">
                                          <a:pos x="T0" y="T1"/>
                                        </a:cxn>
                                        <a:cxn ang="T7">
                                          <a:pos x="T2" y="T3"/>
                                        </a:cxn>
                                        <a:cxn ang="T8">
                                          <a:pos x="T4" y="T5"/>
                                        </a:cxn>
                                      </a:cxnLst>
                                      <a:rect l="T9" t="T10" r="T11" b="T12"/>
                                      <a:pathLst>
                                        <a:path w="69" h="488">
                                          <a:moveTo>
                                            <a:pt x="69" y="0"/>
                                          </a:moveTo>
                                          <a:lnTo>
                                            <a:pt x="69" y="349"/>
                                          </a:lnTo>
                                          <a:lnTo>
                                            <a:pt x="0" y="488"/>
                                          </a:lnTo>
                                        </a:path>
                                      </a:pathLst>
                                    </a:custGeom>
                                    <a:noFill/>
                                    <a:ln w="142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78" name="Freeform 5"/>
                                    <p:cNvSpPr>
                                      <a:spLocks/>
                                    </p:cNvSpPr>
                                    <p:nvPr/>
                                  </p:nvSpPr>
                                  <p:spPr bwMode="auto">
                                    <a:xfrm>
                                      <a:off x="2276475" y="3529013"/>
                                      <a:ext cx="109538" cy="776287"/>
                                    </a:xfrm>
                                    <a:custGeom>
                                      <a:avLst/>
                                      <a:gdLst>
                                        <a:gd name="T0" fmla="*/ 2147483646 w 69"/>
                                        <a:gd name="T1" fmla="*/ 2147483646 h 489"/>
                                        <a:gd name="T2" fmla="*/ 2147483646 w 69"/>
                                        <a:gd name="T3" fmla="*/ 2147483646 h 489"/>
                                        <a:gd name="T4" fmla="*/ 0 w 69"/>
                                        <a:gd name="T5" fmla="*/ 0 h 489"/>
                                        <a:gd name="T6" fmla="*/ 0 60000 65536"/>
                                        <a:gd name="T7" fmla="*/ 0 60000 65536"/>
                                        <a:gd name="T8" fmla="*/ 0 60000 65536"/>
                                        <a:gd name="T9" fmla="*/ 0 w 69"/>
                                        <a:gd name="T10" fmla="*/ 0 h 489"/>
                                        <a:gd name="T11" fmla="*/ 69 w 69"/>
                                        <a:gd name="T12" fmla="*/ 489 h 489"/>
                                      </a:gdLst>
                                      <a:ahLst/>
                                      <a:cxnLst>
                                        <a:cxn ang="T6">
                                          <a:pos x="T0" y="T1"/>
                                        </a:cxn>
                                        <a:cxn ang="T7">
                                          <a:pos x="T2" y="T3"/>
                                        </a:cxn>
                                        <a:cxn ang="T8">
                                          <a:pos x="T4" y="T5"/>
                                        </a:cxn>
                                      </a:cxnLst>
                                      <a:rect l="T9" t="T10" r="T11" b="T12"/>
                                      <a:pathLst>
                                        <a:path w="69" h="489">
                                          <a:moveTo>
                                            <a:pt x="69" y="489"/>
                                          </a:moveTo>
                                          <a:lnTo>
                                            <a:pt x="69" y="140"/>
                                          </a:lnTo>
                                          <a:lnTo>
                                            <a:pt x="0" y="0"/>
                                          </a:lnTo>
                                        </a:path>
                                      </a:pathLst>
                                    </a:custGeom>
                                    <a:noFill/>
                                    <a:ln w="142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79" name="Freeform 6"/>
                                    <p:cNvSpPr>
                                      <a:spLocks/>
                                    </p:cNvSpPr>
                                    <p:nvPr/>
                                  </p:nvSpPr>
                                  <p:spPr bwMode="auto">
                                    <a:xfrm>
                                      <a:off x="2165350" y="3308350"/>
                                      <a:ext cx="111125" cy="220663"/>
                                    </a:xfrm>
                                    <a:custGeom>
                                      <a:avLst/>
                                      <a:gdLst>
                                        <a:gd name="T0" fmla="*/ 0 w 70"/>
                                        <a:gd name="T1" fmla="*/ 0 h 139"/>
                                        <a:gd name="T2" fmla="*/ 2147483646 w 70"/>
                                        <a:gd name="T3" fmla="*/ 2147483646 h 139"/>
                                        <a:gd name="T4" fmla="*/ 2147483646 w 70"/>
                                        <a:gd name="T5" fmla="*/ 2147483646 h 139"/>
                                        <a:gd name="T6" fmla="*/ 2147483646 w 70"/>
                                        <a:gd name="T7" fmla="*/ 2147483646 h 139"/>
                                        <a:gd name="T8" fmla="*/ 2147483646 w 70"/>
                                        <a:gd name="T9" fmla="*/ 2147483646 h 139"/>
                                        <a:gd name="T10" fmla="*/ 2147483646 w 70"/>
                                        <a:gd name="T11" fmla="*/ 2147483646 h 139"/>
                                        <a:gd name="T12" fmla="*/ 2147483646 w 70"/>
                                        <a:gd name="T13" fmla="*/ 2147483646 h 139"/>
                                        <a:gd name="T14" fmla="*/ 2147483646 w 70"/>
                                        <a:gd name="T15" fmla="*/ 2147483646 h 139"/>
                                        <a:gd name="T16" fmla="*/ 2147483646 w 70"/>
                                        <a:gd name="T17" fmla="*/ 2147483646 h 139"/>
                                        <a:gd name="T18" fmla="*/ 2147483646 w 70"/>
                                        <a:gd name="T19" fmla="*/ 2147483646 h 139"/>
                                        <a:gd name="T20" fmla="*/ 2147483646 w 70"/>
                                        <a:gd name="T21" fmla="*/ 2147483646 h 139"/>
                                        <a:gd name="T22" fmla="*/ 2147483646 w 70"/>
                                        <a:gd name="T23" fmla="*/ 2147483646 h 139"/>
                                        <a:gd name="T24" fmla="*/ 2147483646 w 70"/>
                                        <a:gd name="T25" fmla="*/ 2147483646 h 139"/>
                                        <a:gd name="T26" fmla="*/ 2147483646 w 70"/>
                                        <a:gd name="T27" fmla="*/ 2147483646 h 139"/>
                                        <a:gd name="T28" fmla="*/ 0 w 70"/>
                                        <a:gd name="T29" fmla="*/ 2147483646 h 13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70"/>
                                        <a:gd name="T46" fmla="*/ 0 h 139"/>
                                        <a:gd name="T47" fmla="*/ 70 w 70"/>
                                        <a:gd name="T48" fmla="*/ 139 h 13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70" h="139">
                                          <a:moveTo>
                                            <a:pt x="0" y="0"/>
                                          </a:moveTo>
                                          <a:lnTo>
                                            <a:pt x="26" y="17"/>
                                          </a:lnTo>
                                          <a:lnTo>
                                            <a:pt x="38" y="26"/>
                                          </a:lnTo>
                                          <a:lnTo>
                                            <a:pt x="48" y="35"/>
                                          </a:lnTo>
                                          <a:lnTo>
                                            <a:pt x="57" y="44"/>
                                          </a:lnTo>
                                          <a:lnTo>
                                            <a:pt x="64" y="52"/>
                                          </a:lnTo>
                                          <a:lnTo>
                                            <a:pt x="68" y="61"/>
                                          </a:lnTo>
                                          <a:lnTo>
                                            <a:pt x="70" y="70"/>
                                          </a:lnTo>
                                          <a:lnTo>
                                            <a:pt x="68" y="78"/>
                                          </a:lnTo>
                                          <a:lnTo>
                                            <a:pt x="64" y="87"/>
                                          </a:lnTo>
                                          <a:lnTo>
                                            <a:pt x="57" y="96"/>
                                          </a:lnTo>
                                          <a:lnTo>
                                            <a:pt x="48" y="105"/>
                                          </a:lnTo>
                                          <a:lnTo>
                                            <a:pt x="38" y="113"/>
                                          </a:lnTo>
                                          <a:lnTo>
                                            <a:pt x="26" y="122"/>
                                          </a:lnTo>
                                          <a:lnTo>
                                            <a:pt x="0" y="139"/>
                                          </a:lnTo>
                                        </a:path>
                                      </a:pathLst>
                                    </a:custGeom>
                                    <a:noFill/>
                                    <a:ln w="142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80" name="Freeform 7"/>
                                    <p:cNvSpPr>
                                      <a:spLocks/>
                                    </p:cNvSpPr>
                                    <p:nvPr/>
                                  </p:nvSpPr>
                                  <p:spPr bwMode="auto">
                                    <a:xfrm>
                                      <a:off x="3160713" y="2574925"/>
                                      <a:ext cx="442912" cy="554038"/>
                                    </a:xfrm>
                                    <a:custGeom>
                                      <a:avLst/>
                                      <a:gdLst>
                                        <a:gd name="T0" fmla="*/ 2147483646 w 279"/>
                                        <a:gd name="T1" fmla="*/ 0 h 349"/>
                                        <a:gd name="T2" fmla="*/ 0 w 279"/>
                                        <a:gd name="T3" fmla="*/ 0 h 349"/>
                                        <a:gd name="T4" fmla="*/ 0 w 279"/>
                                        <a:gd name="T5" fmla="*/ 2147483646 h 349"/>
                                        <a:gd name="T6" fmla="*/ 2147483646 w 279"/>
                                        <a:gd name="T7" fmla="*/ 2147483646 h 349"/>
                                        <a:gd name="T8" fmla="*/ 0 60000 65536"/>
                                        <a:gd name="T9" fmla="*/ 0 60000 65536"/>
                                        <a:gd name="T10" fmla="*/ 0 60000 65536"/>
                                        <a:gd name="T11" fmla="*/ 0 60000 65536"/>
                                        <a:gd name="T12" fmla="*/ 0 w 279"/>
                                        <a:gd name="T13" fmla="*/ 0 h 349"/>
                                        <a:gd name="T14" fmla="*/ 279 w 279"/>
                                        <a:gd name="T15" fmla="*/ 349 h 349"/>
                                      </a:gdLst>
                                      <a:ahLst/>
                                      <a:cxnLst>
                                        <a:cxn ang="T8">
                                          <a:pos x="T0" y="T1"/>
                                        </a:cxn>
                                        <a:cxn ang="T9">
                                          <a:pos x="T2" y="T3"/>
                                        </a:cxn>
                                        <a:cxn ang="T10">
                                          <a:pos x="T4" y="T5"/>
                                        </a:cxn>
                                        <a:cxn ang="T11">
                                          <a:pos x="T6" y="T7"/>
                                        </a:cxn>
                                      </a:cxnLst>
                                      <a:rect l="T12" t="T13" r="T14" b="T15"/>
                                      <a:pathLst>
                                        <a:path w="279" h="349">
                                          <a:moveTo>
                                            <a:pt x="209" y="0"/>
                                          </a:moveTo>
                                          <a:lnTo>
                                            <a:pt x="0" y="0"/>
                                          </a:lnTo>
                                          <a:lnTo>
                                            <a:pt x="0" y="349"/>
                                          </a:lnTo>
                                          <a:lnTo>
                                            <a:pt x="279" y="349"/>
                                          </a:lnTo>
                                        </a:path>
                                      </a:pathLst>
                                    </a:custGeom>
                                    <a:noFill/>
                                    <a:ln w="142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81" name="Freeform 8"/>
                                    <p:cNvSpPr>
                                      <a:spLocks/>
                                    </p:cNvSpPr>
                                    <p:nvPr/>
                                  </p:nvSpPr>
                                  <p:spPr bwMode="auto">
                                    <a:xfrm>
                                      <a:off x="3160713" y="3681413"/>
                                      <a:ext cx="442912" cy="554037"/>
                                    </a:xfrm>
                                    <a:custGeom>
                                      <a:avLst/>
                                      <a:gdLst>
                                        <a:gd name="T0" fmla="*/ 2147483646 w 279"/>
                                        <a:gd name="T1" fmla="*/ 2147483646 h 349"/>
                                        <a:gd name="T2" fmla="*/ 0 w 279"/>
                                        <a:gd name="T3" fmla="*/ 2147483646 h 349"/>
                                        <a:gd name="T4" fmla="*/ 0 w 279"/>
                                        <a:gd name="T5" fmla="*/ 0 h 349"/>
                                        <a:gd name="T6" fmla="*/ 2147483646 w 279"/>
                                        <a:gd name="T7" fmla="*/ 0 h 349"/>
                                        <a:gd name="T8" fmla="*/ 0 60000 65536"/>
                                        <a:gd name="T9" fmla="*/ 0 60000 65536"/>
                                        <a:gd name="T10" fmla="*/ 0 60000 65536"/>
                                        <a:gd name="T11" fmla="*/ 0 60000 65536"/>
                                        <a:gd name="T12" fmla="*/ 0 w 279"/>
                                        <a:gd name="T13" fmla="*/ 0 h 349"/>
                                        <a:gd name="T14" fmla="*/ 279 w 279"/>
                                        <a:gd name="T15" fmla="*/ 349 h 349"/>
                                      </a:gdLst>
                                      <a:ahLst/>
                                      <a:cxnLst>
                                        <a:cxn ang="T8">
                                          <a:pos x="T0" y="T1"/>
                                        </a:cxn>
                                        <a:cxn ang="T9">
                                          <a:pos x="T2" y="T3"/>
                                        </a:cxn>
                                        <a:cxn ang="T10">
                                          <a:pos x="T4" y="T5"/>
                                        </a:cxn>
                                        <a:cxn ang="T11">
                                          <a:pos x="T6" y="T7"/>
                                        </a:cxn>
                                      </a:cxnLst>
                                      <a:rect l="T12" t="T13" r="T14" b="T15"/>
                                      <a:pathLst>
                                        <a:path w="279" h="349">
                                          <a:moveTo>
                                            <a:pt x="209" y="349"/>
                                          </a:moveTo>
                                          <a:lnTo>
                                            <a:pt x="0" y="349"/>
                                          </a:lnTo>
                                          <a:lnTo>
                                            <a:pt x="0" y="0"/>
                                          </a:lnTo>
                                          <a:lnTo>
                                            <a:pt x="279" y="0"/>
                                          </a:lnTo>
                                        </a:path>
                                      </a:pathLst>
                                    </a:custGeom>
                                    <a:noFill/>
                                    <a:ln w="142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grpSp>
                                  <p:nvGrpSpPr>
                                    <p:cNvPr id="82" name="Group 59"/>
                                    <p:cNvGrpSpPr>
                                      <a:grpSpLocks/>
                                    </p:cNvGrpSpPr>
                                    <p:nvPr/>
                                  </p:nvGrpSpPr>
                                  <p:grpSpPr bwMode="auto">
                                    <a:xfrm>
                                      <a:off x="4600575" y="3668713"/>
                                      <a:ext cx="1770063" cy="552450"/>
                                      <a:chOff x="2910" y="2263"/>
                                      <a:chExt cx="1115" cy="348"/>
                                    </a:xfrm>
                                  </p:grpSpPr>
                                  <p:sp>
                                    <p:nvSpPr>
                                      <p:cNvPr id="134" name="Freeform 60"/>
                                      <p:cNvSpPr>
                                        <a:spLocks/>
                                      </p:cNvSpPr>
                                      <p:nvPr/>
                                    </p:nvSpPr>
                                    <p:spPr bwMode="auto">
                                      <a:xfrm>
                                        <a:off x="2910" y="2263"/>
                                        <a:ext cx="1115" cy="348"/>
                                      </a:xfrm>
                                      <a:custGeom>
                                        <a:avLst/>
                                        <a:gdLst>
                                          <a:gd name="T0" fmla="*/ 697 w 1115"/>
                                          <a:gd name="T1" fmla="*/ 0 h 348"/>
                                          <a:gd name="T2" fmla="*/ 0 w 1115"/>
                                          <a:gd name="T3" fmla="*/ 0 h 348"/>
                                          <a:gd name="T4" fmla="*/ 0 w 1115"/>
                                          <a:gd name="T5" fmla="*/ 348 h 348"/>
                                          <a:gd name="T6" fmla="*/ 1115 w 1115"/>
                                          <a:gd name="T7" fmla="*/ 348 h 348"/>
                                          <a:gd name="T8" fmla="*/ 1115 w 1115"/>
                                          <a:gd name="T9" fmla="*/ 0 h 348"/>
                                          <a:gd name="T10" fmla="*/ 1045 w 1115"/>
                                          <a:gd name="T11" fmla="*/ 0 h 348"/>
                                          <a:gd name="T12" fmla="*/ 1045 w 1115"/>
                                          <a:gd name="T13" fmla="*/ 279 h 348"/>
                                          <a:gd name="T14" fmla="*/ 139 w 1115"/>
                                          <a:gd name="T15" fmla="*/ 279 h 348"/>
                                          <a:gd name="T16" fmla="*/ 139 w 1115"/>
                                          <a:gd name="T17" fmla="*/ 69 h 348"/>
                                          <a:gd name="T18" fmla="*/ 697 w 1115"/>
                                          <a:gd name="T19" fmla="*/ 69 h 348"/>
                                          <a:gd name="T20" fmla="*/ 697 w 1115"/>
                                          <a:gd name="T21" fmla="*/ 0 h 34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115"/>
                                          <a:gd name="T34" fmla="*/ 0 h 348"/>
                                          <a:gd name="T35" fmla="*/ 1115 w 1115"/>
                                          <a:gd name="T36" fmla="*/ 348 h 34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115" h="348">
                                            <a:moveTo>
                                              <a:pt x="697" y="0"/>
                                            </a:moveTo>
                                            <a:lnTo>
                                              <a:pt x="0" y="0"/>
                                            </a:lnTo>
                                            <a:lnTo>
                                              <a:pt x="0" y="348"/>
                                            </a:lnTo>
                                            <a:lnTo>
                                              <a:pt x="1115" y="348"/>
                                            </a:lnTo>
                                            <a:lnTo>
                                              <a:pt x="1115" y="0"/>
                                            </a:lnTo>
                                            <a:lnTo>
                                              <a:pt x="1045" y="0"/>
                                            </a:lnTo>
                                            <a:lnTo>
                                              <a:pt x="1045" y="279"/>
                                            </a:lnTo>
                                            <a:lnTo>
                                              <a:pt x="139" y="279"/>
                                            </a:lnTo>
                                            <a:lnTo>
                                              <a:pt x="139" y="69"/>
                                            </a:lnTo>
                                            <a:lnTo>
                                              <a:pt x="697" y="69"/>
                                            </a:lnTo>
                                            <a:lnTo>
                                              <a:pt x="697" y="0"/>
                                            </a:lnTo>
                                            <a:close/>
                                          </a:path>
                                        </a:pathLst>
                                      </a:custGeom>
                                      <a:solidFill>
                                        <a:srgbClr val="B2B2B2"/>
                                      </a:solidFill>
                                      <a:ln w="14288">
                                        <a:solidFill>
                                          <a:srgbClr val="000000"/>
                                        </a:solidFill>
                                        <a:prstDash val="solid"/>
                                        <a:round/>
                                        <a:headEnd/>
                                        <a:tailEnd/>
                                      </a:ln>
                                    </p:spPr>
                                    <p:txBody>
                                      <a:bodyPr/>
                                      <a:lstStyle/>
                                      <a:p>
                                        <a:endParaRPr lang="en-GB"/>
                                      </a:p>
                                    </p:txBody>
                                  </p:sp>
                                  <p:sp>
                                    <p:nvSpPr>
                                      <p:cNvPr id="135" name="Line 61"/>
                                      <p:cNvSpPr>
                                        <a:spLocks noChangeShapeType="1"/>
                                      </p:cNvSpPr>
                                      <p:nvPr/>
                                    </p:nvSpPr>
                                    <p:spPr bwMode="auto">
                                      <a:xfrm flipV="1">
                                        <a:off x="3049" y="2332"/>
                                        <a:ext cx="558" cy="210"/>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136" name="Line 62"/>
                                      <p:cNvSpPr>
                                        <a:spLocks noChangeShapeType="1"/>
                                      </p:cNvSpPr>
                                      <p:nvPr/>
                                    </p:nvSpPr>
                                    <p:spPr bwMode="auto">
                                      <a:xfrm>
                                        <a:off x="3049" y="2332"/>
                                        <a:ext cx="558" cy="210"/>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GB"/>
                                      </a:p>
                                    </p:txBody>
                                  </p:sp>
                                </p:grpSp>
                                <p:grpSp>
                                  <p:nvGrpSpPr>
                                    <p:cNvPr id="83" name="Group 63"/>
                                    <p:cNvGrpSpPr>
                                      <a:grpSpLocks/>
                                    </p:cNvGrpSpPr>
                                    <p:nvPr/>
                                  </p:nvGrpSpPr>
                                  <p:grpSpPr bwMode="auto">
                                    <a:xfrm>
                                      <a:off x="4600575" y="2560638"/>
                                      <a:ext cx="1770063" cy="554037"/>
                                      <a:chOff x="2910" y="1565"/>
                                      <a:chExt cx="1115" cy="349"/>
                                    </a:xfrm>
                                  </p:grpSpPr>
                                  <p:sp>
                                    <p:nvSpPr>
                                      <p:cNvPr id="131" name="Freeform 64"/>
                                      <p:cNvSpPr>
                                        <a:spLocks/>
                                      </p:cNvSpPr>
                                      <p:nvPr/>
                                    </p:nvSpPr>
                                    <p:spPr bwMode="auto">
                                      <a:xfrm>
                                        <a:off x="2910" y="1565"/>
                                        <a:ext cx="1115" cy="349"/>
                                      </a:xfrm>
                                      <a:custGeom>
                                        <a:avLst/>
                                        <a:gdLst>
                                          <a:gd name="T0" fmla="*/ 697 w 1115"/>
                                          <a:gd name="T1" fmla="*/ 349 h 349"/>
                                          <a:gd name="T2" fmla="*/ 0 w 1115"/>
                                          <a:gd name="T3" fmla="*/ 349 h 349"/>
                                          <a:gd name="T4" fmla="*/ 0 w 1115"/>
                                          <a:gd name="T5" fmla="*/ 0 h 349"/>
                                          <a:gd name="T6" fmla="*/ 1115 w 1115"/>
                                          <a:gd name="T7" fmla="*/ 0 h 349"/>
                                          <a:gd name="T8" fmla="*/ 1115 w 1115"/>
                                          <a:gd name="T9" fmla="*/ 349 h 349"/>
                                          <a:gd name="T10" fmla="*/ 1045 w 1115"/>
                                          <a:gd name="T11" fmla="*/ 349 h 349"/>
                                          <a:gd name="T12" fmla="*/ 1045 w 1115"/>
                                          <a:gd name="T13" fmla="*/ 70 h 349"/>
                                          <a:gd name="T14" fmla="*/ 139 w 1115"/>
                                          <a:gd name="T15" fmla="*/ 70 h 349"/>
                                          <a:gd name="T16" fmla="*/ 139 w 1115"/>
                                          <a:gd name="T17" fmla="*/ 279 h 349"/>
                                          <a:gd name="T18" fmla="*/ 697 w 1115"/>
                                          <a:gd name="T19" fmla="*/ 279 h 349"/>
                                          <a:gd name="T20" fmla="*/ 697 w 1115"/>
                                          <a:gd name="T21" fmla="*/ 349 h 34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115"/>
                                          <a:gd name="T34" fmla="*/ 0 h 349"/>
                                          <a:gd name="T35" fmla="*/ 1115 w 1115"/>
                                          <a:gd name="T36" fmla="*/ 349 h 34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115" h="349">
                                            <a:moveTo>
                                              <a:pt x="697" y="349"/>
                                            </a:moveTo>
                                            <a:lnTo>
                                              <a:pt x="0" y="349"/>
                                            </a:lnTo>
                                            <a:lnTo>
                                              <a:pt x="0" y="0"/>
                                            </a:lnTo>
                                            <a:lnTo>
                                              <a:pt x="1115" y="0"/>
                                            </a:lnTo>
                                            <a:lnTo>
                                              <a:pt x="1115" y="349"/>
                                            </a:lnTo>
                                            <a:lnTo>
                                              <a:pt x="1045" y="349"/>
                                            </a:lnTo>
                                            <a:lnTo>
                                              <a:pt x="1045" y="70"/>
                                            </a:lnTo>
                                            <a:lnTo>
                                              <a:pt x="139" y="70"/>
                                            </a:lnTo>
                                            <a:lnTo>
                                              <a:pt x="139" y="279"/>
                                            </a:lnTo>
                                            <a:lnTo>
                                              <a:pt x="697" y="279"/>
                                            </a:lnTo>
                                            <a:lnTo>
                                              <a:pt x="697" y="349"/>
                                            </a:lnTo>
                                            <a:close/>
                                          </a:path>
                                        </a:pathLst>
                                      </a:custGeom>
                                      <a:solidFill>
                                        <a:srgbClr val="B2B2B2"/>
                                      </a:solidFill>
                                      <a:ln w="14288">
                                        <a:solidFill>
                                          <a:srgbClr val="000000"/>
                                        </a:solidFill>
                                        <a:prstDash val="solid"/>
                                        <a:round/>
                                        <a:headEnd/>
                                        <a:tailEnd/>
                                      </a:ln>
                                    </p:spPr>
                                    <p:txBody>
                                      <a:bodyPr/>
                                      <a:lstStyle/>
                                      <a:p>
                                        <a:endParaRPr lang="en-GB"/>
                                      </a:p>
                                    </p:txBody>
                                  </p:sp>
                                  <p:sp>
                                    <p:nvSpPr>
                                      <p:cNvPr id="132" name="Line 65"/>
                                      <p:cNvSpPr>
                                        <a:spLocks noChangeShapeType="1"/>
                                      </p:cNvSpPr>
                                      <p:nvPr/>
                                    </p:nvSpPr>
                                    <p:spPr bwMode="auto">
                                      <a:xfrm flipV="1">
                                        <a:off x="3049" y="1635"/>
                                        <a:ext cx="558" cy="209"/>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133" name="Line 66"/>
                                      <p:cNvSpPr>
                                        <a:spLocks noChangeShapeType="1"/>
                                      </p:cNvSpPr>
                                      <p:nvPr/>
                                    </p:nvSpPr>
                                    <p:spPr bwMode="auto">
                                      <a:xfrm>
                                        <a:off x="3049" y="1635"/>
                                        <a:ext cx="558" cy="209"/>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GB"/>
                                      </a:p>
                                    </p:txBody>
                                  </p:sp>
                                </p:grpSp>
                                <p:sp>
                                  <p:nvSpPr>
                                    <p:cNvPr id="84" name="Freeform 67"/>
                                    <p:cNvSpPr>
                                      <a:spLocks/>
                                    </p:cNvSpPr>
                                    <p:nvPr/>
                                  </p:nvSpPr>
                                  <p:spPr bwMode="auto">
                                    <a:xfrm>
                                      <a:off x="2268538" y="3308350"/>
                                      <a:ext cx="5146675" cy="239713"/>
                                    </a:xfrm>
                                    <a:custGeom>
                                      <a:avLst/>
                                      <a:gdLst>
                                        <a:gd name="T0" fmla="*/ 2147483646 w 3242"/>
                                        <a:gd name="T1" fmla="*/ 2147483646 h 151"/>
                                        <a:gd name="T2" fmla="*/ 2147483646 w 3242"/>
                                        <a:gd name="T3" fmla="*/ 2147483646 h 151"/>
                                        <a:gd name="T4" fmla="*/ 2147483646 w 3242"/>
                                        <a:gd name="T5" fmla="*/ 2147483646 h 151"/>
                                        <a:gd name="T6" fmla="*/ 2147483646 w 3242"/>
                                        <a:gd name="T7" fmla="*/ 2147483646 h 151"/>
                                        <a:gd name="T8" fmla="*/ 2147483646 w 3242"/>
                                        <a:gd name="T9" fmla="*/ 2147483646 h 151"/>
                                        <a:gd name="T10" fmla="*/ 2147483646 w 3242"/>
                                        <a:gd name="T11" fmla="*/ 2147483646 h 151"/>
                                        <a:gd name="T12" fmla="*/ 2147483646 w 3242"/>
                                        <a:gd name="T13" fmla="*/ 2147483646 h 151"/>
                                        <a:gd name="T14" fmla="*/ 2147483646 w 3242"/>
                                        <a:gd name="T15" fmla="*/ 2147483646 h 151"/>
                                        <a:gd name="T16" fmla="*/ 2147483646 w 3242"/>
                                        <a:gd name="T17" fmla="*/ 2147483646 h 151"/>
                                        <a:gd name="T18" fmla="*/ 2147483646 w 3242"/>
                                        <a:gd name="T19" fmla="*/ 2147483646 h 151"/>
                                        <a:gd name="T20" fmla="*/ 2147483646 w 3242"/>
                                        <a:gd name="T21" fmla="*/ 2147483646 h 151"/>
                                        <a:gd name="T22" fmla="*/ 2147483646 w 3242"/>
                                        <a:gd name="T23" fmla="*/ 2147483646 h 151"/>
                                        <a:gd name="T24" fmla="*/ 2147483646 w 3242"/>
                                        <a:gd name="T25" fmla="*/ 2147483646 h 151"/>
                                        <a:gd name="T26" fmla="*/ 2147483646 w 3242"/>
                                        <a:gd name="T27" fmla="*/ 2147483646 h 151"/>
                                        <a:gd name="T28" fmla="*/ 2147483646 w 3242"/>
                                        <a:gd name="T29" fmla="*/ 2147483646 h 151"/>
                                        <a:gd name="T30" fmla="*/ 2147483646 w 3242"/>
                                        <a:gd name="T31" fmla="*/ 2147483646 h 151"/>
                                        <a:gd name="T32" fmla="*/ 2147483646 w 3242"/>
                                        <a:gd name="T33" fmla="*/ 2147483646 h 151"/>
                                        <a:gd name="T34" fmla="*/ 2147483646 w 3242"/>
                                        <a:gd name="T35" fmla="*/ 2147483646 h 151"/>
                                        <a:gd name="T36" fmla="*/ 2147483646 w 3242"/>
                                        <a:gd name="T37" fmla="*/ 2147483646 h 151"/>
                                        <a:gd name="T38" fmla="*/ 2147483646 w 3242"/>
                                        <a:gd name="T39" fmla="*/ 2147483646 h 151"/>
                                        <a:gd name="T40" fmla="*/ 2147483646 w 3242"/>
                                        <a:gd name="T41" fmla="*/ 2147483646 h 151"/>
                                        <a:gd name="T42" fmla="*/ 2147483646 w 3242"/>
                                        <a:gd name="T43" fmla="*/ 2147483646 h 151"/>
                                        <a:gd name="T44" fmla="*/ 2147483646 w 3242"/>
                                        <a:gd name="T45" fmla="*/ 2147483646 h 151"/>
                                        <a:gd name="T46" fmla="*/ 2147483646 w 3242"/>
                                        <a:gd name="T47" fmla="*/ 2147483646 h 151"/>
                                        <a:gd name="T48" fmla="*/ 2147483646 w 3242"/>
                                        <a:gd name="T49" fmla="*/ 2147483646 h 151"/>
                                        <a:gd name="T50" fmla="*/ 2147483646 w 3242"/>
                                        <a:gd name="T51" fmla="*/ 2147483646 h 151"/>
                                        <a:gd name="T52" fmla="*/ 2147483646 w 3242"/>
                                        <a:gd name="T53" fmla="*/ 2147483646 h 151"/>
                                        <a:gd name="T54" fmla="*/ 2147483646 w 3242"/>
                                        <a:gd name="T55" fmla="*/ 2147483646 h 151"/>
                                        <a:gd name="T56" fmla="*/ 2147483646 w 3242"/>
                                        <a:gd name="T57" fmla="*/ 2147483646 h 151"/>
                                        <a:gd name="T58" fmla="*/ 2147483646 w 3242"/>
                                        <a:gd name="T59" fmla="*/ 2147483646 h 151"/>
                                        <a:gd name="T60" fmla="*/ 2147483646 w 3242"/>
                                        <a:gd name="T61" fmla="*/ 2147483646 h 151"/>
                                        <a:gd name="T62" fmla="*/ 2147483646 w 3242"/>
                                        <a:gd name="T63" fmla="*/ 2147483646 h 151"/>
                                        <a:gd name="T64" fmla="*/ 2147483646 w 3242"/>
                                        <a:gd name="T65" fmla="*/ 2147483646 h 151"/>
                                        <a:gd name="T66" fmla="*/ 2147483646 w 3242"/>
                                        <a:gd name="T67" fmla="*/ 2147483646 h 151"/>
                                        <a:gd name="T68" fmla="*/ 2147483646 w 3242"/>
                                        <a:gd name="T69" fmla="*/ 2147483646 h 151"/>
                                        <a:gd name="T70" fmla="*/ 2147483646 w 3242"/>
                                        <a:gd name="T71" fmla="*/ 2147483646 h 151"/>
                                        <a:gd name="T72" fmla="*/ 2147483646 w 3242"/>
                                        <a:gd name="T73" fmla="*/ 2147483646 h 151"/>
                                        <a:gd name="T74" fmla="*/ 2147483646 w 3242"/>
                                        <a:gd name="T75" fmla="*/ 2147483646 h 151"/>
                                        <a:gd name="T76" fmla="*/ 2147483646 w 3242"/>
                                        <a:gd name="T77" fmla="*/ 2147483646 h 151"/>
                                        <a:gd name="T78" fmla="*/ 2147483646 w 3242"/>
                                        <a:gd name="T79" fmla="*/ 2147483646 h 151"/>
                                        <a:gd name="T80" fmla="*/ 2147483646 w 3242"/>
                                        <a:gd name="T81" fmla="*/ 2147483646 h 151"/>
                                        <a:gd name="T82" fmla="*/ 2147483646 w 3242"/>
                                        <a:gd name="T83" fmla="*/ 2147483646 h 151"/>
                                        <a:gd name="T84" fmla="*/ 2147483646 w 3242"/>
                                        <a:gd name="T85" fmla="*/ 2147483646 h 151"/>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3242"/>
                                        <a:gd name="T130" fmla="*/ 0 h 151"/>
                                        <a:gd name="T131" fmla="*/ 3242 w 3242"/>
                                        <a:gd name="T132" fmla="*/ 151 h 151"/>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3242" h="151">
                                          <a:moveTo>
                                            <a:pt x="0" y="70"/>
                                          </a:moveTo>
                                          <a:lnTo>
                                            <a:pt x="71" y="45"/>
                                          </a:lnTo>
                                          <a:lnTo>
                                            <a:pt x="143" y="23"/>
                                          </a:lnTo>
                                          <a:lnTo>
                                            <a:pt x="176" y="15"/>
                                          </a:lnTo>
                                          <a:lnTo>
                                            <a:pt x="208" y="7"/>
                                          </a:lnTo>
                                          <a:lnTo>
                                            <a:pt x="238" y="3"/>
                                          </a:lnTo>
                                          <a:lnTo>
                                            <a:pt x="266" y="0"/>
                                          </a:lnTo>
                                          <a:lnTo>
                                            <a:pt x="292" y="1"/>
                                          </a:lnTo>
                                          <a:lnTo>
                                            <a:pt x="317" y="6"/>
                                          </a:lnTo>
                                          <a:lnTo>
                                            <a:pt x="339" y="13"/>
                                          </a:lnTo>
                                          <a:lnTo>
                                            <a:pt x="360" y="22"/>
                                          </a:lnTo>
                                          <a:lnTo>
                                            <a:pt x="398" y="41"/>
                                          </a:lnTo>
                                          <a:lnTo>
                                            <a:pt x="417" y="49"/>
                                          </a:lnTo>
                                          <a:lnTo>
                                            <a:pt x="436" y="57"/>
                                          </a:lnTo>
                                          <a:lnTo>
                                            <a:pt x="472" y="68"/>
                                          </a:lnTo>
                                          <a:lnTo>
                                            <a:pt x="506" y="78"/>
                                          </a:lnTo>
                                          <a:lnTo>
                                            <a:pt x="536" y="89"/>
                                          </a:lnTo>
                                          <a:lnTo>
                                            <a:pt x="567" y="96"/>
                                          </a:lnTo>
                                          <a:lnTo>
                                            <a:pt x="580" y="99"/>
                                          </a:lnTo>
                                          <a:lnTo>
                                            <a:pt x="593" y="102"/>
                                          </a:lnTo>
                                          <a:lnTo>
                                            <a:pt x="615" y="106"/>
                                          </a:lnTo>
                                          <a:lnTo>
                                            <a:pt x="626" y="108"/>
                                          </a:lnTo>
                                          <a:lnTo>
                                            <a:pt x="638" y="109"/>
                                          </a:lnTo>
                                          <a:lnTo>
                                            <a:pt x="654" y="112"/>
                                          </a:lnTo>
                                          <a:lnTo>
                                            <a:pt x="671" y="113"/>
                                          </a:lnTo>
                                          <a:lnTo>
                                            <a:pt x="678" y="115"/>
                                          </a:lnTo>
                                          <a:lnTo>
                                            <a:pt x="683" y="116"/>
                                          </a:lnTo>
                                          <a:lnTo>
                                            <a:pt x="686" y="116"/>
                                          </a:lnTo>
                                          <a:lnTo>
                                            <a:pt x="686" y="118"/>
                                          </a:lnTo>
                                          <a:lnTo>
                                            <a:pt x="684" y="121"/>
                                          </a:lnTo>
                                          <a:lnTo>
                                            <a:pt x="686" y="121"/>
                                          </a:lnTo>
                                          <a:lnTo>
                                            <a:pt x="689" y="122"/>
                                          </a:lnTo>
                                          <a:lnTo>
                                            <a:pt x="693" y="124"/>
                                          </a:lnTo>
                                          <a:lnTo>
                                            <a:pt x="703" y="125"/>
                                          </a:lnTo>
                                          <a:lnTo>
                                            <a:pt x="716" y="125"/>
                                          </a:lnTo>
                                          <a:lnTo>
                                            <a:pt x="725" y="126"/>
                                          </a:lnTo>
                                          <a:lnTo>
                                            <a:pt x="735" y="126"/>
                                          </a:lnTo>
                                          <a:lnTo>
                                            <a:pt x="748" y="126"/>
                                          </a:lnTo>
                                          <a:lnTo>
                                            <a:pt x="761" y="128"/>
                                          </a:lnTo>
                                          <a:lnTo>
                                            <a:pt x="777" y="128"/>
                                          </a:lnTo>
                                          <a:lnTo>
                                            <a:pt x="793" y="129"/>
                                          </a:lnTo>
                                          <a:lnTo>
                                            <a:pt x="814" y="129"/>
                                          </a:lnTo>
                                          <a:lnTo>
                                            <a:pt x="835" y="129"/>
                                          </a:lnTo>
                                          <a:lnTo>
                                            <a:pt x="859" y="131"/>
                                          </a:lnTo>
                                          <a:lnTo>
                                            <a:pt x="885" y="131"/>
                                          </a:lnTo>
                                          <a:lnTo>
                                            <a:pt x="914" y="131"/>
                                          </a:lnTo>
                                          <a:lnTo>
                                            <a:pt x="946" y="132"/>
                                          </a:lnTo>
                                          <a:lnTo>
                                            <a:pt x="981" y="132"/>
                                          </a:lnTo>
                                          <a:lnTo>
                                            <a:pt x="1018" y="134"/>
                                          </a:lnTo>
                                          <a:lnTo>
                                            <a:pt x="1059" y="135"/>
                                          </a:lnTo>
                                          <a:lnTo>
                                            <a:pt x="1101" y="135"/>
                                          </a:lnTo>
                                          <a:lnTo>
                                            <a:pt x="1146" y="137"/>
                                          </a:lnTo>
                                          <a:lnTo>
                                            <a:pt x="1193" y="138"/>
                                          </a:lnTo>
                                          <a:lnTo>
                                            <a:pt x="1242" y="138"/>
                                          </a:lnTo>
                                          <a:lnTo>
                                            <a:pt x="1291" y="139"/>
                                          </a:lnTo>
                                          <a:lnTo>
                                            <a:pt x="1396" y="141"/>
                                          </a:lnTo>
                                          <a:lnTo>
                                            <a:pt x="1505" y="144"/>
                                          </a:lnTo>
                                          <a:lnTo>
                                            <a:pt x="1617" y="145"/>
                                          </a:lnTo>
                                          <a:lnTo>
                                            <a:pt x="1728" y="147"/>
                                          </a:lnTo>
                                          <a:lnTo>
                                            <a:pt x="1840" y="148"/>
                                          </a:lnTo>
                                          <a:lnTo>
                                            <a:pt x="1951" y="150"/>
                                          </a:lnTo>
                                          <a:lnTo>
                                            <a:pt x="2058" y="151"/>
                                          </a:lnTo>
                                          <a:lnTo>
                                            <a:pt x="2110" y="151"/>
                                          </a:lnTo>
                                          <a:lnTo>
                                            <a:pt x="2160" y="151"/>
                                          </a:lnTo>
                                          <a:lnTo>
                                            <a:pt x="2209" y="151"/>
                                          </a:lnTo>
                                          <a:lnTo>
                                            <a:pt x="2256" y="151"/>
                                          </a:lnTo>
                                          <a:lnTo>
                                            <a:pt x="2301" y="150"/>
                                          </a:lnTo>
                                          <a:lnTo>
                                            <a:pt x="2344" y="150"/>
                                          </a:lnTo>
                                          <a:lnTo>
                                            <a:pt x="2385" y="150"/>
                                          </a:lnTo>
                                          <a:lnTo>
                                            <a:pt x="2423" y="148"/>
                                          </a:lnTo>
                                          <a:lnTo>
                                            <a:pt x="2495" y="145"/>
                                          </a:lnTo>
                                          <a:lnTo>
                                            <a:pt x="2564" y="142"/>
                                          </a:lnTo>
                                          <a:lnTo>
                                            <a:pt x="2629" y="138"/>
                                          </a:lnTo>
                                          <a:lnTo>
                                            <a:pt x="2693" y="134"/>
                                          </a:lnTo>
                                          <a:lnTo>
                                            <a:pt x="2752" y="128"/>
                                          </a:lnTo>
                                          <a:lnTo>
                                            <a:pt x="2809" y="122"/>
                                          </a:lnTo>
                                          <a:lnTo>
                                            <a:pt x="2864" y="116"/>
                                          </a:lnTo>
                                          <a:lnTo>
                                            <a:pt x="2915" y="109"/>
                                          </a:lnTo>
                                          <a:lnTo>
                                            <a:pt x="2964" y="103"/>
                                          </a:lnTo>
                                          <a:lnTo>
                                            <a:pt x="3011" y="96"/>
                                          </a:lnTo>
                                          <a:lnTo>
                                            <a:pt x="3056" y="90"/>
                                          </a:lnTo>
                                          <a:lnTo>
                                            <a:pt x="3098" y="84"/>
                                          </a:lnTo>
                                          <a:lnTo>
                                            <a:pt x="3137" y="78"/>
                                          </a:lnTo>
                                          <a:lnTo>
                                            <a:pt x="3174" y="74"/>
                                          </a:lnTo>
                                          <a:lnTo>
                                            <a:pt x="3208" y="70"/>
                                          </a:lnTo>
                                          <a:lnTo>
                                            <a:pt x="3242" y="65"/>
                                          </a:lnTo>
                                        </a:path>
                                      </a:pathLst>
                                    </a:custGeom>
                                    <a:noFill/>
                                    <a:ln w="142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grpSp>
                                  <p:nvGrpSpPr>
                                    <p:cNvPr id="85" name="Group 142"/>
                                    <p:cNvGrpSpPr>
                                      <a:grpSpLocks/>
                                    </p:cNvGrpSpPr>
                                    <p:nvPr/>
                                  </p:nvGrpSpPr>
                                  <p:grpSpPr bwMode="auto">
                                    <a:xfrm>
                                      <a:off x="5692775" y="3709988"/>
                                      <a:ext cx="546100" cy="122237"/>
                                      <a:chOff x="3598" y="2289"/>
                                      <a:chExt cx="344" cy="77"/>
                                    </a:xfrm>
                                  </p:grpSpPr>
                                  <p:sp>
                                    <p:nvSpPr>
                                      <p:cNvPr id="109" name="Freeform 143"/>
                                      <p:cNvSpPr>
                                        <a:spLocks/>
                                      </p:cNvSpPr>
                                      <p:nvPr/>
                                    </p:nvSpPr>
                                    <p:spPr bwMode="auto">
                                      <a:xfrm>
                                        <a:off x="3598" y="2289"/>
                                        <a:ext cx="9" cy="9"/>
                                      </a:xfrm>
                                      <a:custGeom>
                                        <a:avLst/>
                                        <a:gdLst>
                                          <a:gd name="T0" fmla="*/ 6 w 9"/>
                                          <a:gd name="T1" fmla="*/ 0 h 9"/>
                                          <a:gd name="T2" fmla="*/ 4 w 9"/>
                                          <a:gd name="T3" fmla="*/ 0 h 9"/>
                                          <a:gd name="T4" fmla="*/ 3 w 9"/>
                                          <a:gd name="T5" fmla="*/ 1 h 9"/>
                                          <a:gd name="T6" fmla="*/ 1 w 9"/>
                                          <a:gd name="T7" fmla="*/ 3 h 9"/>
                                          <a:gd name="T8" fmla="*/ 0 w 9"/>
                                          <a:gd name="T9" fmla="*/ 4 h 9"/>
                                          <a:gd name="T10" fmla="*/ 0 w 9"/>
                                          <a:gd name="T11" fmla="*/ 4 h 9"/>
                                          <a:gd name="T12" fmla="*/ 1 w 9"/>
                                          <a:gd name="T13" fmla="*/ 6 h 9"/>
                                          <a:gd name="T14" fmla="*/ 3 w 9"/>
                                          <a:gd name="T15" fmla="*/ 7 h 9"/>
                                          <a:gd name="T16" fmla="*/ 4 w 9"/>
                                          <a:gd name="T17" fmla="*/ 9 h 9"/>
                                          <a:gd name="T18" fmla="*/ 4 w 9"/>
                                          <a:gd name="T19" fmla="*/ 9 h 9"/>
                                          <a:gd name="T20" fmla="*/ 4 w 9"/>
                                          <a:gd name="T21" fmla="*/ 9 h 9"/>
                                          <a:gd name="T22" fmla="*/ 6 w 9"/>
                                          <a:gd name="T23" fmla="*/ 7 h 9"/>
                                          <a:gd name="T24" fmla="*/ 7 w 9"/>
                                          <a:gd name="T25" fmla="*/ 6 h 9"/>
                                          <a:gd name="T26" fmla="*/ 9 w 9"/>
                                          <a:gd name="T27" fmla="*/ 4 h 9"/>
                                          <a:gd name="T28" fmla="*/ 9 w 9"/>
                                          <a:gd name="T29" fmla="*/ 4 h 9"/>
                                          <a:gd name="T30" fmla="*/ 7 w 9"/>
                                          <a:gd name="T31" fmla="*/ 3 h 9"/>
                                          <a:gd name="T32" fmla="*/ 6 w 9"/>
                                          <a:gd name="T33" fmla="*/ 1 h 9"/>
                                          <a:gd name="T34" fmla="*/ 6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6" y="0"/>
                                            </a:moveTo>
                                            <a:lnTo>
                                              <a:pt x="4" y="0"/>
                                            </a:lnTo>
                                            <a:lnTo>
                                              <a:pt x="3" y="1"/>
                                            </a:lnTo>
                                            <a:lnTo>
                                              <a:pt x="1" y="3"/>
                                            </a:lnTo>
                                            <a:lnTo>
                                              <a:pt x="0" y="4"/>
                                            </a:lnTo>
                                            <a:lnTo>
                                              <a:pt x="1" y="6"/>
                                            </a:lnTo>
                                            <a:lnTo>
                                              <a:pt x="3" y="7"/>
                                            </a:lnTo>
                                            <a:lnTo>
                                              <a:pt x="4" y="9"/>
                                            </a:lnTo>
                                            <a:lnTo>
                                              <a:pt x="6" y="7"/>
                                            </a:lnTo>
                                            <a:lnTo>
                                              <a:pt x="7" y="6"/>
                                            </a:lnTo>
                                            <a:lnTo>
                                              <a:pt x="9" y="4"/>
                                            </a:lnTo>
                                            <a:lnTo>
                                              <a:pt x="7" y="3"/>
                                            </a:lnTo>
                                            <a:lnTo>
                                              <a:pt x="6" y="1"/>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10" name="Freeform 144"/>
                                      <p:cNvSpPr>
                                        <a:spLocks/>
                                      </p:cNvSpPr>
                                      <p:nvPr/>
                                    </p:nvSpPr>
                                    <p:spPr bwMode="auto">
                                      <a:xfrm>
                                        <a:off x="3614" y="2296"/>
                                        <a:ext cx="9" cy="9"/>
                                      </a:xfrm>
                                      <a:custGeom>
                                        <a:avLst/>
                                        <a:gdLst>
                                          <a:gd name="T0" fmla="*/ 6 w 9"/>
                                          <a:gd name="T1" fmla="*/ 2 h 9"/>
                                          <a:gd name="T2" fmla="*/ 4 w 9"/>
                                          <a:gd name="T3" fmla="*/ 0 h 9"/>
                                          <a:gd name="T4" fmla="*/ 3 w 9"/>
                                          <a:gd name="T5" fmla="*/ 0 h 9"/>
                                          <a:gd name="T6" fmla="*/ 1 w 9"/>
                                          <a:gd name="T7" fmla="*/ 2 h 9"/>
                                          <a:gd name="T8" fmla="*/ 0 w 9"/>
                                          <a:gd name="T9" fmla="*/ 3 h 9"/>
                                          <a:gd name="T10" fmla="*/ 0 w 9"/>
                                          <a:gd name="T11" fmla="*/ 4 h 9"/>
                                          <a:gd name="T12" fmla="*/ 0 w 9"/>
                                          <a:gd name="T13" fmla="*/ 6 h 9"/>
                                          <a:gd name="T14" fmla="*/ 0 w 9"/>
                                          <a:gd name="T15" fmla="*/ 7 h 9"/>
                                          <a:gd name="T16" fmla="*/ 1 w 9"/>
                                          <a:gd name="T17" fmla="*/ 9 h 9"/>
                                          <a:gd name="T18" fmla="*/ 1 w 9"/>
                                          <a:gd name="T19" fmla="*/ 9 h 9"/>
                                          <a:gd name="T20" fmla="*/ 3 w 9"/>
                                          <a:gd name="T21" fmla="*/ 9 h 9"/>
                                          <a:gd name="T22" fmla="*/ 4 w 9"/>
                                          <a:gd name="T23" fmla="*/ 9 h 9"/>
                                          <a:gd name="T24" fmla="*/ 6 w 9"/>
                                          <a:gd name="T25" fmla="*/ 9 h 9"/>
                                          <a:gd name="T26" fmla="*/ 7 w 9"/>
                                          <a:gd name="T27" fmla="*/ 7 h 9"/>
                                          <a:gd name="T28" fmla="*/ 9 w 9"/>
                                          <a:gd name="T29" fmla="*/ 6 h 9"/>
                                          <a:gd name="T30" fmla="*/ 9 w 9"/>
                                          <a:gd name="T31" fmla="*/ 4 h 9"/>
                                          <a:gd name="T32" fmla="*/ 7 w 9"/>
                                          <a:gd name="T33" fmla="*/ 3 h 9"/>
                                          <a:gd name="T34" fmla="*/ 6 w 9"/>
                                          <a:gd name="T35" fmla="*/ 2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6" y="2"/>
                                            </a:moveTo>
                                            <a:lnTo>
                                              <a:pt x="4" y="0"/>
                                            </a:lnTo>
                                            <a:lnTo>
                                              <a:pt x="3" y="0"/>
                                            </a:lnTo>
                                            <a:lnTo>
                                              <a:pt x="1" y="2"/>
                                            </a:lnTo>
                                            <a:lnTo>
                                              <a:pt x="0" y="3"/>
                                            </a:lnTo>
                                            <a:lnTo>
                                              <a:pt x="0" y="4"/>
                                            </a:lnTo>
                                            <a:lnTo>
                                              <a:pt x="0" y="6"/>
                                            </a:lnTo>
                                            <a:lnTo>
                                              <a:pt x="0" y="7"/>
                                            </a:lnTo>
                                            <a:lnTo>
                                              <a:pt x="1" y="9"/>
                                            </a:lnTo>
                                            <a:lnTo>
                                              <a:pt x="3" y="9"/>
                                            </a:lnTo>
                                            <a:lnTo>
                                              <a:pt x="4" y="9"/>
                                            </a:lnTo>
                                            <a:lnTo>
                                              <a:pt x="6" y="9"/>
                                            </a:lnTo>
                                            <a:lnTo>
                                              <a:pt x="7" y="7"/>
                                            </a:lnTo>
                                            <a:lnTo>
                                              <a:pt x="9" y="6"/>
                                            </a:lnTo>
                                            <a:lnTo>
                                              <a:pt x="9" y="4"/>
                                            </a:lnTo>
                                            <a:lnTo>
                                              <a:pt x="7" y="3"/>
                                            </a:lnTo>
                                            <a:lnTo>
                                              <a:pt x="6"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11" name="Freeform 145"/>
                                      <p:cNvSpPr>
                                        <a:spLocks/>
                                      </p:cNvSpPr>
                                      <p:nvPr/>
                                    </p:nvSpPr>
                                    <p:spPr bwMode="auto">
                                      <a:xfrm>
                                        <a:off x="3628" y="2305"/>
                                        <a:ext cx="9" cy="9"/>
                                      </a:xfrm>
                                      <a:custGeom>
                                        <a:avLst/>
                                        <a:gdLst>
                                          <a:gd name="T0" fmla="*/ 8 w 9"/>
                                          <a:gd name="T1" fmla="*/ 1 h 9"/>
                                          <a:gd name="T2" fmla="*/ 6 w 9"/>
                                          <a:gd name="T3" fmla="*/ 0 h 9"/>
                                          <a:gd name="T4" fmla="*/ 5 w 9"/>
                                          <a:gd name="T5" fmla="*/ 0 h 9"/>
                                          <a:gd name="T6" fmla="*/ 3 w 9"/>
                                          <a:gd name="T7" fmla="*/ 1 h 9"/>
                                          <a:gd name="T8" fmla="*/ 2 w 9"/>
                                          <a:gd name="T9" fmla="*/ 3 h 9"/>
                                          <a:gd name="T10" fmla="*/ 0 w 9"/>
                                          <a:gd name="T11" fmla="*/ 4 h 9"/>
                                          <a:gd name="T12" fmla="*/ 0 w 9"/>
                                          <a:gd name="T13" fmla="*/ 6 h 9"/>
                                          <a:gd name="T14" fmla="*/ 2 w 9"/>
                                          <a:gd name="T15" fmla="*/ 7 h 9"/>
                                          <a:gd name="T16" fmla="*/ 3 w 9"/>
                                          <a:gd name="T17" fmla="*/ 9 h 9"/>
                                          <a:gd name="T18" fmla="*/ 3 w 9"/>
                                          <a:gd name="T19" fmla="*/ 9 h 9"/>
                                          <a:gd name="T20" fmla="*/ 5 w 9"/>
                                          <a:gd name="T21" fmla="*/ 9 h 9"/>
                                          <a:gd name="T22" fmla="*/ 6 w 9"/>
                                          <a:gd name="T23" fmla="*/ 9 h 9"/>
                                          <a:gd name="T24" fmla="*/ 8 w 9"/>
                                          <a:gd name="T25" fmla="*/ 9 h 9"/>
                                          <a:gd name="T26" fmla="*/ 9 w 9"/>
                                          <a:gd name="T27" fmla="*/ 7 h 9"/>
                                          <a:gd name="T28" fmla="*/ 9 w 9"/>
                                          <a:gd name="T29" fmla="*/ 6 h 9"/>
                                          <a:gd name="T30" fmla="*/ 9 w 9"/>
                                          <a:gd name="T31" fmla="*/ 4 h 9"/>
                                          <a:gd name="T32" fmla="*/ 9 w 9"/>
                                          <a:gd name="T33" fmla="*/ 3 h 9"/>
                                          <a:gd name="T34" fmla="*/ 8 w 9"/>
                                          <a:gd name="T35" fmla="*/ 1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8" y="1"/>
                                            </a:moveTo>
                                            <a:lnTo>
                                              <a:pt x="6" y="0"/>
                                            </a:lnTo>
                                            <a:lnTo>
                                              <a:pt x="5" y="0"/>
                                            </a:lnTo>
                                            <a:lnTo>
                                              <a:pt x="3" y="1"/>
                                            </a:lnTo>
                                            <a:lnTo>
                                              <a:pt x="2" y="3"/>
                                            </a:lnTo>
                                            <a:lnTo>
                                              <a:pt x="0" y="4"/>
                                            </a:lnTo>
                                            <a:lnTo>
                                              <a:pt x="0" y="6"/>
                                            </a:lnTo>
                                            <a:lnTo>
                                              <a:pt x="2" y="7"/>
                                            </a:lnTo>
                                            <a:lnTo>
                                              <a:pt x="3" y="9"/>
                                            </a:lnTo>
                                            <a:lnTo>
                                              <a:pt x="5" y="9"/>
                                            </a:lnTo>
                                            <a:lnTo>
                                              <a:pt x="6" y="9"/>
                                            </a:lnTo>
                                            <a:lnTo>
                                              <a:pt x="8" y="9"/>
                                            </a:lnTo>
                                            <a:lnTo>
                                              <a:pt x="9" y="7"/>
                                            </a:lnTo>
                                            <a:lnTo>
                                              <a:pt x="9" y="6"/>
                                            </a:lnTo>
                                            <a:lnTo>
                                              <a:pt x="9" y="4"/>
                                            </a:lnTo>
                                            <a:lnTo>
                                              <a:pt x="9" y="3"/>
                                            </a:lnTo>
                                            <a:lnTo>
                                              <a:pt x="8"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12" name="Freeform 146"/>
                                      <p:cNvSpPr>
                                        <a:spLocks/>
                                      </p:cNvSpPr>
                                      <p:nvPr/>
                                    </p:nvSpPr>
                                    <p:spPr bwMode="auto">
                                      <a:xfrm>
                                        <a:off x="3644" y="2314"/>
                                        <a:ext cx="9" cy="8"/>
                                      </a:xfrm>
                                      <a:custGeom>
                                        <a:avLst/>
                                        <a:gdLst>
                                          <a:gd name="T0" fmla="*/ 6 w 9"/>
                                          <a:gd name="T1" fmla="*/ 1 h 8"/>
                                          <a:gd name="T2" fmla="*/ 5 w 9"/>
                                          <a:gd name="T3" fmla="*/ 0 h 8"/>
                                          <a:gd name="T4" fmla="*/ 3 w 9"/>
                                          <a:gd name="T5" fmla="*/ 0 h 8"/>
                                          <a:gd name="T6" fmla="*/ 2 w 9"/>
                                          <a:gd name="T7" fmla="*/ 1 h 8"/>
                                          <a:gd name="T8" fmla="*/ 0 w 9"/>
                                          <a:gd name="T9" fmla="*/ 2 h 8"/>
                                          <a:gd name="T10" fmla="*/ 0 w 9"/>
                                          <a:gd name="T11" fmla="*/ 4 h 8"/>
                                          <a:gd name="T12" fmla="*/ 0 w 9"/>
                                          <a:gd name="T13" fmla="*/ 5 h 8"/>
                                          <a:gd name="T14" fmla="*/ 0 w 9"/>
                                          <a:gd name="T15" fmla="*/ 7 h 8"/>
                                          <a:gd name="T16" fmla="*/ 2 w 9"/>
                                          <a:gd name="T17" fmla="*/ 8 h 8"/>
                                          <a:gd name="T18" fmla="*/ 2 w 9"/>
                                          <a:gd name="T19" fmla="*/ 8 h 8"/>
                                          <a:gd name="T20" fmla="*/ 3 w 9"/>
                                          <a:gd name="T21" fmla="*/ 8 h 8"/>
                                          <a:gd name="T22" fmla="*/ 5 w 9"/>
                                          <a:gd name="T23" fmla="*/ 8 h 8"/>
                                          <a:gd name="T24" fmla="*/ 6 w 9"/>
                                          <a:gd name="T25" fmla="*/ 8 h 8"/>
                                          <a:gd name="T26" fmla="*/ 8 w 9"/>
                                          <a:gd name="T27" fmla="*/ 7 h 8"/>
                                          <a:gd name="T28" fmla="*/ 9 w 9"/>
                                          <a:gd name="T29" fmla="*/ 5 h 8"/>
                                          <a:gd name="T30" fmla="*/ 9 w 9"/>
                                          <a:gd name="T31" fmla="*/ 4 h 8"/>
                                          <a:gd name="T32" fmla="*/ 8 w 9"/>
                                          <a:gd name="T33" fmla="*/ 2 h 8"/>
                                          <a:gd name="T34" fmla="*/ 6 w 9"/>
                                          <a:gd name="T35" fmla="*/ 1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6" y="1"/>
                                            </a:moveTo>
                                            <a:lnTo>
                                              <a:pt x="5" y="0"/>
                                            </a:lnTo>
                                            <a:lnTo>
                                              <a:pt x="3" y="0"/>
                                            </a:lnTo>
                                            <a:lnTo>
                                              <a:pt x="2" y="1"/>
                                            </a:lnTo>
                                            <a:lnTo>
                                              <a:pt x="0" y="2"/>
                                            </a:lnTo>
                                            <a:lnTo>
                                              <a:pt x="0" y="4"/>
                                            </a:lnTo>
                                            <a:lnTo>
                                              <a:pt x="0" y="5"/>
                                            </a:lnTo>
                                            <a:lnTo>
                                              <a:pt x="0" y="7"/>
                                            </a:lnTo>
                                            <a:lnTo>
                                              <a:pt x="2" y="8"/>
                                            </a:lnTo>
                                            <a:lnTo>
                                              <a:pt x="3" y="8"/>
                                            </a:lnTo>
                                            <a:lnTo>
                                              <a:pt x="5" y="8"/>
                                            </a:lnTo>
                                            <a:lnTo>
                                              <a:pt x="6" y="8"/>
                                            </a:lnTo>
                                            <a:lnTo>
                                              <a:pt x="8" y="7"/>
                                            </a:lnTo>
                                            <a:lnTo>
                                              <a:pt x="9" y="5"/>
                                            </a:lnTo>
                                            <a:lnTo>
                                              <a:pt x="9" y="4"/>
                                            </a:lnTo>
                                            <a:lnTo>
                                              <a:pt x="8" y="2"/>
                                            </a:lnTo>
                                            <a:lnTo>
                                              <a:pt x="6"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13" name="Freeform 147"/>
                                      <p:cNvSpPr>
                                        <a:spLocks/>
                                      </p:cNvSpPr>
                                      <p:nvPr/>
                                    </p:nvSpPr>
                                    <p:spPr bwMode="auto">
                                      <a:xfrm>
                                        <a:off x="3659" y="2322"/>
                                        <a:ext cx="9" cy="9"/>
                                      </a:xfrm>
                                      <a:custGeom>
                                        <a:avLst/>
                                        <a:gdLst>
                                          <a:gd name="T0" fmla="*/ 7 w 9"/>
                                          <a:gd name="T1" fmla="*/ 2 h 9"/>
                                          <a:gd name="T2" fmla="*/ 6 w 9"/>
                                          <a:gd name="T3" fmla="*/ 0 h 9"/>
                                          <a:gd name="T4" fmla="*/ 4 w 9"/>
                                          <a:gd name="T5" fmla="*/ 0 h 9"/>
                                          <a:gd name="T6" fmla="*/ 3 w 9"/>
                                          <a:gd name="T7" fmla="*/ 2 h 9"/>
                                          <a:gd name="T8" fmla="*/ 1 w 9"/>
                                          <a:gd name="T9" fmla="*/ 3 h 9"/>
                                          <a:gd name="T10" fmla="*/ 0 w 9"/>
                                          <a:gd name="T11" fmla="*/ 5 h 9"/>
                                          <a:gd name="T12" fmla="*/ 0 w 9"/>
                                          <a:gd name="T13" fmla="*/ 6 h 9"/>
                                          <a:gd name="T14" fmla="*/ 1 w 9"/>
                                          <a:gd name="T15" fmla="*/ 8 h 9"/>
                                          <a:gd name="T16" fmla="*/ 3 w 9"/>
                                          <a:gd name="T17" fmla="*/ 9 h 9"/>
                                          <a:gd name="T18" fmla="*/ 3 w 9"/>
                                          <a:gd name="T19" fmla="*/ 9 h 9"/>
                                          <a:gd name="T20" fmla="*/ 4 w 9"/>
                                          <a:gd name="T21" fmla="*/ 9 h 9"/>
                                          <a:gd name="T22" fmla="*/ 6 w 9"/>
                                          <a:gd name="T23" fmla="*/ 9 h 9"/>
                                          <a:gd name="T24" fmla="*/ 7 w 9"/>
                                          <a:gd name="T25" fmla="*/ 9 h 9"/>
                                          <a:gd name="T26" fmla="*/ 9 w 9"/>
                                          <a:gd name="T27" fmla="*/ 8 h 9"/>
                                          <a:gd name="T28" fmla="*/ 9 w 9"/>
                                          <a:gd name="T29" fmla="*/ 6 h 9"/>
                                          <a:gd name="T30" fmla="*/ 9 w 9"/>
                                          <a:gd name="T31" fmla="*/ 5 h 9"/>
                                          <a:gd name="T32" fmla="*/ 9 w 9"/>
                                          <a:gd name="T33" fmla="*/ 3 h 9"/>
                                          <a:gd name="T34" fmla="*/ 7 w 9"/>
                                          <a:gd name="T35" fmla="*/ 2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7" y="2"/>
                                            </a:moveTo>
                                            <a:lnTo>
                                              <a:pt x="6" y="0"/>
                                            </a:lnTo>
                                            <a:lnTo>
                                              <a:pt x="4" y="0"/>
                                            </a:lnTo>
                                            <a:lnTo>
                                              <a:pt x="3" y="2"/>
                                            </a:lnTo>
                                            <a:lnTo>
                                              <a:pt x="1" y="3"/>
                                            </a:lnTo>
                                            <a:lnTo>
                                              <a:pt x="0" y="5"/>
                                            </a:lnTo>
                                            <a:lnTo>
                                              <a:pt x="0" y="6"/>
                                            </a:lnTo>
                                            <a:lnTo>
                                              <a:pt x="1" y="8"/>
                                            </a:lnTo>
                                            <a:lnTo>
                                              <a:pt x="3" y="9"/>
                                            </a:lnTo>
                                            <a:lnTo>
                                              <a:pt x="4" y="9"/>
                                            </a:lnTo>
                                            <a:lnTo>
                                              <a:pt x="6" y="9"/>
                                            </a:lnTo>
                                            <a:lnTo>
                                              <a:pt x="7" y="9"/>
                                            </a:lnTo>
                                            <a:lnTo>
                                              <a:pt x="9" y="8"/>
                                            </a:lnTo>
                                            <a:lnTo>
                                              <a:pt x="9" y="6"/>
                                            </a:lnTo>
                                            <a:lnTo>
                                              <a:pt x="9" y="5"/>
                                            </a:lnTo>
                                            <a:lnTo>
                                              <a:pt x="9" y="3"/>
                                            </a:lnTo>
                                            <a:lnTo>
                                              <a:pt x="7"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14" name="Freeform 148"/>
                                      <p:cNvSpPr>
                                        <a:spLocks/>
                                      </p:cNvSpPr>
                                      <p:nvPr/>
                                    </p:nvSpPr>
                                    <p:spPr bwMode="auto">
                                      <a:xfrm>
                                        <a:off x="3675" y="2331"/>
                                        <a:ext cx="9" cy="9"/>
                                      </a:xfrm>
                                      <a:custGeom>
                                        <a:avLst/>
                                        <a:gdLst>
                                          <a:gd name="T0" fmla="*/ 4 w 9"/>
                                          <a:gd name="T1" fmla="*/ 0 h 9"/>
                                          <a:gd name="T2" fmla="*/ 3 w 9"/>
                                          <a:gd name="T3" fmla="*/ 0 h 9"/>
                                          <a:gd name="T4" fmla="*/ 1 w 9"/>
                                          <a:gd name="T5" fmla="*/ 0 h 9"/>
                                          <a:gd name="T6" fmla="*/ 0 w 9"/>
                                          <a:gd name="T7" fmla="*/ 1 h 9"/>
                                          <a:gd name="T8" fmla="*/ 0 w 9"/>
                                          <a:gd name="T9" fmla="*/ 3 h 9"/>
                                          <a:gd name="T10" fmla="*/ 0 w 9"/>
                                          <a:gd name="T11" fmla="*/ 4 h 9"/>
                                          <a:gd name="T12" fmla="*/ 0 w 9"/>
                                          <a:gd name="T13" fmla="*/ 6 h 9"/>
                                          <a:gd name="T14" fmla="*/ 1 w 9"/>
                                          <a:gd name="T15" fmla="*/ 7 h 9"/>
                                          <a:gd name="T16" fmla="*/ 3 w 9"/>
                                          <a:gd name="T17" fmla="*/ 9 h 9"/>
                                          <a:gd name="T18" fmla="*/ 3 w 9"/>
                                          <a:gd name="T19" fmla="*/ 9 h 9"/>
                                          <a:gd name="T20" fmla="*/ 4 w 9"/>
                                          <a:gd name="T21" fmla="*/ 9 h 9"/>
                                          <a:gd name="T22" fmla="*/ 6 w 9"/>
                                          <a:gd name="T23" fmla="*/ 7 h 9"/>
                                          <a:gd name="T24" fmla="*/ 7 w 9"/>
                                          <a:gd name="T25" fmla="*/ 6 h 9"/>
                                          <a:gd name="T26" fmla="*/ 9 w 9"/>
                                          <a:gd name="T27" fmla="*/ 4 h 9"/>
                                          <a:gd name="T28" fmla="*/ 9 w 9"/>
                                          <a:gd name="T29" fmla="*/ 3 h 9"/>
                                          <a:gd name="T30" fmla="*/ 7 w 9"/>
                                          <a:gd name="T31" fmla="*/ 1 h 9"/>
                                          <a:gd name="T32" fmla="*/ 6 w 9"/>
                                          <a:gd name="T33" fmla="*/ 0 h 9"/>
                                          <a:gd name="T34" fmla="*/ 4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4" y="0"/>
                                            </a:moveTo>
                                            <a:lnTo>
                                              <a:pt x="3" y="0"/>
                                            </a:lnTo>
                                            <a:lnTo>
                                              <a:pt x="1" y="0"/>
                                            </a:lnTo>
                                            <a:lnTo>
                                              <a:pt x="0" y="1"/>
                                            </a:lnTo>
                                            <a:lnTo>
                                              <a:pt x="0" y="3"/>
                                            </a:lnTo>
                                            <a:lnTo>
                                              <a:pt x="0" y="4"/>
                                            </a:lnTo>
                                            <a:lnTo>
                                              <a:pt x="0" y="6"/>
                                            </a:lnTo>
                                            <a:lnTo>
                                              <a:pt x="1" y="7"/>
                                            </a:lnTo>
                                            <a:lnTo>
                                              <a:pt x="3" y="9"/>
                                            </a:lnTo>
                                            <a:lnTo>
                                              <a:pt x="4" y="9"/>
                                            </a:lnTo>
                                            <a:lnTo>
                                              <a:pt x="6" y="7"/>
                                            </a:lnTo>
                                            <a:lnTo>
                                              <a:pt x="7" y="6"/>
                                            </a:lnTo>
                                            <a:lnTo>
                                              <a:pt x="9" y="4"/>
                                            </a:lnTo>
                                            <a:lnTo>
                                              <a:pt x="9" y="3"/>
                                            </a:lnTo>
                                            <a:lnTo>
                                              <a:pt x="7" y="1"/>
                                            </a:lnTo>
                                            <a:lnTo>
                                              <a:pt x="6"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15" name="Freeform 149"/>
                                      <p:cNvSpPr>
                                        <a:spLocks/>
                                      </p:cNvSpPr>
                                      <p:nvPr/>
                                    </p:nvSpPr>
                                    <p:spPr bwMode="auto">
                                      <a:xfrm>
                                        <a:off x="3691" y="2338"/>
                                        <a:ext cx="9" cy="9"/>
                                      </a:xfrm>
                                      <a:custGeom>
                                        <a:avLst/>
                                        <a:gdLst>
                                          <a:gd name="T0" fmla="*/ 4 w 9"/>
                                          <a:gd name="T1" fmla="*/ 0 h 9"/>
                                          <a:gd name="T2" fmla="*/ 3 w 9"/>
                                          <a:gd name="T3" fmla="*/ 0 h 9"/>
                                          <a:gd name="T4" fmla="*/ 1 w 9"/>
                                          <a:gd name="T5" fmla="*/ 0 h 9"/>
                                          <a:gd name="T6" fmla="*/ 0 w 9"/>
                                          <a:gd name="T7" fmla="*/ 2 h 9"/>
                                          <a:gd name="T8" fmla="*/ 0 w 9"/>
                                          <a:gd name="T9" fmla="*/ 3 h 9"/>
                                          <a:gd name="T10" fmla="*/ 0 w 9"/>
                                          <a:gd name="T11" fmla="*/ 5 h 9"/>
                                          <a:gd name="T12" fmla="*/ 0 w 9"/>
                                          <a:gd name="T13" fmla="*/ 6 h 9"/>
                                          <a:gd name="T14" fmla="*/ 1 w 9"/>
                                          <a:gd name="T15" fmla="*/ 7 h 9"/>
                                          <a:gd name="T16" fmla="*/ 3 w 9"/>
                                          <a:gd name="T17" fmla="*/ 9 h 9"/>
                                          <a:gd name="T18" fmla="*/ 3 w 9"/>
                                          <a:gd name="T19" fmla="*/ 9 h 9"/>
                                          <a:gd name="T20" fmla="*/ 4 w 9"/>
                                          <a:gd name="T21" fmla="*/ 9 h 9"/>
                                          <a:gd name="T22" fmla="*/ 6 w 9"/>
                                          <a:gd name="T23" fmla="*/ 7 h 9"/>
                                          <a:gd name="T24" fmla="*/ 7 w 9"/>
                                          <a:gd name="T25" fmla="*/ 6 h 9"/>
                                          <a:gd name="T26" fmla="*/ 9 w 9"/>
                                          <a:gd name="T27" fmla="*/ 5 h 9"/>
                                          <a:gd name="T28" fmla="*/ 9 w 9"/>
                                          <a:gd name="T29" fmla="*/ 3 h 9"/>
                                          <a:gd name="T30" fmla="*/ 7 w 9"/>
                                          <a:gd name="T31" fmla="*/ 2 h 9"/>
                                          <a:gd name="T32" fmla="*/ 6 w 9"/>
                                          <a:gd name="T33" fmla="*/ 0 h 9"/>
                                          <a:gd name="T34" fmla="*/ 4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4" y="0"/>
                                            </a:moveTo>
                                            <a:lnTo>
                                              <a:pt x="3" y="0"/>
                                            </a:lnTo>
                                            <a:lnTo>
                                              <a:pt x="1" y="0"/>
                                            </a:lnTo>
                                            <a:lnTo>
                                              <a:pt x="0" y="2"/>
                                            </a:lnTo>
                                            <a:lnTo>
                                              <a:pt x="0" y="3"/>
                                            </a:lnTo>
                                            <a:lnTo>
                                              <a:pt x="0" y="5"/>
                                            </a:lnTo>
                                            <a:lnTo>
                                              <a:pt x="0" y="6"/>
                                            </a:lnTo>
                                            <a:lnTo>
                                              <a:pt x="1" y="7"/>
                                            </a:lnTo>
                                            <a:lnTo>
                                              <a:pt x="3" y="9"/>
                                            </a:lnTo>
                                            <a:lnTo>
                                              <a:pt x="4" y="9"/>
                                            </a:lnTo>
                                            <a:lnTo>
                                              <a:pt x="6" y="7"/>
                                            </a:lnTo>
                                            <a:lnTo>
                                              <a:pt x="7" y="6"/>
                                            </a:lnTo>
                                            <a:lnTo>
                                              <a:pt x="9" y="5"/>
                                            </a:lnTo>
                                            <a:lnTo>
                                              <a:pt x="9" y="3"/>
                                            </a:lnTo>
                                            <a:lnTo>
                                              <a:pt x="7" y="2"/>
                                            </a:lnTo>
                                            <a:lnTo>
                                              <a:pt x="6"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16" name="Freeform 150"/>
                                      <p:cNvSpPr>
                                        <a:spLocks/>
                                      </p:cNvSpPr>
                                      <p:nvPr/>
                                    </p:nvSpPr>
                                    <p:spPr bwMode="auto">
                                      <a:xfrm>
                                        <a:off x="3707" y="2344"/>
                                        <a:ext cx="9" cy="9"/>
                                      </a:xfrm>
                                      <a:custGeom>
                                        <a:avLst/>
                                        <a:gdLst>
                                          <a:gd name="T0" fmla="*/ 4 w 9"/>
                                          <a:gd name="T1" fmla="*/ 0 h 9"/>
                                          <a:gd name="T2" fmla="*/ 3 w 9"/>
                                          <a:gd name="T3" fmla="*/ 0 h 9"/>
                                          <a:gd name="T4" fmla="*/ 1 w 9"/>
                                          <a:gd name="T5" fmla="*/ 1 h 9"/>
                                          <a:gd name="T6" fmla="*/ 0 w 9"/>
                                          <a:gd name="T7" fmla="*/ 3 h 9"/>
                                          <a:gd name="T8" fmla="*/ 0 w 9"/>
                                          <a:gd name="T9" fmla="*/ 4 h 9"/>
                                          <a:gd name="T10" fmla="*/ 0 w 9"/>
                                          <a:gd name="T11" fmla="*/ 6 h 9"/>
                                          <a:gd name="T12" fmla="*/ 0 w 9"/>
                                          <a:gd name="T13" fmla="*/ 7 h 9"/>
                                          <a:gd name="T14" fmla="*/ 1 w 9"/>
                                          <a:gd name="T15" fmla="*/ 9 h 9"/>
                                          <a:gd name="T16" fmla="*/ 3 w 9"/>
                                          <a:gd name="T17" fmla="*/ 9 h 9"/>
                                          <a:gd name="T18" fmla="*/ 3 w 9"/>
                                          <a:gd name="T19" fmla="*/ 9 h 9"/>
                                          <a:gd name="T20" fmla="*/ 4 w 9"/>
                                          <a:gd name="T21" fmla="*/ 9 h 9"/>
                                          <a:gd name="T22" fmla="*/ 6 w 9"/>
                                          <a:gd name="T23" fmla="*/ 9 h 9"/>
                                          <a:gd name="T24" fmla="*/ 7 w 9"/>
                                          <a:gd name="T25" fmla="*/ 7 h 9"/>
                                          <a:gd name="T26" fmla="*/ 9 w 9"/>
                                          <a:gd name="T27" fmla="*/ 6 h 9"/>
                                          <a:gd name="T28" fmla="*/ 9 w 9"/>
                                          <a:gd name="T29" fmla="*/ 4 h 9"/>
                                          <a:gd name="T30" fmla="*/ 7 w 9"/>
                                          <a:gd name="T31" fmla="*/ 3 h 9"/>
                                          <a:gd name="T32" fmla="*/ 6 w 9"/>
                                          <a:gd name="T33" fmla="*/ 1 h 9"/>
                                          <a:gd name="T34" fmla="*/ 4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4" y="0"/>
                                            </a:moveTo>
                                            <a:lnTo>
                                              <a:pt x="3" y="0"/>
                                            </a:lnTo>
                                            <a:lnTo>
                                              <a:pt x="1" y="1"/>
                                            </a:lnTo>
                                            <a:lnTo>
                                              <a:pt x="0" y="3"/>
                                            </a:lnTo>
                                            <a:lnTo>
                                              <a:pt x="0" y="4"/>
                                            </a:lnTo>
                                            <a:lnTo>
                                              <a:pt x="0" y="6"/>
                                            </a:lnTo>
                                            <a:lnTo>
                                              <a:pt x="0" y="7"/>
                                            </a:lnTo>
                                            <a:lnTo>
                                              <a:pt x="1" y="9"/>
                                            </a:lnTo>
                                            <a:lnTo>
                                              <a:pt x="3" y="9"/>
                                            </a:lnTo>
                                            <a:lnTo>
                                              <a:pt x="4" y="9"/>
                                            </a:lnTo>
                                            <a:lnTo>
                                              <a:pt x="6" y="9"/>
                                            </a:lnTo>
                                            <a:lnTo>
                                              <a:pt x="7" y="7"/>
                                            </a:lnTo>
                                            <a:lnTo>
                                              <a:pt x="9" y="6"/>
                                            </a:lnTo>
                                            <a:lnTo>
                                              <a:pt x="9" y="4"/>
                                            </a:lnTo>
                                            <a:lnTo>
                                              <a:pt x="7" y="3"/>
                                            </a:lnTo>
                                            <a:lnTo>
                                              <a:pt x="6" y="1"/>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17" name="Freeform 151"/>
                                      <p:cNvSpPr>
                                        <a:spLocks/>
                                      </p:cNvSpPr>
                                      <p:nvPr/>
                                    </p:nvSpPr>
                                    <p:spPr bwMode="auto">
                                      <a:xfrm>
                                        <a:off x="3723" y="2351"/>
                                        <a:ext cx="9" cy="9"/>
                                      </a:xfrm>
                                      <a:custGeom>
                                        <a:avLst/>
                                        <a:gdLst>
                                          <a:gd name="T0" fmla="*/ 4 w 9"/>
                                          <a:gd name="T1" fmla="*/ 0 h 9"/>
                                          <a:gd name="T2" fmla="*/ 3 w 9"/>
                                          <a:gd name="T3" fmla="*/ 0 h 9"/>
                                          <a:gd name="T4" fmla="*/ 1 w 9"/>
                                          <a:gd name="T5" fmla="*/ 0 h 9"/>
                                          <a:gd name="T6" fmla="*/ 0 w 9"/>
                                          <a:gd name="T7" fmla="*/ 2 h 9"/>
                                          <a:gd name="T8" fmla="*/ 0 w 9"/>
                                          <a:gd name="T9" fmla="*/ 3 h 9"/>
                                          <a:gd name="T10" fmla="*/ 0 w 9"/>
                                          <a:gd name="T11" fmla="*/ 5 h 9"/>
                                          <a:gd name="T12" fmla="*/ 0 w 9"/>
                                          <a:gd name="T13" fmla="*/ 6 h 9"/>
                                          <a:gd name="T14" fmla="*/ 1 w 9"/>
                                          <a:gd name="T15" fmla="*/ 8 h 9"/>
                                          <a:gd name="T16" fmla="*/ 3 w 9"/>
                                          <a:gd name="T17" fmla="*/ 9 h 9"/>
                                          <a:gd name="T18" fmla="*/ 3 w 9"/>
                                          <a:gd name="T19" fmla="*/ 9 h 9"/>
                                          <a:gd name="T20" fmla="*/ 4 w 9"/>
                                          <a:gd name="T21" fmla="*/ 9 h 9"/>
                                          <a:gd name="T22" fmla="*/ 6 w 9"/>
                                          <a:gd name="T23" fmla="*/ 8 h 9"/>
                                          <a:gd name="T24" fmla="*/ 7 w 9"/>
                                          <a:gd name="T25" fmla="*/ 6 h 9"/>
                                          <a:gd name="T26" fmla="*/ 9 w 9"/>
                                          <a:gd name="T27" fmla="*/ 5 h 9"/>
                                          <a:gd name="T28" fmla="*/ 9 w 9"/>
                                          <a:gd name="T29" fmla="*/ 3 h 9"/>
                                          <a:gd name="T30" fmla="*/ 7 w 9"/>
                                          <a:gd name="T31" fmla="*/ 2 h 9"/>
                                          <a:gd name="T32" fmla="*/ 6 w 9"/>
                                          <a:gd name="T33" fmla="*/ 0 h 9"/>
                                          <a:gd name="T34" fmla="*/ 4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4" y="0"/>
                                            </a:moveTo>
                                            <a:lnTo>
                                              <a:pt x="3" y="0"/>
                                            </a:lnTo>
                                            <a:lnTo>
                                              <a:pt x="1" y="0"/>
                                            </a:lnTo>
                                            <a:lnTo>
                                              <a:pt x="0" y="2"/>
                                            </a:lnTo>
                                            <a:lnTo>
                                              <a:pt x="0" y="3"/>
                                            </a:lnTo>
                                            <a:lnTo>
                                              <a:pt x="0" y="5"/>
                                            </a:lnTo>
                                            <a:lnTo>
                                              <a:pt x="0" y="6"/>
                                            </a:lnTo>
                                            <a:lnTo>
                                              <a:pt x="1" y="8"/>
                                            </a:lnTo>
                                            <a:lnTo>
                                              <a:pt x="3" y="9"/>
                                            </a:lnTo>
                                            <a:lnTo>
                                              <a:pt x="4" y="9"/>
                                            </a:lnTo>
                                            <a:lnTo>
                                              <a:pt x="6" y="8"/>
                                            </a:lnTo>
                                            <a:lnTo>
                                              <a:pt x="7" y="6"/>
                                            </a:lnTo>
                                            <a:lnTo>
                                              <a:pt x="9" y="5"/>
                                            </a:lnTo>
                                            <a:lnTo>
                                              <a:pt x="9" y="3"/>
                                            </a:lnTo>
                                            <a:lnTo>
                                              <a:pt x="7" y="2"/>
                                            </a:lnTo>
                                            <a:lnTo>
                                              <a:pt x="6"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18" name="Freeform 152"/>
                                      <p:cNvSpPr>
                                        <a:spLocks/>
                                      </p:cNvSpPr>
                                      <p:nvPr/>
                                    </p:nvSpPr>
                                    <p:spPr bwMode="auto">
                                      <a:xfrm>
                                        <a:off x="3739" y="2356"/>
                                        <a:ext cx="8" cy="8"/>
                                      </a:xfrm>
                                      <a:custGeom>
                                        <a:avLst/>
                                        <a:gdLst>
                                          <a:gd name="T0" fmla="*/ 6 w 8"/>
                                          <a:gd name="T1" fmla="*/ 0 h 8"/>
                                          <a:gd name="T2" fmla="*/ 4 w 8"/>
                                          <a:gd name="T3" fmla="*/ 0 h 8"/>
                                          <a:gd name="T4" fmla="*/ 3 w 8"/>
                                          <a:gd name="T5" fmla="*/ 0 h 8"/>
                                          <a:gd name="T6" fmla="*/ 1 w 8"/>
                                          <a:gd name="T7" fmla="*/ 1 h 8"/>
                                          <a:gd name="T8" fmla="*/ 0 w 8"/>
                                          <a:gd name="T9" fmla="*/ 3 h 8"/>
                                          <a:gd name="T10" fmla="*/ 0 w 8"/>
                                          <a:gd name="T11" fmla="*/ 4 h 8"/>
                                          <a:gd name="T12" fmla="*/ 1 w 8"/>
                                          <a:gd name="T13" fmla="*/ 5 h 8"/>
                                          <a:gd name="T14" fmla="*/ 3 w 8"/>
                                          <a:gd name="T15" fmla="*/ 7 h 8"/>
                                          <a:gd name="T16" fmla="*/ 4 w 8"/>
                                          <a:gd name="T17" fmla="*/ 8 h 8"/>
                                          <a:gd name="T18" fmla="*/ 4 w 8"/>
                                          <a:gd name="T19" fmla="*/ 8 h 8"/>
                                          <a:gd name="T20" fmla="*/ 6 w 8"/>
                                          <a:gd name="T21" fmla="*/ 8 h 8"/>
                                          <a:gd name="T22" fmla="*/ 7 w 8"/>
                                          <a:gd name="T23" fmla="*/ 7 h 8"/>
                                          <a:gd name="T24" fmla="*/ 8 w 8"/>
                                          <a:gd name="T25" fmla="*/ 5 h 8"/>
                                          <a:gd name="T26" fmla="*/ 8 w 8"/>
                                          <a:gd name="T27" fmla="*/ 4 h 8"/>
                                          <a:gd name="T28" fmla="*/ 8 w 8"/>
                                          <a:gd name="T29" fmla="*/ 3 h 8"/>
                                          <a:gd name="T30" fmla="*/ 8 w 8"/>
                                          <a:gd name="T31" fmla="*/ 1 h 8"/>
                                          <a:gd name="T32" fmla="*/ 7 w 8"/>
                                          <a:gd name="T33" fmla="*/ 0 h 8"/>
                                          <a:gd name="T34" fmla="*/ 6 w 8"/>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8"/>
                                          <a:gd name="T56" fmla="*/ 8 w 8"/>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8">
                                            <a:moveTo>
                                              <a:pt x="6" y="0"/>
                                            </a:moveTo>
                                            <a:lnTo>
                                              <a:pt x="4" y="0"/>
                                            </a:lnTo>
                                            <a:lnTo>
                                              <a:pt x="3" y="0"/>
                                            </a:lnTo>
                                            <a:lnTo>
                                              <a:pt x="1" y="1"/>
                                            </a:lnTo>
                                            <a:lnTo>
                                              <a:pt x="0" y="3"/>
                                            </a:lnTo>
                                            <a:lnTo>
                                              <a:pt x="0" y="4"/>
                                            </a:lnTo>
                                            <a:lnTo>
                                              <a:pt x="1" y="5"/>
                                            </a:lnTo>
                                            <a:lnTo>
                                              <a:pt x="3" y="7"/>
                                            </a:lnTo>
                                            <a:lnTo>
                                              <a:pt x="4" y="8"/>
                                            </a:lnTo>
                                            <a:lnTo>
                                              <a:pt x="6" y="8"/>
                                            </a:lnTo>
                                            <a:lnTo>
                                              <a:pt x="7" y="7"/>
                                            </a:lnTo>
                                            <a:lnTo>
                                              <a:pt x="8" y="5"/>
                                            </a:lnTo>
                                            <a:lnTo>
                                              <a:pt x="8" y="4"/>
                                            </a:lnTo>
                                            <a:lnTo>
                                              <a:pt x="8" y="3"/>
                                            </a:lnTo>
                                            <a:lnTo>
                                              <a:pt x="8" y="1"/>
                                            </a:lnTo>
                                            <a:lnTo>
                                              <a:pt x="7" y="0"/>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19" name="Freeform 153"/>
                                      <p:cNvSpPr>
                                        <a:spLocks/>
                                      </p:cNvSpPr>
                                      <p:nvPr/>
                                    </p:nvSpPr>
                                    <p:spPr bwMode="auto">
                                      <a:xfrm>
                                        <a:off x="3756" y="2357"/>
                                        <a:ext cx="9" cy="9"/>
                                      </a:xfrm>
                                      <a:custGeom>
                                        <a:avLst/>
                                        <a:gdLst>
                                          <a:gd name="T0" fmla="*/ 6 w 9"/>
                                          <a:gd name="T1" fmla="*/ 0 h 9"/>
                                          <a:gd name="T2" fmla="*/ 5 w 9"/>
                                          <a:gd name="T3" fmla="*/ 0 h 9"/>
                                          <a:gd name="T4" fmla="*/ 3 w 9"/>
                                          <a:gd name="T5" fmla="*/ 2 h 9"/>
                                          <a:gd name="T6" fmla="*/ 2 w 9"/>
                                          <a:gd name="T7" fmla="*/ 3 h 9"/>
                                          <a:gd name="T8" fmla="*/ 0 w 9"/>
                                          <a:gd name="T9" fmla="*/ 4 h 9"/>
                                          <a:gd name="T10" fmla="*/ 0 w 9"/>
                                          <a:gd name="T11" fmla="*/ 6 h 9"/>
                                          <a:gd name="T12" fmla="*/ 2 w 9"/>
                                          <a:gd name="T13" fmla="*/ 7 h 9"/>
                                          <a:gd name="T14" fmla="*/ 3 w 9"/>
                                          <a:gd name="T15" fmla="*/ 9 h 9"/>
                                          <a:gd name="T16" fmla="*/ 5 w 9"/>
                                          <a:gd name="T17" fmla="*/ 9 h 9"/>
                                          <a:gd name="T18" fmla="*/ 5 w 9"/>
                                          <a:gd name="T19" fmla="*/ 9 h 9"/>
                                          <a:gd name="T20" fmla="*/ 6 w 9"/>
                                          <a:gd name="T21" fmla="*/ 9 h 9"/>
                                          <a:gd name="T22" fmla="*/ 7 w 9"/>
                                          <a:gd name="T23" fmla="*/ 9 h 9"/>
                                          <a:gd name="T24" fmla="*/ 9 w 9"/>
                                          <a:gd name="T25" fmla="*/ 7 h 9"/>
                                          <a:gd name="T26" fmla="*/ 9 w 9"/>
                                          <a:gd name="T27" fmla="*/ 6 h 9"/>
                                          <a:gd name="T28" fmla="*/ 9 w 9"/>
                                          <a:gd name="T29" fmla="*/ 4 h 9"/>
                                          <a:gd name="T30" fmla="*/ 9 w 9"/>
                                          <a:gd name="T31" fmla="*/ 3 h 9"/>
                                          <a:gd name="T32" fmla="*/ 7 w 9"/>
                                          <a:gd name="T33" fmla="*/ 2 h 9"/>
                                          <a:gd name="T34" fmla="*/ 6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6" y="0"/>
                                            </a:moveTo>
                                            <a:lnTo>
                                              <a:pt x="5" y="0"/>
                                            </a:lnTo>
                                            <a:lnTo>
                                              <a:pt x="3" y="2"/>
                                            </a:lnTo>
                                            <a:lnTo>
                                              <a:pt x="2" y="3"/>
                                            </a:lnTo>
                                            <a:lnTo>
                                              <a:pt x="0" y="4"/>
                                            </a:lnTo>
                                            <a:lnTo>
                                              <a:pt x="0" y="6"/>
                                            </a:lnTo>
                                            <a:lnTo>
                                              <a:pt x="2" y="7"/>
                                            </a:lnTo>
                                            <a:lnTo>
                                              <a:pt x="3" y="9"/>
                                            </a:lnTo>
                                            <a:lnTo>
                                              <a:pt x="5" y="9"/>
                                            </a:lnTo>
                                            <a:lnTo>
                                              <a:pt x="6" y="9"/>
                                            </a:lnTo>
                                            <a:lnTo>
                                              <a:pt x="7" y="9"/>
                                            </a:lnTo>
                                            <a:lnTo>
                                              <a:pt x="9" y="7"/>
                                            </a:lnTo>
                                            <a:lnTo>
                                              <a:pt x="9" y="6"/>
                                            </a:lnTo>
                                            <a:lnTo>
                                              <a:pt x="9" y="4"/>
                                            </a:lnTo>
                                            <a:lnTo>
                                              <a:pt x="9" y="3"/>
                                            </a:lnTo>
                                            <a:lnTo>
                                              <a:pt x="7" y="2"/>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20" name="Freeform 154"/>
                                      <p:cNvSpPr>
                                        <a:spLocks/>
                                      </p:cNvSpPr>
                                      <p:nvPr/>
                                    </p:nvSpPr>
                                    <p:spPr bwMode="auto">
                                      <a:xfrm>
                                        <a:off x="3774" y="2357"/>
                                        <a:ext cx="8" cy="9"/>
                                      </a:xfrm>
                                      <a:custGeom>
                                        <a:avLst/>
                                        <a:gdLst>
                                          <a:gd name="T0" fmla="*/ 5 w 8"/>
                                          <a:gd name="T1" fmla="*/ 0 h 9"/>
                                          <a:gd name="T2" fmla="*/ 4 w 8"/>
                                          <a:gd name="T3" fmla="*/ 0 h 9"/>
                                          <a:gd name="T4" fmla="*/ 3 w 8"/>
                                          <a:gd name="T5" fmla="*/ 2 h 9"/>
                                          <a:gd name="T6" fmla="*/ 1 w 8"/>
                                          <a:gd name="T7" fmla="*/ 3 h 9"/>
                                          <a:gd name="T8" fmla="*/ 0 w 8"/>
                                          <a:gd name="T9" fmla="*/ 4 h 9"/>
                                          <a:gd name="T10" fmla="*/ 0 w 8"/>
                                          <a:gd name="T11" fmla="*/ 6 h 9"/>
                                          <a:gd name="T12" fmla="*/ 1 w 8"/>
                                          <a:gd name="T13" fmla="*/ 7 h 9"/>
                                          <a:gd name="T14" fmla="*/ 3 w 8"/>
                                          <a:gd name="T15" fmla="*/ 9 h 9"/>
                                          <a:gd name="T16" fmla="*/ 4 w 8"/>
                                          <a:gd name="T17" fmla="*/ 9 h 9"/>
                                          <a:gd name="T18" fmla="*/ 4 w 8"/>
                                          <a:gd name="T19" fmla="*/ 9 h 9"/>
                                          <a:gd name="T20" fmla="*/ 5 w 8"/>
                                          <a:gd name="T21" fmla="*/ 9 h 9"/>
                                          <a:gd name="T22" fmla="*/ 7 w 8"/>
                                          <a:gd name="T23" fmla="*/ 9 h 9"/>
                                          <a:gd name="T24" fmla="*/ 8 w 8"/>
                                          <a:gd name="T25" fmla="*/ 7 h 9"/>
                                          <a:gd name="T26" fmla="*/ 8 w 8"/>
                                          <a:gd name="T27" fmla="*/ 6 h 9"/>
                                          <a:gd name="T28" fmla="*/ 8 w 8"/>
                                          <a:gd name="T29" fmla="*/ 4 h 9"/>
                                          <a:gd name="T30" fmla="*/ 8 w 8"/>
                                          <a:gd name="T31" fmla="*/ 3 h 9"/>
                                          <a:gd name="T32" fmla="*/ 7 w 8"/>
                                          <a:gd name="T33" fmla="*/ 2 h 9"/>
                                          <a:gd name="T34" fmla="*/ 5 w 8"/>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5" y="0"/>
                                            </a:moveTo>
                                            <a:lnTo>
                                              <a:pt x="4" y="0"/>
                                            </a:lnTo>
                                            <a:lnTo>
                                              <a:pt x="3" y="2"/>
                                            </a:lnTo>
                                            <a:lnTo>
                                              <a:pt x="1" y="3"/>
                                            </a:lnTo>
                                            <a:lnTo>
                                              <a:pt x="0" y="4"/>
                                            </a:lnTo>
                                            <a:lnTo>
                                              <a:pt x="0" y="6"/>
                                            </a:lnTo>
                                            <a:lnTo>
                                              <a:pt x="1" y="7"/>
                                            </a:lnTo>
                                            <a:lnTo>
                                              <a:pt x="3" y="9"/>
                                            </a:lnTo>
                                            <a:lnTo>
                                              <a:pt x="4" y="9"/>
                                            </a:lnTo>
                                            <a:lnTo>
                                              <a:pt x="5" y="9"/>
                                            </a:lnTo>
                                            <a:lnTo>
                                              <a:pt x="7" y="9"/>
                                            </a:lnTo>
                                            <a:lnTo>
                                              <a:pt x="8" y="7"/>
                                            </a:lnTo>
                                            <a:lnTo>
                                              <a:pt x="8" y="6"/>
                                            </a:lnTo>
                                            <a:lnTo>
                                              <a:pt x="8" y="4"/>
                                            </a:lnTo>
                                            <a:lnTo>
                                              <a:pt x="8" y="3"/>
                                            </a:lnTo>
                                            <a:lnTo>
                                              <a:pt x="7" y="2"/>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21" name="Freeform 155"/>
                                      <p:cNvSpPr>
                                        <a:spLocks/>
                                      </p:cNvSpPr>
                                      <p:nvPr/>
                                    </p:nvSpPr>
                                    <p:spPr bwMode="auto">
                                      <a:xfrm>
                                        <a:off x="3791" y="2354"/>
                                        <a:ext cx="9" cy="9"/>
                                      </a:xfrm>
                                      <a:custGeom>
                                        <a:avLst/>
                                        <a:gdLst>
                                          <a:gd name="T0" fmla="*/ 4 w 9"/>
                                          <a:gd name="T1" fmla="*/ 0 h 9"/>
                                          <a:gd name="T2" fmla="*/ 3 w 9"/>
                                          <a:gd name="T3" fmla="*/ 2 h 9"/>
                                          <a:gd name="T4" fmla="*/ 2 w 9"/>
                                          <a:gd name="T5" fmla="*/ 3 h 9"/>
                                          <a:gd name="T6" fmla="*/ 0 w 9"/>
                                          <a:gd name="T7" fmla="*/ 5 h 9"/>
                                          <a:gd name="T8" fmla="*/ 0 w 9"/>
                                          <a:gd name="T9" fmla="*/ 6 h 9"/>
                                          <a:gd name="T10" fmla="*/ 2 w 9"/>
                                          <a:gd name="T11" fmla="*/ 7 h 9"/>
                                          <a:gd name="T12" fmla="*/ 3 w 9"/>
                                          <a:gd name="T13" fmla="*/ 9 h 9"/>
                                          <a:gd name="T14" fmla="*/ 4 w 9"/>
                                          <a:gd name="T15" fmla="*/ 9 h 9"/>
                                          <a:gd name="T16" fmla="*/ 6 w 9"/>
                                          <a:gd name="T17" fmla="*/ 9 h 9"/>
                                          <a:gd name="T18" fmla="*/ 6 w 9"/>
                                          <a:gd name="T19" fmla="*/ 9 h 9"/>
                                          <a:gd name="T20" fmla="*/ 7 w 9"/>
                                          <a:gd name="T21" fmla="*/ 9 h 9"/>
                                          <a:gd name="T22" fmla="*/ 9 w 9"/>
                                          <a:gd name="T23" fmla="*/ 7 h 9"/>
                                          <a:gd name="T24" fmla="*/ 9 w 9"/>
                                          <a:gd name="T25" fmla="*/ 6 h 9"/>
                                          <a:gd name="T26" fmla="*/ 9 w 9"/>
                                          <a:gd name="T27" fmla="*/ 5 h 9"/>
                                          <a:gd name="T28" fmla="*/ 9 w 9"/>
                                          <a:gd name="T29" fmla="*/ 3 h 9"/>
                                          <a:gd name="T30" fmla="*/ 7 w 9"/>
                                          <a:gd name="T31" fmla="*/ 2 h 9"/>
                                          <a:gd name="T32" fmla="*/ 6 w 9"/>
                                          <a:gd name="T33" fmla="*/ 0 h 9"/>
                                          <a:gd name="T34" fmla="*/ 4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4" y="0"/>
                                            </a:moveTo>
                                            <a:lnTo>
                                              <a:pt x="3" y="2"/>
                                            </a:lnTo>
                                            <a:lnTo>
                                              <a:pt x="2" y="3"/>
                                            </a:lnTo>
                                            <a:lnTo>
                                              <a:pt x="0" y="5"/>
                                            </a:lnTo>
                                            <a:lnTo>
                                              <a:pt x="0" y="6"/>
                                            </a:lnTo>
                                            <a:lnTo>
                                              <a:pt x="2" y="7"/>
                                            </a:lnTo>
                                            <a:lnTo>
                                              <a:pt x="3" y="9"/>
                                            </a:lnTo>
                                            <a:lnTo>
                                              <a:pt x="4" y="9"/>
                                            </a:lnTo>
                                            <a:lnTo>
                                              <a:pt x="6" y="9"/>
                                            </a:lnTo>
                                            <a:lnTo>
                                              <a:pt x="7" y="9"/>
                                            </a:lnTo>
                                            <a:lnTo>
                                              <a:pt x="9" y="7"/>
                                            </a:lnTo>
                                            <a:lnTo>
                                              <a:pt x="9" y="6"/>
                                            </a:lnTo>
                                            <a:lnTo>
                                              <a:pt x="9" y="5"/>
                                            </a:lnTo>
                                            <a:lnTo>
                                              <a:pt x="9" y="3"/>
                                            </a:lnTo>
                                            <a:lnTo>
                                              <a:pt x="7" y="2"/>
                                            </a:lnTo>
                                            <a:lnTo>
                                              <a:pt x="6"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22" name="Freeform 156"/>
                                      <p:cNvSpPr>
                                        <a:spLocks/>
                                      </p:cNvSpPr>
                                      <p:nvPr/>
                                    </p:nvSpPr>
                                    <p:spPr bwMode="auto">
                                      <a:xfrm>
                                        <a:off x="3808" y="2350"/>
                                        <a:ext cx="9" cy="9"/>
                                      </a:xfrm>
                                      <a:custGeom>
                                        <a:avLst/>
                                        <a:gdLst>
                                          <a:gd name="T0" fmla="*/ 3 w 9"/>
                                          <a:gd name="T1" fmla="*/ 0 h 9"/>
                                          <a:gd name="T2" fmla="*/ 2 w 9"/>
                                          <a:gd name="T3" fmla="*/ 1 h 9"/>
                                          <a:gd name="T4" fmla="*/ 0 w 9"/>
                                          <a:gd name="T5" fmla="*/ 3 h 9"/>
                                          <a:gd name="T6" fmla="*/ 0 w 9"/>
                                          <a:gd name="T7" fmla="*/ 4 h 9"/>
                                          <a:gd name="T8" fmla="*/ 0 w 9"/>
                                          <a:gd name="T9" fmla="*/ 6 h 9"/>
                                          <a:gd name="T10" fmla="*/ 0 w 9"/>
                                          <a:gd name="T11" fmla="*/ 7 h 9"/>
                                          <a:gd name="T12" fmla="*/ 2 w 9"/>
                                          <a:gd name="T13" fmla="*/ 9 h 9"/>
                                          <a:gd name="T14" fmla="*/ 3 w 9"/>
                                          <a:gd name="T15" fmla="*/ 9 h 9"/>
                                          <a:gd name="T16" fmla="*/ 5 w 9"/>
                                          <a:gd name="T17" fmla="*/ 9 h 9"/>
                                          <a:gd name="T18" fmla="*/ 5 w 9"/>
                                          <a:gd name="T19" fmla="*/ 9 h 9"/>
                                          <a:gd name="T20" fmla="*/ 6 w 9"/>
                                          <a:gd name="T21" fmla="*/ 9 h 9"/>
                                          <a:gd name="T22" fmla="*/ 8 w 9"/>
                                          <a:gd name="T23" fmla="*/ 7 h 9"/>
                                          <a:gd name="T24" fmla="*/ 9 w 9"/>
                                          <a:gd name="T25" fmla="*/ 6 h 9"/>
                                          <a:gd name="T26" fmla="*/ 9 w 9"/>
                                          <a:gd name="T27" fmla="*/ 4 h 9"/>
                                          <a:gd name="T28" fmla="*/ 8 w 9"/>
                                          <a:gd name="T29" fmla="*/ 3 h 9"/>
                                          <a:gd name="T30" fmla="*/ 6 w 9"/>
                                          <a:gd name="T31" fmla="*/ 1 h 9"/>
                                          <a:gd name="T32" fmla="*/ 5 w 9"/>
                                          <a:gd name="T33" fmla="*/ 0 h 9"/>
                                          <a:gd name="T34" fmla="*/ 3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3" y="0"/>
                                            </a:moveTo>
                                            <a:lnTo>
                                              <a:pt x="2" y="1"/>
                                            </a:lnTo>
                                            <a:lnTo>
                                              <a:pt x="0" y="3"/>
                                            </a:lnTo>
                                            <a:lnTo>
                                              <a:pt x="0" y="4"/>
                                            </a:lnTo>
                                            <a:lnTo>
                                              <a:pt x="0" y="6"/>
                                            </a:lnTo>
                                            <a:lnTo>
                                              <a:pt x="0" y="7"/>
                                            </a:lnTo>
                                            <a:lnTo>
                                              <a:pt x="2" y="9"/>
                                            </a:lnTo>
                                            <a:lnTo>
                                              <a:pt x="3" y="9"/>
                                            </a:lnTo>
                                            <a:lnTo>
                                              <a:pt x="5" y="9"/>
                                            </a:lnTo>
                                            <a:lnTo>
                                              <a:pt x="6" y="9"/>
                                            </a:lnTo>
                                            <a:lnTo>
                                              <a:pt x="8" y="7"/>
                                            </a:lnTo>
                                            <a:lnTo>
                                              <a:pt x="9" y="6"/>
                                            </a:lnTo>
                                            <a:lnTo>
                                              <a:pt x="9" y="4"/>
                                            </a:lnTo>
                                            <a:lnTo>
                                              <a:pt x="8" y="3"/>
                                            </a:lnTo>
                                            <a:lnTo>
                                              <a:pt x="6" y="1"/>
                                            </a:lnTo>
                                            <a:lnTo>
                                              <a:pt x="5"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23" name="Freeform 157"/>
                                      <p:cNvSpPr>
                                        <a:spLocks/>
                                      </p:cNvSpPr>
                                      <p:nvPr/>
                                    </p:nvSpPr>
                                    <p:spPr bwMode="auto">
                                      <a:xfrm>
                                        <a:off x="3824" y="2344"/>
                                        <a:ext cx="9" cy="9"/>
                                      </a:xfrm>
                                      <a:custGeom>
                                        <a:avLst/>
                                        <a:gdLst>
                                          <a:gd name="T0" fmla="*/ 3 w 9"/>
                                          <a:gd name="T1" fmla="*/ 0 h 9"/>
                                          <a:gd name="T2" fmla="*/ 2 w 9"/>
                                          <a:gd name="T3" fmla="*/ 1 h 9"/>
                                          <a:gd name="T4" fmla="*/ 0 w 9"/>
                                          <a:gd name="T5" fmla="*/ 3 h 9"/>
                                          <a:gd name="T6" fmla="*/ 0 w 9"/>
                                          <a:gd name="T7" fmla="*/ 4 h 9"/>
                                          <a:gd name="T8" fmla="*/ 0 w 9"/>
                                          <a:gd name="T9" fmla="*/ 6 h 9"/>
                                          <a:gd name="T10" fmla="*/ 0 w 9"/>
                                          <a:gd name="T11" fmla="*/ 7 h 9"/>
                                          <a:gd name="T12" fmla="*/ 2 w 9"/>
                                          <a:gd name="T13" fmla="*/ 9 h 9"/>
                                          <a:gd name="T14" fmla="*/ 3 w 9"/>
                                          <a:gd name="T15" fmla="*/ 9 h 9"/>
                                          <a:gd name="T16" fmla="*/ 5 w 9"/>
                                          <a:gd name="T17" fmla="*/ 9 h 9"/>
                                          <a:gd name="T18" fmla="*/ 5 w 9"/>
                                          <a:gd name="T19" fmla="*/ 9 h 9"/>
                                          <a:gd name="T20" fmla="*/ 6 w 9"/>
                                          <a:gd name="T21" fmla="*/ 9 h 9"/>
                                          <a:gd name="T22" fmla="*/ 8 w 9"/>
                                          <a:gd name="T23" fmla="*/ 7 h 9"/>
                                          <a:gd name="T24" fmla="*/ 9 w 9"/>
                                          <a:gd name="T25" fmla="*/ 6 h 9"/>
                                          <a:gd name="T26" fmla="*/ 9 w 9"/>
                                          <a:gd name="T27" fmla="*/ 4 h 9"/>
                                          <a:gd name="T28" fmla="*/ 8 w 9"/>
                                          <a:gd name="T29" fmla="*/ 3 h 9"/>
                                          <a:gd name="T30" fmla="*/ 6 w 9"/>
                                          <a:gd name="T31" fmla="*/ 1 h 9"/>
                                          <a:gd name="T32" fmla="*/ 5 w 9"/>
                                          <a:gd name="T33" fmla="*/ 0 h 9"/>
                                          <a:gd name="T34" fmla="*/ 3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3" y="0"/>
                                            </a:moveTo>
                                            <a:lnTo>
                                              <a:pt x="2" y="1"/>
                                            </a:lnTo>
                                            <a:lnTo>
                                              <a:pt x="0" y="3"/>
                                            </a:lnTo>
                                            <a:lnTo>
                                              <a:pt x="0" y="4"/>
                                            </a:lnTo>
                                            <a:lnTo>
                                              <a:pt x="0" y="6"/>
                                            </a:lnTo>
                                            <a:lnTo>
                                              <a:pt x="0" y="7"/>
                                            </a:lnTo>
                                            <a:lnTo>
                                              <a:pt x="2" y="9"/>
                                            </a:lnTo>
                                            <a:lnTo>
                                              <a:pt x="3" y="9"/>
                                            </a:lnTo>
                                            <a:lnTo>
                                              <a:pt x="5" y="9"/>
                                            </a:lnTo>
                                            <a:lnTo>
                                              <a:pt x="6" y="9"/>
                                            </a:lnTo>
                                            <a:lnTo>
                                              <a:pt x="8" y="7"/>
                                            </a:lnTo>
                                            <a:lnTo>
                                              <a:pt x="9" y="6"/>
                                            </a:lnTo>
                                            <a:lnTo>
                                              <a:pt x="9" y="4"/>
                                            </a:lnTo>
                                            <a:lnTo>
                                              <a:pt x="8" y="3"/>
                                            </a:lnTo>
                                            <a:lnTo>
                                              <a:pt x="6" y="1"/>
                                            </a:lnTo>
                                            <a:lnTo>
                                              <a:pt x="5"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24" name="Freeform 158"/>
                                      <p:cNvSpPr>
                                        <a:spLocks/>
                                      </p:cNvSpPr>
                                      <p:nvPr/>
                                    </p:nvSpPr>
                                    <p:spPr bwMode="auto">
                                      <a:xfrm>
                                        <a:off x="3840" y="2337"/>
                                        <a:ext cx="9" cy="8"/>
                                      </a:xfrm>
                                      <a:custGeom>
                                        <a:avLst/>
                                        <a:gdLst>
                                          <a:gd name="T0" fmla="*/ 3 w 9"/>
                                          <a:gd name="T1" fmla="*/ 0 h 8"/>
                                          <a:gd name="T2" fmla="*/ 2 w 9"/>
                                          <a:gd name="T3" fmla="*/ 1 h 8"/>
                                          <a:gd name="T4" fmla="*/ 0 w 9"/>
                                          <a:gd name="T5" fmla="*/ 3 h 8"/>
                                          <a:gd name="T6" fmla="*/ 0 w 9"/>
                                          <a:gd name="T7" fmla="*/ 4 h 8"/>
                                          <a:gd name="T8" fmla="*/ 0 w 9"/>
                                          <a:gd name="T9" fmla="*/ 6 h 8"/>
                                          <a:gd name="T10" fmla="*/ 0 w 9"/>
                                          <a:gd name="T11" fmla="*/ 7 h 8"/>
                                          <a:gd name="T12" fmla="*/ 2 w 9"/>
                                          <a:gd name="T13" fmla="*/ 8 h 8"/>
                                          <a:gd name="T14" fmla="*/ 3 w 9"/>
                                          <a:gd name="T15" fmla="*/ 8 h 8"/>
                                          <a:gd name="T16" fmla="*/ 5 w 9"/>
                                          <a:gd name="T17" fmla="*/ 8 h 8"/>
                                          <a:gd name="T18" fmla="*/ 5 w 9"/>
                                          <a:gd name="T19" fmla="*/ 8 h 8"/>
                                          <a:gd name="T20" fmla="*/ 6 w 9"/>
                                          <a:gd name="T21" fmla="*/ 8 h 8"/>
                                          <a:gd name="T22" fmla="*/ 8 w 9"/>
                                          <a:gd name="T23" fmla="*/ 7 h 8"/>
                                          <a:gd name="T24" fmla="*/ 9 w 9"/>
                                          <a:gd name="T25" fmla="*/ 6 h 8"/>
                                          <a:gd name="T26" fmla="*/ 9 w 9"/>
                                          <a:gd name="T27" fmla="*/ 4 h 8"/>
                                          <a:gd name="T28" fmla="*/ 8 w 9"/>
                                          <a:gd name="T29" fmla="*/ 3 h 8"/>
                                          <a:gd name="T30" fmla="*/ 6 w 9"/>
                                          <a:gd name="T31" fmla="*/ 1 h 8"/>
                                          <a:gd name="T32" fmla="*/ 5 w 9"/>
                                          <a:gd name="T33" fmla="*/ 0 h 8"/>
                                          <a:gd name="T34" fmla="*/ 3 w 9"/>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3" y="0"/>
                                            </a:moveTo>
                                            <a:lnTo>
                                              <a:pt x="2" y="1"/>
                                            </a:lnTo>
                                            <a:lnTo>
                                              <a:pt x="0" y="3"/>
                                            </a:lnTo>
                                            <a:lnTo>
                                              <a:pt x="0" y="4"/>
                                            </a:lnTo>
                                            <a:lnTo>
                                              <a:pt x="0" y="6"/>
                                            </a:lnTo>
                                            <a:lnTo>
                                              <a:pt x="0" y="7"/>
                                            </a:lnTo>
                                            <a:lnTo>
                                              <a:pt x="2" y="8"/>
                                            </a:lnTo>
                                            <a:lnTo>
                                              <a:pt x="3" y="8"/>
                                            </a:lnTo>
                                            <a:lnTo>
                                              <a:pt x="5" y="8"/>
                                            </a:lnTo>
                                            <a:lnTo>
                                              <a:pt x="6" y="8"/>
                                            </a:lnTo>
                                            <a:lnTo>
                                              <a:pt x="8" y="7"/>
                                            </a:lnTo>
                                            <a:lnTo>
                                              <a:pt x="9" y="6"/>
                                            </a:lnTo>
                                            <a:lnTo>
                                              <a:pt x="9" y="4"/>
                                            </a:lnTo>
                                            <a:lnTo>
                                              <a:pt x="8" y="3"/>
                                            </a:lnTo>
                                            <a:lnTo>
                                              <a:pt x="6" y="1"/>
                                            </a:lnTo>
                                            <a:lnTo>
                                              <a:pt x="5"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25" name="Freeform 159"/>
                                      <p:cNvSpPr>
                                        <a:spLocks/>
                                      </p:cNvSpPr>
                                      <p:nvPr/>
                                    </p:nvSpPr>
                                    <p:spPr bwMode="auto">
                                      <a:xfrm>
                                        <a:off x="3856" y="2330"/>
                                        <a:ext cx="9" cy="8"/>
                                      </a:xfrm>
                                      <a:custGeom>
                                        <a:avLst/>
                                        <a:gdLst>
                                          <a:gd name="T0" fmla="*/ 3 w 9"/>
                                          <a:gd name="T1" fmla="*/ 0 h 8"/>
                                          <a:gd name="T2" fmla="*/ 2 w 9"/>
                                          <a:gd name="T3" fmla="*/ 1 h 8"/>
                                          <a:gd name="T4" fmla="*/ 0 w 9"/>
                                          <a:gd name="T5" fmla="*/ 2 h 8"/>
                                          <a:gd name="T6" fmla="*/ 0 w 9"/>
                                          <a:gd name="T7" fmla="*/ 4 h 8"/>
                                          <a:gd name="T8" fmla="*/ 0 w 9"/>
                                          <a:gd name="T9" fmla="*/ 5 h 8"/>
                                          <a:gd name="T10" fmla="*/ 0 w 9"/>
                                          <a:gd name="T11" fmla="*/ 7 h 8"/>
                                          <a:gd name="T12" fmla="*/ 2 w 9"/>
                                          <a:gd name="T13" fmla="*/ 8 h 8"/>
                                          <a:gd name="T14" fmla="*/ 3 w 9"/>
                                          <a:gd name="T15" fmla="*/ 8 h 8"/>
                                          <a:gd name="T16" fmla="*/ 5 w 9"/>
                                          <a:gd name="T17" fmla="*/ 8 h 8"/>
                                          <a:gd name="T18" fmla="*/ 5 w 9"/>
                                          <a:gd name="T19" fmla="*/ 8 h 8"/>
                                          <a:gd name="T20" fmla="*/ 6 w 9"/>
                                          <a:gd name="T21" fmla="*/ 8 h 8"/>
                                          <a:gd name="T22" fmla="*/ 8 w 9"/>
                                          <a:gd name="T23" fmla="*/ 7 h 8"/>
                                          <a:gd name="T24" fmla="*/ 9 w 9"/>
                                          <a:gd name="T25" fmla="*/ 5 h 8"/>
                                          <a:gd name="T26" fmla="*/ 9 w 9"/>
                                          <a:gd name="T27" fmla="*/ 4 h 8"/>
                                          <a:gd name="T28" fmla="*/ 8 w 9"/>
                                          <a:gd name="T29" fmla="*/ 2 h 8"/>
                                          <a:gd name="T30" fmla="*/ 6 w 9"/>
                                          <a:gd name="T31" fmla="*/ 1 h 8"/>
                                          <a:gd name="T32" fmla="*/ 5 w 9"/>
                                          <a:gd name="T33" fmla="*/ 0 h 8"/>
                                          <a:gd name="T34" fmla="*/ 3 w 9"/>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3" y="0"/>
                                            </a:moveTo>
                                            <a:lnTo>
                                              <a:pt x="2" y="1"/>
                                            </a:lnTo>
                                            <a:lnTo>
                                              <a:pt x="0" y="2"/>
                                            </a:lnTo>
                                            <a:lnTo>
                                              <a:pt x="0" y="4"/>
                                            </a:lnTo>
                                            <a:lnTo>
                                              <a:pt x="0" y="5"/>
                                            </a:lnTo>
                                            <a:lnTo>
                                              <a:pt x="0" y="7"/>
                                            </a:lnTo>
                                            <a:lnTo>
                                              <a:pt x="2" y="8"/>
                                            </a:lnTo>
                                            <a:lnTo>
                                              <a:pt x="3" y="8"/>
                                            </a:lnTo>
                                            <a:lnTo>
                                              <a:pt x="5" y="8"/>
                                            </a:lnTo>
                                            <a:lnTo>
                                              <a:pt x="6" y="8"/>
                                            </a:lnTo>
                                            <a:lnTo>
                                              <a:pt x="8" y="7"/>
                                            </a:lnTo>
                                            <a:lnTo>
                                              <a:pt x="9" y="5"/>
                                            </a:lnTo>
                                            <a:lnTo>
                                              <a:pt x="9" y="4"/>
                                            </a:lnTo>
                                            <a:lnTo>
                                              <a:pt x="8" y="2"/>
                                            </a:lnTo>
                                            <a:lnTo>
                                              <a:pt x="6" y="1"/>
                                            </a:lnTo>
                                            <a:lnTo>
                                              <a:pt x="5"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26" name="Freeform 160"/>
                                      <p:cNvSpPr>
                                        <a:spLocks/>
                                      </p:cNvSpPr>
                                      <p:nvPr/>
                                    </p:nvSpPr>
                                    <p:spPr bwMode="auto">
                                      <a:xfrm>
                                        <a:off x="3872" y="2322"/>
                                        <a:ext cx="9" cy="9"/>
                                      </a:xfrm>
                                      <a:custGeom>
                                        <a:avLst/>
                                        <a:gdLst>
                                          <a:gd name="T0" fmla="*/ 2 w 9"/>
                                          <a:gd name="T1" fmla="*/ 2 h 9"/>
                                          <a:gd name="T2" fmla="*/ 0 w 9"/>
                                          <a:gd name="T3" fmla="*/ 3 h 9"/>
                                          <a:gd name="T4" fmla="*/ 0 w 9"/>
                                          <a:gd name="T5" fmla="*/ 5 h 9"/>
                                          <a:gd name="T6" fmla="*/ 0 w 9"/>
                                          <a:gd name="T7" fmla="*/ 6 h 9"/>
                                          <a:gd name="T8" fmla="*/ 0 w 9"/>
                                          <a:gd name="T9" fmla="*/ 8 h 9"/>
                                          <a:gd name="T10" fmla="*/ 2 w 9"/>
                                          <a:gd name="T11" fmla="*/ 9 h 9"/>
                                          <a:gd name="T12" fmla="*/ 3 w 9"/>
                                          <a:gd name="T13" fmla="*/ 9 h 9"/>
                                          <a:gd name="T14" fmla="*/ 5 w 9"/>
                                          <a:gd name="T15" fmla="*/ 9 h 9"/>
                                          <a:gd name="T16" fmla="*/ 6 w 9"/>
                                          <a:gd name="T17" fmla="*/ 9 h 9"/>
                                          <a:gd name="T18" fmla="*/ 6 w 9"/>
                                          <a:gd name="T19" fmla="*/ 9 h 9"/>
                                          <a:gd name="T20" fmla="*/ 8 w 9"/>
                                          <a:gd name="T21" fmla="*/ 8 h 9"/>
                                          <a:gd name="T22" fmla="*/ 9 w 9"/>
                                          <a:gd name="T23" fmla="*/ 6 h 9"/>
                                          <a:gd name="T24" fmla="*/ 9 w 9"/>
                                          <a:gd name="T25" fmla="*/ 5 h 9"/>
                                          <a:gd name="T26" fmla="*/ 8 w 9"/>
                                          <a:gd name="T27" fmla="*/ 3 h 9"/>
                                          <a:gd name="T28" fmla="*/ 6 w 9"/>
                                          <a:gd name="T29" fmla="*/ 2 h 9"/>
                                          <a:gd name="T30" fmla="*/ 5 w 9"/>
                                          <a:gd name="T31" fmla="*/ 0 h 9"/>
                                          <a:gd name="T32" fmla="*/ 3 w 9"/>
                                          <a:gd name="T33" fmla="*/ 0 h 9"/>
                                          <a:gd name="T34" fmla="*/ 2 w 9"/>
                                          <a:gd name="T35" fmla="*/ 2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2" y="2"/>
                                            </a:moveTo>
                                            <a:lnTo>
                                              <a:pt x="0" y="3"/>
                                            </a:lnTo>
                                            <a:lnTo>
                                              <a:pt x="0" y="5"/>
                                            </a:lnTo>
                                            <a:lnTo>
                                              <a:pt x="0" y="6"/>
                                            </a:lnTo>
                                            <a:lnTo>
                                              <a:pt x="0" y="8"/>
                                            </a:lnTo>
                                            <a:lnTo>
                                              <a:pt x="2" y="9"/>
                                            </a:lnTo>
                                            <a:lnTo>
                                              <a:pt x="3" y="9"/>
                                            </a:lnTo>
                                            <a:lnTo>
                                              <a:pt x="5" y="9"/>
                                            </a:lnTo>
                                            <a:lnTo>
                                              <a:pt x="6" y="9"/>
                                            </a:lnTo>
                                            <a:lnTo>
                                              <a:pt x="8" y="8"/>
                                            </a:lnTo>
                                            <a:lnTo>
                                              <a:pt x="9" y="6"/>
                                            </a:lnTo>
                                            <a:lnTo>
                                              <a:pt x="9" y="5"/>
                                            </a:lnTo>
                                            <a:lnTo>
                                              <a:pt x="8" y="3"/>
                                            </a:lnTo>
                                            <a:lnTo>
                                              <a:pt x="6" y="2"/>
                                            </a:lnTo>
                                            <a:lnTo>
                                              <a:pt x="5" y="0"/>
                                            </a:lnTo>
                                            <a:lnTo>
                                              <a:pt x="3" y="0"/>
                                            </a:lnTo>
                                            <a:lnTo>
                                              <a:pt x="2"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27" name="Freeform 161"/>
                                      <p:cNvSpPr>
                                        <a:spLocks/>
                                      </p:cNvSpPr>
                                      <p:nvPr/>
                                    </p:nvSpPr>
                                    <p:spPr bwMode="auto">
                                      <a:xfrm>
                                        <a:off x="3887" y="2315"/>
                                        <a:ext cx="9" cy="9"/>
                                      </a:xfrm>
                                      <a:custGeom>
                                        <a:avLst/>
                                        <a:gdLst>
                                          <a:gd name="T0" fmla="*/ 3 w 9"/>
                                          <a:gd name="T1" fmla="*/ 0 h 9"/>
                                          <a:gd name="T2" fmla="*/ 1 w 9"/>
                                          <a:gd name="T3" fmla="*/ 1 h 9"/>
                                          <a:gd name="T4" fmla="*/ 0 w 9"/>
                                          <a:gd name="T5" fmla="*/ 3 h 9"/>
                                          <a:gd name="T6" fmla="*/ 0 w 9"/>
                                          <a:gd name="T7" fmla="*/ 4 h 9"/>
                                          <a:gd name="T8" fmla="*/ 1 w 9"/>
                                          <a:gd name="T9" fmla="*/ 6 h 9"/>
                                          <a:gd name="T10" fmla="*/ 3 w 9"/>
                                          <a:gd name="T11" fmla="*/ 7 h 9"/>
                                          <a:gd name="T12" fmla="*/ 4 w 9"/>
                                          <a:gd name="T13" fmla="*/ 9 h 9"/>
                                          <a:gd name="T14" fmla="*/ 6 w 9"/>
                                          <a:gd name="T15" fmla="*/ 9 h 9"/>
                                          <a:gd name="T16" fmla="*/ 7 w 9"/>
                                          <a:gd name="T17" fmla="*/ 7 h 9"/>
                                          <a:gd name="T18" fmla="*/ 7 w 9"/>
                                          <a:gd name="T19" fmla="*/ 7 h 9"/>
                                          <a:gd name="T20" fmla="*/ 9 w 9"/>
                                          <a:gd name="T21" fmla="*/ 6 h 9"/>
                                          <a:gd name="T22" fmla="*/ 9 w 9"/>
                                          <a:gd name="T23" fmla="*/ 4 h 9"/>
                                          <a:gd name="T24" fmla="*/ 9 w 9"/>
                                          <a:gd name="T25" fmla="*/ 3 h 9"/>
                                          <a:gd name="T26" fmla="*/ 9 w 9"/>
                                          <a:gd name="T27" fmla="*/ 1 h 9"/>
                                          <a:gd name="T28" fmla="*/ 7 w 9"/>
                                          <a:gd name="T29" fmla="*/ 0 h 9"/>
                                          <a:gd name="T30" fmla="*/ 6 w 9"/>
                                          <a:gd name="T31" fmla="*/ 0 h 9"/>
                                          <a:gd name="T32" fmla="*/ 4 w 9"/>
                                          <a:gd name="T33" fmla="*/ 0 h 9"/>
                                          <a:gd name="T34" fmla="*/ 3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3" y="0"/>
                                            </a:moveTo>
                                            <a:lnTo>
                                              <a:pt x="1" y="1"/>
                                            </a:lnTo>
                                            <a:lnTo>
                                              <a:pt x="0" y="3"/>
                                            </a:lnTo>
                                            <a:lnTo>
                                              <a:pt x="0" y="4"/>
                                            </a:lnTo>
                                            <a:lnTo>
                                              <a:pt x="1" y="6"/>
                                            </a:lnTo>
                                            <a:lnTo>
                                              <a:pt x="3" y="7"/>
                                            </a:lnTo>
                                            <a:lnTo>
                                              <a:pt x="4" y="9"/>
                                            </a:lnTo>
                                            <a:lnTo>
                                              <a:pt x="6" y="9"/>
                                            </a:lnTo>
                                            <a:lnTo>
                                              <a:pt x="7" y="7"/>
                                            </a:lnTo>
                                            <a:lnTo>
                                              <a:pt x="9" y="6"/>
                                            </a:lnTo>
                                            <a:lnTo>
                                              <a:pt x="9" y="4"/>
                                            </a:lnTo>
                                            <a:lnTo>
                                              <a:pt x="9" y="3"/>
                                            </a:lnTo>
                                            <a:lnTo>
                                              <a:pt x="9" y="1"/>
                                            </a:lnTo>
                                            <a:lnTo>
                                              <a:pt x="7" y="0"/>
                                            </a:lnTo>
                                            <a:lnTo>
                                              <a:pt x="6" y="0"/>
                                            </a:lnTo>
                                            <a:lnTo>
                                              <a:pt x="4"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28" name="Freeform 162"/>
                                      <p:cNvSpPr>
                                        <a:spLocks/>
                                      </p:cNvSpPr>
                                      <p:nvPr/>
                                    </p:nvSpPr>
                                    <p:spPr bwMode="auto">
                                      <a:xfrm>
                                        <a:off x="3903" y="2306"/>
                                        <a:ext cx="9" cy="9"/>
                                      </a:xfrm>
                                      <a:custGeom>
                                        <a:avLst/>
                                        <a:gdLst>
                                          <a:gd name="T0" fmla="*/ 1 w 9"/>
                                          <a:gd name="T1" fmla="*/ 0 h 9"/>
                                          <a:gd name="T2" fmla="*/ 0 w 9"/>
                                          <a:gd name="T3" fmla="*/ 2 h 9"/>
                                          <a:gd name="T4" fmla="*/ 0 w 9"/>
                                          <a:gd name="T5" fmla="*/ 3 h 9"/>
                                          <a:gd name="T6" fmla="*/ 0 w 9"/>
                                          <a:gd name="T7" fmla="*/ 5 h 9"/>
                                          <a:gd name="T8" fmla="*/ 0 w 9"/>
                                          <a:gd name="T9" fmla="*/ 6 h 9"/>
                                          <a:gd name="T10" fmla="*/ 1 w 9"/>
                                          <a:gd name="T11" fmla="*/ 8 h 9"/>
                                          <a:gd name="T12" fmla="*/ 3 w 9"/>
                                          <a:gd name="T13" fmla="*/ 9 h 9"/>
                                          <a:gd name="T14" fmla="*/ 4 w 9"/>
                                          <a:gd name="T15" fmla="*/ 9 h 9"/>
                                          <a:gd name="T16" fmla="*/ 6 w 9"/>
                                          <a:gd name="T17" fmla="*/ 8 h 9"/>
                                          <a:gd name="T18" fmla="*/ 6 w 9"/>
                                          <a:gd name="T19" fmla="*/ 8 h 9"/>
                                          <a:gd name="T20" fmla="*/ 7 w 9"/>
                                          <a:gd name="T21" fmla="*/ 6 h 9"/>
                                          <a:gd name="T22" fmla="*/ 9 w 9"/>
                                          <a:gd name="T23" fmla="*/ 5 h 9"/>
                                          <a:gd name="T24" fmla="*/ 9 w 9"/>
                                          <a:gd name="T25" fmla="*/ 3 h 9"/>
                                          <a:gd name="T26" fmla="*/ 7 w 9"/>
                                          <a:gd name="T27" fmla="*/ 2 h 9"/>
                                          <a:gd name="T28" fmla="*/ 6 w 9"/>
                                          <a:gd name="T29" fmla="*/ 0 h 9"/>
                                          <a:gd name="T30" fmla="*/ 4 w 9"/>
                                          <a:gd name="T31" fmla="*/ 0 h 9"/>
                                          <a:gd name="T32" fmla="*/ 3 w 9"/>
                                          <a:gd name="T33" fmla="*/ 0 h 9"/>
                                          <a:gd name="T34" fmla="*/ 1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1" y="0"/>
                                            </a:moveTo>
                                            <a:lnTo>
                                              <a:pt x="0" y="2"/>
                                            </a:lnTo>
                                            <a:lnTo>
                                              <a:pt x="0" y="3"/>
                                            </a:lnTo>
                                            <a:lnTo>
                                              <a:pt x="0" y="5"/>
                                            </a:lnTo>
                                            <a:lnTo>
                                              <a:pt x="0" y="6"/>
                                            </a:lnTo>
                                            <a:lnTo>
                                              <a:pt x="1" y="8"/>
                                            </a:lnTo>
                                            <a:lnTo>
                                              <a:pt x="3" y="9"/>
                                            </a:lnTo>
                                            <a:lnTo>
                                              <a:pt x="4" y="9"/>
                                            </a:lnTo>
                                            <a:lnTo>
                                              <a:pt x="6" y="8"/>
                                            </a:lnTo>
                                            <a:lnTo>
                                              <a:pt x="7" y="6"/>
                                            </a:lnTo>
                                            <a:lnTo>
                                              <a:pt x="9" y="5"/>
                                            </a:lnTo>
                                            <a:lnTo>
                                              <a:pt x="9" y="3"/>
                                            </a:lnTo>
                                            <a:lnTo>
                                              <a:pt x="7" y="2"/>
                                            </a:lnTo>
                                            <a:lnTo>
                                              <a:pt x="6" y="0"/>
                                            </a:lnTo>
                                            <a:lnTo>
                                              <a:pt x="4" y="0"/>
                                            </a:lnTo>
                                            <a:lnTo>
                                              <a:pt x="3" y="0"/>
                                            </a:lnTo>
                                            <a:lnTo>
                                              <a:pt x="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29" name="Freeform 163"/>
                                      <p:cNvSpPr>
                                        <a:spLocks/>
                                      </p:cNvSpPr>
                                      <p:nvPr/>
                                    </p:nvSpPr>
                                    <p:spPr bwMode="auto">
                                      <a:xfrm>
                                        <a:off x="3917" y="2298"/>
                                        <a:ext cx="9" cy="8"/>
                                      </a:xfrm>
                                      <a:custGeom>
                                        <a:avLst/>
                                        <a:gdLst>
                                          <a:gd name="T0" fmla="*/ 3 w 9"/>
                                          <a:gd name="T1" fmla="*/ 1 h 8"/>
                                          <a:gd name="T2" fmla="*/ 2 w 9"/>
                                          <a:gd name="T3" fmla="*/ 2 h 8"/>
                                          <a:gd name="T4" fmla="*/ 0 w 9"/>
                                          <a:gd name="T5" fmla="*/ 4 h 8"/>
                                          <a:gd name="T6" fmla="*/ 0 w 9"/>
                                          <a:gd name="T7" fmla="*/ 5 h 8"/>
                                          <a:gd name="T8" fmla="*/ 2 w 9"/>
                                          <a:gd name="T9" fmla="*/ 7 h 8"/>
                                          <a:gd name="T10" fmla="*/ 3 w 9"/>
                                          <a:gd name="T11" fmla="*/ 8 h 8"/>
                                          <a:gd name="T12" fmla="*/ 5 w 9"/>
                                          <a:gd name="T13" fmla="*/ 8 h 8"/>
                                          <a:gd name="T14" fmla="*/ 6 w 9"/>
                                          <a:gd name="T15" fmla="*/ 8 h 8"/>
                                          <a:gd name="T16" fmla="*/ 8 w 9"/>
                                          <a:gd name="T17" fmla="*/ 8 h 8"/>
                                          <a:gd name="T18" fmla="*/ 8 w 9"/>
                                          <a:gd name="T19" fmla="*/ 8 h 8"/>
                                          <a:gd name="T20" fmla="*/ 9 w 9"/>
                                          <a:gd name="T21" fmla="*/ 7 h 8"/>
                                          <a:gd name="T22" fmla="*/ 9 w 9"/>
                                          <a:gd name="T23" fmla="*/ 5 h 8"/>
                                          <a:gd name="T24" fmla="*/ 9 w 9"/>
                                          <a:gd name="T25" fmla="*/ 4 h 8"/>
                                          <a:gd name="T26" fmla="*/ 9 w 9"/>
                                          <a:gd name="T27" fmla="*/ 2 h 8"/>
                                          <a:gd name="T28" fmla="*/ 8 w 9"/>
                                          <a:gd name="T29" fmla="*/ 1 h 8"/>
                                          <a:gd name="T30" fmla="*/ 6 w 9"/>
                                          <a:gd name="T31" fmla="*/ 0 h 8"/>
                                          <a:gd name="T32" fmla="*/ 5 w 9"/>
                                          <a:gd name="T33" fmla="*/ 0 h 8"/>
                                          <a:gd name="T34" fmla="*/ 3 w 9"/>
                                          <a:gd name="T35" fmla="*/ 1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3" y="1"/>
                                            </a:moveTo>
                                            <a:lnTo>
                                              <a:pt x="2" y="2"/>
                                            </a:lnTo>
                                            <a:lnTo>
                                              <a:pt x="0" y="4"/>
                                            </a:lnTo>
                                            <a:lnTo>
                                              <a:pt x="0" y="5"/>
                                            </a:lnTo>
                                            <a:lnTo>
                                              <a:pt x="2" y="7"/>
                                            </a:lnTo>
                                            <a:lnTo>
                                              <a:pt x="3" y="8"/>
                                            </a:lnTo>
                                            <a:lnTo>
                                              <a:pt x="5" y="8"/>
                                            </a:lnTo>
                                            <a:lnTo>
                                              <a:pt x="6" y="8"/>
                                            </a:lnTo>
                                            <a:lnTo>
                                              <a:pt x="8" y="8"/>
                                            </a:lnTo>
                                            <a:lnTo>
                                              <a:pt x="9" y="7"/>
                                            </a:lnTo>
                                            <a:lnTo>
                                              <a:pt x="9" y="5"/>
                                            </a:lnTo>
                                            <a:lnTo>
                                              <a:pt x="9" y="4"/>
                                            </a:lnTo>
                                            <a:lnTo>
                                              <a:pt x="9" y="2"/>
                                            </a:lnTo>
                                            <a:lnTo>
                                              <a:pt x="8" y="1"/>
                                            </a:lnTo>
                                            <a:lnTo>
                                              <a:pt x="6" y="0"/>
                                            </a:lnTo>
                                            <a:lnTo>
                                              <a:pt x="5" y="0"/>
                                            </a:lnTo>
                                            <a:lnTo>
                                              <a:pt x="3"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30" name="Freeform 164"/>
                                      <p:cNvSpPr>
                                        <a:spLocks/>
                                      </p:cNvSpPr>
                                      <p:nvPr/>
                                    </p:nvSpPr>
                                    <p:spPr bwMode="auto">
                                      <a:xfrm>
                                        <a:off x="3933" y="2290"/>
                                        <a:ext cx="9" cy="9"/>
                                      </a:xfrm>
                                      <a:custGeom>
                                        <a:avLst/>
                                        <a:gdLst>
                                          <a:gd name="T0" fmla="*/ 5 w 9"/>
                                          <a:gd name="T1" fmla="*/ 0 h 9"/>
                                          <a:gd name="T2" fmla="*/ 3 w 9"/>
                                          <a:gd name="T3" fmla="*/ 2 h 9"/>
                                          <a:gd name="T4" fmla="*/ 2 w 9"/>
                                          <a:gd name="T5" fmla="*/ 3 h 9"/>
                                          <a:gd name="T6" fmla="*/ 0 w 9"/>
                                          <a:gd name="T7" fmla="*/ 5 h 9"/>
                                          <a:gd name="T8" fmla="*/ 0 w 9"/>
                                          <a:gd name="T9" fmla="*/ 6 h 9"/>
                                          <a:gd name="T10" fmla="*/ 2 w 9"/>
                                          <a:gd name="T11" fmla="*/ 8 h 9"/>
                                          <a:gd name="T12" fmla="*/ 3 w 9"/>
                                          <a:gd name="T13" fmla="*/ 9 h 9"/>
                                          <a:gd name="T14" fmla="*/ 5 w 9"/>
                                          <a:gd name="T15" fmla="*/ 9 h 9"/>
                                          <a:gd name="T16" fmla="*/ 6 w 9"/>
                                          <a:gd name="T17" fmla="*/ 9 h 9"/>
                                          <a:gd name="T18" fmla="*/ 6 w 9"/>
                                          <a:gd name="T19" fmla="*/ 9 h 9"/>
                                          <a:gd name="T20" fmla="*/ 8 w 9"/>
                                          <a:gd name="T21" fmla="*/ 9 h 9"/>
                                          <a:gd name="T22" fmla="*/ 9 w 9"/>
                                          <a:gd name="T23" fmla="*/ 8 h 9"/>
                                          <a:gd name="T24" fmla="*/ 9 w 9"/>
                                          <a:gd name="T25" fmla="*/ 6 h 9"/>
                                          <a:gd name="T26" fmla="*/ 9 w 9"/>
                                          <a:gd name="T27" fmla="*/ 5 h 9"/>
                                          <a:gd name="T28" fmla="*/ 9 w 9"/>
                                          <a:gd name="T29" fmla="*/ 3 h 9"/>
                                          <a:gd name="T30" fmla="*/ 8 w 9"/>
                                          <a:gd name="T31" fmla="*/ 2 h 9"/>
                                          <a:gd name="T32" fmla="*/ 6 w 9"/>
                                          <a:gd name="T33" fmla="*/ 0 h 9"/>
                                          <a:gd name="T34" fmla="*/ 5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5" y="0"/>
                                            </a:moveTo>
                                            <a:lnTo>
                                              <a:pt x="3" y="2"/>
                                            </a:lnTo>
                                            <a:lnTo>
                                              <a:pt x="2" y="3"/>
                                            </a:lnTo>
                                            <a:lnTo>
                                              <a:pt x="0" y="5"/>
                                            </a:lnTo>
                                            <a:lnTo>
                                              <a:pt x="0" y="6"/>
                                            </a:lnTo>
                                            <a:lnTo>
                                              <a:pt x="2" y="8"/>
                                            </a:lnTo>
                                            <a:lnTo>
                                              <a:pt x="3" y="9"/>
                                            </a:lnTo>
                                            <a:lnTo>
                                              <a:pt x="5" y="9"/>
                                            </a:lnTo>
                                            <a:lnTo>
                                              <a:pt x="6" y="9"/>
                                            </a:lnTo>
                                            <a:lnTo>
                                              <a:pt x="8" y="9"/>
                                            </a:lnTo>
                                            <a:lnTo>
                                              <a:pt x="9" y="8"/>
                                            </a:lnTo>
                                            <a:lnTo>
                                              <a:pt x="9" y="6"/>
                                            </a:lnTo>
                                            <a:lnTo>
                                              <a:pt x="9" y="5"/>
                                            </a:lnTo>
                                            <a:lnTo>
                                              <a:pt x="9" y="3"/>
                                            </a:lnTo>
                                            <a:lnTo>
                                              <a:pt x="8" y="2"/>
                                            </a:lnTo>
                                            <a:lnTo>
                                              <a:pt x="6" y="0"/>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grpSp>
                                <p:grpSp>
                                  <p:nvGrpSpPr>
                                    <p:cNvPr id="86" name="Group 190"/>
                                    <p:cNvGrpSpPr>
                                      <a:grpSpLocks/>
                                    </p:cNvGrpSpPr>
                                    <p:nvPr/>
                                  </p:nvGrpSpPr>
                                  <p:grpSpPr bwMode="auto">
                                    <a:xfrm>
                                      <a:off x="5707063" y="2965450"/>
                                      <a:ext cx="546100" cy="122238"/>
                                      <a:chOff x="3607" y="1820"/>
                                      <a:chExt cx="344" cy="77"/>
                                    </a:xfrm>
                                  </p:grpSpPr>
                                  <p:sp>
                                    <p:nvSpPr>
                                      <p:cNvPr id="87" name="Freeform 191"/>
                                      <p:cNvSpPr>
                                        <a:spLocks/>
                                      </p:cNvSpPr>
                                      <p:nvPr/>
                                    </p:nvSpPr>
                                    <p:spPr bwMode="auto">
                                      <a:xfrm>
                                        <a:off x="3607" y="1888"/>
                                        <a:ext cx="8" cy="9"/>
                                      </a:xfrm>
                                      <a:custGeom>
                                        <a:avLst/>
                                        <a:gdLst>
                                          <a:gd name="T0" fmla="*/ 4 w 8"/>
                                          <a:gd name="T1" fmla="*/ 0 h 9"/>
                                          <a:gd name="T2" fmla="*/ 3 w 8"/>
                                          <a:gd name="T3" fmla="*/ 1 h 9"/>
                                          <a:gd name="T4" fmla="*/ 1 w 8"/>
                                          <a:gd name="T5" fmla="*/ 3 h 9"/>
                                          <a:gd name="T6" fmla="*/ 0 w 8"/>
                                          <a:gd name="T7" fmla="*/ 4 h 9"/>
                                          <a:gd name="T8" fmla="*/ 0 w 8"/>
                                          <a:gd name="T9" fmla="*/ 4 h 9"/>
                                          <a:gd name="T10" fmla="*/ 1 w 8"/>
                                          <a:gd name="T11" fmla="*/ 6 h 9"/>
                                          <a:gd name="T12" fmla="*/ 3 w 8"/>
                                          <a:gd name="T13" fmla="*/ 7 h 9"/>
                                          <a:gd name="T14" fmla="*/ 4 w 8"/>
                                          <a:gd name="T15" fmla="*/ 9 h 9"/>
                                          <a:gd name="T16" fmla="*/ 5 w 8"/>
                                          <a:gd name="T17" fmla="*/ 9 h 9"/>
                                          <a:gd name="T18" fmla="*/ 5 w 8"/>
                                          <a:gd name="T19" fmla="*/ 9 h 9"/>
                                          <a:gd name="T20" fmla="*/ 7 w 8"/>
                                          <a:gd name="T21" fmla="*/ 7 h 9"/>
                                          <a:gd name="T22" fmla="*/ 8 w 8"/>
                                          <a:gd name="T23" fmla="*/ 6 h 9"/>
                                          <a:gd name="T24" fmla="*/ 8 w 8"/>
                                          <a:gd name="T25" fmla="*/ 4 h 9"/>
                                          <a:gd name="T26" fmla="*/ 8 w 8"/>
                                          <a:gd name="T27" fmla="*/ 3 h 9"/>
                                          <a:gd name="T28" fmla="*/ 8 w 8"/>
                                          <a:gd name="T29" fmla="*/ 1 h 9"/>
                                          <a:gd name="T30" fmla="*/ 7 w 8"/>
                                          <a:gd name="T31" fmla="*/ 0 h 9"/>
                                          <a:gd name="T32" fmla="*/ 5 w 8"/>
                                          <a:gd name="T33" fmla="*/ 0 h 9"/>
                                          <a:gd name="T34" fmla="*/ 4 w 8"/>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4" y="0"/>
                                            </a:moveTo>
                                            <a:lnTo>
                                              <a:pt x="3" y="1"/>
                                            </a:lnTo>
                                            <a:lnTo>
                                              <a:pt x="1" y="3"/>
                                            </a:lnTo>
                                            <a:lnTo>
                                              <a:pt x="0" y="4"/>
                                            </a:lnTo>
                                            <a:lnTo>
                                              <a:pt x="1" y="6"/>
                                            </a:lnTo>
                                            <a:lnTo>
                                              <a:pt x="3" y="7"/>
                                            </a:lnTo>
                                            <a:lnTo>
                                              <a:pt x="4" y="9"/>
                                            </a:lnTo>
                                            <a:lnTo>
                                              <a:pt x="5" y="9"/>
                                            </a:lnTo>
                                            <a:lnTo>
                                              <a:pt x="7" y="7"/>
                                            </a:lnTo>
                                            <a:lnTo>
                                              <a:pt x="8" y="6"/>
                                            </a:lnTo>
                                            <a:lnTo>
                                              <a:pt x="8" y="4"/>
                                            </a:lnTo>
                                            <a:lnTo>
                                              <a:pt x="8" y="3"/>
                                            </a:lnTo>
                                            <a:lnTo>
                                              <a:pt x="8" y="1"/>
                                            </a:lnTo>
                                            <a:lnTo>
                                              <a:pt x="7" y="0"/>
                                            </a:lnTo>
                                            <a:lnTo>
                                              <a:pt x="5"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88" name="Freeform 192"/>
                                      <p:cNvSpPr>
                                        <a:spLocks/>
                                      </p:cNvSpPr>
                                      <p:nvPr/>
                                    </p:nvSpPr>
                                    <p:spPr bwMode="auto">
                                      <a:xfrm>
                                        <a:off x="3623" y="1881"/>
                                        <a:ext cx="8" cy="8"/>
                                      </a:xfrm>
                                      <a:custGeom>
                                        <a:avLst/>
                                        <a:gdLst>
                                          <a:gd name="T0" fmla="*/ 1 w 8"/>
                                          <a:gd name="T1" fmla="*/ 0 h 8"/>
                                          <a:gd name="T2" fmla="*/ 0 w 8"/>
                                          <a:gd name="T3" fmla="*/ 1 h 8"/>
                                          <a:gd name="T4" fmla="*/ 0 w 8"/>
                                          <a:gd name="T5" fmla="*/ 2 h 8"/>
                                          <a:gd name="T6" fmla="*/ 0 w 8"/>
                                          <a:gd name="T7" fmla="*/ 4 h 8"/>
                                          <a:gd name="T8" fmla="*/ 0 w 8"/>
                                          <a:gd name="T9" fmla="*/ 5 h 8"/>
                                          <a:gd name="T10" fmla="*/ 1 w 8"/>
                                          <a:gd name="T11" fmla="*/ 7 h 8"/>
                                          <a:gd name="T12" fmla="*/ 3 w 8"/>
                                          <a:gd name="T13" fmla="*/ 8 h 8"/>
                                          <a:gd name="T14" fmla="*/ 4 w 8"/>
                                          <a:gd name="T15" fmla="*/ 8 h 8"/>
                                          <a:gd name="T16" fmla="*/ 5 w 8"/>
                                          <a:gd name="T17" fmla="*/ 7 h 8"/>
                                          <a:gd name="T18" fmla="*/ 5 w 8"/>
                                          <a:gd name="T19" fmla="*/ 7 h 8"/>
                                          <a:gd name="T20" fmla="*/ 7 w 8"/>
                                          <a:gd name="T21" fmla="*/ 5 h 8"/>
                                          <a:gd name="T22" fmla="*/ 8 w 8"/>
                                          <a:gd name="T23" fmla="*/ 4 h 8"/>
                                          <a:gd name="T24" fmla="*/ 8 w 8"/>
                                          <a:gd name="T25" fmla="*/ 2 h 8"/>
                                          <a:gd name="T26" fmla="*/ 7 w 8"/>
                                          <a:gd name="T27" fmla="*/ 1 h 8"/>
                                          <a:gd name="T28" fmla="*/ 5 w 8"/>
                                          <a:gd name="T29" fmla="*/ 0 h 8"/>
                                          <a:gd name="T30" fmla="*/ 4 w 8"/>
                                          <a:gd name="T31" fmla="*/ 0 h 8"/>
                                          <a:gd name="T32" fmla="*/ 3 w 8"/>
                                          <a:gd name="T33" fmla="*/ 0 h 8"/>
                                          <a:gd name="T34" fmla="*/ 1 w 8"/>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8"/>
                                          <a:gd name="T56" fmla="*/ 8 w 8"/>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8">
                                            <a:moveTo>
                                              <a:pt x="1" y="0"/>
                                            </a:moveTo>
                                            <a:lnTo>
                                              <a:pt x="0" y="1"/>
                                            </a:lnTo>
                                            <a:lnTo>
                                              <a:pt x="0" y="2"/>
                                            </a:lnTo>
                                            <a:lnTo>
                                              <a:pt x="0" y="4"/>
                                            </a:lnTo>
                                            <a:lnTo>
                                              <a:pt x="0" y="5"/>
                                            </a:lnTo>
                                            <a:lnTo>
                                              <a:pt x="1" y="7"/>
                                            </a:lnTo>
                                            <a:lnTo>
                                              <a:pt x="3" y="8"/>
                                            </a:lnTo>
                                            <a:lnTo>
                                              <a:pt x="4" y="8"/>
                                            </a:lnTo>
                                            <a:lnTo>
                                              <a:pt x="5" y="7"/>
                                            </a:lnTo>
                                            <a:lnTo>
                                              <a:pt x="7" y="5"/>
                                            </a:lnTo>
                                            <a:lnTo>
                                              <a:pt x="8" y="4"/>
                                            </a:lnTo>
                                            <a:lnTo>
                                              <a:pt x="8" y="2"/>
                                            </a:lnTo>
                                            <a:lnTo>
                                              <a:pt x="7" y="1"/>
                                            </a:lnTo>
                                            <a:lnTo>
                                              <a:pt x="5" y="0"/>
                                            </a:lnTo>
                                            <a:lnTo>
                                              <a:pt x="4" y="0"/>
                                            </a:lnTo>
                                            <a:lnTo>
                                              <a:pt x="3" y="0"/>
                                            </a:lnTo>
                                            <a:lnTo>
                                              <a:pt x="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89" name="Freeform 193"/>
                                      <p:cNvSpPr>
                                        <a:spLocks/>
                                      </p:cNvSpPr>
                                      <p:nvPr/>
                                    </p:nvSpPr>
                                    <p:spPr bwMode="auto">
                                      <a:xfrm>
                                        <a:off x="3637" y="1872"/>
                                        <a:ext cx="9" cy="9"/>
                                      </a:xfrm>
                                      <a:custGeom>
                                        <a:avLst/>
                                        <a:gdLst>
                                          <a:gd name="T0" fmla="*/ 3 w 9"/>
                                          <a:gd name="T1" fmla="*/ 0 h 9"/>
                                          <a:gd name="T2" fmla="*/ 2 w 9"/>
                                          <a:gd name="T3" fmla="*/ 1 h 9"/>
                                          <a:gd name="T4" fmla="*/ 0 w 9"/>
                                          <a:gd name="T5" fmla="*/ 3 h 9"/>
                                          <a:gd name="T6" fmla="*/ 0 w 9"/>
                                          <a:gd name="T7" fmla="*/ 4 h 9"/>
                                          <a:gd name="T8" fmla="*/ 2 w 9"/>
                                          <a:gd name="T9" fmla="*/ 6 h 9"/>
                                          <a:gd name="T10" fmla="*/ 3 w 9"/>
                                          <a:gd name="T11" fmla="*/ 7 h 9"/>
                                          <a:gd name="T12" fmla="*/ 4 w 9"/>
                                          <a:gd name="T13" fmla="*/ 9 h 9"/>
                                          <a:gd name="T14" fmla="*/ 6 w 9"/>
                                          <a:gd name="T15" fmla="*/ 9 h 9"/>
                                          <a:gd name="T16" fmla="*/ 7 w 9"/>
                                          <a:gd name="T17" fmla="*/ 7 h 9"/>
                                          <a:gd name="T18" fmla="*/ 7 w 9"/>
                                          <a:gd name="T19" fmla="*/ 7 h 9"/>
                                          <a:gd name="T20" fmla="*/ 9 w 9"/>
                                          <a:gd name="T21" fmla="*/ 6 h 9"/>
                                          <a:gd name="T22" fmla="*/ 9 w 9"/>
                                          <a:gd name="T23" fmla="*/ 4 h 9"/>
                                          <a:gd name="T24" fmla="*/ 9 w 9"/>
                                          <a:gd name="T25" fmla="*/ 3 h 9"/>
                                          <a:gd name="T26" fmla="*/ 9 w 9"/>
                                          <a:gd name="T27" fmla="*/ 1 h 9"/>
                                          <a:gd name="T28" fmla="*/ 7 w 9"/>
                                          <a:gd name="T29" fmla="*/ 0 h 9"/>
                                          <a:gd name="T30" fmla="*/ 6 w 9"/>
                                          <a:gd name="T31" fmla="*/ 0 h 9"/>
                                          <a:gd name="T32" fmla="*/ 4 w 9"/>
                                          <a:gd name="T33" fmla="*/ 0 h 9"/>
                                          <a:gd name="T34" fmla="*/ 3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3" y="0"/>
                                            </a:moveTo>
                                            <a:lnTo>
                                              <a:pt x="2" y="1"/>
                                            </a:lnTo>
                                            <a:lnTo>
                                              <a:pt x="0" y="3"/>
                                            </a:lnTo>
                                            <a:lnTo>
                                              <a:pt x="0" y="4"/>
                                            </a:lnTo>
                                            <a:lnTo>
                                              <a:pt x="2" y="6"/>
                                            </a:lnTo>
                                            <a:lnTo>
                                              <a:pt x="3" y="7"/>
                                            </a:lnTo>
                                            <a:lnTo>
                                              <a:pt x="4" y="9"/>
                                            </a:lnTo>
                                            <a:lnTo>
                                              <a:pt x="6" y="9"/>
                                            </a:lnTo>
                                            <a:lnTo>
                                              <a:pt x="7" y="7"/>
                                            </a:lnTo>
                                            <a:lnTo>
                                              <a:pt x="9" y="6"/>
                                            </a:lnTo>
                                            <a:lnTo>
                                              <a:pt x="9" y="4"/>
                                            </a:lnTo>
                                            <a:lnTo>
                                              <a:pt x="9" y="3"/>
                                            </a:lnTo>
                                            <a:lnTo>
                                              <a:pt x="9" y="1"/>
                                            </a:lnTo>
                                            <a:lnTo>
                                              <a:pt x="7" y="0"/>
                                            </a:lnTo>
                                            <a:lnTo>
                                              <a:pt x="6" y="0"/>
                                            </a:lnTo>
                                            <a:lnTo>
                                              <a:pt x="4"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90" name="Freeform 194"/>
                                      <p:cNvSpPr>
                                        <a:spLocks/>
                                      </p:cNvSpPr>
                                      <p:nvPr/>
                                    </p:nvSpPr>
                                    <p:spPr bwMode="auto">
                                      <a:xfrm>
                                        <a:off x="3653" y="1863"/>
                                        <a:ext cx="9" cy="9"/>
                                      </a:xfrm>
                                      <a:custGeom>
                                        <a:avLst/>
                                        <a:gdLst>
                                          <a:gd name="T0" fmla="*/ 2 w 9"/>
                                          <a:gd name="T1" fmla="*/ 0 h 9"/>
                                          <a:gd name="T2" fmla="*/ 0 w 9"/>
                                          <a:gd name="T3" fmla="*/ 2 h 9"/>
                                          <a:gd name="T4" fmla="*/ 0 w 9"/>
                                          <a:gd name="T5" fmla="*/ 3 h 9"/>
                                          <a:gd name="T6" fmla="*/ 0 w 9"/>
                                          <a:gd name="T7" fmla="*/ 4 h 9"/>
                                          <a:gd name="T8" fmla="*/ 0 w 9"/>
                                          <a:gd name="T9" fmla="*/ 6 h 9"/>
                                          <a:gd name="T10" fmla="*/ 2 w 9"/>
                                          <a:gd name="T11" fmla="*/ 7 h 9"/>
                                          <a:gd name="T12" fmla="*/ 3 w 9"/>
                                          <a:gd name="T13" fmla="*/ 9 h 9"/>
                                          <a:gd name="T14" fmla="*/ 4 w 9"/>
                                          <a:gd name="T15" fmla="*/ 9 h 9"/>
                                          <a:gd name="T16" fmla="*/ 6 w 9"/>
                                          <a:gd name="T17" fmla="*/ 7 h 9"/>
                                          <a:gd name="T18" fmla="*/ 6 w 9"/>
                                          <a:gd name="T19" fmla="*/ 7 h 9"/>
                                          <a:gd name="T20" fmla="*/ 7 w 9"/>
                                          <a:gd name="T21" fmla="*/ 6 h 9"/>
                                          <a:gd name="T22" fmla="*/ 9 w 9"/>
                                          <a:gd name="T23" fmla="*/ 4 h 9"/>
                                          <a:gd name="T24" fmla="*/ 9 w 9"/>
                                          <a:gd name="T25" fmla="*/ 3 h 9"/>
                                          <a:gd name="T26" fmla="*/ 7 w 9"/>
                                          <a:gd name="T27" fmla="*/ 2 h 9"/>
                                          <a:gd name="T28" fmla="*/ 6 w 9"/>
                                          <a:gd name="T29" fmla="*/ 0 h 9"/>
                                          <a:gd name="T30" fmla="*/ 4 w 9"/>
                                          <a:gd name="T31" fmla="*/ 0 h 9"/>
                                          <a:gd name="T32" fmla="*/ 3 w 9"/>
                                          <a:gd name="T33" fmla="*/ 0 h 9"/>
                                          <a:gd name="T34" fmla="*/ 2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2" y="0"/>
                                            </a:moveTo>
                                            <a:lnTo>
                                              <a:pt x="0" y="2"/>
                                            </a:lnTo>
                                            <a:lnTo>
                                              <a:pt x="0" y="3"/>
                                            </a:lnTo>
                                            <a:lnTo>
                                              <a:pt x="0" y="4"/>
                                            </a:lnTo>
                                            <a:lnTo>
                                              <a:pt x="0" y="6"/>
                                            </a:lnTo>
                                            <a:lnTo>
                                              <a:pt x="2" y="7"/>
                                            </a:lnTo>
                                            <a:lnTo>
                                              <a:pt x="3" y="9"/>
                                            </a:lnTo>
                                            <a:lnTo>
                                              <a:pt x="4" y="9"/>
                                            </a:lnTo>
                                            <a:lnTo>
                                              <a:pt x="6" y="7"/>
                                            </a:lnTo>
                                            <a:lnTo>
                                              <a:pt x="7" y="6"/>
                                            </a:lnTo>
                                            <a:lnTo>
                                              <a:pt x="9" y="4"/>
                                            </a:lnTo>
                                            <a:lnTo>
                                              <a:pt x="9" y="3"/>
                                            </a:lnTo>
                                            <a:lnTo>
                                              <a:pt x="7" y="2"/>
                                            </a:lnTo>
                                            <a:lnTo>
                                              <a:pt x="6" y="0"/>
                                            </a:lnTo>
                                            <a:lnTo>
                                              <a:pt x="4" y="0"/>
                                            </a:lnTo>
                                            <a:lnTo>
                                              <a:pt x="3" y="0"/>
                                            </a:lnTo>
                                            <a:lnTo>
                                              <a:pt x="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91" name="Freeform 195"/>
                                      <p:cNvSpPr>
                                        <a:spLocks/>
                                      </p:cNvSpPr>
                                      <p:nvPr/>
                                    </p:nvSpPr>
                                    <p:spPr bwMode="auto">
                                      <a:xfrm>
                                        <a:off x="3668" y="1854"/>
                                        <a:ext cx="8" cy="9"/>
                                      </a:xfrm>
                                      <a:custGeom>
                                        <a:avLst/>
                                        <a:gdLst>
                                          <a:gd name="T0" fmla="*/ 3 w 8"/>
                                          <a:gd name="T1" fmla="*/ 0 h 9"/>
                                          <a:gd name="T2" fmla="*/ 1 w 8"/>
                                          <a:gd name="T3" fmla="*/ 2 h 9"/>
                                          <a:gd name="T4" fmla="*/ 0 w 8"/>
                                          <a:gd name="T5" fmla="*/ 3 h 9"/>
                                          <a:gd name="T6" fmla="*/ 0 w 8"/>
                                          <a:gd name="T7" fmla="*/ 5 h 9"/>
                                          <a:gd name="T8" fmla="*/ 1 w 8"/>
                                          <a:gd name="T9" fmla="*/ 6 h 9"/>
                                          <a:gd name="T10" fmla="*/ 3 w 8"/>
                                          <a:gd name="T11" fmla="*/ 8 h 9"/>
                                          <a:gd name="T12" fmla="*/ 4 w 8"/>
                                          <a:gd name="T13" fmla="*/ 9 h 9"/>
                                          <a:gd name="T14" fmla="*/ 5 w 8"/>
                                          <a:gd name="T15" fmla="*/ 9 h 9"/>
                                          <a:gd name="T16" fmla="*/ 7 w 8"/>
                                          <a:gd name="T17" fmla="*/ 8 h 9"/>
                                          <a:gd name="T18" fmla="*/ 7 w 8"/>
                                          <a:gd name="T19" fmla="*/ 8 h 9"/>
                                          <a:gd name="T20" fmla="*/ 8 w 8"/>
                                          <a:gd name="T21" fmla="*/ 6 h 9"/>
                                          <a:gd name="T22" fmla="*/ 8 w 8"/>
                                          <a:gd name="T23" fmla="*/ 5 h 9"/>
                                          <a:gd name="T24" fmla="*/ 8 w 8"/>
                                          <a:gd name="T25" fmla="*/ 3 h 9"/>
                                          <a:gd name="T26" fmla="*/ 8 w 8"/>
                                          <a:gd name="T27" fmla="*/ 2 h 9"/>
                                          <a:gd name="T28" fmla="*/ 7 w 8"/>
                                          <a:gd name="T29" fmla="*/ 0 h 9"/>
                                          <a:gd name="T30" fmla="*/ 5 w 8"/>
                                          <a:gd name="T31" fmla="*/ 0 h 9"/>
                                          <a:gd name="T32" fmla="*/ 4 w 8"/>
                                          <a:gd name="T33" fmla="*/ 0 h 9"/>
                                          <a:gd name="T34" fmla="*/ 3 w 8"/>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3" y="0"/>
                                            </a:moveTo>
                                            <a:lnTo>
                                              <a:pt x="1" y="2"/>
                                            </a:lnTo>
                                            <a:lnTo>
                                              <a:pt x="0" y="3"/>
                                            </a:lnTo>
                                            <a:lnTo>
                                              <a:pt x="0" y="5"/>
                                            </a:lnTo>
                                            <a:lnTo>
                                              <a:pt x="1" y="6"/>
                                            </a:lnTo>
                                            <a:lnTo>
                                              <a:pt x="3" y="8"/>
                                            </a:lnTo>
                                            <a:lnTo>
                                              <a:pt x="4" y="9"/>
                                            </a:lnTo>
                                            <a:lnTo>
                                              <a:pt x="5" y="9"/>
                                            </a:lnTo>
                                            <a:lnTo>
                                              <a:pt x="7" y="8"/>
                                            </a:lnTo>
                                            <a:lnTo>
                                              <a:pt x="8" y="6"/>
                                            </a:lnTo>
                                            <a:lnTo>
                                              <a:pt x="8" y="5"/>
                                            </a:lnTo>
                                            <a:lnTo>
                                              <a:pt x="8" y="3"/>
                                            </a:lnTo>
                                            <a:lnTo>
                                              <a:pt x="8" y="2"/>
                                            </a:lnTo>
                                            <a:lnTo>
                                              <a:pt x="7" y="0"/>
                                            </a:lnTo>
                                            <a:lnTo>
                                              <a:pt x="5" y="0"/>
                                            </a:lnTo>
                                            <a:lnTo>
                                              <a:pt x="4"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92" name="Freeform 196"/>
                                      <p:cNvSpPr>
                                        <a:spLocks/>
                                      </p:cNvSpPr>
                                      <p:nvPr/>
                                    </p:nvSpPr>
                                    <p:spPr bwMode="auto">
                                      <a:xfrm>
                                        <a:off x="3684" y="1846"/>
                                        <a:ext cx="8" cy="8"/>
                                      </a:xfrm>
                                      <a:custGeom>
                                        <a:avLst/>
                                        <a:gdLst>
                                          <a:gd name="T0" fmla="*/ 3 w 8"/>
                                          <a:gd name="T1" fmla="*/ 0 h 8"/>
                                          <a:gd name="T2" fmla="*/ 1 w 8"/>
                                          <a:gd name="T3" fmla="*/ 1 h 8"/>
                                          <a:gd name="T4" fmla="*/ 0 w 8"/>
                                          <a:gd name="T5" fmla="*/ 3 h 8"/>
                                          <a:gd name="T6" fmla="*/ 0 w 8"/>
                                          <a:gd name="T7" fmla="*/ 4 h 8"/>
                                          <a:gd name="T8" fmla="*/ 0 w 8"/>
                                          <a:gd name="T9" fmla="*/ 5 h 8"/>
                                          <a:gd name="T10" fmla="*/ 0 w 8"/>
                                          <a:gd name="T11" fmla="*/ 7 h 8"/>
                                          <a:gd name="T12" fmla="*/ 1 w 8"/>
                                          <a:gd name="T13" fmla="*/ 8 h 8"/>
                                          <a:gd name="T14" fmla="*/ 3 w 8"/>
                                          <a:gd name="T15" fmla="*/ 8 h 8"/>
                                          <a:gd name="T16" fmla="*/ 4 w 8"/>
                                          <a:gd name="T17" fmla="*/ 8 h 8"/>
                                          <a:gd name="T18" fmla="*/ 4 w 8"/>
                                          <a:gd name="T19" fmla="*/ 8 h 8"/>
                                          <a:gd name="T20" fmla="*/ 5 w 8"/>
                                          <a:gd name="T21" fmla="*/ 8 h 8"/>
                                          <a:gd name="T22" fmla="*/ 7 w 8"/>
                                          <a:gd name="T23" fmla="*/ 7 h 8"/>
                                          <a:gd name="T24" fmla="*/ 8 w 8"/>
                                          <a:gd name="T25" fmla="*/ 5 h 8"/>
                                          <a:gd name="T26" fmla="*/ 8 w 8"/>
                                          <a:gd name="T27" fmla="*/ 4 h 8"/>
                                          <a:gd name="T28" fmla="*/ 7 w 8"/>
                                          <a:gd name="T29" fmla="*/ 3 h 8"/>
                                          <a:gd name="T30" fmla="*/ 5 w 8"/>
                                          <a:gd name="T31" fmla="*/ 1 h 8"/>
                                          <a:gd name="T32" fmla="*/ 4 w 8"/>
                                          <a:gd name="T33" fmla="*/ 0 h 8"/>
                                          <a:gd name="T34" fmla="*/ 3 w 8"/>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8"/>
                                          <a:gd name="T56" fmla="*/ 8 w 8"/>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8">
                                            <a:moveTo>
                                              <a:pt x="3" y="0"/>
                                            </a:moveTo>
                                            <a:lnTo>
                                              <a:pt x="1" y="1"/>
                                            </a:lnTo>
                                            <a:lnTo>
                                              <a:pt x="0" y="3"/>
                                            </a:lnTo>
                                            <a:lnTo>
                                              <a:pt x="0" y="4"/>
                                            </a:lnTo>
                                            <a:lnTo>
                                              <a:pt x="0" y="5"/>
                                            </a:lnTo>
                                            <a:lnTo>
                                              <a:pt x="0" y="7"/>
                                            </a:lnTo>
                                            <a:lnTo>
                                              <a:pt x="1" y="8"/>
                                            </a:lnTo>
                                            <a:lnTo>
                                              <a:pt x="3" y="8"/>
                                            </a:lnTo>
                                            <a:lnTo>
                                              <a:pt x="4" y="8"/>
                                            </a:lnTo>
                                            <a:lnTo>
                                              <a:pt x="5" y="8"/>
                                            </a:lnTo>
                                            <a:lnTo>
                                              <a:pt x="7" y="7"/>
                                            </a:lnTo>
                                            <a:lnTo>
                                              <a:pt x="8" y="5"/>
                                            </a:lnTo>
                                            <a:lnTo>
                                              <a:pt x="8" y="4"/>
                                            </a:lnTo>
                                            <a:lnTo>
                                              <a:pt x="7" y="3"/>
                                            </a:lnTo>
                                            <a:lnTo>
                                              <a:pt x="5" y="1"/>
                                            </a:lnTo>
                                            <a:lnTo>
                                              <a:pt x="4"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93" name="Freeform 197"/>
                                      <p:cNvSpPr>
                                        <a:spLocks/>
                                      </p:cNvSpPr>
                                      <p:nvPr/>
                                    </p:nvSpPr>
                                    <p:spPr bwMode="auto">
                                      <a:xfrm>
                                        <a:off x="3700" y="1838"/>
                                        <a:ext cx="8" cy="9"/>
                                      </a:xfrm>
                                      <a:custGeom>
                                        <a:avLst/>
                                        <a:gdLst>
                                          <a:gd name="T0" fmla="*/ 2 w 8"/>
                                          <a:gd name="T1" fmla="*/ 0 h 9"/>
                                          <a:gd name="T2" fmla="*/ 1 w 8"/>
                                          <a:gd name="T3" fmla="*/ 2 h 9"/>
                                          <a:gd name="T4" fmla="*/ 0 w 8"/>
                                          <a:gd name="T5" fmla="*/ 3 h 9"/>
                                          <a:gd name="T6" fmla="*/ 0 w 8"/>
                                          <a:gd name="T7" fmla="*/ 5 h 9"/>
                                          <a:gd name="T8" fmla="*/ 0 w 8"/>
                                          <a:gd name="T9" fmla="*/ 6 h 9"/>
                                          <a:gd name="T10" fmla="*/ 0 w 8"/>
                                          <a:gd name="T11" fmla="*/ 8 h 9"/>
                                          <a:gd name="T12" fmla="*/ 1 w 8"/>
                                          <a:gd name="T13" fmla="*/ 9 h 9"/>
                                          <a:gd name="T14" fmla="*/ 2 w 8"/>
                                          <a:gd name="T15" fmla="*/ 9 h 9"/>
                                          <a:gd name="T16" fmla="*/ 4 w 8"/>
                                          <a:gd name="T17" fmla="*/ 9 h 9"/>
                                          <a:gd name="T18" fmla="*/ 4 w 8"/>
                                          <a:gd name="T19" fmla="*/ 9 h 9"/>
                                          <a:gd name="T20" fmla="*/ 5 w 8"/>
                                          <a:gd name="T21" fmla="*/ 9 h 9"/>
                                          <a:gd name="T22" fmla="*/ 7 w 8"/>
                                          <a:gd name="T23" fmla="*/ 8 h 9"/>
                                          <a:gd name="T24" fmla="*/ 8 w 8"/>
                                          <a:gd name="T25" fmla="*/ 6 h 9"/>
                                          <a:gd name="T26" fmla="*/ 8 w 8"/>
                                          <a:gd name="T27" fmla="*/ 5 h 9"/>
                                          <a:gd name="T28" fmla="*/ 7 w 8"/>
                                          <a:gd name="T29" fmla="*/ 3 h 9"/>
                                          <a:gd name="T30" fmla="*/ 5 w 8"/>
                                          <a:gd name="T31" fmla="*/ 2 h 9"/>
                                          <a:gd name="T32" fmla="*/ 4 w 8"/>
                                          <a:gd name="T33" fmla="*/ 0 h 9"/>
                                          <a:gd name="T34" fmla="*/ 2 w 8"/>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2" y="0"/>
                                            </a:moveTo>
                                            <a:lnTo>
                                              <a:pt x="1" y="2"/>
                                            </a:lnTo>
                                            <a:lnTo>
                                              <a:pt x="0" y="3"/>
                                            </a:lnTo>
                                            <a:lnTo>
                                              <a:pt x="0" y="5"/>
                                            </a:lnTo>
                                            <a:lnTo>
                                              <a:pt x="0" y="6"/>
                                            </a:lnTo>
                                            <a:lnTo>
                                              <a:pt x="0" y="8"/>
                                            </a:lnTo>
                                            <a:lnTo>
                                              <a:pt x="1" y="9"/>
                                            </a:lnTo>
                                            <a:lnTo>
                                              <a:pt x="2" y="9"/>
                                            </a:lnTo>
                                            <a:lnTo>
                                              <a:pt x="4" y="9"/>
                                            </a:lnTo>
                                            <a:lnTo>
                                              <a:pt x="5" y="9"/>
                                            </a:lnTo>
                                            <a:lnTo>
                                              <a:pt x="7" y="8"/>
                                            </a:lnTo>
                                            <a:lnTo>
                                              <a:pt x="8" y="6"/>
                                            </a:lnTo>
                                            <a:lnTo>
                                              <a:pt x="8" y="5"/>
                                            </a:lnTo>
                                            <a:lnTo>
                                              <a:pt x="7" y="3"/>
                                            </a:lnTo>
                                            <a:lnTo>
                                              <a:pt x="5" y="2"/>
                                            </a:lnTo>
                                            <a:lnTo>
                                              <a:pt x="4" y="0"/>
                                            </a:lnTo>
                                            <a:lnTo>
                                              <a:pt x="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94" name="Freeform 198"/>
                                      <p:cNvSpPr>
                                        <a:spLocks/>
                                      </p:cNvSpPr>
                                      <p:nvPr/>
                                    </p:nvSpPr>
                                    <p:spPr bwMode="auto">
                                      <a:xfrm>
                                        <a:off x="3716" y="1833"/>
                                        <a:ext cx="8" cy="8"/>
                                      </a:xfrm>
                                      <a:custGeom>
                                        <a:avLst/>
                                        <a:gdLst>
                                          <a:gd name="T0" fmla="*/ 2 w 8"/>
                                          <a:gd name="T1" fmla="*/ 0 h 8"/>
                                          <a:gd name="T2" fmla="*/ 1 w 8"/>
                                          <a:gd name="T3" fmla="*/ 0 h 8"/>
                                          <a:gd name="T4" fmla="*/ 0 w 8"/>
                                          <a:gd name="T5" fmla="*/ 1 h 8"/>
                                          <a:gd name="T6" fmla="*/ 0 w 8"/>
                                          <a:gd name="T7" fmla="*/ 3 h 8"/>
                                          <a:gd name="T8" fmla="*/ 0 w 8"/>
                                          <a:gd name="T9" fmla="*/ 4 h 8"/>
                                          <a:gd name="T10" fmla="*/ 0 w 8"/>
                                          <a:gd name="T11" fmla="*/ 5 h 8"/>
                                          <a:gd name="T12" fmla="*/ 1 w 8"/>
                                          <a:gd name="T13" fmla="*/ 7 h 8"/>
                                          <a:gd name="T14" fmla="*/ 2 w 8"/>
                                          <a:gd name="T15" fmla="*/ 8 h 8"/>
                                          <a:gd name="T16" fmla="*/ 4 w 8"/>
                                          <a:gd name="T17" fmla="*/ 8 h 8"/>
                                          <a:gd name="T18" fmla="*/ 4 w 8"/>
                                          <a:gd name="T19" fmla="*/ 8 h 8"/>
                                          <a:gd name="T20" fmla="*/ 5 w 8"/>
                                          <a:gd name="T21" fmla="*/ 7 h 8"/>
                                          <a:gd name="T22" fmla="*/ 7 w 8"/>
                                          <a:gd name="T23" fmla="*/ 5 h 8"/>
                                          <a:gd name="T24" fmla="*/ 8 w 8"/>
                                          <a:gd name="T25" fmla="*/ 4 h 8"/>
                                          <a:gd name="T26" fmla="*/ 8 w 8"/>
                                          <a:gd name="T27" fmla="*/ 3 h 8"/>
                                          <a:gd name="T28" fmla="*/ 7 w 8"/>
                                          <a:gd name="T29" fmla="*/ 1 h 8"/>
                                          <a:gd name="T30" fmla="*/ 5 w 8"/>
                                          <a:gd name="T31" fmla="*/ 0 h 8"/>
                                          <a:gd name="T32" fmla="*/ 4 w 8"/>
                                          <a:gd name="T33" fmla="*/ 0 h 8"/>
                                          <a:gd name="T34" fmla="*/ 2 w 8"/>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8"/>
                                          <a:gd name="T56" fmla="*/ 8 w 8"/>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8">
                                            <a:moveTo>
                                              <a:pt x="2" y="0"/>
                                            </a:moveTo>
                                            <a:lnTo>
                                              <a:pt x="1" y="0"/>
                                            </a:lnTo>
                                            <a:lnTo>
                                              <a:pt x="0" y="1"/>
                                            </a:lnTo>
                                            <a:lnTo>
                                              <a:pt x="0" y="3"/>
                                            </a:lnTo>
                                            <a:lnTo>
                                              <a:pt x="0" y="4"/>
                                            </a:lnTo>
                                            <a:lnTo>
                                              <a:pt x="0" y="5"/>
                                            </a:lnTo>
                                            <a:lnTo>
                                              <a:pt x="1" y="7"/>
                                            </a:lnTo>
                                            <a:lnTo>
                                              <a:pt x="2" y="8"/>
                                            </a:lnTo>
                                            <a:lnTo>
                                              <a:pt x="4" y="8"/>
                                            </a:lnTo>
                                            <a:lnTo>
                                              <a:pt x="5" y="7"/>
                                            </a:lnTo>
                                            <a:lnTo>
                                              <a:pt x="7" y="5"/>
                                            </a:lnTo>
                                            <a:lnTo>
                                              <a:pt x="8" y="4"/>
                                            </a:lnTo>
                                            <a:lnTo>
                                              <a:pt x="8" y="3"/>
                                            </a:lnTo>
                                            <a:lnTo>
                                              <a:pt x="7" y="1"/>
                                            </a:lnTo>
                                            <a:lnTo>
                                              <a:pt x="5" y="0"/>
                                            </a:lnTo>
                                            <a:lnTo>
                                              <a:pt x="4" y="0"/>
                                            </a:lnTo>
                                            <a:lnTo>
                                              <a:pt x="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95" name="Freeform 199"/>
                                      <p:cNvSpPr>
                                        <a:spLocks/>
                                      </p:cNvSpPr>
                                      <p:nvPr/>
                                    </p:nvSpPr>
                                    <p:spPr bwMode="auto">
                                      <a:xfrm>
                                        <a:off x="3732" y="1825"/>
                                        <a:ext cx="8" cy="9"/>
                                      </a:xfrm>
                                      <a:custGeom>
                                        <a:avLst/>
                                        <a:gdLst>
                                          <a:gd name="T0" fmla="*/ 2 w 8"/>
                                          <a:gd name="T1" fmla="*/ 0 h 9"/>
                                          <a:gd name="T2" fmla="*/ 1 w 8"/>
                                          <a:gd name="T3" fmla="*/ 2 h 9"/>
                                          <a:gd name="T4" fmla="*/ 0 w 8"/>
                                          <a:gd name="T5" fmla="*/ 3 h 9"/>
                                          <a:gd name="T6" fmla="*/ 0 w 8"/>
                                          <a:gd name="T7" fmla="*/ 5 h 9"/>
                                          <a:gd name="T8" fmla="*/ 0 w 8"/>
                                          <a:gd name="T9" fmla="*/ 6 h 9"/>
                                          <a:gd name="T10" fmla="*/ 0 w 8"/>
                                          <a:gd name="T11" fmla="*/ 8 h 9"/>
                                          <a:gd name="T12" fmla="*/ 1 w 8"/>
                                          <a:gd name="T13" fmla="*/ 9 h 9"/>
                                          <a:gd name="T14" fmla="*/ 2 w 8"/>
                                          <a:gd name="T15" fmla="*/ 9 h 9"/>
                                          <a:gd name="T16" fmla="*/ 4 w 8"/>
                                          <a:gd name="T17" fmla="*/ 9 h 9"/>
                                          <a:gd name="T18" fmla="*/ 4 w 8"/>
                                          <a:gd name="T19" fmla="*/ 9 h 9"/>
                                          <a:gd name="T20" fmla="*/ 5 w 8"/>
                                          <a:gd name="T21" fmla="*/ 9 h 9"/>
                                          <a:gd name="T22" fmla="*/ 7 w 8"/>
                                          <a:gd name="T23" fmla="*/ 8 h 9"/>
                                          <a:gd name="T24" fmla="*/ 8 w 8"/>
                                          <a:gd name="T25" fmla="*/ 6 h 9"/>
                                          <a:gd name="T26" fmla="*/ 8 w 8"/>
                                          <a:gd name="T27" fmla="*/ 5 h 9"/>
                                          <a:gd name="T28" fmla="*/ 7 w 8"/>
                                          <a:gd name="T29" fmla="*/ 3 h 9"/>
                                          <a:gd name="T30" fmla="*/ 5 w 8"/>
                                          <a:gd name="T31" fmla="*/ 2 h 9"/>
                                          <a:gd name="T32" fmla="*/ 4 w 8"/>
                                          <a:gd name="T33" fmla="*/ 0 h 9"/>
                                          <a:gd name="T34" fmla="*/ 2 w 8"/>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2" y="0"/>
                                            </a:moveTo>
                                            <a:lnTo>
                                              <a:pt x="1" y="2"/>
                                            </a:lnTo>
                                            <a:lnTo>
                                              <a:pt x="0" y="3"/>
                                            </a:lnTo>
                                            <a:lnTo>
                                              <a:pt x="0" y="5"/>
                                            </a:lnTo>
                                            <a:lnTo>
                                              <a:pt x="0" y="6"/>
                                            </a:lnTo>
                                            <a:lnTo>
                                              <a:pt x="0" y="8"/>
                                            </a:lnTo>
                                            <a:lnTo>
                                              <a:pt x="1" y="9"/>
                                            </a:lnTo>
                                            <a:lnTo>
                                              <a:pt x="2" y="9"/>
                                            </a:lnTo>
                                            <a:lnTo>
                                              <a:pt x="4" y="9"/>
                                            </a:lnTo>
                                            <a:lnTo>
                                              <a:pt x="5" y="9"/>
                                            </a:lnTo>
                                            <a:lnTo>
                                              <a:pt x="7" y="8"/>
                                            </a:lnTo>
                                            <a:lnTo>
                                              <a:pt x="8" y="6"/>
                                            </a:lnTo>
                                            <a:lnTo>
                                              <a:pt x="8" y="5"/>
                                            </a:lnTo>
                                            <a:lnTo>
                                              <a:pt x="7" y="3"/>
                                            </a:lnTo>
                                            <a:lnTo>
                                              <a:pt x="5" y="2"/>
                                            </a:lnTo>
                                            <a:lnTo>
                                              <a:pt x="4" y="0"/>
                                            </a:lnTo>
                                            <a:lnTo>
                                              <a:pt x="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96" name="Freeform 200"/>
                                      <p:cNvSpPr>
                                        <a:spLocks/>
                                      </p:cNvSpPr>
                                      <p:nvPr/>
                                    </p:nvSpPr>
                                    <p:spPr bwMode="auto">
                                      <a:xfrm>
                                        <a:off x="3747" y="1821"/>
                                        <a:ext cx="9" cy="9"/>
                                      </a:xfrm>
                                      <a:custGeom>
                                        <a:avLst/>
                                        <a:gdLst>
                                          <a:gd name="T0" fmla="*/ 5 w 9"/>
                                          <a:gd name="T1" fmla="*/ 0 h 9"/>
                                          <a:gd name="T2" fmla="*/ 3 w 9"/>
                                          <a:gd name="T3" fmla="*/ 1 h 9"/>
                                          <a:gd name="T4" fmla="*/ 2 w 9"/>
                                          <a:gd name="T5" fmla="*/ 3 h 9"/>
                                          <a:gd name="T6" fmla="*/ 0 w 9"/>
                                          <a:gd name="T7" fmla="*/ 4 h 9"/>
                                          <a:gd name="T8" fmla="*/ 0 w 9"/>
                                          <a:gd name="T9" fmla="*/ 6 h 9"/>
                                          <a:gd name="T10" fmla="*/ 2 w 9"/>
                                          <a:gd name="T11" fmla="*/ 7 h 9"/>
                                          <a:gd name="T12" fmla="*/ 3 w 9"/>
                                          <a:gd name="T13" fmla="*/ 9 h 9"/>
                                          <a:gd name="T14" fmla="*/ 5 w 9"/>
                                          <a:gd name="T15" fmla="*/ 9 h 9"/>
                                          <a:gd name="T16" fmla="*/ 6 w 9"/>
                                          <a:gd name="T17" fmla="*/ 9 h 9"/>
                                          <a:gd name="T18" fmla="*/ 6 w 9"/>
                                          <a:gd name="T19" fmla="*/ 9 h 9"/>
                                          <a:gd name="T20" fmla="*/ 8 w 9"/>
                                          <a:gd name="T21" fmla="*/ 9 h 9"/>
                                          <a:gd name="T22" fmla="*/ 9 w 9"/>
                                          <a:gd name="T23" fmla="*/ 7 h 9"/>
                                          <a:gd name="T24" fmla="*/ 9 w 9"/>
                                          <a:gd name="T25" fmla="*/ 6 h 9"/>
                                          <a:gd name="T26" fmla="*/ 9 w 9"/>
                                          <a:gd name="T27" fmla="*/ 4 h 9"/>
                                          <a:gd name="T28" fmla="*/ 9 w 9"/>
                                          <a:gd name="T29" fmla="*/ 3 h 9"/>
                                          <a:gd name="T30" fmla="*/ 8 w 9"/>
                                          <a:gd name="T31" fmla="*/ 1 h 9"/>
                                          <a:gd name="T32" fmla="*/ 6 w 9"/>
                                          <a:gd name="T33" fmla="*/ 0 h 9"/>
                                          <a:gd name="T34" fmla="*/ 5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5" y="0"/>
                                            </a:moveTo>
                                            <a:lnTo>
                                              <a:pt x="3" y="1"/>
                                            </a:lnTo>
                                            <a:lnTo>
                                              <a:pt x="2" y="3"/>
                                            </a:lnTo>
                                            <a:lnTo>
                                              <a:pt x="0" y="4"/>
                                            </a:lnTo>
                                            <a:lnTo>
                                              <a:pt x="0" y="6"/>
                                            </a:lnTo>
                                            <a:lnTo>
                                              <a:pt x="2" y="7"/>
                                            </a:lnTo>
                                            <a:lnTo>
                                              <a:pt x="3" y="9"/>
                                            </a:lnTo>
                                            <a:lnTo>
                                              <a:pt x="5" y="9"/>
                                            </a:lnTo>
                                            <a:lnTo>
                                              <a:pt x="6" y="9"/>
                                            </a:lnTo>
                                            <a:lnTo>
                                              <a:pt x="8" y="9"/>
                                            </a:lnTo>
                                            <a:lnTo>
                                              <a:pt x="9" y="7"/>
                                            </a:lnTo>
                                            <a:lnTo>
                                              <a:pt x="9" y="6"/>
                                            </a:lnTo>
                                            <a:lnTo>
                                              <a:pt x="9" y="4"/>
                                            </a:lnTo>
                                            <a:lnTo>
                                              <a:pt x="9" y="3"/>
                                            </a:lnTo>
                                            <a:lnTo>
                                              <a:pt x="8" y="1"/>
                                            </a:lnTo>
                                            <a:lnTo>
                                              <a:pt x="6" y="0"/>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97" name="Freeform 201"/>
                                      <p:cNvSpPr>
                                        <a:spLocks/>
                                      </p:cNvSpPr>
                                      <p:nvPr/>
                                    </p:nvSpPr>
                                    <p:spPr bwMode="auto">
                                      <a:xfrm>
                                        <a:off x="3765" y="1820"/>
                                        <a:ext cx="9" cy="8"/>
                                      </a:xfrm>
                                      <a:custGeom>
                                        <a:avLst/>
                                        <a:gdLst>
                                          <a:gd name="T0" fmla="*/ 6 w 9"/>
                                          <a:gd name="T1" fmla="*/ 0 h 8"/>
                                          <a:gd name="T2" fmla="*/ 4 w 9"/>
                                          <a:gd name="T3" fmla="*/ 0 h 8"/>
                                          <a:gd name="T4" fmla="*/ 3 w 9"/>
                                          <a:gd name="T5" fmla="*/ 0 h 8"/>
                                          <a:gd name="T6" fmla="*/ 1 w 9"/>
                                          <a:gd name="T7" fmla="*/ 1 h 8"/>
                                          <a:gd name="T8" fmla="*/ 0 w 9"/>
                                          <a:gd name="T9" fmla="*/ 2 h 8"/>
                                          <a:gd name="T10" fmla="*/ 0 w 9"/>
                                          <a:gd name="T11" fmla="*/ 4 h 8"/>
                                          <a:gd name="T12" fmla="*/ 1 w 9"/>
                                          <a:gd name="T13" fmla="*/ 5 h 8"/>
                                          <a:gd name="T14" fmla="*/ 3 w 9"/>
                                          <a:gd name="T15" fmla="*/ 7 h 8"/>
                                          <a:gd name="T16" fmla="*/ 4 w 9"/>
                                          <a:gd name="T17" fmla="*/ 8 h 8"/>
                                          <a:gd name="T18" fmla="*/ 4 w 9"/>
                                          <a:gd name="T19" fmla="*/ 8 h 8"/>
                                          <a:gd name="T20" fmla="*/ 6 w 9"/>
                                          <a:gd name="T21" fmla="*/ 8 h 8"/>
                                          <a:gd name="T22" fmla="*/ 7 w 9"/>
                                          <a:gd name="T23" fmla="*/ 7 h 8"/>
                                          <a:gd name="T24" fmla="*/ 9 w 9"/>
                                          <a:gd name="T25" fmla="*/ 5 h 8"/>
                                          <a:gd name="T26" fmla="*/ 9 w 9"/>
                                          <a:gd name="T27" fmla="*/ 4 h 8"/>
                                          <a:gd name="T28" fmla="*/ 9 w 9"/>
                                          <a:gd name="T29" fmla="*/ 2 h 8"/>
                                          <a:gd name="T30" fmla="*/ 9 w 9"/>
                                          <a:gd name="T31" fmla="*/ 1 h 8"/>
                                          <a:gd name="T32" fmla="*/ 7 w 9"/>
                                          <a:gd name="T33" fmla="*/ 0 h 8"/>
                                          <a:gd name="T34" fmla="*/ 6 w 9"/>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6" y="0"/>
                                            </a:moveTo>
                                            <a:lnTo>
                                              <a:pt x="4" y="0"/>
                                            </a:lnTo>
                                            <a:lnTo>
                                              <a:pt x="3" y="0"/>
                                            </a:lnTo>
                                            <a:lnTo>
                                              <a:pt x="1" y="1"/>
                                            </a:lnTo>
                                            <a:lnTo>
                                              <a:pt x="0" y="2"/>
                                            </a:lnTo>
                                            <a:lnTo>
                                              <a:pt x="0" y="4"/>
                                            </a:lnTo>
                                            <a:lnTo>
                                              <a:pt x="1" y="5"/>
                                            </a:lnTo>
                                            <a:lnTo>
                                              <a:pt x="3" y="7"/>
                                            </a:lnTo>
                                            <a:lnTo>
                                              <a:pt x="4" y="8"/>
                                            </a:lnTo>
                                            <a:lnTo>
                                              <a:pt x="6" y="8"/>
                                            </a:lnTo>
                                            <a:lnTo>
                                              <a:pt x="7" y="7"/>
                                            </a:lnTo>
                                            <a:lnTo>
                                              <a:pt x="9" y="5"/>
                                            </a:lnTo>
                                            <a:lnTo>
                                              <a:pt x="9" y="4"/>
                                            </a:lnTo>
                                            <a:lnTo>
                                              <a:pt x="9" y="2"/>
                                            </a:lnTo>
                                            <a:lnTo>
                                              <a:pt x="9" y="1"/>
                                            </a:lnTo>
                                            <a:lnTo>
                                              <a:pt x="7" y="0"/>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98" name="Freeform 202"/>
                                      <p:cNvSpPr>
                                        <a:spLocks/>
                                      </p:cNvSpPr>
                                      <p:nvPr/>
                                    </p:nvSpPr>
                                    <p:spPr bwMode="auto">
                                      <a:xfrm>
                                        <a:off x="3782" y="1820"/>
                                        <a:ext cx="9" cy="8"/>
                                      </a:xfrm>
                                      <a:custGeom>
                                        <a:avLst/>
                                        <a:gdLst>
                                          <a:gd name="T0" fmla="*/ 6 w 9"/>
                                          <a:gd name="T1" fmla="*/ 0 h 8"/>
                                          <a:gd name="T2" fmla="*/ 5 w 9"/>
                                          <a:gd name="T3" fmla="*/ 0 h 8"/>
                                          <a:gd name="T4" fmla="*/ 3 w 9"/>
                                          <a:gd name="T5" fmla="*/ 0 h 8"/>
                                          <a:gd name="T6" fmla="*/ 2 w 9"/>
                                          <a:gd name="T7" fmla="*/ 1 h 8"/>
                                          <a:gd name="T8" fmla="*/ 0 w 9"/>
                                          <a:gd name="T9" fmla="*/ 2 h 8"/>
                                          <a:gd name="T10" fmla="*/ 0 w 9"/>
                                          <a:gd name="T11" fmla="*/ 4 h 8"/>
                                          <a:gd name="T12" fmla="*/ 2 w 9"/>
                                          <a:gd name="T13" fmla="*/ 5 h 8"/>
                                          <a:gd name="T14" fmla="*/ 3 w 9"/>
                                          <a:gd name="T15" fmla="*/ 7 h 8"/>
                                          <a:gd name="T16" fmla="*/ 5 w 9"/>
                                          <a:gd name="T17" fmla="*/ 8 h 8"/>
                                          <a:gd name="T18" fmla="*/ 5 w 9"/>
                                          <a:gd name="T19" fmla="*/ 8 h 8"/>
                                          <a:gd name="T20" fmla="*/ 6 w 9"/>
                                          <a:gd name="T21" fmla="*/ 8 h 8"/>
                                          <a:gd name="T22" fmla="*/ 8 w 9"/>
                                          <a:gd name="T23" fmla="*/ 7 h 8"/>
                                          <a:gd name="T24" fmla="*/ 9 w 9"/>
                                          <a:gd name="T25" fmla="*/ 5 h 8"/>
                                          <a:gd name="T26" fmla="*/ 9 w 9"/>
                                          <a:gd name="T27" fmla="*/ 4 h 8"/>
                                          <a:gd name="T28" fmla="*/ 9 w 9"/>
                                          <a:gd name="T29" fmla="*/ 2 h 8"/>
                                          <a:gd name="T30" fmla="*/ 9 w 9"/>
                                          <a:gd name="T31" fmla="*/ 1 h 8"/>
                                          <a:gd name="T32" fmla="*/ 8 w 9"/>
                                          <a:gd name="T33" fmla="*/ 0 h 8"/>
                                          <a:gd name="T34" fmla="*/ 6 w 9"/>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6" y="0"/>
                                            </a:moveTo>
                                            <a:lnTo>
                                              <a:pt x="5" y="0"/>
                                            </a:lnTo>
                                            <a:lnTo>
                                              <a:pt x="3" y="0"/>
                                            </a:lnTo>
                                            <a:lnTo>
                                              <a:pt x="2" y="1"/>
                                            </a:lnTo>
                                            <a:lnTo>
                                              <a:pt x="0" y="2"/>
                                            </a:lnTo>
                                            <a:lnTo>
                                              <a:pt x="0" y="4"/>
                                            </a:lnTo>
                                            <a:lnTo>
                                              <a:pt x="2" y="5"/>
                                            </a:lnTo>
                                            <a:lnTo>
                                              <a:pt x="3" y="7"/>
                                            </a:lnTo>
                                            <a:lnTo>
                                              <a:pt x="5" y="8"/>
                                            </a:lnTo>
                                            <a:lnTo>
                                              <a:pt x="6" y="8"/>
                                            </a:lnTo>
                                            <a:lnTo>
                                              <a:pt x="8" y="7"/>
                                            </a:lnTo>
                                            <a:lnTo>
                                              <a:pt x="9" y="5"/>
                                            </a:lnTo>
                                            <a:lnTo>
                                              <a:pt x="9" y="4"/>
                                            </a:lnTo>
                                            <a:lnTo>
                                              <a:pt x="9" y="2"/>
                                            </a:lnTo>
                                            <a:lnTo>
                                              <a:pt x="9" y="1"/>
                                            </a:lnTo>
                                            <a:lnTo>
                                              <a:pt x="8" y="0"/>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99" name="Freeform 203"/>
                                      <p:cNvSpPr>
                                        <a:spLocks/>
                                      </p:cNvSpPr>
                                      <p:nvPr/>
                                    </p:nvSpPr>
                                    <p:spPr bwMode="auto">
                                      <a:xfrm>
                                        <a:off x="3800" y="1822"/>
                                        <a:ext cx="8" cy="9"/>
                                      </a:xfrm>
                                      <a:custGeom>
                                        <a:avLst/>
                                        <a:gdLst>
                                          <a:gd name="T0" fmla="*/ 6 w 8"/>
                                          <a:gd name="T1" fmla="*/ 0 h 9"/>
                                          <a:gd name="T2" fmla="*/ 4 w 8"/>
                                          <a:gd name="T3" fmla="*/ 0 h 9"/>
                                          <a:gd name="T4" fmla="*/ 3 w 8"/>
                                          <a:gd name="T5" fmla="*/ 0 h 9"/>
                                          <a:gd name="T6" fmla="*/ 1 w 8"/>
                                          <a:gd name="T7" fmla="*/ 2 h 9"/>
                                          <a:gd name="T8" fmla="*/ 0 w 8"/>
                                          <a:gd name="T9" fmla="*/ 3 h 9"/>
                                          <a:gd name="T10" fmla="*/ 0 w 8"/>
                                          <a:gd name="T11" fmla="*/ 5 h 9"/>
                                          <a:gd name="T12" fmla="*/ 1 w 8"/>
                                          <a:gd name="T13" fmla="*/ 6 h 9"/>
                                          <a:gd name="T14" fmla="*/ 3 w 8"/>
                                          <a:gd name="T15" fmla="*/ 8 h 9"/>
                                          <a:gd name="T16" fmla="*/ 4 w 8"/>
                                          <a:gd name="T17" fmla="*/ 9 h 9"/>
                                          <a:gd name="T18" fmla="*/ 4 w 8"/>
                                          <a:gd name="T19" fmla="*/ 9 h 9"/>
                                          <a:gd name="T20" fmla="*/ 6 w 8"/>
                                          <a:gd name="T21" fmla="*/ 9 h 9"/>
                                          <a:gd name="T22" fmla="*/ 7 w 8"/>
                                          <a:gd name="T23" fmla="*/ 8 h 9"/>
                                          <a:gd name="T24" fmla="*/ 8 w 8"/>
                                          <a:gd name="T25" fmla="*/ 6 h 9"/>
                                          <a:gd name="T26" fmla="*/ 8 w 8"/>
                                          <a:gd name="T27" fmla="*/ 5 h 9"/>
                                          <a:gd name="T28" fmla="*/ 8 w 8"/>
                                          <a:gd name="T29" fmla="*/ 3 h 9"/>
                                          <a:gd name="T30" fmla="*/ 8 w 8"/>
                                          <a:gd name="T31" fmla="*/ 2 h 9"/>
                                          <a:gd name="T32" fmla="*/ 7 w 8"/>
                                          <a:gd name="T33" fmla="*/ 0 h 9"/>
                                          <a:gd name="T34" fmla="*/ 6 w 8"/>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6" y="0"/>
                                            </a:moveTo>
                                            <a:lnTo>
                                              <a:pt x="4" y="0"/>
                                            </a:lnTo>
                                            <a:lnTo>
                                              <a:pt x="3" y="0"/>
                                            </a:lnTo>
                                            <a:lnTo>
                                              <a:pt x="1" y="2"/>
                                            </a:lnTo>
                                            <a:lnTo>
                                              <a:pt x="0" y="3"/>
                                            </a:lnTo>
                                            <a:lnTo>
                                              <a:pt x="0" y="5"/>
                                            </a:lnTo>
                                            <a:lnTo>
                                              <a:pt x="1" y="6"/>
                                            </a:lnTo>
                                            <a:lnTo>
                                              <a:pt x="3" y="8"/>
                                            </a:lnTo>
                                            <a:lnTo>
                                              <a:pt x="4" y="9"/>
                                            </a:lnTo>
                                            <a:lnTo>
                                              <a:pt x="6" y="9"/>
                                            </a:lnTo>
                                            <a:lnTo>
                                              <a:pt x="7" y="8"/>
                                            </a:lnTo>
                                            <a:lnTo>
                                              <a:pt x="8" y="6"/>
                                            </a:lnTo>
                                            <a:lnTo>
                                              <a:pt x="8" y="5"/>
                                            </a:lnTo>
                                            <a:lnTo>
                                              <a:pt x="8" y="3"/>
                                            </a:lnTo>
                                            <a:lnTo>
                                              <a:pt x="8" y="2"/>
                                            </a:lnTo>
                                            <a:lnTo>
                                              <a:pt x="7" y="0"/>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00" name="Freeform 204"/>
                                      <p:cNvSpPr>
                                        <a:spLocks/>
                                      </p:cNvSpPr>
                                      <p:nvPr/>
                                    </p:nvSpPr>
                                    <p:spPr bwMode="auto">
                                      <a:xfrm>
                                        <a:off x="3817" y="1827"/>
                                        <a:ext cx="9" cy="9"/>
                                      </a:xfrm>
                                      <a:custGeom>
                                        <a:avLst/>
                                        <a:gdLst>
                                          <a:gd name="T0" fmla="*/ 5 w 9"/>
                                          <a:gd name="T1" fmla="*/ 0 h 9"/>
                                          <a:gd name="T2" fmla="*/ 3 w 9"/>
                                          <a:gd name="T3" fmla="*/ 0 h 9"/>
                                          <a:gd name="T4" fmla="*/ 2 w 9"/>
                                          <a:gd name="T5" fmla="*/ 0 h 9"/>
                                          <a:gd name="T6" fmla="*/ 0 w 9"/>
                                          <a:gd name="T7" fmla="*/ 1 h 9"/>
                                          <a:gd name="T8" fmla="*/ 0 w 9"/>
                                          <a:gd name="T9" fmla="*/ 3 h 9"/>
                                          <a:gd name="T10" fmla="*/ 0 w 9"/>
                                          <a:gd name="T11" fmla="*/ 4 h 9"/>
                                          <a:gd name="T12" fmla="*/ 0 w 9"/>
                                          <a:gd name="T13" fmla="*/ 6 h 9"/>
                                          <a:gd name="T14" fmla="*/ 2 w 9"/>
                                          <a:gd name="T15" fmla="*/ 7 h 9"/>
                                          <a:gd name="T16" fmla="*/ 3 w 9"/>
                                          <a:gd name="T17" fmla="*/ 9 h 9"/>
                                          <a:gd name="T18" fmla="*/ 3 w 9"/>
                                          <a:gd name="T19" fmla="*/ 9 h 9"/>
                                          <a:gd name="T20" fmla="*/ 5 w 9"/>
                                          <a:gd name="T21" fmla="*/ 9 h 9"/>
                                          <a:gd name="T22" fmla="*/ 6 w 9"/>
                                          <a:gd name="T23" fmla="*/ 7 h 9"/>
                                          <a:gd name="T24" fmla="*/ 7 w 9"/>
                                          <a:gd name="T25" fmla="*/ 6 h 9"/>
                                          <a:gd name="T26" fmla="*/ 9 w 9"/>
                                          <a:gd name="T27" fmla="*/ 4 h 9"/>
                                          <a:gd name="T28" fmla="*/ 9 w 9"/>
                                          <a:gd name="T29" fmla="*/ 3 h 9"/>
                                          <a:gd name="T30" fmla="*/ 7 w 9"/>
                                          <a:gd name="T31" fmla="*/ 1 h 9"/>
                                          <a:gd name="T32" fmla="*/ 6 w 9"/>
                                          <a:gd name="T33" fmla="*/ 0 h 9"/>
                                          <a:gd name="T34" fmla="*/ 5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5" y="0"/>
                                            </a:moveTo>
                                            <a:lnTo>
                                              <a:pt x="3" y="0"/>
                                            </a:lnTo>
                                            <a:lnTo>
                                              <a:pt x="2" y="0"/>
                                            </a:lnTo>
                                            <a:lnTo>
                                              <a:pt x="0" y="1"/>
                                            </a:lnTo>
                                            <a:lnTo>
                                              <a:pt x="0" y="3"/>
                                            </a:lnTo>
                                            <a:lnTo>
                                              <a:pt x="0" y="4"/>
                                            </a:lnTo>
                                            <a:lnTo>
                                              <a:pt x="0" y="6"/>
                                            </a:lnTo>
                                            <a:lnTo>
                                              <a:pt x="2" y="7"/>
                                            </a:lnTo>
                                            <a:lnTo>
                                              <a:pt x="3" y="9"/>
                                            </a:lnTo>
                                            <a:lnTo>
                                              <a:pt x="5" y="9"/>
                                            </a:lnTo>
                                            <a:lnTo>
                                              <a:pt x="6" y="7"/>
                                            </a:lnTo>
                                            <a:lnTo>
                                              <a:pt x="7" y="6"/>
                                            </a:lnTo>
                                            <a:lnTo>
                                              <a:pt x="9" y="4"/>
                                            </a:lnTo>
                                            <a:lnTo>
                                              <a:pt x="9" y="3"/>
                                            </a:lnTo>
                                            <a:lnTo>
                                              <a:pt x="7" y="1"/>
                                            </a:lnTo>
                                            <a:lnTo>
                                              <a:pt x="6" y="0"/>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01" name="Freeform 205"/>
                                      <p:cNvSpPr>
                                        <a:spLocks/>
                                      </p:cNvSpPr>
                                      <p:nvPr/>
                                    </p:nvSpPr>
                                    <p:spPr bwMode="auto">
                                      <a:xfrm>
                                        <a:off x="3833" y="1833"/>
                                        <a:ext cx="9" cy="8"/>
                                      </a:xfrm>
                                      <a:custGeom>
                                        <a:avLst/>
                                        <a:gdLst>
                                          <a:gd name="T0" fmla="*/ 5 w 9"/>
                                          <a:gd name="T1" fmla="*/ 0 h 8"/>
                                          <a:gd name="T2" fmla="*/ 3 w 9"/>
                                          <a:gd name="T3" fmla="*/ 0 h 8"/>
                                          <a:gd name="T4" fmla="*/ 2 w 9"/>
                                          <a:gd name="T5" fmla="*/ 1 h 8"/>
                                          <a:gd name="T6" fmla="*/ 0 w 9"/>
                                          <a:gd name="T7" fmla="*/ 3 h 8"/>
                                          <a:gd name="T8" fmla="*/ 0 w 9"/>
                                          <a:gd name="T9" fmla="*/ 4 h 8"/>
                                          <a:gd name="T10" fmla="*/ 0 w 9"/>
                                          <a:gd name="T11" fmla="*/ 5 h 8"/>
                                          <a:gd name="T12" fmla="*/ 0 w 9"/>
                                          <a:gd name="T13" fmla="*/ 7 h 8"/>
                                          <a:gd name="T14" fmla="*/ 2 w 9"/>
                                          <a:gd name="T15" fmla="*/ 8 h 8"/>
                                          <a:gd name="T16" fmla="*/ 3 w 9"/>
                                          <a:gd name="T17" fmla="*/ 8 h 8"/>
                                          <a:gd name="T18" fmla="*/ 3 w 9"/>
                                          <a:gd name="T19" fmla="*/ 8 h 8"/>
                                          <a:gd name="T20" fmla="*/ 5 w 9"/>
                                          <a:gd name="T21" fmla="*/ 8 h 8"/>
                                          <a:gd name="T22" fmla="*/ 6 w 9"/>
                                          <a:gd name="T23" fmla="*/ 8 h 8"/>
                                          <a:gd name="T24" fmla="*/ 7 w 9"/>
                                          <a:gd name="T25" fmla="*/ 7 h 8"/>
                                          <a:gd name="T26" fmla="*/ 9 w 9"/>
                                          <a:gd name="T27" fmla="*/ 5 h 8"/>
                                          <a:gd name="T28" fmla="*/ 9 w 9"/>
                                          <a:gd name="T29" fmla="*/ 4 h 8"/>
                                          <a:gd name="T30" fmla="*/ 7 w 9"/>
                                          <a:gd name="T31" fmla="*/ 3 h 8"/>
                                          <a:gd name="T32" fmla="*/ 6 w 9"/>
                                          <a:gd name="T33" fmla="*/ 1 h 8"/>
                                          <a:gd name="T34" fmla="*/ 5 w 9"/>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5" y="0"/>
                                            </a:moveTo>
                                            <a:lnTo>
                                              <a:pt x="3" y="0"/>
                                            </a:lnTo>
                                            <a:lnTo>
                                              <a:pt x="2" y="1"/>
                                            </a:lnTo>
                                            <a:lnTo>
                                              <a:pt x="0" y="3"/>
                                            </a:lnTo>
                                            <a:lnTo>
                                              <a:pt x="0" y="4"/>
                                            </a:lnTo>
                                            <a:lnTo>
                                              <a:pt x="0" y="5"/>
                                            </a:lnTo>
                                            <a:lnTo>
                                              <a:pt x="0" y="7"/>
                                            </a:lnTo>
                                            <a:lnTo>
                                              <a:pt x="2" y="8"/>
                                            </a:lnTo>
                                            <a:lnTo>
                                              <a:pt x="3" y="8"/>
                                            </a:lnTo>
                                            <a:lnTo>
                                              <a:pt x="5" y="8"/>
                                            </a:lnTo>
                                            <a:lnTo>
                                              <a:pt x="6" y="8"/>
                                            </a:lnTo>
                                            <a:lnTo>
                                              <a:pt x="7" y="7"/>
                                            </a:lnTo>
                                            <a:lnTo>
                                              <a:pt x="9" y="5"/>
                                            </a:lnTo>
                                            <a:lnTo>
                                              <a:pt x="9" y="4"/>
                                            </a:lnTo>
                                            <a:lnTo>
                                              <a:pt x="7" y="3"/>
                                            </a:lnTo>
                                            <a:lnTo>
                                              <a:pt x="6"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02" name="Freeform 206"/>
                                      <p:cNvSpPr>
                                        <a:spLocks/>
                                      </p:cNvSpPr>
                                      <p:nvPr/>
                                    </p:nvSpPr>
                                    <p:spPr bwMode="auto">
                                      <a:xfrm>
                                        <a:off x="3849" y="1840"/>
                                        <a:ext cx="9" cy="9"/>
                                      </a:xfrm>
                                      <a:custGeom>
                                        <a:avLst/>
                                        <a:gdLst>
                                          <a:gd name="T0" fmla="*/ 5 w 9"/>
                                          <a:gd name="T1" fmla="*/ 0 h 9"/>
                                          <a:gd name="T2" fmla="*/ 3 w 9"/>
                                          <a:gd name="T3" fmla="*/ 0 h 9"/>
                                          <a:gd name="T4" fmla="*/ 2 w 9"/>
                                          <a:gd name="T5" fmla="*/ 0 h 9"/>
                                          <a:gd name="T6" fmla="*/ 0 w 9"/>
                                          <a:gd name="T7" fmla="*/ 1 h 9"/>
                                          <a:gd name="T8" fmla="*/ 0 w 9"/>
                                          <a:gd name="T9" fmla="*/ 3 h 9"/>
                                          <a:gd name="T10" fmla="*/ 0 w 9"/>
                                          <a:gd name="T11" fmla="*/ 4 h 9"/>
                                          <a:gd name="T12" fmla="*/ 0 w 9"/>
                                          <a:gd name="T13" fmla="*/ 6 h 9"/>
                                          <a:gd name="T14" fmla="*/ 2 w 9"/>
                                          <a:gd name="T15" fmla="*/ 7 h 9"/>
                                          <a:gd name="T16" fmla="*/ 3 w 9"/>
                                          <a:gd name="T17" fmla="*/ 9 h 9"/>
                                          <a:gd name="T18" fmla="*/ 3 w 9"/>
                                          <a:gd name="T19" fmla="*/ 9 h 9"/>
                                          <a:gd name="T20" fmla="*/ 5 w 9"/>
                                          <a:gd name="T21" fmla="*/ 9 h 9"/>
                                          <a:gd name="T22" fmla="*/ 6 w 9"/>
                                          <a:gd name="T23" fmla="*/ 7 h 9"/>
                                          <a:gd name="T24" fmla="*/ 7 w 9"/>
                                          <a:gd name="T25" fmla="*/ 6 h 9"/>
                                          <a:gd name="T26" fmla="*/ 9 w 9"/>
                                          <a:gd name="T27" fmla="*/ 4 h 9"/>
                                          <a:gd name="T28" fmla="*/ 9 w 9"/>
                                          <a:gd name="T29" fmla="*/ 3 h 9"/>
                                          <a:gd name="T30" fmla="*/ 7 w 9"/>
                                          <a:gd name="T31" fmla="*/ 1 h 9"/>
                                          <a:gd name="T32" fmla="*/ 6 w 9"/>
                                          <a:gd name="T33" fmla="*/ 0 h 9"/>
                                          <a:gd name="T34" fmla="*/ 5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5" y="0"/>
                                            </a:moveTo>
                                            <a:lnTo>
                                              <a:pt x="3" y="0"/>
                                            </a:lnTo>
                                            <a:lnTo>
                                              <a:pt x="2" y="0"/>
                                            </a:lnTo>
                                            <a:lnTo>
                                              <a:pt x="0" y="1"/>
                                            </a:lnTo>
                                            <a:lnTo>
                                              <a:pt x="0" y="3"/>
                                            </a:lnTo>
                                            <a:lnTo>
                                              <a:pt x="0" y="4"/>
                                            </a:lnTo>
                                            <a:lnTo>
                                              <a:pt x="0" y="6"/>
                                            </a:lnTo>
                                            <a:lnTo>
                                              <a:pt x="2" y="7"/>
                                            </a:lnTo>
                                            <a:lnTo>
                                              <a:pt x="3" y="9"/>
                                            </a:lnTo>
                                            <a:lnTo>
                                              <a:pt x="5" y="9"/>
                                            </a:lnTo>
                                            <a:lnTo>
                                              <a:pt x="6" y="7"/>
                                            </a:lnTo>
                                            <a:lnTo>
                                              <a:pt x="7" y="6"/>
                                            </a:lnTo>
                                            <a:lnTo>
                                              <a:pt x="9" y="4"/>
                                            </a:lnTo>
                                            <a:lnTo>
                                              <a:pt x="9" y="3"/>
                                            </a:lnTo>
                                            <a:lnTo>
                                              <a:pt x="7" y="1"/>
                                            </a:lnTo>
                                            <a:lnTo>
                                              <a:pt x="6" y="0"/>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03" name="Freeform 207"/>
                                      <p:cNvSpPr>
                                        <a:spLocks/>
                                      </p:cNvSpPr>
                                      <p:nvPr/>
                                    </p:nvSpPr>
                                    <p:spPr bwMode="auto">
                                      <a:xfrm>
                                        <a:off x="3865" y="1847"/>
                                        <a:ext cx="9" cy="9"/>
                                      </a:xfrm>
                                      <a:custGeom>
                                        <a:avLst/>
                                        <a:gdLst>
                                          <a:gd name="T0" fmla="*/ 4 w 9"/>
                                          <a:gd name="T1" fmla="*/ 0 h 9"/>
                                          <a:gd name="T2" fmla="*/ 3 w 9"/>
                                          <a:gd name="T3" fmla="*/ 0 h 9"/>
                                          <a:gd name="T4" fmla="*/ 2 w 9"/>
                                          <a:gd name="T5" fmla="*/ 0 h 9"/>
                                          <a:gd name="T6" fmla="*/ 0 w 9"/>
                                          <a:gd name="T7" fmla="*/ 2 h 9"/>
                                          <a:gd name="T8" fmla="*/ 0 w 9"/>
                                          <a:gd name="T9" fmla="*/ 3 h 9"/>
                                          <a:gd name="T10" fmla="*/ 0 w 9"/>
                                          <a:gd name="T11" fmla="*/ 4 h 9"/>
                                          <a:gd name="T12" fmla="*/ 0 w 9"/>
                                          <a:gd name="T13" fmla="*/ 6 h 9"/>
                                          <a:gd name="T14" fmla="*/ 2 w 9"/>
                                          <a:gd name="T15" fmla="*/ 7 h 9"/>
                                          <a:gd name="T16" fmla="*/ 3 w 9"/>
                                          <a:gd name="T17" fmla="*/ 9 h 9"/>
                                          <a:gd name="T18" fmla="*/ 3 w 9"/>
                                          <a:gd name="T19" fmla="*/ 9 h 9"/>
                                          <a:gd name="T20" fmla="*/ 4 w 9"/>
                                          <a:gd name="T21" fmla="*/ 9 h 9"/>
                                          <a:gd name="T22" fmla="*/ 6 w 9"/>
                                          <a:gd name="T23" fmla="*/ 7 h 9"/>
                                          <a:gd name="T24" fmla="*/ 7 w 9"/>
                                          <a:gd name="T25" fmla="*/ 6 h 9"/>
                                          <a:gd name="T26" fmla="*/ 9 w 9"/>
                                          <a:gd name="T27" fmla="*/ 4 h 9"/>
                                          <a:gd name="T28" fmla="*/ 9 w 9"/>
                                          <a:gd name="T29" fmla="*/ 3 h 9"/>
                                          <a:gd name="T30" fmla="*/ 7 w 9"/>
                                          <a:gd name="T31" fmla="*/ 2 h 9"/>
                                          <a:gd name="T32" fmla="*/ 6 w 9"/>
                                          <a:gd name="T33" fmla="*/ 0 h 9"/>
                                          <a:gd name="T34" fmla="*/ 4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4" y="0"/>
                                            </a:moveTo>
                                            <a:lnTo>
                                              <a:pt x="3" y="0"/>
                                            </a:lnTo>
                                            <a:lnTo>
                                              <a:pt x="2" y="0"/>
                                            </a:lnTo>
                                            <a:lnTo>
                                              <a:pt x="0" y="2"/>
                                            </a:lnTo>
                                            <a:lnTo>
                                              <a:pt x="0" y="3"/>
                                            </a:lnTo>
                                            <a:lnTo>
                                              <a:pt x="0" y="4"/>
                                            </a:lnTo>
                                            <a:lnTo>
                                              <a:pt x="0" y="6"/>
                                            </a:lnTo>
                                            <a:lnTo>
                                              <a:pt x="2" y="7"/>
                                            </a:lnTo>
                                            <a:lnTo>
                                              <a:pt x="3" y="9"/>
                                            </a:lnTo>
                                            <a:lnTo>
                                              <a:pt x="4" y="9"/>
                                            </a:lnTo>
                                            <a:lnTo>
                                              <a:pt x="6" y="7"/>
                                            </a:lnTo>
                                            <a:lnTo>
                                              <a:pt x="7" y="6"/>
                                            </a:lnTo>
                                            <a:lnTo>
                                              <a:pt x="9" y="4"/>
                                            </a:lnTo>
                                            <a:lnTo>
                                              <a:pt x="9" y="3"/>
                                            </a:lnTo>
                                            <a:lnTo>
                                              <a:pt x="7" y="2"/>
                                            </a:lnTo>
                                            <a:lnTo>
                                              <a:pt x="6"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04" name="Freeform 208"/>
                                      <p:cNvSpPr>
                                        <a:spLocks/>
                                      </p:cNvSpPr>
                                      <p:nvPr/>
                                    </p:nvSpPr>
                                    <p:spPr bwMode="auto">
                                      <a:xfrm>
                                        <a:off x="3881" y="1854"/>
                                        <a:ext cx="9" cy="9"/>
                                      </a:xfrm>
                                      <a:custGeom>
                                        <a:avLst/>
                                        <a:gdLst>
                                          <a:gd name="T0" fmla="*/ 6 w 9"/>
                                          <a:gd name="T1" fmla="*/ 0 h 9"/>
                                          <a:gd name="T2" fmla="*/ 4 w 9"/>
                                          <a:gd name="T3" fmla="*/ 0 h 9"/>
                                          <a:gd name="T4" fmla="*/ 3 w 9"/>
                                          <a:gd name="T5" fmla="*/ 0 h 9"/>
                                          <a:gd name="T6" fmla="*/ 2 w 9"/>
                                          <a:gd name="T7" fmla="*/ 0 h 9"/>
                                          <a:gd name="T8" fmla="*/ 0 w 9"/>
                                          <a:gd name="T9" fmla="*/ 2 h 9"/>
                                          <a:gd name="T10" fmla="*/ 0 w 9"/>
                                          <a:gd name="T11" fmla="*/ 3 h 9"/>
                                          <a:gd name="T12" fmla="*/ 0 w 9"/>
                                          <a:gd name="T13" fmla="*/ 5 h 9"/>
                                          <a:gd name="T14" fmla="*/ 0 w 9"/>
                                          <a:gd name="T15" fmla="*/ 6 h 9"/>
                                          <a:gd name="T16" fmla="*/ 2 w 9"/>
                                          <a:gd name="T17" fmla="*/ 8 h 9"/>
                                          <a:gd name="T18" fmla="*/ 2 w 9"/>
                                          <a:gd name="T19" fmla="*/ 8 h 9"/>
                                          <a:gd name="T20" fmla="*/ 3 w 9"/>
                                          <a:gd name="T21" fmla="*/ 9 h 9"/>
                                          <a:gd name="T22" fmla="*/ 4 w 9"/>
                                          <a:gd name="T23" fmla="*/ 9 h 9"/>
                                          <a:gd name="T24" fmla="*/ 6 w 9"/>
                                          <a:gd name="T25" fmla="*/ 8 h 9"/>
                                          <a:gd name="T26" fmla="*/ 7 w 9"/>
                                          <a:gd name="T27" fmla="*/ 6 h 9"/>
                                          <a:gd name="T28" fmla="*/ 9 w 9"/>
                                          <a:gd name="T29" fmla="*/ 5 h 9"/>
                                          <a:gd name="T30" fmla="*/ 9 w 9"/>
                                          <a:gd name="T31" fmla="*/ 3 h 9"/>
                                          <a:gd name="T32" fmla="*/ 7 w 9"/>
                                          <a:gd name="T33" fmla="*/ 2 h 9"/>
                                          <a:gd name="T34" fmla="*/ 6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6" y="0"/>
                                            </a:moveTo>
                                            <a:lnTo>
                                              <a:pt x="4" y="0"/>
                                            </a:lnTo>
                                            <a:lnTo>
                                              <a:pt x="3" y="0"/>
                                            </a:lnTo>
                                            <a:lnTo>
                                              <a:pt x="2" y="0"/>
                                            </a:lnTo>
                                            <a:lnTo>
                                              <a:pt x="0" y="2"/>
                                            </a:lnTo>
                                            <a:lnTo>
                                              <a:pt x="0" y="3"/>
                                            </a:lnTo>
                                            <a:lnTo>
                                              <a:pt x="0" y="5"/>
                                            </a:lnTo>
                                            <a:lnTo>
                                              <a:pt x="0" y="6"/>
                                            </a:lnTo>
                                            <a:lnTo>
                                              <a:pt x="2" y="8"/>
                                            </a:lnTo>
                                            <a:lnTo>
                                              <a:pt x="3" y="9"/>
                                            </a:lnTo>
                                            <a:lnTo>
                                              <a:pt x="4" y="9"/>
                                            </a:lnTo>
                                            <a:lnTo>
                                              <a:pt x="6" y="8"/>
                                            </a:lnTo>
                                            <a:lnTo>
                                              <a:pt x="7" y="6"/>
                                            </a:lnTo>
                                            <a:lnTo>
                                              <a:pt x="9" y="5"/>
                                            </a:lnTo>
                                            <a:lnTo>
                                              <a:pt x="9" y="3"/>
                                            </a:lnTo>
                                            <a:lnTo>
                                              <a:pt x="7" y="2"/>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05" name="Freeform 209"/>
                                      <p:cNvSpPr>
                                        <a:spLocks/>
                                      </p:cNvSpPr>
                                      <p:nvPr/>
                                    </p:nvSpPr>
                                    <p:spPr bwMode="auto">
                                      <a:xfrm>
                                        <a:off x="3896" y="1862"/>
                                        <a:ext cx="8" cy="8"/>
                                      </a:xfrm>
                                      <a:custGeom>
                                        <a:avLst/>
                                        <a:gdLst>
                                          <a:gd name="T0" fmla="*/ 7 w 8"/>
                                          <a:gd name="T1" fmla="*/ 1 h 8"/>
                                          <a:gd name="T2" fmla="*/ 5 w 8"/>
                                          <a:gd name="T3" fmla="*/ 0 h 8"/>
                                          <a:gd name="T4" fmla="*/ 4 w 8"/>
                                          <a:gd name="T5" fmla="*/ 0 h 8"/>
                                          <a:gd name="T6" fmla="*/ 3 w 8"/>
                                          <a:gd name="T7" fmla="*/ 1 h 8"/>
                                          <a:gd name="T8" fmla="*/ 1 w 8"/>
                                          <a:gd name="T9" fmla="*/ 3 h 8"/>
                                          <a:gd name="T10" fmla="*/ 0 w 8"/>
                                          <a:gd name="T11" fmla="*/ 4 h 8"/>
                                          <a:gd name="T12" fmla="*/ 0 w 8"/>
                                          <a:gd name="T13" fmla="*/ 5 h 8"/>
                                          <a:gd name="T14" fmla="*/ 1 w 8"/>
                                          <a:gd name="T15" fmla="*/ 7 h 8"/>
                                          <a:gd name="T16" fmla="*/ 3 w 8"/>
                                          <a:gd name="T17" fmla="*/ 8 h 8"/>
                                          <a:gd name="T18" fmla="*/ 3 w 8"/>
                                          <a:gd name="T19" fmla="*/ 8 h 8"/>
                                          <a:gd name="T20" fmla="*/ 4 w 8"/>
                                          <a:gd name="T21" fmla="*/ 8 h 8"/>
                                          <a:gd name="T22" fmla="*/ 5 w 8"/>
                                          <a:gd name="T23" fmla="*/ 8 h 8"/>
                                          <a:gd name="T24" fmla="*/ 7 w 8"/>
                                          <a:gd name="T25" fmla="*/ 8 h 8"/>
                                          <a:gd name="T26" fmla="*/ 8 w 8"/>
                                          <a:gd name="T27" fmla="*/ 7 h 8"/>
                                          <a:gd name="T28" fmla="*/ 8 w 8"/>
                                          <a:gd name="T29" fmla="*/ 5 h 8"/>
                                          <a:gd name="T30" fmla="*/ 8 w 8"/>
                                          <a:gd name="T31" fmla="*/ 4 h 8"/>
                                          <a:gd name="T32" fmla="*/ 8 w 8"/>
                                          <a:gd name="T33" fmla="*/ 3 h 8"/>
                                          <a:gd name="T34" fmla="*/ 7 w 8"/>
                                          <a:gd name="T35" fmla="*/ 1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8"/>
                                          <a:gd name="T56" fmla="*/ 8 w 8"/>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8">
                                            <a:moveTo>
                                              <a:pt x="7" y="1"/>
                                            </a:moveTo>
                                            <a:lnTo>
                                              <a:pt x="5" y="0"/>
                                            </a:lnTo>
                                            <a:lnTo>
                                              <a:pt x="4" y="0"/>
                                            </a:lnTo>
                                            <a:lnTo>
                                              <a:pt x="3" y="1"/>
                                            </a:lnTo>
                                            <a:lnTo>
                                              <a:pt x="1" y="3"/>
                                            </a:lnTo>
                                            <a:lnTo>
                                              <a:pt x="0" y="4"/>
                                            </a:lnTo>
                                            <a:lnTo>
                                              <a:pt x="0" y="5"/>
                                            </a:lnTo>
                                            <a:lnTo>
                                              <a:pt x="1" y="7"/>
                                            </a:lnTo>
                                            <a:lnTo>
                                              <a:pt x="3" y="8"/>
                                            </a:lnTo>
                                            <a:lnTo>
                                              <a:pt x="4" y="8"/>
                                            </a:lnTo>
                                            <a:lnTo>
                                              <a:pt x="5" y="8"/>
                                            </a:lnTo>
                                            <a:lnTo>
                                              <a:pt x="7" y="8"/>
                                            </a:lnTo>
                                            <a:lnTo>
                                              <a:pt x="8" y="7"/>
                                            </a:lnTo>
                                            <a:lnTo>
                                              <a:pt x="8" y="5"/>
                                            </a:lnTo>
                                            <a:lnTo>
                                              <a:pt x="8" y="4"/>
                                            </a:lnTo>
                                            <a:lnTo>
                                              <a:pt x="8" y="3"/>
                                            </a:lnTo>
                                            <a:lnTo>
                                              <a:pt x="7"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06" name="Freeform 210"/>
                                      <p:cNvSpPr>
                                        <a:spLocks/>
                                      </p:cNvSpPr>
                                      <p:nvPr/>
                                    </p:nvSpPr>
                                    <p:spPr bwMode="auto">
                                      <a:xfrm>
                                        <a:off x="3912" y="1870"/>
                                        <a:ext cx="8" cy="9"/>
                                      </a:xfrm>
                                      <a:custGeom>
                                        <a:avLst/>
                                        <a:gdLst>
                                          <a:gd name="T0" fmla="*/ 5 w 8"/>
                                          <a:gd name="T1" fmla="*/ 2 h 9"/>
                                          <a:gd name="T2" fmla="*/ 4 w 8"/>
                                          <a:gd name="T3" fmla="*/ 0 h 9"/>
                                          <a:gd name="T4" fmla="*/ 3 w 8"/>
                                          <a:gd name="T5" fmla="*/ 0 h 9"/>
                                          <a:gd name="T6" fmla="*/ 1 w 8"/>
                                          <a:gd name="T7" fmla="*/ 2 h 9"/>
                                          <a:gd name="T8" fmla="*/ 0 w 8"/>
                                          <a:gd name="T9" fmla="*/ 3 h 9"/>
                                          <a:gd name="T10" fmla="*/ 0 w 8"/>
                                          <a:gd name="T11" fmla="*/ 5 h 9"/>
                                          <a:gd name="T12" fmla="*/ 0 w 8"/>
                                          <a:gd name="T13" fmla="*/ 6 h 9"/>
                                          <a:gd name="T14" fmla="*/ 0 w 8"/>
                                          <a:gd name="T15" fmla="*/ 8 h 9"/>
                                          <a:gd name="T16" fmla="*/ 1 w 8"/>
                                          <a:gd name="T17" fmla="*/ 9 h 9"/>
                                          <a:gd name="T18" fmla="*/ 1 w 8"/>
                                          <a:gd name="T19" fmla="*/ 9 h 9"/>
                                          <a:gd name="T20" fmla="*/ 3 w 8"/>
                                          <a:gd name="T21" fmla="*/ 9 h 9"/>
                                          <a:gd name="T22" fmla="*/ 4 w 8"/>
                                          <a:gd name="T23" fmla="*/ 9 h 9"/>
                                          <a:gd name="T24" fmla="*/ 5 w 8"/>
                                          <a:gd name="T25" fmla="*/ 9 h 9"/>
                                          <a:gd name="T26" fmla="*/ 7 w 8"/>
                                          <a:gd name="T27" fmla="*/ 8 h 9"/>
                                          <a:gd name="T28" fmla="*/ 8 w 8"/>
                                          <a:gd name="T29" fmla="*/ 6 h 9"/>
                                          <a:gd name="T30" fmla="*/ 8 w 8"/>
                                          <a:gd name="T31" fmla="*/ 5 h 9"/>
                                          <a:gd name="T32" fmla="*/ 7 w 8"/>
                                          <a:gd name="T33" fmla="*/ 3 h 9"/>
                                          <a:gd name="T34" fmla="*/ 5 w 8"/>
                                          <a:gd name="T35" fmla="*/ 2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5" y="2"/>
                                            </a:moveTo>
                                            <a:lnTo>
                                              <a:pt x="4" y="0"/>
                                            </a:lnTo>
                                            <a:lnTo>
                                              <a:pt x="3" y="0"/>
                                            </a:lnTo>
                                            <a:lnTo>
                                              <a:pt x="1" y="2"/>
                                            </a:lnTo>
                                            <a:lnTo>
                                              <a:pt x="0" y="3"/>
                                            </a:lnTo>
                                            <a:lnTo>
                                              <a:pt x="0" y="5"/>
                                            </a:lnTo>
                                            <a:lnTo>
                                              <a:pt x="0" y="6"/>
                                            </a:lnTo>
                                            <a:lnTo>
                                              <a:pt x="0" y="8"/>
                                            </a:lnTo>
                                            <a:lnTo>
                                              <a:pt x="1" y="9"/>
                                            </a:lnTo>
                                            <a:lnTo>
                                              <a:pt x="3" y="9"/>
                                            </a:lnTo>
                                            <a:lnTo>
                                              <a:pt x="4" y="9"/>
                                            </a:lnTo>
                                            <a:lnTo>
                                              <a:pt x="5" y="9"/>
                                            </a:lnTo>
                                            <a:lnTo>
                                              <a:pt x="7" y="8"/>
                                            </a:lnTo>
                                            <a:lnTo>
                                              <a:pt x="8" y="6"/>
                                            </a:lnTo>
                                            <a:lnTo>
                                              <a:pt x="8" y="5"/>
                                            </a:lnTo>
                                            <a:lnTo>
                                              <a:pt x="7" y="3"/>
                                            </a:lnTo>
                                            <a:lnTo>
                                              <a:pt x="5"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07" name="Freeform 211"/>
                                      <p:cNvSpPr>
                                        <a:spLocks/>
                                      </p:cNvSpPr>
                                      <p:nvPr/>
                                    </p:nvSpPr>
                                    <p:spPr bwMode="auto">
                                      <a:xfrm>
                                        <a:off x="3926" y="1879"/>
                                        <a:ext cx="9" cy="9"/>
                                      </a:xfrm>
                                      <a:custGeom>
                                        <a:avLst/>
                                        <a:gdLst>
                                          <a:gd name="T0" fmla="*/ 7 w 9"/>
                                          <a:gd name="T1" fmla="*/ 0 h 9"/>
                                          <a:gd name="T2" fmla="*/ 6 w 9"/>
                                          <a:gd name="T3" fmla="*/ 0 h 9"/>
                                          <a:gd name="T4" fmla="*/ 4 w 9"/>
                                          <a:gd name="T5" fmla="*/ 0 h 9"/>
                                          <a:gd name="T6" fmla="*/ 3 w 9"/>
                                          <a:gd name="T7" fmla="*/ 0 h 9"/>
                                          <a:gd name="T8" fmla="*/ 2 w 9"/>
                                          <a:gd name="T9" fmla="*/ 2 h 9"/>
                                          <a:gd name="T10" fmla="*/ 0 w 9"/>
                                          <a:gd name="T11" fmla="*/ 3 h 9"/>
                                          <a:gd name="T12" fmla="*/ 0 w 9"/>
                                          <a:gd name="T13" fmla="*/ 4 h 9"/>
                                          <a:gd name="T14" fmla="*/ 2 w 9"/>
                                          <a:gd name="T15" fmla="*/ 6 h 9"/>
                                          <a:gd name="T16" fmla="*/ 3 w 9"/>
                                          <a:gd name="T17" fmla="*/ 7 h 9"/>
                                          <a:gd name="T18" fmla="*/ 3 w 9"/>
                                          <a:gd name="T19" fmla="*/ 7 h 9"/>
                                          <a:gd name="T20" fmla="*/ 4 w 9"/>
                                          <a:gd name="T21" fmla="*/ 9 h 9"/>
                                          <a:gd name="T22" fmla="*/ 6 w 9"/>
                                          <a:gd name="T23" fmla="*/ 9 h 9"/>
                                          <a:gd name="T24" fmla="*/ 7 w 9"/>
                                          <a:gd name="T25" fmla="*/ 7 h 9"/>
                                          <a:gd name="T26" fmla="*/ 9 w 9"/>
                                          <a:gd name="T27" fmla="*/ 6 h 9"/>
                                          <a:gd name="T28" fmla="*/ 9 w 9"/>
                                          <a:gd name="T29" fmla="*/ 4 h 9"/>
                                          <a:gd name="T30" fmla="*/ 9 w 9"/>
                                          <a:gd name="T31" fmla="*/ 3 h 9"/>
                                          <a:gd name="T32" fmla="*/ 9 w 9"/>
                                          <a:gd name="T33" fmla="*/ 2 h 9"/>
                                          <a:gd name="T34" fmla="*/ 7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7" y="0"/>
                                            </a:moveTo>
                                            <a:lnTo>
                                              <a:pt x="6" y="0"/>
                                            </a:lnTo>
                                            <a:lnTo>
                                              <a:pt x="4" y="0"/>
                                            </a:lnTo>
                                            <a:lnTo>
                                              <a:pt x="3" y="0"/>
                                            </a:lnTo>
                                            <a:lnTo>
                                              <a:pt x="2" y="2"/>
                                            </a:lnTo>
                                            <a:lnTo>
                                              <a:pt x="0" y="3"/>
                                            </a:lnTo>
                                            <a:lnTo>
                                              <a:pt x="0" y="4"/>
                                            </a:lnTo>
                                            <a:lnTo>
                                              <a:pt x="2" y="6"/>
                                            </a:lnTo>
                                            <a:lnTo>
                                              <a:pt x="3" y="7"/>
                                            </a:lnTo>
                                            <a:lnTo>
                                              <a:pt x="4" y="9"/>
                                            </a:lnTo>
                                            <a:lnTo>
                                              <a:pt x="6" y="9"/>
                                            </a:lnTo>
                                            <a:lnTo>
                                              <a:pt x="7" y="7"/>
                                            </a:lnTo>
                                            <a:lnTo>
                                              <a:pt x="9" y="6"/>
                                            </a:lnTo>
                                            <a:lnTo>
                                              <a:pt x="9" y="4"/>
                                            </a:lnTo>
                                            <a:lnTo>
                                              <a:pt x="9" y="3"/>
                                            </a:lnTo>
                                            <a:lnTo>
                                              <a:pt x="9" y="2"/>
                                            </a:lnTo>
                                            <a:lnTo>
                                              <a:pt x="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08" name="Freeform 212"/>
                                      <p:cNvSpPr>
                                        <a:spLocks/>
                                      </p:cNvSpPr>
                                      <p:nvPr/>
                                    </p:nvSpPr>
                                    <p:spPr bwMode="auto">
                                      <a:xfrm>
                                        <a:off x="3942" y="1886"/>
                                        <a:ext cx="9" cy="9"/>
                                      </a:xfrm>
                                      <a:custGeom>
                                        <a:avLst/>
                                        <a:gdLst>
                                          <a:gd name="T0" fmla="*/ 6 w 9"/>
                                          <a:gd name="T1" fmla="*/ 0 h 9"/>
                                          <a:gd name="T2" fmla="*/ 4 w 9"/>
                                          <a:gd name="T3" fmla="*/ 0 h 9"/>
                                          <a:gd name="T4" fmla="*/ 3 w 9"/>
                                          <a:gd name="T5" fmla="*/ 0 h 9"/>
                                          <a:gd name="T6" fmla="*/ 2 w 9"/>
                                          <a:gd name="T7" fmla="*/ 2 h 9"/>
                                          <a:gd name="T8" fmla="*/ 0 w 9"/>
                                          <a:gd name="T9" fmla="*/ 3 h 9"/>
                                          <a:gd name="T10" fmla="*/ 0 w 9"/>
                                          <a:gd name="T11" fmla="*/ 5 h 9"/>
                                          <a:gd name="T12" fmla="*/ 2 w 9"/>
                                          <a:gd name="T13" fmla="*/ 6 h 9"/>
                                          <a:gd name="T14" fmla="*/ 3 w 9"/>
                                          <a:gd name="T15" fmla="*/ 8 h 9"/>
                                          <a:gd name="T16" fmla="*/ 4 w 9"/>
                                          <a:gd name="T17" fmla="*/ 9 h 9"/>
                                          <a:gd name="T18" fmla="*/ 4 w 9"/>
                                          <a:gd name="T19" fmla="*/ 9 h 9"/>
                                          <a:gd name="T20" fmla="*/ 6 w 9"/>
                                          <a:gd name="T21" fmla="*/ 9 h 9"/>
                                          <a:gd name="T22" fmla="*/ 7 w 9"/>
                                          <a:gd name="T23" fmla="*/ 8 h 9"/>
                                          <a:gd name="T24" fmla="*/ 9 w 9"/>
                                          <a:gd name="T25" fmla="*/ 6 h 9"/>
                                          <a:gd name="T26" fmla="*/ 9 w 9"/>
                                          <a:gd name="T27" fmla="*/ 5 h 9"/>
                                          <a:gd name="T28" fmla="*/ 9 w 9"/>
                                          <a:gd name="T29" fmla="*/ 3 h 9"/>
                                          <a:gd name="T30" fmla="*/ 9 w 9"/>
                                          <a:gd name="T31" fmla="*/ 2 h 9"/>
                                          <a:gd name="T32" fmla="*/ 7 w 9"/>
                                          <a:gd name="T33" fmla="*/ 0 h 9"/>
                                          <a:gd name="T34" fmla="*/ 6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6" y="0"/>
                                            </a:moveTo>
                                            <a:lnTo>
                                              <a:pt x="4" y="0"/>
                                            </a:lnTo>
                                            <a:lnTo>
                                              <a:pt x="3" y="0"/>
                                            </a:lnTo>
                                            <a:lnTo>
                                              <a:pt x="2" y="2"/>
                                            </a:lnTo>
                                            <a:lnTo>
                                              <a:pt x="0" y="3"/>
                                            </a:lnTo>
                                            <a:lnTo>
                                              <a:pt x="0" y="5"/>
                                            </a:lnTo>
                                            <a:lnTo>
                                              <a:pt x="2" y="6"/>
                                            </a:lnTo>
                                            <a:lnTo>
                                              <a:pt x="3" y="8"/>
                                            </a:lnTo>
                                            <a:lnTo>
                                              <a:pt x="4" y="9"/>
                                            </a:lnTo>
                                            <a:lnTo>
                                              <a:pt x="6" y="9"/>
                                            </a:lnTo>
                                            <a:lnTo>
                                              <a:pt x="7" y="8"/>
                                            </a:lnTo>
                                            <a:lnTo>
                                              <a:pt x="9" y="6"/>
                                            </a:lnTo>
                                            <a:lnTo>
                                              <a:pt x="9" y="5"/>
                                            </a:lnTo>
                                            <a:lnTo>
                                              <a:pt x="9" y="3"/>
                                            </a:lnTo>
                                            <a:lnTo>
                                              <a:pt x="9" y="2"/>
                                            </a:lnTo>
                                            <a:lnTo>
                                              <a:pt x="7" y="0"/>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grpSp>
                              </p:grpSp>
                            </p:grpSp>
                          </p:grpSp>
                        </p:grpSp>
                        <p:grpSp>
                          <p:nvGrpSpPr>
                            <p:cNvPr id="40" name="Group 292"/>
                            <p:cNvGrpSpPr>
                              <a:grpSpLocks/>
                            </p:cNvGrpSpPr>
                            <p:nvPr/>
                          </p:nvGrpSpPr>
                          <p:grpSpPr bwMode="auto">
                            <a:xfrm>
                              <a:off x="5656263" y="3135313"/>
                              <a:ext cx="652462" cy="247650"/>
                              <a:chOff x="3575" y="1927"/>
                              <a:chExt cx="411" cy="156"/>
                            </a:xfrm>
                          </p:grpSpPr>
                          <p:sp>
                            <p:nvSpPr>
                              <p:cNvPr id="41" name="Freeform 293"/>
                              <p:cNvSpPr>
                                <a:spLocks/>
                              </p:cNvSpPr>
                              <p:nvPr/>
                            </p:nvSpPr>
                            <p:spPr bwMode="auto">
                              <a:xfrm>
                                <a:off x="3977" y="1927"/>
                                <a:ext cx="9" cy="9"/>
                              </a:xfrm>
                              <a:custGeom>
                                <a:avLst/>
                                <a:gdLst>
                                  <a:gd name="T0" fmla="*/ 7 w 9"/>
                                  <a:gd name="T1" fmla="*/ 9 h 9"/>
                                  <a:gd name="T2" fmla="*/ 7 w 9"/>
                                  <a:gd name="T3" fmla="*/ 6 h 9"/>
                                  <a:gd name="T4" fmla="*/ 9 w 9"/>
                                  <a:gd name="T5" fmla="*/ 4 h 9"/>
                                  <a:gd name="T6" fmla="*/ 9 w 9"/>
                                  <a:gd name="T7" fmla="*/ 4 h 9"/>
                                  <a:gd name="T8" fmla="*/ 7 w 9"/>
                                  <a:gd name="T9" fmla="*/ 3 h 9"/>
                                  <a:gd name="T10" fmla="*/ 6 w 9"/>
                                  <a:gd name="T11" fmla="*/ 2 h 9"/>
                                  <a:gd name="T12" fmla="*/ 4 w 9"/>
                                  <a:gd name="T13" fmla="*/ 0 h 9"/>
                                  <a:gd name="T14" fmla="*/ 4 w 9"/>
                                  <a:gd name="T15" fmla="*/ 0 h 9"/>
                                  <a:gd name="T16" fmla="*/ 3 w 9"/>
                                  <a:gd name="T17" fmla="*/ 2 h 9"/>
                                  <a:gd name="T18" fmla="*/ 1 w 9"/>
                                  <a:gd name="T19" fmla="*/ 2 h 9"/>
                                  <a:gd name="T20" fmla="*/ 0 w 9"/>
                                  <a:gd name="T21" fmla="*/ 3 h 9"/>
                                  <a:gd name="T22" fmla="*/ 0 w 9"/>
                                  <a:gd name="T23" fmla="*/ 4 h 9"/>
                                  <a:gd name="T24" fmla="*/ 0 w 9"/>
                                  <a:gd name="T25" fmla="*/ 6 h 9"/>
                                  <a:gd name="T26" fmla="*/ 0 w 9"/>
                                  <a:gd name="T27" fmla="*/ 7 h 9"/>
                                  <a:gd name="T28" fmla="*/ 1 w 9"/>
                                  <a:gd name="T29" fmla="*/ 9 h 9"/>
                                  <a:gd name="T30" fmla="*/ 3 w 9"/>
                                  <a:gd name="T31" fmla="*/ 9 h 9"/>
                                  <a:gd name="T32" fmla="*/ 4 w 9"/>
                                  <a:gd name="T33" fmla="*/ 9 h 9"/>
                                  <a:gd name="T34" fmla="*/ 6 w 9"/>
                                  <a:gd name="T35" fmla="*/ 9 h 9"/>
                                  <a:gd name="T36" fmla="*/ 7 w 9"/>
                                  <a:gd name="T37" fmla="*/ 9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9"/>
                                  <a:gd name="T58" fmla="*/ 0 h 9"/>
                                  <a:gd name="T59" fmla="*/ 9 w 9"/>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9" h="9">
                                    <a:moveTo>
                                      <a:pt x="7" y="9"/>
                                    </a:moveTo>
                                    <a:lnTo>
                                      <a:pt x="7" y="6"/>
                                    </a:lnTo>
                                    <a:lnTo>
                                      <a:pt x="9" y="4"/>
                                    </a:lnTo>
                                    <a:lnTo>
                                      <a:pt x="7" y="3"/>
                                    </a:lnTo>
                                    <a:lnTo>
                                      <a:pt x="6" y="2"/>
                                    </a:lnTo>
                                    <a:lnTo>
                                      <a:pt x="4" y="0"/>
                                    </a:lnTo>
                                    <a:lnTo>
                                      <a:pt x="3" y="2"/>
                                    </a:lnTo>
                                    <a:lnTo>
                                      <a:pt x="1" y="2"/>
                                    </a:lnTo>
                                    <a:lnTo>
                                      <a:pt x="0" y="3"/>
                                    </a:lnTo>
                                    <a:lnTo>
                                      <a:pt x="0" y="4"/>
                                    </a:lnTo>
                                    <a:lnTo>
                                      <a:pt x="0" y="6"/>
                                    </a:lnTo>
                                    <a:lnTo>
                                      <a:pt x="0" y="7"/>
                                    </a:lnTo>
                                    <a:lnTo>
                                      <a:pt x="1" y="9"/>
                                    </a:lnTo>
                                    <a:lnTo>
                                      <a:pt x="3" y="9"/>
                                    </a:lnTo>
                                    <a:lnTo>
                                      <a:pt x="4" y="9"/>
                                    </a:lnTo>
                                    <a:lnTo>
                                      <a:pt x="6" y="9"/>
                                    </a:lnTo>
                                    <a:lnTo>
                                      <a:pt x="7"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42" name="Freeform 294"/>
                              <p:cNvSpPr>
                                <a:spLocks/>
                              </p:cNvSpPr>
                              <p:nvPr/>
                            </p:nvSpPr>
                            <p:spPr bwMode="auto">
                              <a:xfrm>
                                <a:off x="3964" y="1939"/>
                                <a:ext cx="9" cy="8"/>
                              </a:xfrm>
                              <a:custGeom>
                                <a:avLst/>
                                <a:gdLst>
                                  <a:gd name="T0" fmla="*/ 7 w 9"/>
                                  <a:gd name="T1" fmla="*/ 8 h 8"/>
                                  <a:gd name="T2" fmla="*/ 9 w 9"/>
                                  <a:gd name="T3" fmla="*/ 7 h 8"/>
                                  <a:gd name="T4" fmla="*/ 9 w 9"/>
                                  <a:gd name="T5" fmla="*/ 5 h 8"/>
                                  <a:gd name="T6" fmla="*/ 9 w 9"/>
                                  <a:gd name="T7" fmla="*/ 4 h 8"/>
                                  <a:gd name="T8" fmla="*/ 9 w 9"/>
                                  <a:gd name="T9" fmla="*/ 3 h 8"/>
                                  <a:gd name="T10" fmla="*/ 7 w 9"/>
                                  <a:gd name="T11" fmla="*/ 1 h 8"/>
                                  <a:gd name="T12" fmla="*/ 6 w 9"/>
                                  <a:gd name="T13" fmla="*/ 0 h 8"/>
                                  <a:gd name="T14" fmla="*/ 4 w 9"/>
                                  <a:gd name="T15" fmla="*/ 0 h 8"/>
                                  <a:gd name="T16" fmla="*/ 3 w 9"/>
                                  <a:gd name="T17" fmla="*/ 1 h 8"/>
                                  <a:gd name="T18" fmla="*/ 3 w 9"/>
                                  <a:gd name="T19" fmla="*/ 1 h 8"/>
                                  <a:gd name="T20" fmla="*/ 1 w 9"/>
                                  <a:gd name="T21" fmla="*/ 3 h 8"/>
                                  <a:gd name="T22" fmla="*/ 0 w 9"/>
                                  <a:gd name="T23" fmla="*/ 4 h 8"/>
                                  <a:gd name="T24" fmla="*/ 0 w 9"/>
                                  <a:gd name="T25" fmla="*/ 5 h 8"/>
                                  <a:gd name="T26" fmla="*/ 1 w 9"/>
                                  <a:gd name="T27" fmla="*/ 7 h 8"/>
                                  <a:gd name="T28" fmla="*/ 3 w 9"/>
                                  <a:gd name="T29" fmla="*/ 8 h 8"/>
                                  <a:gd name="T30" fmla="*/ 4 w 9"/>
                                  <a:gd name="T31" fmla="*/ 8 h 8"/>
                                  <a:gd name="T32" fmla="*/ 6 w 9"/>
                                  <a:gd name="T33" fmla="*/ 8 h 8"/>
                                  <a:gd name="T34" fmla="*/ 7 w 9"/>
                                  <a:gd name="T35" fmla="*/ 8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7" y="8"/>
                                    </a:moveTo>
                                    <a:lnTo>
                                      <a:pt x="9" y="7"/>
                                    </a:lnTo>
                                    <a:lnTo>
                                      <a:pt x="9" y="5"/>
                                    </a:lnTo>
                                    <a:lnTo>
                                      <a:pt x="9" y="4"/>
                                    </a:lnTo>
                                    <a:lnTo>
                                      <a:pt x="9" y="3"/>
                                    </a:lnTo>
                                    <a:lnTo>
                                      <a:pt x="7" y="1"/>
                                    </a:lnTo>
                                    <a:lnTo>
                                      <a:pt x="6" y="0"/>
                                    </a:lnTo>
                                    <a:lnTo>
                                      <a:pt x="4" y="0"/>
                                    </a:lnTo>
                                    <a:lnTo>
                                      <a:pt x="3" y="1"/>
                                    </a:lnTo>
                                    <a:lnTo>
                                      <a:pt x="1" y="3"/>
                                    </a:lnTo>
                                    <a:lnTo>
                                      <a:pt x="0" y="4"/>
                                    </a:lnTo>
                                    <a:lnTo>
                                      <a:pt x="0" y="5"/>
                                    </a:lnTo>
                                    <a:lnTo>
                                      <a:pt x="1" y="7"/>
                                    </a:lnTo>
                                    <a:lnTo>
                                      <a:pt x="3" y="8"/>
                                    </a:lnTo>
                                    <a:lnTo>
                                      <a:pt x="4" y="8"/>
                                    </a:lnTo>
                                    <a:lnTo>
                                      <a:pt x="6" y="8"/>
                                    </a:lnTo>
                                    <a:lnTo>
                                      <a:pt x="7"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43" name="Freeform 295"/>
                              <p:cNvSpPr>
                                <a:spLocks/>
                              </p:cNvSpPr>
                              <p:nvPr/>
                            </p:nvSpPr>
                            <p:spPr bwMode="auto">
                              <a:xfrm>
                                <a:off x="3952" y="1950"/>
                                <a:ext cx="9" cy="9"/>
                              </a:xfrm>
                              <a:custGeom>
                                <a:avLst/>
                                <a:gdLst>
                                  <a:gd name="T0" fmla="*/ 8 w 9"/>
                                  <a:gd name="T1" fmla="*/ 8 h 9"/>
                                  <a:gd name="T2" fmla="*/ 9 w 9"/>
                                  <a:gd name="T3" fmla="*/ 6 h 9"/>
                                  <a:gd name="T4" fmla="*/ 9 w 9"/>
                                  <a:gd name="T5" fmla="*/ 5 h 9"/>
                                  <a:gd name="T6" fmla="*/ 8 w 9"/>
                                  <a:gd name="T7" fmla="*/ 3 h 9"/>
                                  <a:gd name="T8" fmla="*/ 6 w 9"/>
                                  <a:gd name="T9" fmla="*/ 2 h 9"/>
                                  <a:gd name="T10" fmla="*/ 5 w 9"/>
                                  <a:gd name="T11" fmla="*/ 0 h 9"/>
                                  <a:gd name="T12" fmla="*/ 3 w 9"/>
                                  <a:gd name="T13" fmla="*/ 0 h 9"/>
                                  <a:gd name="T14" fmla="*/ 2 w 9"/>
                                  <a:gd name="T15" fmla="*/ 2 h 9"/>
                                  <a:gd name="T16" fmla="*/ 0 w 9"/>
                                  <a:gd name="T17" fmla="*/ 3 h 9"/>
                                  <a:gd name="T18" fmla="*/ 0 w 9"/>
                                  <a:gd name="T19" fmla="*/ 3 h 9"/>
                                  <a:gd name="T20" fmla="*/ 0 w 9"/>
                                  <a:gd name="T21" fmla="*/ 5 h 9"/>
                                  <a:gd name="T22" fmla="*/ 0 w 9"/>
                                  <a:gd name="T23" fmla="*/ 6 h 9"/>
                                  <a:gd name="T24" fmla="*/ 0 w 9"/>
                                  <a:gd name="T25" fmla="*/ 8 h 9"/>
                                  <a:gd name="T26" fmla="*/ 2 w 9"/>
                                  <a:gd name="T27" fmla="*/ 9 h 9"/>
                                  <a:gd name="T28" fmla="*/ 3 w 9"/>
                                  <a:gd name="T29" fmla="*/ 9 h 9"/>
                                  <a:gd name="T30" fmla="*/ 5 w 9"/>
                                  <a:gd name="T31" fmla="*/ 9 h 9"/>
                                  <a:gd name="T32" fmla="*/ 6 w 9"/>
                                  <a:gd name="T33" fmla="*/ 9 h 9"/>
                                  <a:gd name="T34" fmla="*/ 8 w 9"/>
                                  <a:gd name="T35" fmla="*/ 8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8" y="8"/>
                                    </a:moveTo>
                                    <a:lnTo>
                                      <a:pt x="9" y="6"/>
                                    </a:lnTo>
                                    <a:lnTo>
                                      <a:pt x="9" y="5"/>
                                    </a:lnTo>
                                    <a:lnTo>
                                      <a:pt x="8" y="3"/>
                                    </a:lnTo>
                                    <a:lnTo>
                                      <a:pt x="6" y="2"/>
                                    </a:lnTo>
                                    <a:lnTo>
                                      <a:pt x="5" y="0"/>
                                    </a:lnTo>
                                    <a:lnTo>
                                      <a:pt x="3" y="0"/>
                                    </a:lnTo>
                                    <a:lnTo>
                                      <a:pt x="2" y="2"/>
                                    </a:lnTo>
                                    <a:lnTo>
                                      <a:pt x="0" y="3"/>
                                    </a:lnTo>
                                    <a:lnTo>
                                      <a:pt x="0" y="5"/>
                                    </a:lnTo>
                                    <a:lnTo>
                                      <a:pt x="0" y="6"/>
                                    </a:lnTo>
                                    <a:lnTo>
                                      <a:pt x="0" y="8"/>
                                    </a:lnTo>
                                    <a:lnTo>
                                      <a:pt x="2" y="9"/>
                                    </a:lnTo>
                                    <a:lnTo>
                                      <a:pt x="3" y="9"/>
                                    </a:lnTo>
                                    <a:lnTo>
                                      <a:pt x="5" y="9"/>
                                    </a:lnTo>
                                    <a:lnTo>
                                      <a:pt x="6" y="9"/>
                                    </a:lnTo>
                                    <a:lnTo>
                                      <a:pt x="8"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44" name="Freeform 296"/>
                              <p:cNvSpPr>
                                <a:spLocks/>
                              </p:cNvSpPr>
                              <p:nvPr/>
                            </p:nvSpPr>
                            <p:spPr bwMode="auto">
                              <a:xfrm>
                                <a:off x="3939" y="1963"/>
                                <a:ext cx="9" cy="9"/>
                              </a:xfrm>
                              <a:custGeom>
                                <a:avLst/>
                                <a:gdLst>
                                  <a:gd name="T0" fmla="*/ 9 w 9"/>
                                  <a:gd name="T1" fmla="*/ 6 h 9"/>
                                  <a:gd name="T2" fmla="*/ 9 w 9"/>
                                  <a:gd name="T3" fmla="*/ 5 h 9"/>
                                  <a:gd name="T4" fmla="*/ 9 w 9"/>
                                  <a:gd name="T5" fmla="*/ 3 h 9"/>
                                  <a:gd name="T6" fmla="*/ 9 w 9"/>
                                  <a:gd name="T7" fmla="*/ 2 h 9"/>
                                  <a:gd name="T8" fmla="*/ 7 w 9"/>
                                  <a:gd name="T9" fmla="*/ 0 h 9"/>
                                  <a:gd name="T10" fmla="*/ 6 w 9"/>
                                  <a:gd name="T11" fmla="*/ 0 h 9"/>
                                  <a:gd name="T12" fmla="*/ 5 w 9"/>
                                  <a:gd name="T13" fmla="*/ 0 h 9"/>
                                  <a:gd name="T14" fmla="*/ 3 w 9"/>
                                  <a:gd name="T15" fmla="*/ 0 h 9"/>
                                  <a:gd name="T16" fmla="*/ 2 w 9"/>
                                  <a:gd name="T17" fmla="*/ 2 h 9"/>
                                  <a:gd name="T18" fmla="*/ 2 w 9"/>
                                  <a:gd name="T19" fmla="*/ 2 h 9"/>
                                  <a:gd name="T20" fmla="*/ 0 w 9"/>
                                  <a:gd name="T21" fmla="*/ 3 h 9"/>
                                  <a:gd name="T22" fmla="*/ 0 w 9"/>
                                  <a:gd name="T23" fmla="*/ 5 h 9"/>
                                  <a:gd name="T24" fmla="*/ 2 w 9"/>
                                  <a:gd name="T25" fmla="*/ 6 h 9"/>
                                  <a:gd name="T26" fmla="*/ 3 w 9"/>
                                  <a:gd name="T27" fmla="*/ 8 h 9"/>
                                  <a:gd name="T28" fmla="*/ 5 w 9"/>
                                  <a:gd name="T29" fmla="*/ 9 h 9"/>
                                  <a:gd name="T30" fmla="*/ 6 w 9"/>
                                  <a:gd name="T31" fmla="*/ 9 h 9"/>
                                  <a:gd name="T32" fmla="*/ 7 w 9"/>
                                  <a:gd name="T33" fmla="*/ 8 h 9"/>
                                  <a:gd name="T34" fmla="*/ 9 w 9"/>
                                  <a:gd name="T35" fmla="*/ 6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9" y="6"/>
                                    </a:moveTo>
                                    <a:lnTo>
                                      <a:pt x="9" y="5"/>
                                    </a:lnTo>
                                    <a:lnTo>
                                      <a:pt x="9" y="3"/>
                                    </a:lnTo>
                                    <a:lnTo>
                                      <a:pt x="9" y="2"/>
                                    </a:lnTo>
                                    <a:lnTo>
                                      <a:pt x="7" y="0"/>
                                    </a:lnTo>
                                    <a:lnTo>
                                      <a:pt x="6" y="0"/>
                                    </a:lnTo>
                                    <a:lnTo>
                                      <a:pt x="5" y="0"/>
                                    </a:lnTo>
                                    <a:lnTo>
                                      <a:pt x="3" y="0"/>
                                    </a:lnTo>
                                    <a:lnTo>
                                      <a:pt x="2" y="2"/>
                                    </a:lnTo>
                                    <a:lnTo>
                                      <a:pt x="0" y="3"/>
                                    </a:lnTo>
                                    <a:lnTo>
                                      <a:pt x="0" y="5"/>
                                    </a:lnTo>
                                    <a:lnTo>
                                      <a:pt x="2" y="6"/>
                                    </a:lnTo>
                                    <a:lnTo>
                                      <a:pt x="3" y="8"/>
                                    </a:lnTo>
                                    <a:lnTo>
                                      <a:pt x="5" y="9"/>
                                    </a:lnTo>
                                    <a:lnTo>
                                      <a:pt x="6" y="9"/>
                                    </a:lnTo>
                                    <a:lnTo>
                                      <a:pt x="7" y="8"/>
                                    </a:lnTo>
                                    <a:lnTo>
                                      <a:pt x="9"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45" name="Freeform 297"/>
                              <p:cNvSpPr>
                                <a:spLocks/>
                              </p:cNvSpPr>
                              <p:nvPr/>
                            </p:nvSpPr>
                            <p:spPr bwMode="auto">
                              <a:xfrm>
                                <a:off x="3928" y="1975"/>
                                <a:ext cx="8" cy="9"/>
                              </a:xfrm>
                              <a:custGeom>
                                <a:avLst/>
                                <a:gdLst>
                                  <a:gd name="T0" fmla="*/ 7 w 8"/>
                                  <a:gd name="T1" fmla="*/ 7 h 9"/>
                                  <a:gd name="T2" fmla="*/ 8 w 8"/>
                                  <a:gd name="T3" fmla="*/ 6 h 9"/>
                                  <a:gd name="T4" fmla="*/ 8 w 8"/>
                                  <a:gd name="T5" fmla="*/ 4 h 9"/>
                                  <a:gd name="T6" fmla="*/ 7 w 8"/>
                                  <a:gd name="T7" fmla="*/ 3 h 9"/>
                                  <a:gd name="T8" fmla="*/ 5 w 8"/>
                                  <a:gd name="T9" fmla="*/ 1 h 9"/>
                                  <a:gd name="T10" fmla="*/ 4 w 8"/>
                                  <a:gd name="T11" fmla="*/ 0 h 9"/>
                                  <a:gd name="T12" fmla="*/ 2 w 8"/>
                                  <a:gd name="T13" fmla="*/ 0 h 9"/>
                                  <a:gd name="T14" fmla="*/ 1 w 8"/>
                                  <a:gd name="T15" fmla="*/ 1 h 9"/>
                                  <a:gd name="T16" fmla="*/ 0 w 8"/>
                                  <a:gd name="T17" fmla="*/ 3 h 9"/>
                                  <a:gd name="T18" fmla="*/ 0 w 8"/>
                                  <a:gd name="T19" fmla="*/ 3 h 9"/>
                                  <a:gd name="T20" fmla="*/ 0 w 8"/>
                                  <a:gd name="T21" fmla="*/ 4 h 9"/>
                                  <a:gd name="T22" fmla="*/ 0 w 8"/>
                                  <a:gd name="T23" fmla="*/ 6 h 9"/>
                                  <a:gd name="T24" fmla="*/ 0 w 8"/>
                                  <a:gd name="T25" fmla="*/ 7 h 9"/>
                                  <a:gd name="T26" fmla="*/ 1 w 8"/>
                                  <a:gd name="T27" fmla="*/ 9 h 9"/>
                                  <a:gd name="T28" fmla="*/ 2 w 8"/>
                                  <a:gd name="T29" fmla="*/ 9 h 9"/>
                                  <a:gd name="T30" fmla="*/ 4 w 8"/>
                                  <a:gd name="T31" fmla="*/ 9 h 9"/>
                                  <a:gd name="T32" fmla="*/ 5 w 8"/>
                                  <a:gd name="T33" fmla="*/ 9 h 9"/>
                                  <a:gd name="T34" fmla="*/ 7 w 8"/>
                                  <a:gd name="T35" fmla="*/ 7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7" y="7"/>
                                    </a:moveTo>
                                    <a:lnTo>
                                      <a:pt x="8" y="6"/>
                                    </a:lnTo>
                                    <a:lnTo>
                                      <a:pt x="8" y="4"/>
                                    </a:lnTo>
                                    <a:lnTo>
                                      <a:pt x="7" y="3"/>
                                    </a:lnTo>
                                    <a:lnTo>
                                      <a:pt x="5" y="1"/>
                                    </a:lnTo>
                                    <a:lnTo>
                                      <a:pt x="4" y="0"/>
                                    </a:lnTo>
                                    <a:lnTo>
                                      <a:pt x="2" y="0"/>
                                    </a:lnTo>
                                    <a:lnTo>
                                      <a:pt x="1" y="1"/>
                                    </a:lnTo>
                                    <a:lnTo>
                                      <a:pt x="0" y="3"/>
                                    </a:lnTo>
                                    <a:lnTo>
                                      <a:pt x="0" y="4"/>
                                    </a:lnTo>
                                    <a:lnTo>
                                      <a:pt x="0" y="6"/>
                                    </a:lnTo>
                                    <a:lnTo>
                                      <a:pt x="0" y="7"/>
                                    </a:lnTo>
                                    <a:lnTo>
                                      <a:pt x="1" y="9"/>
                                    </a:lnTo>
                                    <a:lnTo>
                                      <a:pt x="2" y="9"/>
                                    </a:lnTo>
                                    <a:lnTo>
                                      <a:pt x="4" y="9"/>
                                    </a:lnTo>
                                    <a:lnTo>
                                      <a:pt x="5" y="9"/>
                                    </a:lnTo>
                                    <a:lnTo>
                                      <a:pt x="7"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46" name="Freeform 298"/>
                              <p:cNvSpPr>
                                <a:spLocks/>
                              </p:cNvSpPr>
                              <p:nvPr/>
                            </p:nvSpPr>
                            <p:spPr bwMode="auto">
                              <a:xfrm>
                                <a:off x="3915" y="1988"/>
                                <a:ext cx="8" cy="9"/>
                              </a:xfrm>
                              <a:custGeom>
                                <a:avLst/>
                                <a:gdLst>
                                  <a:gd name="T0" fmla="*/ 7 w 8"/>
                                  <a:gd name="T1" fmla="*/ 7 h 9"/>
                                  <a:gd name="T2" fmla="*/ 8 w 8"/>
                                  <a:gd name="T3" fmla="*/ 6 h 9"/>
                                  <a:gd name="T4" fmla="*/ 8 w 8"/>
                                  <a:gd name="T5" fmla="*/ 4 h 9"/>
                                  <a:gd name="T6" fmla="*/ 8 w 8"/>
                                  <a:gd name="T7" fmla="*/ 3 h 9"/>
                                  <a:gd name="T8" fmla="*/ 8 w 8"/>
                                  <a:gd name="T9" fmla="*/ 2 h 9"/>
                                  <a:gd name="T10" fmla="*/ 7 w 8"/>
                                  <a:gd name="T11" fmla="*/ 0 h 9"/>
                                  <a:gd name="T12" fmla="*/ 5 w 8"/>
                                  <a:gd name="T13" fmla="*/ 0 h 9"/>
                                  <a:gd name="T14" fmla="*/ 4 w 8"/>
                                  <a:gd name="T15" fmla="*/ 0 h 9"/>
                                  <a:gd name="T16" fmla="*/ 2 w 8"/>
                                  <a:gd name="T17" fmla="*/ 0 h 9"/>
                                  <a:gd name="T18" fmla="*/ 2 w 8"/>
                                  <a:gd name="T19" fmla="*/ 0 h 9"/>
                                  <a:gd name="T20" fmla="*/ 1 w 8"/>
                                  <a:gd name="T21" fmla="*/ 2 h 9"/>
                                  <a:gd name="T22" fmla="*/ 0 w 8"/>
                                  <a:gd name="T23" fmla="*/ 3 h 9"/>
                                  <a:gd name="T24" fmla="*/ 0 w 8"/>
                                  <a:gd name="T25" fmla="*/ 4 h 9"/>
                                  <a:gd name="T26" fmla="*/ 1 w 8"/>
                                  <a:gd name="T27" fmla="*/ 6 h 9"/>
                                  <a:gd name="T28" fmla="*/ 2 w 8"/>
                                  <a:gd name="T29" fmla="*/ 7 h 9"/>
                                  <a:gd name="T30" fmla="*/ 4 w 8"/>
                                  <a:gd name="T31" fmla="*/ 9 h 9"/>
                                  <a:gd name="T32" fmla="*/ 5 w 8"/>
                                  <a:gd name="T33" fmla="*/ 9 h 9"/>
                                  <a:gd name="T34" fmla="*/ 7 w 8"/>
                                  <a:gd name="T35" fmla="*/ 7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7" y="7"/>
                                    </a:moveTo>
                                    <a:lnTo>
                                      <a:pt x="8" y="6"/>
                                    </a:lnTo>
                                    <a:lnTo>
                                      <a:pt x="8" y="4"/>
                                    </a:lnTo>
                                    <a:lnTo>
                                      <a:pt x="8" y="3"/>
                                    </a:lnTo>
                                    <a:lnTo>
                                      <a:pt x="8" y="2"/>
                                    </a:lnTo>
                                    <a:lnTo>
                                      <a:pt x="7" y="0"/>
                                    </a:lnTo>
                                    <a:lnTo>
                                      <a:pt x="5" y="0"/>
                                    </a:lnTo>
                                    <a:lnTo>
                                      <a:pt x="4" y="0"/>
                                    </a:lnTo>
                                    <a:lnTo>
                                      <a:pt x="2" y="0"/>
                                    </a:lnTo>
                                    <a:lnTo>
                                      <a:pt x="1" y="2"/>
                                    </a:lnTo>
                                    <a:lnTo>
                                      <a:pt x="0" y="3"/>
                                    </a:lnTo>
                                    <a:lnTo>
                                      <a:pt x="0" y="4"/>
                                    </a:lnTo>
                                    <a:lnTo>
                                      <a:pt x="1" y="6"/>
                                    </a:lnTo>
                                    <a:lnTo>
                                      <a:pt x="2" y="7"/>
                                    </a:lnTo>
                                    <a:lnTo>
                                      <a:pt x="4" y="9"/>
                                    </a:lnTo>
                                    <a:lnTo>
                                      <a:pt x="5" y="9"/>
                                    </a:lnTo>
                                    <a:lnTo>
                                      <a:pt x="7"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47" name="Freeform 299"/>
                              <p:cNvSpPr>
                                <a:spLocks/>
                              </p:cNvSpPr>
                              <p:nvPr/>
                            </p:nvSpPr>
                            <p:spPr bwMode="auto">
                              <a:xfrm>
                                <a:off x="3901" y="2000"/>
                                <a:ext cx="9" cy="8"/>
                              </a:xfrm>
                              <a:custGeom>
                                <a:avLst/>
                                <a:gdLst>
                                  <a:gd name="T0" fmla="*/ 8 w 9"/>
                                  <a:gd name="T1" fmla="*/ 8 h 8"/>
                                  <a:gd name="T2" fmla="*/ 9 w 9"/>
                                  <a:gd name="T3" fmla="*/ 7 h 8"/>
                                  <a:gd name="T4" fmla="*/ 9 w 9"/>
                                  <a:gd name="T5" fmla="*/ 6 h 8"/>
                                  <a:gd name="T6" fmla="*/ 9 w 9"/>
                                  <a:gd name="T7" fmla="*/ 4 h 8"/>
                                  <a:gd name="T8" fmla="*/ 9 w 9"/>
                                  <a:gd name="T9" fmla="*/ 3 h 8"/>
                                  <a:gd name="T10" fmla="*/ 8 w 9"/>
                                  <a:gd name="T11" fmla="*/ 1 h 8"/>
                                  <a:gd name="T12" fmla="*/ 6 w 9"/>
                                  <a:gd name="T13" fmla="*/ 0 h 8"/>
                                  <a:gd name="T14" fmla="*/ 5 w 9"/>
                                  <a:gd name="T15" fmla="*/ 0 h 8"/>
                                  <a:gd name="T16" fmla="*/ 3 w 9"/>
                                  <a:gd name="T17" fmla="*/ 1 h 8"/>
                                  <a:gd name="T18" fmla="*/ 3 w 9"/>
                                  <a:gd name="T19" fmla="*/ 1 h 8"/>
                                  <a:gd name="T20" fmla="*/ 2 w 9"/>
                                  <a:gd name="T21" fmla="*/ 3 h 8"/>
                                  <a:gd name="T22" fmla="*/ 0 w 9"/>
                                  <a:gd name="T23" fmla="*/ 4 h 8"/>
                                  <a:gd name="T24" fmla="*/ 0 w 9"/>
                                  <a:gd name="T25" fmla="*/ 6 h 8"/>
                                  <a:gd name="T26" fmla="*/ 2 w 9"/>
                                  <a:gd name="T27" fmla="*/ 7 h 8"/>
                                  <a:gd name="T28" fmla="*/ 3 w 9"/>
                                  <a:gd name="T29" fmla="*/ 8 h 8"/>
                                  <a:gd name="T30" fmla="*/ 5 w 9"/>
                                  <a:gd name="T31" fmla="*/ 8 h 8"/>
                                  <a:gd name="T32" fmla="*/ 6 w 9"/>
                                  <a:gd name="T33" fmla="*/ 8 h 8"/>
                                  <a:gd name="T34" fmla="*/ 8 w 9"/>
                                  <a:gd name="T35" fmla="*/ 8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8" y="8"/>
                                    </a:moveTo>
                                    <a:lnTo>
                                      <a:pt x="9" y="7"/>
                                    </a:lnTo>
                                    <a:lnTo>
                                      <a:pt x="9" y="6"/>
                                    </a:lnTo>
                                    <a:lnTo>
                                      <a:pt x="9" y="4"/>
                                    </a:lnTo>
                                    <a:lnTo>
                                      <a:pt x="9" y="3"/>
                                    </a:lnTo>
                                    <a:lnTo>
                                      <a:pt x="8" y="1"/>
                                    </a:lnTo>
                                    <a:lnTo>
                                      <a:pt x="6" y="0"/>
                                    </a:lnTo>
                                    <a:lnTo>
                                      <a:pt x="5" y="0"/>
                                    </a:lnTo>
                                    <a:lnTo>
                                      <a:pt x="3" y="1"/>
                                    </a:lnTo>
                                    <a:lnTo>
                                      <a:pt x="2" y="3"/>
                                    </a:lnTo>
                                    <a:lnTo>
                                      <a:pt x="0" y="4"/>
                                    </a:lnTo>
                                    <a:lnTo>
                                      <a:pt x="0" y="6"/>
                                    </a:lnTo>
                                    <a:lnTo>
                                      <a:pt x="2" y="7"/>
                                    </a:lnTo>
                                    <a:lnTo>
                                      <a:pt x="3" y="8"/>
                                    </a:lnTo>
                                    <a:lnTo>
                                      <a:pt x="5" y="8"/>
                                    </a:lnTo>
                                    <a:lnTo>
                                      <a:pt x="6" y="8"/>
                                    </a:lnTo>
                                    <a:lnTo>
                                      <a:pt x="8"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48" name="Freeform 300"/>
                              <p:cNvSpPr>
                                <a:spLocks/>
                              </p:cNvSpPr>
                              <p:nvPr/>
                            </p:nvSpPr>
                            <p:spPr bwMode="auto">
                              <a:xfrm>
                                <a:off x="3890" y="2011"/>
                                <a:ext cx="9" cy="9"/>
                              </a:xfrm>
                              <a:custGeom>
                                <a:avLst/>
                                <a:gdLst>
                                  <a:gd name="T0" fmla="*/ 6 w 9"/>
                                  <a:gd name="T1" fmla="*/ 9 h 9"/>
                                  <a:gd name="T2" fmla="*/ 7 w 9"/>
                                  <a:gd name="T3" fmla="*/ 8 h 9"/>
                                  <a:gd name="T4" fmla="*/ 9 w 9"/>
                                  <a:gd name="T5" fmla="*/ 6 h 9"/>
                                  <a:gd name="T6" fmla="*/ 9 w 9"/>
                                  <a:gd name="T7" fmla="*/ 5 h 9"/>
                                  <a:gd name="T8" fmla="*/ 7 w 9"/>
                                  <a:gd name="T9" fmla="*/ 3 h 9"/>
                                  <a:gd name="T10" fmla="*/ 6 w 9"/>
                                  <a:gd name="T11" fmla="*/ 2 h 9"/>
                                  <a:gd name="T12" fmla="*/ 4 w 9"/>
                                  <a:gd name="T13" fmla="*/ 0 h 9"/>
                                  <a:gd name="T14" fmla="*/ 3 w 9"/>
                                  <a:gd name="T15" fmla="*/ 0 h 9"/>
                                  <a:gd name="T16" fmla="*/ 1 w 9"/>
                                  <a:gd name="T17" fmla="*/ 2 h 9"/>
                                  <a:gd name="T18" fmla="*/ 1 w 9"/>
                                  <a:gd name="T19" fmla="*/ 2 h 9"/>
                                  <a:gd name="T20" fmla="*/ 0 w 9"/>
                                  <a:gd name="T21" fmla="*/ 3 h 9"/>
                                  <a:gd name="T22" fmla="*/ 0 w 9"/>
                                  <a:gd name="T23" fmla="*/ 5 h 9"/>
                                  <a:gd name="T24" fmla="*/ 0 w 9"/>
                                  <a:gd name="T25" fmla="*/ 6 h 9"/>
                                  <a:gd name="T26" fmla="*/ 0 w 9"/>
                                  <a:gd name="T27" fmla="*/ 8 h 9"/>
                                  <a:gd name="T28" fmla="*/ 1 w 9"/>
                                  <a:gd name="T29" fmla="*/ 9 h 9"/>
                                  <a:gd name="T30" fmla="*/ 3 w 9"/>
                                  <a:gd name="T31" fmla="*/ 9 h 9"/>
                                  <a:gd name="T32" fmla="*/ 4 w 9"/>
                                  <a:gd name="T33" fmla="*/ 9 h 9"/>
                                  <a:gd name="T34" fmla="*/ 6 w 9"/>
                                  <a:gd name="T35" fmla="*/ 9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6" y="9"/>
                                    </a:moveTo>
                                    <a:lnTo>
                                      <a:pt x="7" y="8"/>
                                    </a:lnTo>
                                    <a:lnTo>
                                      <a:pt x="9" y="6"/>
                                    </a:lnTo>
                                    <a:lnTo>
                                      <a:pt x="9" y="5"/>
                                    </a:lnTo>
                                    <a:lnTo>
                                      <a:pt x="7" y="3"/>
                                    </a:lnTo>
                                    <a:lnTo>
                                      <a:pt x="6" y="2"/>
                                    </a:lnTo>
                                    <a:lnTo>
                                      <a:pt x="4" y="0"/>
                                    </a:lnTo>
                                    <a:lnTo>
                                      <a:pt x="3" y="0"/>
                                    </a:lnTo>
                                    <a:lnTo>
                                      <a:pt x="1" y="2"/>
                                    </a:lnTo>
                                    <a:lnTo>
                                      <a:pt x="0" y="3"/>
                                    </a:lnTo>
                                    <a:lnTo>
                                      <a:pt x="0" y="5"/>
                                    </a:lnTo>
                                    <a:lnTo>
                                      <a:pt x="0" y="6"/>
                                    </a:lnTo>
                                    <a:lnTo>
                                      <a:pt x="0" y="8"/>
                                    </a:lnTo>
                                    <a:lnTo>
                                      <a:pt x="1" y="9"/>
                                    </a:lnTo>
                                    <a:lnTo>
                                      <a:pt x="3" y="9"/>
                                    </a:lnTo>
                                    <a:lnTo>
                                      <a:pt x="4" y="9"/>
                                    </a:lnTo>
                                    <a:lnTo>
                                      <a:pt x="6"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49" name="Freeform 301"/>
                              <p:cNvSpPr>
                                <a:spLocks/>
                              </p:cNvSpPr>
                              <p:nvPr/>
                            </p:nvSpPr>
                            <p:spPr bwMode="auto">
                              <a:xfrm>
                                <a:off x="3877" y="2023"/>
                                <a:ext cx="8" cy="9"/>
                              </a:xfrm>
                              <a:custGeom>
                                <a:avLst/>
                                <a:gdLst>
                                  <a:gd name="T0" fmla="*/ 6 w 8"/>
                                  <a:gd name="T1" fmla="*/ 9 h 9"/>
                                  <a:gd name="T2" fmla="*/ 7 w 8"/>
                                  <a:gd name="T3" fmla="*/ 7 h 9"/>
                                  <a:gd name="T4" fmla="*/ 8 w 8"/>
                                  <a:gd name="T5" fmla="*/ 6 h 9"/>
                                  <a:gd name="T6" fmla="*/ 8 w 8"/>
                                  <a:gd name="T7" fmla="*/ 4 h 9"/>
                                  <a:gd name="T8" fmla="*/ 7 w 8"/>
                                  <a:gd name="T9" fmla="*/ 3 h 9"/>
                                  <a:gd name="T10" fmla="*/ 6 w 8"/>
                                  <a:gd name="T11" fmla="*/ 1 h 9"/>
                                  <a:gd name="T12" fmla="*/ 4 w 8"/>
                                  <a:gd name="T13" fmla="*/ 0 h 9"/>
                                  <a:gd name="T14" fmla="*/ 3 w 8"/>
                                  <a:gd name="T15" fmla="*/ 0 h 9"/>
                                  <a:gd name="T16" fmla="*/ 1 w 8"/>
                                  <a:gd name="T17" fmla="*/ 1 h 9"/>
                                  <a:gd name="T18" fmla="*/ 1 w 8"/>
                                  <a:gd name="T19" fmla="*/ 1 h 9"/>
                                  <a:gd name="T20" fmla="*/ 0 w 8"/>
                                  <a:gd name="T21" fmla="*/ 3 h 9"/>
                                  <a:gd name="T22" fmla="*/ 0 w 8"/>
                                  <a:gd name="T23" fmla="*/ 4 h 9"/>
                                  <a:gd name="T24" fmla="*/ 0 w 8"/>
                                  <a:gd name="T25" fmla="*/ 6 h 9"/>
                                  <a:gd name="T26" fmla="*/ 0 w 8"/>
                                  <a:gd name="T27" fmla="*/ 7 h 9"/>
                                  <a:gd name="T28" fmla="*/ 1 w 8"/>
                                  <a:gd name="T29" fmla="*/ 9 h 9"/>
                                  <a:gd name="T30" fmla="*/ 3 w 8"/>
                                  <a:gd name="T31" fmla="*/ 9 h 9"/>
                                  <a:gd name="T32" fmla="*/ 4 w 8"/>
                                  <a:gd name="T33" fmla="*/ 9 h 9"/>
                                  <a:gd name="T34" fmla="*/ 6 w 8"/>
                                  <a:gd name="T35" fmla="*/ 9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6" y="9"/>
                                    </a:moveTo>
                                    <a:lnTo>
                                      <a:pt x="7" y="7"/>
                                    </a:lnTo>
                                    <a:lnTo>
                                      <a:pt x="8" y="6"/>
                                    </a:lnTo>
                                    <a:lnTo>
                                      <a:pt x="8" y="4"/>
                                    </a:lnTo>
                                    <a:lnTo>
                                      <a:pt x="7" y="3"/>
                                    </a:lnTo>
                                    <a:lnTo>
                                      <a:pt x="6" y="1"/>
                                    </a:lnTo>
                                    <a:lnTo>
                                      <a:pt x="4" y="0"/>
                                    </a:lnTo>
                                    <a:lnTo>
                                      <a:pt x="3" y="0"/>
                                    </a:lnTo>
                                    <a:lnTo>
                                      <a:pt x="1" y="1"/>
                                    </a:lnTo>
                                    <a:lnTo>
                                      <a:pt x="0" y="3"/>
                                    </a:lnTo>
                                    <a:lnTo>
                                      <a:pt x="0" y="4"/>
                                    </a:lnTo>
                                    <a:lnTo>
                                      <a:pt x="0" y="6"/>
                                    </a:lnTo>
                                    <a:lnTo>
                                      <a:pt x="0" y="7"/>
                                    </a:lnTo>
                                    <a:lnTo>
                                      <a:pt x="1" y="9"/>
                                    </a:lnTo>
                                    <a:lnTo>
                                      <a:pt x="3" y="9"/>
                                    </a:lnTo>
                                    <a:lnTo>
                                      <a:pt x="4" y="9"/>
                                    </a:lnTo>
                                    <a:lnTo>
                                      <a:pt x="6"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0" name="Freeform 302"/>
                              <p:cNvSpPr>
                                <a:spLocks/>
                              </p:cNvSpPr>
                              <p:nvPr/>
                            </p:nvSpPr>
                            <p:spPr bwMode="auto">
                              <a:xfrm>
                                <a:off x="3862" y="2035"/>
                                <a:ext cx="9" cy="8"/>
                              </a:xfrm>
                              <a:custGeom>
                                <a:avLst/>
                                <a:gdLst>
                                  <a:gd name="T0" fmla="*/ 7 w 9"/>
                                  <a:gd name="T1" fmla="*/ 8 h 8"/>
                                  <a:gd name="T2" fmla="*/ 9 w 9"/>
                                  <a:gd name="T3" fmla="*/ 7 h 8"/>
                                  <a:gd name="T4" fmla="*/ 9 w 9"/>
                                  <a:gd name="T5" fmla="*/ 5 h 8"/>
                                  <a:gd name="T6" fmla="*/ 9 w 9"/>
                                  <a:gd name="T7" fmla="*/ 4 h 8"/>
                                  <a:gd name="T8" fmla="*/ 9 w 9"/>
                                  <a:gd name="T9" fmla="*/ 2 h 8"/>
                                  <a:gd name="T10" fmla="*/ 7 w 9"/>
                                  <a:gd name="T11" fmla="*/ 1 h 8"/>
                                  <a:gd name="T12" fmla="*/ 6 w 9"/>
                                  <a:gd name="T13" fmla="*/ 0 h 8"/>
                                  <a:gd name="T14" fmla="*/ 5 w 9"/>
                                  <a:gd name="T15" fmla="*/ 0 h 8"/>
                                  <a:gd name="T16" fmla="*/ 3 w 9"/>
                                  <a:gd name="T17" fmla="*/ 1 h 8"/>
                                  <a:gd name="T18" fmla="*/ 3 w 9"/>
                                  <a:gd name="T19" fmla="*/ 1 h 8"/>
                                  <a:gd name="T20" fmla="*/ 2 w 9"/>
                                  <a:gd name="T21" fmla="*/ 2 h 8"/>
                                  <a:gd name="T22" fmla="*/ 0 w 9"/>
                                  <a:gd name="T23" fmla="*/ 4 h 8"/>
                                  <a:gd name="T24" fmla="*/ 0 w 9"/>
                                  <a:gd name="T25" fmla="*/ 5 h 8"/>
                                  <a:gd name="T26" fmla="*/ 2 w 9"/>
                                  <a:gd name="T27" fmla="*/ 7 h 8"/>
                                  <a:gd name="T28" fmla="*/ 3 w 9"/>
                                  <a:gd name="T29" fmla="*/ 8 h 8"/>
                                  <a:gd name="T30" fmla="*/ 5 w 9"/>
                                  <a:gd name="T31" fmla="*/ 8 h 8"/>
                                  <a:gd name="T32" fmla="*/ 6 w 9"/>
                                  <a:gd name="T33" fmla="*/ 8 h 8"/>
                                  <a:gd name="T34" fmla="*/ 7 w 9"/>
                                  <a:gd name="T35" fmla="*/ 8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7" y="8"/>
                                    </a:moveTo>
                                    <a:lnTo>
                                      <a:pt x="9" y="7"/>
                                    </a:lnTo>
                                    <a:lnTo>
                                      <a:pt x="9" y="5"/>
                                    </a:lnTo>
                                    <a:lnTo>
                                      <a:pt x="9" y="4"/>
                                    </a:lnTo>
                                    <a:lnTo>
                                      <a:pt x="9" y="2"/>
                                    </a:lnTo>
                                    <a:lnTo>
                                      <a:pt x="7" y="1"/>
                                    </a:lnTo>
                                    <a:lnTo>
                                      <a:pt x="6" y="0"/>
                                    </a:lnTo>
                                    <a:lnTo>
                                      <a:pt x="5" y="0"/>
                                    </a:lnTo>
                                    <a:lnTo>
                                      <a:pt x="3" y="1"/>
                                    </a:lnTo>
                                    <a:lnTo>
                                      <a:pt x="2" y="2"/>
                                    </a:lnTo>
                                    <a:lnTo>
                                      <a:pt x="0" y="4"/>
                                    </a:lnTo>
                                    <a:lnTo>
                                      <a:pt x="0" y="5"/>
                                    </a:lnTo>
                                    <a:lnTo>
                                      <a:pt x="2" y="7"/>
                                    </a:lnTo>
                                    <a:lnTo>
                                      <a:pt x="3" y="8"/>
                                    </a:lnTo>
                                    <a:lnTo>
                                      <a:pt x="5" y="8"/>
                                    </a:lnTo>
                                    <a:lnTo>
                                      <a:pt x="6" y="8"/>
                                    </a:lnTo>
                                    <a:lnTo>
                                      <a:pt x="7"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1" name="Freeform 303"/>
                              <p:cNvSpPr>
                                <a:spLocks/>
                              </p:cNvSpPr>
                              <p:nvPr/>
                            </p:nvSpPr>
                            <p:spPr bwMode="auto">
                              <a:xfrm>
                                <a:off x="3849" y="2045"/>
                                <a:ext cx="9" cy="8"/>
                              </a:xfrm>
                              <a:custGeom>
                                <a:avLst/>
                                <a:gdLst>
                                  <a:gd name="T0" fmla="*/ 6 w 9"/>
                                  <a:gd name="T1" fmla="*/ 8 h 8"/>
                                  <a:gd name="T2" fmla="*/ 7 w 9"/>
                                  <a:gd name="T3" fmla="*/ 7 h 8"/>
                                  <a:gd name="T4" fmla="*/ 9 w 9"/>
                                  <a:gd name="T5" fmla="*/ 6 h 8"/>
                                  <a:gd name="T6" fmla="*/ 9 w 9"/>
                                  <a:gd name="T7" fmla="*/ 4 h 8"/>
                                  <a:gd name="T8" fmla="*/ 7 w 9"/>
                                  <a:gd name="T9" fmla="*/ 3 h 8"/>
                                  <a:gd name="T10" fmla="*/ 6 w 9"/>
                                  <a:gd name="T11" fmla="*/ 1 h 8"/>
                                  <a:gd name="T12" fmla="*/ 5 w 9"/>
                                  <a:gd name="T13" fmla="*/ 0 h 8"/>
                                  <a:gd name="T14" fmla="*/ 3 w 9"/>
                                  <a:gd name="T15" fmla="*/ 0 h 8"/>
                                  <a:gd name="T16" fmla="*/ 2 w 9"/>
                                  <a:gd name="T17" fmla="*/ 1 h 8"/>
                                  <a:gd name="T18" fmla="*/ 2 w 9"/>
                                  <a:gd name="T19" fmla="*/ 1 h 8"/>
                                  <a:gd name="T20" fmla="*/ 0 w 9"/>
                                  <a:gd name="T21" fmla="*/ 3 h 8"/>
                                  <a:gd name="T22" fmla="*/ 0 w 9"/>
                                  <a:gd name="T23" fmla="*/ 4 h 8"/>
                                  <a:gd name="T24" fmla="*/ 0 w 9"/>
                                  <a:gd name="T25" fmla="*/ 6 h 8"/>
                                  <a:gd name="T26" fmla="*/ 0 w 9"/>
                                  <a:gd name="T27" fmla="*/ 7 h 8"/>
                                  <a:gd name="T28" fmla="*/ 2 w 9"/>
                                  <a:gd name="T29" fmla="*/ 8 h 8"/>
                                  <a:gd name="T30" fmla="*/ 3 w 9"/>
                                  <a:gd name="T31" fmla="*/ 8 h 8"/>
                                  <a:gd name="T32" fmla="*/ 5 w 9"/>
                                  <a:gd name="T33" fmla="*/ 8 h 8"/>
                                  <a:gd name="T34" fmla="*/ 6 w 9"/>
                                  <a:gd name="T35" fmla="*/ 8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6" y="8"/>
                                    </a:moveTo>
                                    <a:lnTo>
                                      <a:pt x="7" y="7"/>
                                    </a:lnTo>
                                    <a:lnTo>
                                      <a:pt x="9" y="6"/>
                                    </a:lnTo>
                                    <a:lnTo>
                                      <a:pt x="9" y="4"/>
                                    </a:lnTo>
                                    <a:lnTo>
                                      <a:pt x="7" y="3"/>
                                    </a:lnTo>
                                    <a:lnTo>
                                      <a:pt x="6" y="1"/>
                                    </a:lnTo>
                                    <a:lnTo>
                                      <a:pt x="5" y="0"/>
                                    </a:lnTo>
                                    <a:lnTo>
                                      <a:pt x="3" y="0"/>
                                    </a:lnTo>
                                    <a:lnTo>
                                      <a:pt x="2" y="1"/>
                                    </a:lnTo>
                                    <a:lnTo>
                                      <a:pt x="0" y="3"/>
                                    </a:lnTo>
                                    <a:lnTo>
                                      <a:pt x="0" y="4"/>
                                    </a:lnTo>
                                    <a:lnTo>
                                      <a:pt x="0" y="6"/>
                                    </a:lnTo>
                                    <a:lnTo>
                                      <a:pt x="0" y="7"/>
                                    </a:lnTo>
                                    <a:lnTo>
                                      <a:pt x="2" y="8"/>
                                    </a:lnTo>
                                    <a:lnTo>
                                      <a:pt x="3" y="8"/>
                                    </a:lnTo>
                                    <a:lnTo>
                                      <a:pt x="5" y="8"/>
                                    </a:lnTo>
                                    <a:lnTo>
                                      <a:pt x="6"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2" name="Freeform 304"/>
                              <p:cNvSpPr>
                                <a:spLocks/>
                              </p:cNvSpPr>
                              <p:nvPr/>
                            </p:nvSpPr>
                            <p:spPr bwMode="auto">
                              <a:xfrm>
                                <a:off x="3835" y="2055"/>
                                <a:ext cx="8" cy="9"/>
                              </a:xfrm>
                              <a:custGeom>
                                <a:avLst/>
                                <a:gdLst>
                                  <a:gd name="T0" fmla="*/ 5 w 8"/>
                                  <a:gd name="T1" fmla="*/ 7 h 9"/>
                                  <a:gd name="T2" fmla="*/ 7 w 8"/>
                                  <a:gd name="T3" fmla="*/ 6 h 9"/>
                                  <a:gd name="T4" fmla="*/ 8 w 8"/>
                                  <a:gd name="T5" fmla="*/ 4 h 9"/>
                                  <a:gd name="T6" fmla="*/ 8 w 8"/>
                                  <a:gd name="T7" fmla="*/ 3 h 9"/>
                                  <a:gd name="T8" fmla="*/ 7 w 8"/>
                                  <a:gd name="T9" fmla="*/ 1 h 9"/>
                                  <a:gd name="T10" fmla="*/ 5 w 8"/>
                                  <a:gd name="T11" fmla="*/ 0 h 9"/>
                                  <a:gd name="T12" fmla="*/ 4 w 8"/>
                                  <a:gd name="T13" fmla="*/ 0 h 9"/>
                                  <a:gd name="T14" fmla="*/ 3 w 8"/>
                                  <a:gd name="T15" fmla="*/ 0 h 9"/>
                                  <a:gd name="T16" fmla="*/ 1 w 8"/>
                                  <a:gd name="T17" fmla="*/ 0 h 9"/>
                                  <a:gd name="T18" fmla="*/ 1 w 8"/>
                                  <a:gd name="T19" fmla="*/ 0 h 9"/>
                                  <a:gd name="T20" fmla="*/ 0 w 8"/>
                                  <a:gd name="T21" fmla="*/ 1 h 9"/>
                                  <a:gd name="T22" fmla="*/ 0 w 8"/>
                                  <a:gd name="T23" fmla="*/ 3 h 9"/>
                                  <a:gd name="T24" fmla="*/ 0 w 8"/>
                                  <a:gd name="T25" fmla="*/ 4 h 9"/>
                                  <a:gd name="T26" fmla="*/ 0 w 8"/>
                                  <a:gd name="T27" fmla="*/ 6 h 9"/>
                                  <a:gd name="T28" fmla="*/ 1 w 8"/>
                                  <a:gd name="T29" fmla="*/ 7 h 9"/>
                                  <a:gd name="T30" fmla="*/ 3 w 8"/>
                                  <a:gd name="T31" fmla="*/ 9 h 9"/>
                                  <a:gd name="T32" fmla="*/ 4 w 8"/>
                                  <a:gd name="T33" fmla="*/ 9 h 9"/>
                                  <a:gd name="T34" fmla="*/ 5 w 8"/>
                                  <a:gd name="T35" fmla="*/ 7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5" y="7"/>
                                    </a:moveTo>
                                    <a:lnTo>
                                      <a:pt x="7" y="6"/>
                                    </a:lnTo>
                                    <a:lnTo>
                                      <a:pt x="8" y="4"/>
                                    </a:lnTo>
                                    <a:lnTo>
                                      <a:pt x="8" y="3"/>
                                    </a:lnTo>
                                    <a:lnTo>
                                      <a:pt x="7" y="1"/>
                                    </a:lnTo>
                                    <a:lnTo>
                                      <a:pt x="5" y="0"/>
                                    </a:lnTo>
                                    <a:lnTo>
                                      <a:pt x="4" y="0"/>
                                    </a:lnTo>
                                    <a:lnTo>
                                      <a:pt x="3" y="0"/>
                                    </a:lnTo>
                                    <a:lnTo>
                                      <a:pt x="1" y="0"/>
                                    </a:lnTo>
                                    <a:lnTo>
                                      <a:pt x="0" y="1"/>
                                    </a:lnTo>
                                    <a:lnTo>
                                      <a:pt x="0" y="3"/>
                                    </a:lnTo>
                                    <a:lnTo>
                                      <a:pt x="0" y="4"/>
                                    </a:lnTo>
                                    <a:lnTo>
                                      <a:pt x="0" y="6"/>
                                    </a:lnTo>
                                    <a:lnTo>
                                      <a:pt x="1" y="7"/>
                                    </a:lnTo>
                                    <a:lnTo>
                                      <a:pt x="3" y="9"/>
                                    </a:lnTo>
                                    <a:lnTo>
                                      <a:pt x="4" y="9"/>
                                    </a:lnTo>
                                    <a:lnTo>
                                      <a:pt x="5"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3" name="Freeform 305"/>
                              <p:cNvSpPr>
                                <a:spLocks/>
                              </p:cNvSpPr>
                              <p:nvPr/>
                            </p:nvSpPr>
                            <p:spPr bwMode="auto">
                              <a:xfrm>
                                <a:off x="3820" y="2064"/>
                                <a:ext cx="9" cy="8"/>
                              </a:xfrm>
                              <a:custGeom>
                                <a:avLst/>
                                <a:gdLst>
                                  <a:gd name="T0" fmla="*/ 6 w 9"/>
                                  <a:gd name="T1" fmla="*/ 7 h 8"/>
                                  <a:gd name="T2" fmla="*/ 7 w 9"/>
                                  <a:gd name="T3" fmla="*/ 5 h 8"/>
                                  <a:gd name="T4" fmla="*/ 9 w 9"/>
                                  <a:gd name="T5" fmla="*/ 4 h 8"/>
                                  <a:gd name="T6" fmla="*/ 9 w 9"/>
                                  <a:gd name="T7" fmla="*/ 3 h 8"/>
                                  <a:gd name="T8" fmla="*/ 7 w 9"/>
                                  <a:gd name="T9" fmla="*/ 1 h 8"/>
                                  <a:gd name="T10" fmla="*/ 6 w 9"/>
                                  <a:gd name="T11" fmla="*/ 0 h 8"/>
                                  <a:gd name="T12" fmla="*/ 4 w 9"/>
                                  <a:gd name="T13" fmla="*/ 0 h 8"/>
                                  <a:gd name="T14" fmla="*/ 3 w 9"/>
                                  <a:gd name="T15" fmla="*/ 0 h 8"/>
                                  <a:gd name="T16" fmla="*/ 2 w 9"/>
                                  <a:gd name="T17" fmla="*/ 0 h 8"/>
                                  <a:gd name="T18" fmla="*/ 2 w 9"/>
                                  <a:gd name="T19" fmla="*/ 0 h 8"/>
                                  <a:gd name="T20" fmla="*/ 0 w 9"/>
                                  <a:gd name="T21" fmla="*/ 1 h 8"/>
                                  <a:gd name="T22" fmla="*/ 0 w 9"/>
                                  <a:gd name="T23" fmla="*/ 3 h 8"/>
                                  <a:gd name="T24" fmla="*/ 0 w 9"/>
                                  <a:gd name="T25" fmla="*/ 4 h 8"/>
                                  <a:gd name="T26" fmla="*/ 0 w 9"/>
                                  <a:gd name="T27" fmla="*/ 5 h 8"/>
                                  <a:gd name="T28" fmla="*/ 2 w 9"/>
                                  <a:gd name="T29" fmla="*/ 7 h 8"/>
                                  <a:gd name="T30" fmla="*/ 3 w 9"/>
                                  <a:gd name="T31" fmla="*/ 8 h 8"/>
                                  <a:gd name="T32" fmla="*/ 4 w 9"/>
                                  <a:gd name="T33" fmla="*/ 8 h 8"/>
                                  <a:gd name="T34" fmla="*/ 6 w 9"/>
                                  <a:gd name="T35" fmla="*/ 7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6" y="7"/>
                                    </a:moveTo>
                                    <a:lnTo>
                                      <a:pt x="7" y="5"/>
                                    </a:lnTo>
                                    <a:lnTo>
                                      <a:pt x="9" y="4"/>
                                    </a:lnTo>
                                    <a:lnTo>
                                      <a:pt x="9" y="3"/>
                                    </a:lnTo>
                                    <a:lnTo>
                                      <a:pt x="7" y="1"/>
                                    </a:lnTo>
                                    <a:lnTo>
                                      <a:pt x="6" y="0"/>
                                    </a:lnTo>
                                    <a:lnTo>
                                      <a:pt x="4" y="0"/>
                                    </a:lnTo>
                                    <a:lnTo>
                                      <a:pt x="3" y="0"/>
                                    </a:lnTo>
                                    <a:lnTo>
                                      <a:pt x="2" y="0"/>
                                    </a:lnTo>
                                    <a:lnTo>
                                      <a:pt x="0" y="1"/>
                                    </a:lnTo>
                                    <a:lnTo>
                                      <a:pt x="0" y="3"/>
                                    </a:lnTo>
                                    <a:lnTo>
                                      <a:pt x="0" y="4"/>
                                    </a:lnTo>
                                    <a:lnTo>
                                      <a:pt x="0" y="5"/>
                                    </a:lnTo>
                                    <a:lnTo>
                                      <a:pt x="2" y="7"/>
                                    </a:lnTo>
                                    <a:lnTo>
                                      <a:pt x="3" y="8"/>
                                    </a:lnTo>
                                    <a:lnTo>
                                      <a:pt x="4" y="8"/>
                                    </a:lnTo>
                                    <a:lnTo>
                                      <a:pt x="6"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4" name="Freeform 306"/>
                              <p:cNvSpPr>
                                <a:spLocks/>
                              </p:cNvSpPr>
                              <p:nvPr/>
                            </p:nvSpPr>
                            <p:spPr bwMode="auto">
                              <a:xfrm>
                                <a:off x="3803" y="2071"/>
                                <a:ext cx="8" cy="9"/>
                              </a:xfrm>
                              <a:custGeom>
                                <a:avLst/>
                                <a:gdLst>
                                  <a:gd name="T0" fmla="*/ 5 w 8"/>
                                  <a:gd name="T1" fmla="*/ 9 h 9"/>
                                  <a:gd name="T2" fmla="*/ 7 w 8"/>
                                  <a:gd name="T3" fmla="*/ 7 h 9"/>
                                  <a:gd name="T4" fmla="*/ 8 w 8"/>
                                  <a:gd name="T5" fmla="*/ 6 h 9"/>
                                  <a:gd name="T6" fmla="*/ 8 w 8"/>
                                  <a:gd name="T7" fmla="*/ 4 h 9"/>
                                  <a:gd name="T8" fmla="*/ 8 w 8"/>
                                  <a:gd name="T9" fmla="*/ 3 h 9"/>
                                  <a:gd name="T10" fmla="*/ 8 w 8"/>
                                  <a:gd name="T11" fmla="*/ 1 h 9"/>
                                  <a:gd name="T12" fmla="*/ 7 w 8"/>
                                  <a:gd name="T13" fmla="*/ 0 h 9"/>
                                  <a:gd name="T14" fmla="*/ 5 w 8"/>
                                  <a:gd name="T15" fmla="*/ 0 h 9"/>
                                  <a:gd name="T16" fmla="*/ 4 w 8"/>
                                  <a:gd name="T17" fmla="*/ 0 h 9"/>
                                  <a:gd name="T18" fmla="*/ 4 w 8"/>
                                  <a:gd name="T19" fmla="*/ 0 h 9"/>
                                  <a:gd name="T20" fmla="*/ 3 w 8"/>
                                  <a:gd name="T21" fmla="*/ 0 h 9"/>
                                  <a:gd name="T22" fmla="*/ 1 w 8"/>
                                  <a:gd name="T23" fmla="*/ 1 h 9"/>
                                  <a:gd name="T24" fmla="*/ 0 w 8"/>
                                  <a:gd name="T25" fmla="*/ 3 h 9"/>
                                  <a:gd name="T26" fmla="*/ 0 w 8"/>
                                  <a:gd name="T27" fmla="*/ 4 h 9"/>
                                  <a:gd name="T28" fmla="*/ 1 w 8"/>
                                  <a:gd name="T29" fmla="*/ 6 h 9"/>
                                  <a:gd name="T30" fmla="*/ 3 w 8"/>
                                  <a:gd name="T31" fmla="*/ 7 h 9"/>
                                  <a:gd name="T32" fmla="*/ 4 w 8"/>
                                  <a:gd name="T33" fmla="*/ 9 h 9"/>
                                  <a:gd name="T34" fmla="*/ 5 w 8"/>
                                  <a:gd name="T35" fmla="*/ 9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5" y="9"/>
                                    </a:moveTo>
                                    <a:lnTo>
                                      <a:pt x="7" y="7"/>
                                    </a:lnTo>
                                    <a:lnTo>
                                      <a:pt x="8" y="6"/>
                                    </a:lnTo>
                                    <a:lnTo>
                                      <a:pt x="8" y="4"/>
                                    </a:lnTo>
                                    <a:lnTo>
                                      <a:pt x="8" y="3"/>
                                    </a:lnTo>
                                    <a:lnTo>
                                      <a:pt x="8" y="1"/>
                                    </a:lnTo>
                                    <a:lnTo>
                                      <a:pt x="7" y="0"/>
                                    </a:lnTo>
                                    <a:lnTo>
                                      <a:pt x="5" y="0"/>
                                    </a:lnTo>
                                    <a:lnTo>
                                      <a:pt x="4" y="0"/>
                                    </a:lnTo>
                                    <a:lnTo>
                                      <a:pt x="3" y="0"/>
                                    </a:lnTo>
                                    <a:lnTo>
                                      <a:pt x="1" y="1"/>
                                    </a:lnTo>
                                    <a:lnTo>
                                      <a:pt x="0" y="3"/>
                                    </a:lnTo>
                                    <a:lnTo>
                                      <a:pt x="0" y="4"/>
                                    </a:lnTo>
                                    <a:lnTo>
                                      <a:pt x="1" y="6"/>
                                    </a:lnTo>
                                    <a:lnTo>
                                      <a:pt x="3" y="7"/>
                                    </a:lnTo>
                                    <a:lnTo>
                                      <a:pt x="4" y="9"/>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5" name="Freeform 307"/>
                              <p:cNvSpPr>
                                <a:spLocks/>
                              </p:cNvSpPr>
                              <p:nvPr/>
                            </p:nvSpPr>
                            <p:spPr bwMode="auto">
                              <a:xfrm>
                                <a:off x="3787" y="2074"/>
                                <a:ext cx="8" cy="9"/>
                              </a:xfrm>
                              <a:custGeom>
                                <a:avLst/>
                                <a:gdLst>
                                  <a:gd name="T0" fmla="*/ 4 w 8"/>
                                  <a:gd name="T1" fmla="*/ 9 h 9"/>
                                  <a:gd name="T2" fmla="*/ 6 w 8"/>
                                  <a:gd name="T3" fmla="*/ 9 h 9"/>
                                  <a:gd name="T4" fmla="*/ 7 w 8"/>
                                  <a:gd name="T5" fmla="*/ 7 h 9"/>
                                  <a:gd name="T6" fmla="*/ 8 w 8"/>
                                  <a:gd name="T7" fmla="*/ 6 h 9"/>
                                  <a:gd name="T8" fmla="*/ 8 w 8"/>
                                  <a:gd name="T9" fmla="*/ 4 h 9"/>
                                  <a:gd name="T10" fmla="*/ 7 w 8"/>
                                  <a:gd name="T11" fmla="*/ 3 h 9"/>
                                  <a:gd name="T12" fmla="*/ 6 w 8"/>
                                  <a:gd name="T13" fmla="*/ 1 h 9"/>
                                  <a:gd name="T14" fmla="*/ 4 w 8"/>
                                  <a:gd name="T15" fmla="*/ 0 h 9"/>
                                  <a:gd name="T16" fmla="*/ 3 w 8"/>
                                  <a:gd name="T17" fmla="*/ 0 h 9"/>
                                  <a:gd name="T18" fmla="*/ 3 w 8"/>
                                  <a:gd name="T19" fmla="*/ 0 h 9"/>
                                  <a:gd name="T20" fmla="*/ 1 w 8"/>
                                  <a:gd name="T21" fmla="*/ 1 h 9"/>
                                  <a:gd name="T22" fmla="*/ 0 w 8"/>
                                  <a:gd name="T23" fmla="*/ 3 h 9"/>
                                  <a:gd name="T24" fmla="*/ 0 w 8"/>
                                  <a:gd name="T25" fmla="*/ 4 h 9"/>
                                  <a:gd name="T26" fmla="*/ 0 w 8"/>
                                  <a:gd name="T27" fmla="*/ 6 h 9"/>
                                  <a:gd name="T28" fmla="*/ 0 w 8"/>
                                  <a:gd name="T29" fmla="*/ 7 h 9"/>
                                  <a:gd name="T30" fmla="*/ 1 w 8"/>
                                  <a:gd name="T31" fmla="*/ 9 h 9"/>
                                  <a:gd name="T32" fmla="*/ 3 w 8"/>
                                  <a:gd name="T33" fmla="*/ 9 h 9"/>
                                  <a:gd name="T34" fmla="*/ 4 w 8"/>
                                  <a:gd name="T35" fmla="*/ 9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4" y="9"/>
                                    </a:moveTo>
                                    <a:lnTo>
                                      <a:pt x="6" y="9"/>
                                    </a:lnTo>
                                    <a:lnTo>
                                      <a:pt x="7" y="7"/>
                                    </a:lnTo>
                                    <a:lnTo>
                                      <a:pt x="8" y="6"/>
                                    </a:lnTo>
                                    <a:lnTo>
                                      <a:pt x="8" y="4"/>
                                    </a:lnTo>
                                    <a:lnTo>
                                      <a:pt x="7" y="3"/>
                                    </a:lnTo>
                                    <a:lnTo>
                                      <a:pt x="6" y="1"/>
                                    </a:lnTo>
                                    <a:lnTo>
                                      <a:pt x="4" y="0"/>
                                    </a:lnTo>
                                    <a:lnTo>
                                      <a:pt x="3" y="0"/>
                                    </a:lnTo>
                                    <a:lnTo>
                                      <a:pt x="1" y="1"/>
                                    </a:lnTo>
                                    <a:lnTo>
                                      <a:pt x="0" y="3"/>
                                    </a:lnTo>
                                    <a:lnTo>
                                      <a:pt x="0" y="4"/>
                                    </a:lnTo>
                                    <a:lnTo>
                                      <a:pt x="0" y="6"/>
                                    </a:lnTo>
                                    <a:lnTo>
                                      <a:pt x="0" y="7"/>
                                    </a:lnTo>
                                    <a:lnTo>
                                      <a:pt x="1" y="9"/>
                                    </a:lnTo>
                                    <a:lnTo>
                                      <a:pt x="3" y="9"/>
                                    </a:lnTo>
                                    <a:lnTo>
                                      <a:pt x="4"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6" name="Freeform 308"/>
                              <p:cNvSpPr>
                                <a:spLocks/>
                              </p:cNvSpPr>
                              <p:nvPr/>
                            </p:nvSpPr>
                            <p:spPr bwMode="auto">
                              <a:xfrm>
                                <a:off x="3769" y="2074"/>
                                <a:ext cx="9" cy="9"/>
                              </a:xfrm>
                              <a:custGeom>
                                <a:avLst/>
                                <a:gdLst>
                                  <a:gd name="T0" fmla="*/ 5 w 9"/>
                                  <a:gd name="T1" fmla="*/ 9 h 9"/>
                                  <a:gd name="T2" fmla="*/ 6 w 9"/>
                                  <a:gd name="T3" fmla="*/ 9 h 9"/>
                                  <a:gd name="T4" fmla="*/ 8 w 9"/>
                                  <a:gd name="T5" fmla="*/ 7 h 9"/>
                                  <a:gd name="T6" fmla="*/ 9 w 9"/>
                                  <a:gd name="T7" fmla="*/ 6 h 9"/>
                                  <a:gd name="T8" fmla="*/ 9 w 9"/>
                                  <a:gd name="T9" fmla="*/ 4 h 9"/>
                                  <a:gd name="T10" fmla="*/ 8 w 9"/>
                                  <a:gd name="T11" fmla="*/ 3 h 9"/>
                                  <a:gd name="T12" fmla="*/ 6 w 9"/>
                                  <a:gd name="T13" fmla="*/ 1 h 9"/>
                                  <a:gd name="T14" fmla="*/ 5 w 9"/>
                                  <a:gd name="T15" fmla="*/ 0 h 9"/>
                                  <a:gd name="T16" fmla="*/ 3 w 9"/>
                                  <a:gd name="T17" fmla="*/ 0 h 9"/>
                                  <a:gd name="T18" fmla="*/ 3 w 9"/>
                                  <a:gd name="T19" fmla="*/ 0 h 9"/>
                                  <a:gd name="T20" fmla="*/ 2 w 9"/>
                                  <a:gd name="T21" fmla="*/ 1 h 9"/>
                                  <a:gd name="T22" fmla="*/ 0 w 9"/>
                                  <a:gd name="T23" fmla="*/ 3 h 9"/>
                                  <a:gd name="T24" fmla="*/ 0 w 9"/>
                                  <a:gd name="T25" fmla="*/ 4 h 9"/>
                                  <a:gd name="T26" fmla="*/ 0 w 9"/>
                                  <a:gd name="T27" fmla="*/ 6 h 9"/>
                                  <a:gd name="T28" fmla="*/ 0 w 9"/>
                                  <a:gd name="T29" fmla="*/ 7 h 9"/>
                                  <a:gd name="T30" fmla="*/ 2 w 9"/>
                                  <a:gd name="T31" fmla="*/ 9 h 9"/>
                                  <a:gd name="T32" fmla="*/ 3 w 9"/>
                                  <a:gd name="T33" fmla="*/ 9 h 9"/>
                                  <a:gd name="T34" fmla="*/ 5 w 9"/>
                                  <a:gd name="T35" fmla="*/ 9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5" y="9"/>
                                    </a:moveTo>
                                    <a:lnTo>
                                      <a:pt x="6" y="9"/>
                                    </a:lnTo>
                                    <a:lnTo>
                                      <a:pt x="8" y="7"/>
                                    </a:lnTo>
                                    <a:lnTo>
                                      <a:pt x="9" y="6"/>
                                    </a:lnTo>
                                    <a:lnTo>
                                      <a:pt x="9" y="4"/>
                                    </a:lnTo>
                                    <a:lnTo>
                                      <a:pt x="8" y="3"/>
                                    </a:lnTo>
                                    <a:lnTo>
                                      <a:pt x="6" y="1"/>
                                    </a:lnTo>
                                    <a:lnTo>
                                      <a:pt x="5" y="0"/>
                                    </a:lnTo>
                                    <a:lnTo>
                                      <a:pt x="3" y="0"/>
                                    </a:lnTo>
                                    <a:lnTo>
                                      <a:pt x="2" y="1"/>
                                    </a:lnTo>
                                    <a:lnTo>
                                      <a:pt x="0" y="3"/>
                                    </a:lnTo>
                                    <a:lnTo>
                                      <a:pt x="0" y="4"/>
                                    </a:lnTo>
                                    <a:lnTo>
                                      <a:pt x="0" y="6"/>
                                    </a:lnTo>
                                    <a:lnTo>
                                      <a:pt x="0" y="7"/>
                                    </a:lnTo>
                                    <a:lnTo>
                                      <a:pt x="2" y="9"/>
                                    </a:lnTo>
                                    <a:lnTo>
                                      <a:pt x="3" y="9"/>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7" name="Freeform 309"/>
                              <p:cNvSpPr>
                                <a:spLocks/>
                              </p:cNvSpPr>
                              <p:nvPr/>
                            </p:nvSpPr>
                            <p:spPr bwMode="auto">
                              <a:xfrm>
                                <a:off x="3752" y="2071"/>
                                <a:ext cx="9" cy="9"/>
                              </a:xfrm>
                              <a:custGeom>
                                <a:avLst/>
                                <a:gdLst>
                                  <a:gd name="T0" fmla="*/ 4 w 9"/>
                                  <a:gd name="T1" fmla="*/ 9 h 9"/>
                                  <a:gd name="T2" fmla="*/ 6 w 9"/>
                                  <a:gd name="T3" fmla="*/ 9 h 9"/>
                                  <a:gd name="T4" fmla="*/ 7 w 9"/>
                                  <a:gd name="T5" fmla="*/ 7 h 9"/>
                                  <a:gd name="T6" fmla="*/ 9 w 9"/>
                                  <a:gd name="T7" fmla="*/ 6 h 9"/>
                                  <a:gd name="T8" fmla="*/ 9 w 9"/>
                                  <a:gd name="T9" fmla="*/ 4 h 9"/>
                                  <a:gd name="T10" fmla="*/ 9 w 9"/>
                                  <a:gd name="T11" fmla="*/ 3 h 9"/>
                                  <a:gd name="T12" fmla="*/ 9 w 9"/>
                                  <a:gd name="T13" fmla="*/ 1 h 9"/>
                                  <a:gd name="T14" fmla="*/ 7 w 9"/>
                                  <a:gd name="T15" fmla="*/ 0 h 9"/>
                                  <a:gd name="T16" fmla="*/ 6 w 9"/>
                                  <a:gd name="T17" fmla="*/ 0 h 9"/>
                                  <a:gd name="T18" fmla="*/ 6 w 9"/>
                                  <a:gd name="T19" fmla="*/ 0 h 9"/>
                                  <a:gd name="T20" fmla="*/ 4 w 9"/>
                                  <a:gd name="T21" fmla="*/ 0 h 9"/>
                                  <a:gd name="T22" fmla="*/ 3 w 9"/>
                                  <a:gd name="T23" fmla="*/ 0 h 9"/>
                                  <a:gd name="T24" fmla="*/ 1 w 9"/>
                                  <a:gd name="T25" fmla="*/ 1 h 9"/>
                                  <a:gd name="T26" fmla="*/ 0 w 9"/>
                                  <a:gd name="T27" fmla="*/ 3 h 9"/>
                                  <a:gd name="T28" fmla="*/ 0 w 9"/>
                                  <a:gd name="T29" fmla="*/ 4 h 9"/>
                                  <a:gd name="T30" fmla="*/ 1 w 9"/>
                                  <a:gd name="T31" fmla="*/ 6 h 9"/>
                                  <a:gd name="T32" fmla="*/ 3 w 9"/>
                                  <a:gd name="T33" fmla="*/ 7 h 9"/>
                                  <a:gd name="T34" fmla="*/ 4 w 9"/>
                                  <a:gd name="T35" fmla="*/ 9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4" y="9"/>
                                    </a:moveTo>
                                    <a:lnTo>
                                      <a:pt x="6" y="9"/>
                                    </a:lnTo>
                                    <a:lnTo>
                                      <a:pt x="7" y="7"/>
                                    </a:lnTo>
                                    <a:lnTo>
                                      <a:pt x="9" y="6"/>
                                    </a:lnTo>
                                    <a:lnTo>
                                      <a:pt x="9" y="4"/>
                                    </a:lnTo>
                                    <a:lnTo>
                                      <a:pt x="9" y="3"/>
                                    </a:lnTo>
                                    <a:lnTo>
                                      <a:pt x="9" y="1"/>
                                    </a:lnTo>
                                    <a:lnTo>
                                      <a:pt x="7" y="0"/>
                                    </a:lnTo>
                                    <a:lnTo>
                                      <a:pt x="6" y="0"/>
                                    </a:lnTo>
                                    <a:lnTo>
                                      <a:pt x="4" y="0"/>
                                    </a:lnTo>
                                    <a:lnTo>
                                      <a:pt x="3" y="0"/>
                                    </a:lnTo>
                                    <a:lnTo>
                                      <a:pt x="1" y="1"/>
                                    </a:lnTo>
                                    <a:lnTo>
                                      <a:pt x="0" y="3"/>
                                    </a:lnTo>
                                    <a:lnTo>
                                      <a:pt x="0" y="4"/>
                                    </a:lnTo>
                                    <a:lnTo>
                                      <a:pt x="1" y="6"/>
                                    </a:lnTo>
                                    <a:lnTo>
                                      <a:pt x="3" y="7"/>
                                    </a:lnTo>
                                    <a:lnTo>
                                      <a:pt x="4"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8" name="Freeform 310"/>
                              <p:cNvSpPr>
                                <a:spLocks/>
                              </p:cNvSpPr>
                              <p:nvPr/>
                            </p:nvSpPr>
                            <p:spPr bwMode="auto">
                              <a:xfrm>
                                <a:off x="3736" y="2064"/>
                                <a:ext cx="9" cy="8"/>
                              </a:xfrm>
                              <a:custGeom>
                                <a:avLst/>
                                <a:gdLst>
                                  <a:gd name="T0" fmla="*/ 3 w 9"/>
                                  <a:gd name="T1" fmla="*/ 8 h 8"/>
                                  <a:gd name="T2" fmla="*/ 4 w 9"/>
                                  <a:gd name="T3" fmla="*/ 8 h 8"/>
                                  <a:gd name="T4" fmla="*/ 6 w 9"/>
                                  <a:gd name="T5" fmla="*/ 8 h 8"/>
                                  <a:gd name="T6" fmla="*/ 7 w 9"/>
                                  <a:gd name="T7" fmla="*/ 8 h 8"/>
                                  <a:gd name="T8" fmla="*/ 9 w 9"/>
                                  <a:gd name="T9" fmla="*/ 7 h 8"/>
                                  <a:gd name="T10" fmla="*/ 9 w 9"/>
                                  <a:gd name="T11" fmla="*/ 5 h 8"/>
                                  <a:gd name="T12" fmla="*/ 9 w 9"/>
                                  <a:gd name="T13" fmla="*/ 4 h 8"/>
                                  <a:gd name="T14" fmla="*/ 9 w 9"/>
                                  <a:gd name="T15" fmla="*/ 3 h 8"/>
                                  <a:gd name="T16" fmla="*/ 7 w 9"/>
                                  <a:gd name="T17" fmla="*/ 1 h 8"/>
                                  <a:gd name="T18" fmla="*/ 7 w 9"/>
                                  <a:gd name="T19" fmla="*/ 1 h 8"/>
                                  <a:gd name="T20" fmla="*/ 6 w 9"/>
                                  <a:gd name="T21" fmla="*/ 0 h 8"/>
                                  <a:gd name="T22" fmla="*/ 4 w 9"/>
                                  <a:gd name="T23" fmla="*/ 0 h 8"/>
                                  <a:gd name="T24" fmla="*/ 3 w 9"/>
                                  <a:gd name="T25" fmla="*/ 1 h 8"/>
                                  <a:gd name="T26" fmla="*/ 1 w 9"/>
                                  <a:gd name="T27" fmla="*/ 3 h 8"/>
                                  <a:gd name="T28" fmla="*/ 0 w 9"/>
                                  <a:gd name="T29" fmla="*/ 4 h 8"/>
                                  <a:gd name="T30" fmla="*/ 0 w 9"/>
                                  <a:gd name="T31" fmla="*/ 5 h 8"/>
                                  <a:gd name="T32" fmla="*/ 1 w 9"/>
                                  <a:gd name="T33" fmla="*/ 7 h 8"/>
                                  <a:gd name="T34" fmla="*/ 3 w 9"/>
                                  <a:gd name="T35" fmla="*/ 8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3" y="8"/>
                                    </a:moveTo>
                                    <a:lnTo>
                                      <a:pt x="4" y="8"/>
                                    </a:lnTo>
                                    <a:lnTo>
                                      <a:pt x="6" y="8"/>
                                    </a:lnTo>
                                    <a:lnTo>
                                      <a:pt x="7" y="8"/>
                                    </a:lnTo>
                                    <a:lnTo>
                                      <a:pt x="9" y="7"/>
                                    </a:lnTo>
                                    <a:lnTo>
                                      <a:pt x="9" y="5"/>
                                    </a:lnTo>
                                    <a:lnTo>
                                      <a:pt x="9" y="4"/>
                                    </a:lnTo>
                                    <a:lnTo>
                                      <a:pt x="9" y="3"/>
                                    </a:lnTo>
                                    <a:lnTo>
                                      <a:pt x="7" y="1"/>
                                    </a:lnTo>
                                    <a:lnTo>
                                      <a:pt x="6" y="0"/>
                                    </a:lnTo>
                                    <a:lnTo>
                                      <a:pt x="4" y="0"/>
                                    </a:lnTo>
                                    <a:lnTo>
                                      <a:pt x="3" y="1"/>
                                    </a:lnTo>
                                    <a:lnTo>
                                      <a:pt x="1" y="3"/>
                                    </a:lnTo>
                                    <a:lnTo>
                                      <a:pt x="0" y="4"/>
                                    </a:lnTo>
                                    <a:lnTo>
                                      <a:pt x="0" y="5"/>
                                    </a:lnTo>
                                    <a:lnTo>
                                      <a:pt x="1" y="7"/>
                                    </a:lnTo>
                                    <a:lnTo>
                                      <a:pt x="3"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9" name="Freeform 311"/>
                              <p:cNvSpPr>
                                <a:spLocks/>
                              </p:cNvSpPr>
                              <p:nvPr/>
                            </p:nvSpPr>
                            <p:spPr bwMode="auto">
                              <a:xfrm>
                                <a:off x="3721" y="2055"/>
                                <a:ext cx="9" cy="9"/>
                              </a:xfrm>
                              <a:custGeom>
                                <a:avLst/>
                                <a:gdLst>
                                  <a:gd name="T0" fmla="*/ 2 w 9"/>
                                  <a:gd name="T1" fmla="*/ 9 h 9"/>
                                  <a:gd name="T2" fmla="*/ 3 w 9"/>
                                  <a:gd name="T3" fmla="*/ 9 h 9"/>
                                  <a:gd name="T4" fmla="*/ 5 w 9"/>
                                  <a:gd name="T5" fmla="*/ 9 h 9"/>
                                  <a:gd name="T6" fmla="*/ 6 w 9"/>
                                  <a:gd name="T7" fmla="*/ 9 h 9"/>
                                  <a:gd name="T8" fmla="*/ 8 w 9"/>
                                  <a:gd name="T9" fmla="*/ 7 h 9"/>
                                  <a:gd name="T10" fmla="*/ 9 w 9"/>
                                  <a:gd name="T11" fmla="*/ 6 h 9"/>
                                  <a:gd name="T12" fmla="*/ 9 w 9"/>
                                  <a:gd name="T13" fmla="*/ 4 h 9"/>
                                  <a:gd name="T14" fmla="*/ 8 w 9"/>
                                  <a:gd name="T15" fmla="*/ 3 h 9"/>
                                  <a:gd name="T16" fmla="*/ 6 w 9"/>
                                  <a:gd name="T17" fmla="*/ 1 h 9"/>
                                  <a:gd name="T18" fmla="*/ 6 w 9"/>
                                  <a:gd name="T19" fmla="*/ 1 h 9"/>
                                  <a:gd name="T20" fmla="*/ 5 w 9"/>
                                  <a:gd name="T21" fmla="*/ 0 h 9"/>
                                  <a:gd name="T22" fmla="*/ 3 w 9"/>
                                  <a:gd name="T23" fmla="*/ 0 h 9"/>
                                  <a:gd name="T24" fmla="*/ 2 w 9"/>
                                  <a:gd name="T25" fmla="*/ 1 h 9"/>
                                  <a:gd name="T26" fmla="*/ 0 w 9"/>
                                  <a:gd name="T27" fmla="*/ 3 h 9"/>
                                  <a:gd name="T28" fmla="*/ 0 w 9"/>
                                  <a:gd name="T29" fmla="*/ 4 h 9"/>
                                  <a:gd name="T30" fmla="*/ 0 w 9"/>
                                  <a:gd name="T31" fmla="*/ 6 h 9"/>
                                  <a:gd name="T32" fmla="*/ 0 w 9"/>
                                  <a:gd name="T33" fmla="*/ 7 h 9"/>
                                  <a:gd name="T34" fmla="*/ 2 w 9"/>
                                  <a:gd name="T35" fmla="*/ 9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2" y="9"/>
                                    </a:moveTo>
                                    <a:lnTo>
                                      <a:pt x="3" y="9"/>
                                    </a:lnTo>
                                    <a:lnTo>
                                      <a:pt x="5" y="9"/>
                                    </a:lnTo>
                                    <a:lnTo>
                                      <a:pt x="6" y="9"/>
                                    </a:lnTo>
                                    <a:lnTo>
                                      <a:pt x="8" y="7"/>
                                    </a:lnTo>
                                    <a:lnTo>
                                      <a:pt x="9" y="6"/>
                                    </a:lnTo>
                                    <a:lnTo>
                                      <a:pt x="9" y="4"/>
                                    </a:lnTo>
                                    <a:lnTo>
                                      <a:pt x="8" y="3"/>
                                    </a:lnTo>
                                    <a:lnTo>
                                      <a:pt x="6" y="1"/>
                                    </a:lnTo>
                                    <a:lnTo>
                                      <a:pt x="5" y="0"/>
                                    </a:lnTo>
                                    <a:lnTo>
                                      <a:pt x="3" y="0"/>
                                    </a:lnTo>
                                    <a:lnTo>
                                      <a:pt x="2" y="1"/>
                                    </a:lnTo>
                                    <a:lnTo>
                                      <a:pt x="0" y="3"/>
                                    </a:lnTo>
                                    <a:lnTo>
                                      <a:pt x="0" y="4"/>
                                    </a:lnTo>
                                    <a:lnTo>
                                      <a:pt x="0" y="6"/>
                                    </a:lnTo>
                                    <a:lnTo>
                                      <a:pt x="0" y="7"/>
                                    </a:lnTo>
                                    <a:lnTo>
                                      <a:pt x="2"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60" name="Freeform 312"/>
                              <p:cNvSpPr>
                                <a:spLocks/>
                              </p:cNvSpPr>
                              <p:nvPr/>
                            </p:nvSpPr>
                            <p:spPr bwMode="auto">
                              <a:xfrm>
                                <a:off x="3707" y="2046"/>
                                <a:ext cx="9" cy="9"/>
                              </a:xfrm>
                              <a:custGeom>
                                <a:avLst/>
                                <a:gdLst>
                                  <a:gd name="T0" fmla="*/ 1 w 9"/>
                                  <a:gd name="T1" fmla="*/ 7 h 9"/>
                                  <a:gd name="T2" fmla="*/ 3 w 9"/>
                                  <a:gd name="T3" fmla="*/ 9 h 9"/>
                                  <a:gd name="T4" fmla="*/ 4 w 9"/>
                                  <a:gd name="T5" fmla="*/ 9 h 9"/>
                                  <a:gd name="T6" fmla="*/ 6 w 9"/>
                                  <a:gd name="T7" fmla="*/ 7 h 9"/>
                                  <a:gd name="T8" fmla="*/ 7 w 9"/>
                                  <a:gd name="T9" fmla="*/ 6 h 9"/>
                                  <a:gd name="T10" fmla="*/ 9 w 9"/>
                                  <a:gd name="T11" fmla="*/ 5 h 9"/>
                                  <a:gd name="T12" fmla="*/ 9 w 9"/>
                                  <a:gd name="T13" fmla="*/ 3 h 9"/>
                                  <a:gd name="T14" fmla="*/ 7 w 9"/>
                                  <a:gd name="T15" fmla="*/ 2 h 9"/>
                                  <a:gd name="T16" fmla="*/ 6 w 9"/>
                                  <a:gd name="T17" fmla="*/ 0 h 9"/>
                                  <a:gd name="T18" fmla="*/ 6 w 9"/>
                                  <a:gd name="T19" fmla="*/ 0 h 9"/>
                                  <a:gd name="T20" fmla="*/ 4 w 9"/>
                                  <a:gd name="T21" fmla="*/ 0 h 9"/>
                                  <a:gd name="T22" fmla="*/ 3 w 9"/>
                                  <a:gd name="T23" fmla="*/ 0 h 9"/>
                                  <a:gd name="T24" fmla="*/ 1 w 9"/>
                                  <a:gd name="T25" fmla="*/ 0 h 9"/>
                                  <a:gd name="T26" fmla="*/ 0 w 9"/>
                                  <a:gd name="T27" fmla="*/ 2 h 9"/>
                                  <a:gd name="T28" fmla="*/ 0 w 9"/>
                                  <a:gd name="T29" fmla="*/ 3 h 9"/>
                                  <a:gd name="T30" fmla="*/ 0 w 9"/>
                                  <a:gd name="T31" fmla="*/ 5 h 9"/>
                                  <a:gd name="T32" fmla="*/ 0 w 9"/>
                                  <a:gd name="T33" fmla="*/ 6 h 9"/>
                                  <a:gd name="T34" fmla="*/ 1 w 9"/>
                                  <a:gd name="T35" fmla="*/ 7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1" y="7"/>
                                    </a:moveTo>
                                    <a:lnTo>
                                      <a:pt x="3" y="9"/>
                                    </a:lnTo>
                                    <a:lnTo>
                                      <a:pt x="4" y="9"/>
                                    </a:lnTo>
                                    <a:lnTo>
                                      <a:pt x="6" y="7"/>
                                    </a:lnTo>
                                    <a:lnTo>
                                      <a:pt x="7" y="6"/>
                                    </a:lnTo>
                                    <a:lnTo>
                                      <a:pt x="9" y="5"/>
                                    </a:lnTo>
                                    <a:lnTo>
                                      <a:pt x="9" y="3"/>
                                    </a:lnTo>
                                    <a:lnTo>
                                      <a:pt x="7" y="2"/>
                                    </a:lnTo>
                                    <a:lnTo>
                                      <a:pt x="6" y="0"/>
                                    </a:lnTo>
                                    <a:lnTo>
                                      <a:pt x="4" y="0"/>
                                    </a:lnTo>
                                    <a:lnTo>
                                      <a:pt x="3" y="0"/>
                                    </a:lnTo>
                                    <a:lnTo>
                                      <a:pt x="1" y="0"/>
                                    </a:lnTo>
                                    <a:lnTo>
                                      <a:pt x="0" y="2"/>
                                    </a:lnTo>
                                    <a:lnTo>
                                      <a:pt x="0" y="3"/>
                                    </a:lnTo>
                                    <a:lnTo>
                                      <a:pt x="0" y="5"/>
                                    </a:lnTo>
                                    <a:lnTo>
                                      <a:pt x="0" y="6"/>
                                    </a:lnTo>
                                    <a:lnTo>
                                      <a:pt x="1"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61" name="Freeform 313"/>
                              <p:cNvSpPr>
                                <a:spLocks/>
                              </p:cNvSpPr>
                              <p:nvPr/>
                            </p:nvSpPr>
                            <p:spPr bwMode="auto">
                              <a:xfrm>
                                <a:off x="3692" y="2036"/>
                                <a:ext cx="9" cy="9"/>
                              </a:xfrm>
                              <a:custGeom>
                                <a:avLst/>
                                <a:gdLst>
                                  <a:gd name="T0" fmla="*/ 2 w 9"/>
                                  <a:gd name="T1" fmla="*/ 7 h 9"/>
                                  <a:gd name="T2" fmla="*/ 3 w 9"/>
                                  <a:gd name="T3" fmla="*/ 9 h 9"/>
                                  <a:gd name="T4" fmla="*/ 5 w 9"/>
                                  <a:gd name="T5" fmla="*/ 9 h 9"/>
                                  <a:gd name="T6" fmla="*/ 6 w 9"/>
                                  <a:gd name="T7" fmla="*/ 7 h 9"/>
                                  <a:gd name="T8" fmla="*/ 8 w 9"/>
                                  <a:gd name="T9" fmla="*/ 6 h 9"/>
                                  <a:gd name="T10" fmla="*/ 9 w 9"/>
                                  <a:gd name="T11" fmla="*/ 4 h 9"/>
                                  <a:gd name="T12" fmla="*/ 9 w 9"/>
                                  <a:gd name="T13" fmla="*/ 3 h 9"/>
                                  <a:gd name="T14" fmla="*/ 8 w 9"/>
                                  <a:gd name="T15" fmla="*/ 1 h 9"/>
                                  <a:gd name="T16" fmla="*/ 6 w 9"/>
                                  <a:gd name="T17" fmla="*/ 0 h 9"/>
                                  <a:gd name="T18" fmla="*/ 6 w 9"/>
                                  <a:gd name="T19" fmla="*/ 0 h 9"/>
                                  <a:gd name="T20" fmla="*/ 5 w 9"/>
                                  <a:gd name="T21" fmla="*/ 0 h 9"/>
                                  <a:gd name="T22" fmla="*/ 3 w 9"/>
                                  <a:gd name="T23" fmla="*/ 0 h 9"/>
                                  <a:gd name="T24" fmla="*/ 2 w 9"/>
                                  <a:gd name="T25" fmla="*/ 0 h 9"/>
                                  <a:gd name="T26" fmla="*/ 0 w 9"/>
                                  <a:gd name="T27" fmla="*/ 1 h 9"/>
                                  <a:gd name="T28" fmla="*/ 0 w 9"/>
                                  <a:gd name="T29" fmla="*/ 3 h 9"/>
                                  <a:gd name="T30" fmla="*/ 0 w 9"/>
                                  <a:gd name="T31" fmla="*/ 4 h 9"/>
                                  <a:gd name="T32" fmla="*/ 0 w 9"/>
                                  <a:gd name="T33" fmla="*/ 6 h 9"/>
                                  <a:gd name="T34" fmla="*/ 2 w 9"/>
                                  <a:gd name="T35" fmla="*/ 7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2" y="7"/>
                                    </a:moveTo>
                                    <a:lnTo>
                                      <a:pt x="3" y="9"/>
                                    </a:lnTo>
                                    <a:lnTo>
                                      <a:pt x="5" y="9"/>
                                    </a:lnTo>
                                    <a:lnTo>
                                      <a:pt x="6" y="7"/>
                                    </a:lnTo>
                                    <a:lnTo>
                                      <a:pt x="8" y="6"/>
                                    </a:lnTo>
                                    <a:lnTo>
                                      <a:pt x="9" y="4"/>
                                    </a:lnTo>
                                    <a:lnTo>
                                      <a:pt x="9" y="3"/>
                                    </a:lnTo>
                                    <a:lnTo>
                                      <a:pt x="8" y="1"/>
                                    </a:lnTo>
                                    <a:lnTo>
                                      <a:pt x="6" y="0"/>
                                    </a:lnTo>
                                    <a:lnTo>
                                      <a:pt x="5" y="0"/>
                                    </a:lnTo>
                                    <a:lnTo>
                                      <a:pt x="3" y="0"/>
                                    </a:lnTo>
                                    <a:lnTo>
                                      <a:pt x="2" y="0"/>
                                    </a:lnTo>
                                    <a:lnTo>
                                      <a:pt x="0" y="1"/>
                                    </a:lnTo>
                                    <a:lnTo>
                                      <a:pt x="0" y="3"/>
                                    </a:lnTo>
                                    <a:lnTo>
                                      <a:pt x="0" y="4"/>
                                    </a:lnTo>
                                    <a:lnTo>
                                      <a:pt x="0" y="6"/>
                                    </a:lnTo>
                                    <a:lnTo>
                                      <a:pt x="2"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62" name="Freeform 314"/>
                              <p:cNvSpPr>
                                <a:spLocks/>
                              </p:cNvSpPr>
                              <p:nvPr/>
                            </p:nvSpPr>
                            <p:spPr bwMode="auto">
                              <a:xfrm>
                                <a:off x="3679" y="2024"/>
                                <a:ext cx="9" cy="9"/>
                              </a:xfrm>
                              <a:custGeom>
                                <a:avLst/>
                                <a:gdLst>
                                  <a:gd name="T0" fmla="*/ 2 w 9"/>
                                  <a:gd name="T1" fmla="*/ 9 h 9"/>
                                  <a:gd name="T2" fmla="*/ 3 w 9"/>
                                  <a:gd name="T3" fmla="*/ 9 h 9"/>
                                  <a:gd name="T4" fmla="*/ 5 w 9"/>
                                  <a:gd name="T5" fmla="*/ 9 h 9"/>
                                  <a:gd name="T6" fmla="*/ 6 w 9"/>
                                  <a:gd name="T7" fmla="*/ 9 h 9"/>
                                  <a:gd name="T8" fmla="*/ 8 w 9"/>
                                  <a:gd name="T9" fmla="*/ 8 h 9"/>
                                  <a:gd name="T10" fmla="*/ 9 w 9"/>
                                  <a:gd name="T11" fmla="*/ 6 h 9"/>
                                  <a:gd name="T12" fmla="*/ 9 w 9"/>
                                  <a:gd name="T13" fmla="*/ 5 h 9"/>
                                  <a:gd name="T14" fmla="*/ 8 w 9"/>
                                  <a:gd name="T15" fmla="*/ 3 h 9"/>
                                  <a:gd name="T16" fmla="*/ 6 w 9"/>
                                  <a:gd name="T17" fmla="*/ 2 h 9"/>
                                  <a:gd name="T18" fmla="*/ 6 w 9"/>
                                  <a:gd name="T19" fmla="*/ 2 h 9"/>
                                  <a:gd name="T20" fmla="*/ 5 w 9"/>
                                  <a:gd name="T21" fmla="*/ 0 h 9"/>
                                  <a:gd name="T22" fmla="*/ 3 w 9"/>
                                  <a:gd name="T23" fmla="*/ 0 h 9"/>
                                  <a:gd name="T24" fmla="*/ 2 w 9"/>
                                  <a:gd name="T25" fmla="*/ 2 h 9"/>
                                  <a:gd name="T26" fmla="*/ 0 w 9"/>
                                  <a:gd name="T27" fmla="*/ 3 h 9"/>
                                  <a:gd name="T28" fmla="*/ 0 w 9"/>
                                  <a:gd name="T29" fmla="*/ 5 h 9"/>
                                  <a:gd name="T30" fmla="*/ 0 w 9"/>
                                  <a:gd name="T31" fmla="*/ 6 h 9"/>
                                  <a:gd name="T32" fmla="*/ 0 w 9"/>
                                  <a:gd name="T33" fmla="*/ 8 h 9"/>
                                  <a:gd name="T34" fmla="*/ 2 w 9"/>
                                  <a:gd name="T35" fmla="*/ 9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2" y="9"/>
                                    </a:moveTo>
                                    <a:lnTo>
                                      <a:pt x="3" y="9"/>
                                    </a:lnTo>
                                    <a:lnTo>
                                      <a:pt x="5" y="9"/>
                                    </a:lnTo>
                                    <a:lnTo>
                                      <a:pt x="6" y="9"/>
                                    </a:lnTo>
                                    <a:lnTo>
                                      <a:pt x="8" y="8"/>
                                    </a:lnTo>
                                    <a:lnTo>
                                      <a:pt x="9" y="6"/>
                                    </a:lnTo>
                                    <a:lnTo>
                                      <a:pt x="9" y="5"/>
                                    </a:lnTo>
                                    <a:lnTo>
                                      <a:pt x="8" y="3"/>
                                    </a:lnTo>
                                    <a:lnTo>
                                      <a:pt x="6" y="2"/>
                                    </a:lnTo>
                                    <a:lnTo>
                                      <a:pt x="5" y="0"/>
                                    </a:lnTo>
                                    <a:lnTo>
                                      <a:pt x="3" y="0"/>
                                    </a:lnTo>
                                    <a:lnTo>
                                      <a:pt x="2" y="2"/>
                                    </a:lnTo>
                                    <a:lnTo>
                                      <a:pt x="0" y="3"/>
                                    </a:lnTo>
                                    <a:lnTo>
                                      <a:pt x="0" y="5"/>
                                    </a:lnTo>
                                    <a:lnTo>
                                      <a:pt x="0" y="6"/>
                                    </a:lnTo>
                                    <a:lnTo>
                                      <a:pt x="0" y="8"/>
                                    </a:lnTo>
                                    <a:lnTo>
                                      <a:pt x="2"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63" name="Freeform 315"/>
                              <p:cNvSpPr>
                                <a:spLocks/>
                              </p:cNvSpPr>
                              <p:nvPr/>
                            </p:nvSpPr>
                            <p:spPr bwMode="auto">
                              <a:xfrm>
                                <a:off x="3665" y="2013"/>
                                <a:ext cx="8" cy="8"/>
                              </a:xfrm>
                              <a:custGeom>
                                <a:avLst/>
                                <a:gdLst>
                                  <a:gd name="T0" fmla="*/ 3 w 8"/>
                                  <a:gd name="T1" fmla="*/ 8 h 8"/>
                                  <a:gd name="T2" fmla="*/ 4 w 8"/>
                                  <a:gd name="T3" fmla="*/ 8 h 8"/>
                                  <a:gd name="T4" fmla="*/ 6 w 8"/>
                                  <a:gd name="T5" fmla="*/ 8 h 8"/>
                                  <a:gd name="T6" fmla="*/ 7 w 8"/>
                                  <a:gd name="T7" fmla="*/ 8 h 8"/>
                                  <a:gd name="T8" fmla="*/ 8 w 8"/>
                                  <a:gd name="T9" fmla="*/ 7 h 8"/>
                                  <a:gd name="T10" fmla="*/ 8 w 8"/>
                                  <a:gd name="T11" fmla="*/ 6 h 8"/>
                                  <a:gd name="T12" fmla="*/ 8 w 8"/>
                                  <a:gd name="T13" fmla="*/ 4 h 8"/>
                                  <a:gd name="T14" fmla="*/ 8 w 8"/>
                                  <a:gd name="T15" fmla="*/ 3 h 8"/>
                                  <a:gd name="T16" fmla="*/ 7 w 8"/>
                                  <a:gd name="T17" fmla="*/ 1 h 8"/>
                                  <a:gd name="T18" fmla="*/ 7 w 8"/>
                                  <a:gd name="T19" fmla="*/ 1 h 8"/>
                                  <a:gd name="T20" fmla="*/ 6 w 8"/>
                                  <a:gd name="T21" fmla="*/ 0 h 8"/>
                                  <a:gd name="T22" fmla="*/ 4 w 8"/>
                                  <a:gd name="T23" fmla="*/ 0 h 8"/>
                                  <a:gd name="T24" fmla="*/ 3 w 8"/>
                                  <a:gd name="T25" fmla="*/ 1 h 8"/>
                                  <a:gd name="T26" fmla="*/ 1 w 8"/>
                                  <a:gd name="T27" fmla="*/ 3 h 8"/>
                                  <a:gd name="T28" fmla="*/ 0 w 8"/>
                                  <a:gd name="T29" fmla="*/ 4 h 8"/>
                                  <a:gd name="T30" fmla="*/ 0 w 8"/>
                                  <a:gd name="T31" fmla="*/ 6 h 8"/>
                                  <a:gd name="T32" fmla="*/ 1 w 8"/>
                                  <a:gd name="T33" fmla="*/ 7 h 8"/>
                                  <a:gd name="T34" fmla="*/ 3 w 8"/>
                                  <a:gd name="T35" fmla="*/ 8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8"/>
                                  <a:gd name="T56" fmla="*/ 8 w 8"/>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8">
                                    <a:moveTo>
                                      <a:pt x="3" y="8"/>
                                    </a:moveTo>
                                    <a:lnTo>
                                      <a:pt x="4" y="8"/>
                                    </a:lnTo>
                                    <a:lnTo>
                                      <a:pt x="6" y="8"/>
                                    </a:lnTo>
                                    <a:lnTo>
                                      <a:pt x="7" y="8"/>
                                    </a:lnTo>
                                    <a:lnTo>
                                      <a:pt x="8" y="7"/>
                                    </a:lnTo>
                                    <a:lnTo>
                                      <a:pt x="8" y="6"/>
                                    </a:lnTo>
                                    <a:lnTo>
                                      <a:pt x="8" y="4"/>
                                    </a:lnTo>
                                    <a:lnTo>
                                      <a:pt x="8" y="3"/>
                                    </a:lnTo>
                                    <a:lnTo>
                                      <a:pt x="7" y="1"/>
                                    </a:lnTo>
                                    <a:lnTo>
                                      <a:pt x="6" y="0"/>
                                    </a:lnTo>
                                    <a:lnTo>
                                      <a:pt x="4" y="0"/>
                                    </a:lnTo>
                                    <a:lnTo>
                                      <a:pt x="3" y="1"/>
                                    </a:lnTo>
                                    <a:lnTo>
                                      <a:pt x="1" y="3"/>
                                    </a:lnTo>
                                    <a:lnTo>
                                      <a:pt x="0" y="4"/>
                                    </a:lnTo>
                                    <a:lnTo>
                                      <a:pt x="0" y="6"/>
                                    </a:lnTo>
                                    <a:lnTo>
                                      <a:pt x="1" y="7"/>
                                    </a:lnTo>
                                    <a:lnTo>
                                      <a:pt x="3"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64" name="Freeform 316"/>
                              <p:cNvSpPr>
                                <a:spLocks/>
                              </p:cNvSpPr>
                              <p:nvPr/>
                            </p:nvSpPr>
                            <p:spPr bwMode="auto">
                              <a:xfrm>
                                <a:off x="3652" y="2003"/>
                                <a:ext cx="8" cy="8"/>
                              </a:xfrm>
                              <a:custGeom>
                                <a:avLst/>
                                <a:gdLst>
                                  <a:gd name="T0" fmla="*/ 3 w 8"/>
                                  <a:gd name="T1" fmla="*/ 7 h 8"/>
                                  <a:gd name="T2" fmla="*/ 4 w 8"/>
                                  <a:gd name="T3" fmla="*/ 8 h 8"/>
                                  <a:gd name="T4" fmla="*/ 5 w 8"/>
                                  <a:gd name="T5" fmla="*/ 8 h 8"/>
                                  <a:gd name="T6" fmla="*/ 7 w 8"/>
                                  <a:gd name="T7" fmla="*/ 7 h 8"/>
                                  <a:gd name="T8" fmla="*/ 8 w 8"/>
                                  <a:gd name="T9" fmla="*/ 5 h 8"/>
                                  <a:gd name="T10" fmla="*/ 8 w 8"/>
                                  <a:gd name="T11" fmla="*/ 4 h 8"/>
                                  <a:gd name="T12" fmla="*/ 8 w 8"/>
                                  <a:gd name="T13" fmla="*/ 3 h 8"/>
                                  <a:gd name="T14" fmla="*/ 8 w 8"/>
                                  <a:gd name="T15" fmla="*/ 1 h 8"/>
                                  <a:gd name="T16" fmla="*/ 7 w 8"/>
                                  <a:gd name="T17" fmla="*/ 0 h 8"/>
                                  <a:gd name="T18" fmla="*/ 7 w 8"/>
                                  <a:gd name="T19" fmla="*/ 0 h 8"/>
                                  <a:gd name="T20" fmla="*/ 5 w 8"/>
                                  <a:gd name="T21" fmla="*/ 0 h 8"/>
                                  <a:gd name="T22" fmla="*/ 4 w 8"/>
                                  <a:gd name="T23" fmla="*/ 0 h 8"/>
                                  <a:gd name="T24" fmla="*/ 3 w 8"/>
                                  <a:gd name="T25" fmla="*/ 0 h 8"/>
                                  <a:gd name="T26" fmla="*/ 1 w 8"/>
                                  <a:gd name="T27" fmla="*/ 1 h 8"/>
                                  <a:gd name="T28" fmla="*/ 0 w 8"/>
                                  <a:gd name="T29" fmla="*/ 3 h 8"/>
                                  <a:gd name="T30" fmla="*/ 0 w 8"/>
                                  <a:gd name="T31" fmla="*/ 4 h 8"/>
                                  <a:gd name="T32" fmla="*/ 1 w 8"/>
                                  <a:gd name="T33" fmla="*/ 5 h 8"/>
                                  <a:gd name="T34" fmla="*/ 3 w 8"/>
                                  <a:gd name="T35" fmla="*/ 7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8"/>
                                  <a:gd name="T56" fmla="*/ 8 w 8"/>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8">
                                    <a:moveTo>
                                      <a:pt x="3" y="7"/>
                                    </a:moveTo>
                                    <a:lnTo>
                                      <a:pt x="4" y="8"/>
                                    </a:lnTo>
                                    <a:lnTo>
                                      <a:pt x="5" y="8"/>
                                    </a:lnTo>
                                    <a:lnTo>
                                      <a:pt x="7" y="7"/>
                                    </a:lnTo>
                                    <a:lnTo>
                                      <a:pt x="8" y="5"/>
                                    </a:lnTo>
                                    <a:lnTo>
                                      <a:pt x="8" y="4"/>
                                    </a:lnTo>
                                    <a:lnTo>
                                      <a:pt x="8" y="3"/>
                                    </a:lnTo>
                                    <a:lnTo>
                                      <a:pt x="8" y="1"/>
                                    </a:lnTo>
                                    <a:lnTo>
                                      <a:pt x="7" y="0"/>
                                    </a:lnTo>
                                    <a:lnTo>
                                      <a:pt x="5" y="0"/>
                                    </a:lnTo>
                                    <a:lnTo>
                                      <a:pt x="4" y="0"/>
                                    </a:lnTo>
                                    <a:lnTo>
                                      <a:pt x="3" y="0"/>
                                    </a:lnTo>
                                    <a:lnTo>
                                      <a:pt x="1" y="1"/>
                                    </a:lnTo>
                                    <a:lnTo>
                                      <a:pt x="0" y="3"/>
                                    </a:lnTo>
                                    <a:lnTo>
                                      <a:pt x="0" y="4"/>
                                    </a:lnTo>
                                    <a:lnTo>
                                      <a:pt x="1" y="5"/>
                                    </a:lnTo>
                                    <a:lnTo>
                                      <a:pt x="3"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65" name="Freeform 317"/>
                              <p:cNvSpPr>
                                <a:spLocks/>
                              </p:cNvSpPr>
                              <p:nvPr/>
                            </p:nvSpPr>
                            <p:spPr bwMode="auto">
                              <a:xfrm>
                                <a:off x="3639" y="1990"/>
                                <a:ext cx="8" cy="10"/>
                              </a:xfrm>
                              <a:custGeom>
                                <a:avLst/>
                                <a:gdLst>
                                  <a:gd name="T0" fmla="*/ 2 w 8"/>
                                  <a:gd name="T1" fmla="*/ 8 h 10"/>
                                  <a:gd name="T2" fmla="*/ 4 w 8"/>
                                  <a:gd name="T3" fmla="*/ 10 h 10"/>
                                  <a:gd name="T4" fmla="*/ 5 w 8"/>
                                  <a:gd name="T5" fmla="*/ 10 h 10"/>
                                  <a:gd name="T6" fmla="*/ 7 w 8"/>
                                  <a:gd name="T7" fmla="*/ 8 h 10"/>
                                  <a:gd name="T8" fmla="*/ 8 w 8"/>
                                  <a:gd name="T9" fmla="*/ 7 h 10"/>
                                  <a:gd name="T10" fmla="*/ 8 w 8"/>
                                  <a:gd name="T11" fmla="*/ 5 h 10"/>
                                  <a:gd name="T12" fmla="*/ 8 w 8"/>
                                  <a:gd name="T13" fmla="*/ 4 h 10"/>
                                  <a:gd name="T14" fmla="*/ 8 w 8"/>
                                  <a:gd name="T15" fmla="*/ 2 h 10"/>
                                  <a:gd name="T16" fmla="*/ 7 w 8"/>
                                  <a:gd name="T17" fmla="*/ 1 h 10"/>
                                  <a:gd name="T18" fmla="*/ 7 w 8"/>
                                  <a:gd name="T19" fmla="*/ 1 h 10"/>
                                  <a:gd name="T20" fmla="*/ 5 w 8"/>
                                  <a:gd name="T21" fmla="*/ 0 h 10"/>
                                  <a:gd name="T22" fmla="*/ 4 w 8"/>
                                  <a:gd name="T23" fmla="*/ 0 h 10"/>
                                  <a:gd name="T24" fmla="*/ 2 w 8"/>
                                  <a:gd name="T25" fmla="*/ 1 h 10"/>
                                  <a:gd name="T26" fmla="*/ 1 w 8"/>
                                  <a:gd name="T27" fmla="*/ 2 h 10"/>
                                  <a:gd name="T28" fmla="*/ 0 w 8"/>
                                  <a:gd name="T29" fmla="*/ 4 h 10"/>
                                  <a:gd name="T30" fmla="*/ 0 w 8"/>
                                  <a:gd name="T31" fmla="*/ 5 h 10"/>
                                  <a:gd name="T32" fmla="*/ 1 w 8"/>
                                  <a:gd name="T33" fmla="*/ 7 h 10"/>
                                  <a:gd name="T34" fmla="*/ 2 w 8"/>
                                  <a:gd name="T35" fmla="*/ 8 h 10"/>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10"/>
                                  <a:gd name="T56" fmla="*/ 8 w 8"/>
                                  <a:gd name="T57" fmla="*/ 10 h 10"/>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10">
                                    <a:moveTo>
                                      <a:pt x="2" y="8"/>
                                    </a:moveTo>
                                    <a:lnTo>
                                      <a:pt x="4" y="10"/>
                                    </a:lnTo>
                                    <a:lnTo>
                                      <a:pt x="5" y="10"/>
                                    </a:lnTo>
                                    <a:lnTo>
                                      <a:pt x="7" y="8"/>
                                    </a:lnTo>
                                    <a:lnTo>
                                      <a:pt x="8" y="7"/>
                                    </a:lnTo>
                                    <a:lnTo>
                                      <a:pt x="8" y="5"/>
                                    </a:lnTo>
                                    <a:lnTo>
                                      <a:pt x="8" y="4"/>
                                    </a:lnTo>
                                    <a:lnTo>
                                      <a:pt x="8" y="2"/>
                                    </a:lnTo>
                                    <a:lnTo>
                                      <a:pt x="7" y="1"/>
                                    </a:lnTo>
                                    <a:lnTo>
                                      <a:pt x="5" y="0"/>
                                    </a:lnTo>
                                    <a:lnTo>
                                      <a:pt x="4" y="0"/>
                                    </a:lnTo>
                                    <a:lnTo>
                                      <a:pt x="2" y="1"/>
                                    </a:lnTo>
                                    <a:lnTo>
                                      <a:pt x="1" y="2"/>
                                    </a:lnTo>
                                    <a:lnTo>
                                      <a:pt x="0" y="4"/>
                                    </a:lnTo>
                                    <a:lnTo>
                                      <a:pt x="0" y="5"/>
                                    </a:lnTo>
                                    <a:lnTo>
                                      <a:pt x="1" y="7"/>
                                    </a:lnTo>
                                    <a:lnTo>
                                      <a:pt x="2"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66" name="Freeform 318"/>
                              <p:cNvSpPr>
                                <a:spLocks/>
                              </p:cNvSpPr>
                              <p:nvPr/>
                            </p:nvSpPr>
                            <p:spPr bwMode="auto">
                              <a:xfrm>
                                <a:off x="3627" y="1978"/>
                                <a:ext cx="9" cy="9"/>
                              </a:xfrm>
                              <a:custGeom>
                                <a:avLst/>
                                <a:gdLst>
                                  <a:gd name="T0" fmla="*/ 1 w 9"/>
                                  <a:gd name="T1" fmla="*/ 9 h 9"/>
                                  <a:gd name="T2" fmla="*/ 3 w 9"/>
                                  <a:gd name="T3" fmla="*/ 9 h 9"/>
                                  <a:gd name="T4" fmla="*/ 4 w 9"/>
                                  <a:gd name="T5" fmla="*/ 9 h 9"/>
                                  <a:gd name="T6" fmla="*/ 6 w 9"/>
                                  <a:gd name="T7" fmla="*/ 9 h 9"/>
                                  <a:gd name="T8" fmla="*/ 7 w 9"/>
                                  <a:gd name="T9" fmla="*/ 7 h 9"/>
                                  <a:gd name="T10" fmla="*/ 9 w 9"/>
                                  <a:gd name="T11" fmla="*/ 6 h 9"/>
                                  <a:gd name="T12" fmla="*/ 9 w 9"/>
                                  <a:gd name="T13" fmla="*/ 4 h 9"/>
                                  <a:gd name="T14" fmla="*/ 7 w 9"/>
                                  <a:gd name="T15" fmla="*/ 3 h 9"/>
                                  <a:gd name="T16" fmla="*/ 6 w 9"/>
                                  <a:gd name="T17" fmla="*/ 1 h 9"/>
                                  <a:gd name="T18" fmla="*/ 6 w 9"/>
                                  <a:gd name="T19" fmla="*/ 1 h 9"/>
                                  <a:gd name="T20" fmla="*/ 4 w 9"/>
                                  <a:gd name="T21" fmla="*/ 0 h 9"/>
                                  <a:gd name="T22" fmla="*/ 3 w 9"/>
                                  <a:gd name="T23" fmla="*/ 0 h 9"/>
                                  <a:gd name="T24" fmla="*/ 1 w 9"/>
                                  <a:gd name="T25" fmla="*/ 1 h 9"/>
                                  <a:gd name="T26" fmla="*/ 0 w 9"/>
                                  <a:gd name="T27" fmla="*/ 3 h 9"/>
                                  <a:gd name="T28" fmla="*/ 0 w 9"/>
                                  <a:gd name="T29" fmla="*/ 4 h 9"/>
                                  <a:gd name="T30" fmla="*/ 0 w 9"/>
                                  <a:gd name="T31" fmla="*/ 6 h 9"/>
                                  <a:gd name="T32" fmla="*/ 0 w 9"/>
                                  <a:gd name="T33" fmla="*/ 7 h 9"/>
                                  <a:gd name="T34" fmla="*/ 1 w 9"/>
                                  <a:gd name="T35" fmla="*/ 9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1" y="9"/>
                                    </a:moveTo>
                                    <a:lnTo>
                                      <a:pt x="3" y="9"/>
                                    </a:lnTo>
                                    <a:lnTo>
                                      <a:pt x="4" y="9"/>
                                    </a:lnTo>
                                    <a:lnTo>
                                      <a:pt x="6" y="9"/>
                                    </a:lnTo>
                                    <a:lnTo>
                                      <a:pt x="7" y="7"/>
                                    </a:lnTo>
                                    <a:lnTo>
                                      <a:pt x="9" y="6"/>
                                    </a:lnTo>
                                    <a:lnTo>
                                      <a:pt x="9" y="4"/>
                                    </a:lnTo>
                                    <a:lnTo>
                                      <a:pt x="7" y="3"/>
                                    </a:lnTo>
                                    <a:lnTo>
                                      <a:pt x="6" y="1"/>
                                    </a:lnTo>
                                    <a:lnTo>
                                      <a:pt x="4" y="0"/>
                                    </a:lnTo>
                                    <a:lnTo>
                                      <a:pt x="3" y="0"/>
                                    </a:lnTo>
                                    <a:lnTo>
                                      <a:pt x="1" y="1"/>
                                    </a:lnTo>
                                    <a:lnTo>
                                      <a:pt x="0" y="3"/>
                                    </a:lnTo>
                                    <a:lnTo>
                                      <a:pt x="0" y="4"/>
                                    </a:lnTo>
                                    <a:lnTo>
                                      <a:pt x="0" y="6"/>
                                    </a:lnTo>
                                    <a:lnTo>
                                      <a:pt x="0" y="7"/>
                                    </a:lnTo>
                                    <a:lnTo>
                                      <a:pt x="1"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67" name="Freeform 319"/>
                              <p:cNvSpPr>
                                <a:spLocks/>
                              </p:cNvSpPr>
                              <p:nvPr/>
                            </p:nvSpPr>
                            <p:spPr bwMode="auto">
                              <a:xfrm>
                                <a:off x="3614" y="1966"/>
                                <a:ext cx="9" cy="9"/>
                              </a:xfrm>
                              <a:custGeom>
                                <a:avLst/>
                                <a:gdLst>
                                  <a:gd name="T0" fmla="*/ 1 w 9"/>
                                  <a:gd name="T1" fmla="*/ 9 h 9"/>
                                  <a:gd name="T2" fmla="*/ 3 w 9"/>
                                  <a:gd name="T3" fmla="*/ 9 h 9"/>
                                  <a:gd name="T4" fmla="*/ 4 w 9"/>
                                  <a:gd name="T5" fmla="*/ 9 h 9"/>
                                  <a:gd name="T6" fmla="*/ 6 w 9"/>
                                  <a:gd name="T7" fmla="*/ 9 h 9"/>
                                  <a:gd name="T8" fmla="*/ 7 w 9"/>
                                  <a:gd name="T9" fmla="*/ 8 h 9"/>
                                  <a:gd name="T10" fmla="*/ 9 w 9"/>
                                  <a:gd name="T11" fmla="*/ 6 h 9"/>
                                  <a:gd name="T12" fmla="*/ 9 w 9"/>
                                  <a:gd name="T13" fmla="*/ 5 h 9"/>
                                  <a:gd name="T14" fmla="*/ 7 w 9"/>
                                  <a:gd name="T15" fmla="*/ 3 h 9"/>
                                  <a:gd name="T16" fmla="*/ 6 w 9"/>
                                  <a:gd name="T17" fmla="*/ 2 h 9"/>
                                  <a:gd name="T18" fmla="*/ 6 w 9"/>
                                  <a:gd name="T19" fmla="*/ 2 h 9"/>
                                  <a:gd name="T20" fmla="*/ 4 w 9"/>
                                  <a:gd name="T21" fmla="*/ 0 h 9"/>
                                  <a:gd name="T22" fmla="*/ 3 w 9"/>
                                  <a:gd name="T23" fmla="*/ 0 h 9"/>
                                  <a:gd name="T24" fmla="*/ 1 w 9"/>
                                  <a:gd name="T25" fmla="*/ 2 h 9"/>
                                  <a:gd name="T26" fmla="*/ 0 w 9"/>
                                  <a:gd name="T27" fmla="*/ 3 h 9"/>
                                  <a:gd name="T28" fmla="*/ 0 w 9"/>
                                  <a:gd name="T29" fmla="*/ 5 h 9"/>
                                  <a:gd name="T30" fmla="*/ 0 w 9"/>
                                  <a:gd name="T31" fmla="*/ 6 h 9"/>
                                  <a:gd name="T32" fmla="*/ 0 w 9"/>
                                  <a:gd name="T33" fmla="*/ 8 h 9"/>
                                  <a:gd name="T34" fmla="*/ 1 w 9"/>
                                  <a:gd name="T35" fmla="*/ 9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1" y="9"/>
                                    </a:moveTo>
                                    <a:lnTo>
                                      <a:pt x="3" y="9"/>
                                    </a:lnTo>
                                    <a:lnTo>
                                      <a:pt x="4" y="9"/>
                                    </a:lnTo>
                                    <a:lnTo>
                                      <a:pt x="6" y="9"/>
                                    </a:lnTo>
                                    <a:lnTo>
                                      <a:pt x="7" y="8"/>
                                    </a:lnTo>
                                    <a:lnTo>
                                      <a:pt x="9" y="6"/>
                                    </a:lnTo>
                                    <a:lnTo>
                                      <a:pt x="9" y="5"/>
                                    </a:lnTo>
                                    <a:lnTo>
                                      <a:pt x="7" y="3"/>
                                    </a:lnTo>
                                    <a:lnTo>
                                      <a:pt x="6" y="2"/>
                                    </a:lnTo>
                                    <a:lnTo>
                                      <a:pt x="4" y="0"/>
                                    </a:lnTo>
                                    <a:lnTo>
                                      <a:pt x="3" y="0"/>
                                    </a:lnTo>
                                    <a:lnTo>
                                      <a:pt x="1" y="2"/>
                                    </a:lnTo>
                                    <a:lnTo>
                                      <a:pt x="0" y="3"/>
                                    </a:lnTo>
                                    <a:lnTo>
                                      <a:pt x="0" y="5"/>
                                    </a:lnTo>
                                    <a:lnTo>
                                      <a:pt x="0" y="6"/>
                                    </a:lnTo>
                                    <a:lnTo>
                                      <a:pt x="0" y="8"/>
                                    </a:lnTo>
                                    <a:lnTo>
                                      <a:pt x="1"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68" name="Freeform 320"/>
                              <p:cNvSpPr>
                                <a:spLocks/>
                              </p:cNvSpPr>
                              <p:nvPr/>
                            </p:nvSpPr>
                            <p:spPr bwMode="auto">
                              <a:xfrm>
                                <a:off x="3601" y="1955"/>
                                <a:ext cx="9" cy="8"/>
                              </a:xfrm>
                              <a:custGeom>
                                <a:avLst/>
                                <a:gdLst>
                                  <a:gd name="T0" fmla="*/ 1 w 9"/>
                                  <a:gd name="T1" fmla="*/ 8 h 8"/>
                                  <a:gd name="T2" fmla="*/ 3 w 9"/>
                                  <a:gd name="T3" fmla="*/ 8 h 8"/>
                                  <a:gd name="T4" fmla="*/ 4 w 9"/>
                                  <a:gd name="T5" fmla="*/ 8 h 8"/>
                                  <a:gd name="T6" fmla="*/ 6 w 9"/>
                                  <a:gd name="T7" fmla="*/ 8 h 8"/>
                                  <a:gd name="T8" fmla="*/ 7 w 9"/>
                                  <a:gd name="T9" fmla="*/ 7 h 8"/>
                                  <a:gd name="T10" fmla="*/ 9 w 9"/>
                                  <a:gd name="T11" fmla="*/ 5 h 8"/>
                                  <a:gd name="T12" fmla="*/ 9 w 9"/>
                                  <a:gd name="T13" fmla="*/ 4 h 8"/>
                                  <a:gd name="T14" fmla="*/ 7 w 9"/>
                                  <a:gd name="T15" fmla="*/ 3 h 8"/>
                                  <a:gd name="T16" fmla="*/ 6 w 9"/>
                                  <a:gd name="T17" fmla="*/ 1 h 8"/>
                                  <a:gd name="T18" fmla="*/ 6 w 9"/>
                                  <a:gd name="T19" fmla="*/ 1 h 8"/>
                                  <a:gd name="T20" fmla="*/ 4 w 9"/>
                                  <a:gd name="T21" fmla="*/ 0 h 8"/>
                                  <a:gd name="T22" fmla="*/ 3 w 9"/>
                                  <a:gd name="T23" fmla="*/ 0 h 8"/>
                                  <a:gd name="T24" fmla="*/ 1 w 9"/>
                                  <a:gd name="T25" fmla="*/ 1 h 8"/>
                                  <a:gd name="T26" fmla="*/ 0 w 9"/>
                                  <a:gd name="T27" fmla="*/ 3 h 8"/>
                                  <a:gd name="T28" fmla="*/ 0 w 9"/>
                                  <a:gd name="T29" fmla="*/ 4 h 8"/>
                                  <a:gd name="T30" fmla="*/ 0 w 9"/>
                                  <a:gd name="T31" fmla="*/ 5 h 8"/>
                                  <a:gd name="T32" fmla="*/ 0 w 9"/>
                                  <a:gd name="T33" fmla="*/ 7 h 8"/>
                                  <a:gd name="T34" fmla="*/ 1 w 9"/>
                                  <a:gd name="T35" fmla="*/ 8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1" y="8"/>
                                    </a:moveTo>
                                    <a:lnTo>
                                      <a:pt x="3" y="8"/>
                                    </a:lnTo>
                                    <a:lnTo>
                                      <a:pt x="4" y="8"/>
                                    </a:lnTo>
                                    <a:lnTo>
                                      <a:pt x="6" y="8"/>
                                    </a:lnTo>
                                    <a:lnTo>
                                      <a:pt x="7" y="7"/>
                                    </a:lnTo>
                                    <a:lnTo>
                                      <a:pt x="9" y="5"/>
                                    </a:lnTo>
                                    <a:lnTo>
                                      <a:pt x="9" y="4"/>
                                    </a:lnTo>
                                    <a:lnTo>
                                      <a:pt x="7" y="3"/>
                                    </a:lnTo>
                                    <a:lnTo>
                                      <a:pt x="6" y="1"/>
                                    </a:lnTo>
                                    <a:lnTo>
                                      <a:pt x="4" y="0"/>
                                    </a:lnTo>
                                    <a:lnTo>
                                      <a:pt x="3" y="0"/>
                                    </a:lnTo>
                                    <a:lnTo>
                                      <a:pt x="1" y="1"/>
                                    </a:lnTo>
                                    <a:lnTo>
                                      <a:pt x="0" y="3"/>
                                    </a:lnTo>
                                    <a:lnTo>
                                      <a:pt x="0" y="4"/>
                                    </a:lnTo>
                                    <a:lnTo>
                                      <a:pt x="0" y="5"/>
                                    </a:lnTo>
                                    <a:lnTo>
                                      <a:pt x="0" y="7"/>
                                    </a:lnTo>
                                    <a:lnTo>
                                      <a:pt x="1"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69" name="Freeform 321"/>
                              <p:cNvSpPr>
                                <a:spLocks/>
                              </p:cNvSpPr>
                              <p:nvPr/>
                            </p:nvSpPr>
                            <p:spPr bwMode="auto">
                              <a:xfrm>
                                <a:off x="3588" y="1943"/>
                                <a:ext cx="8" cy="9"/>
                              </a:xfrm>
                              <a:custGeom>
                                <a:avLst/>
                                <a:gdLst>
                                  <a:gd name="T0" fmla="*/ 3 w 8"/>
                                  <a:gd name="T1" fmla="*/ 9 h 9"/>
                                  <a:gd name="T2" fmla="*/ 4 w 8"/>
                                  <a:gd name="T3" fmla="*/ 9 h 9"/>
                                  <a:gd name="T4" fmla="*/ 6 w 8"/>
                                  <a:gd name="T5" fmla="*/ 9 h 9"/>
                                  <a:gd name="T6" fmla="*/ 7 w 8"/>
                                  <a:gd name="T7" fmla="*/ 9 h 9"/>
                                  <a:gd name="T8" fmla="*/ 8 w 8"/>
                                  <a:gd name="T9" fmla="*/ 7 h 9"/>
                                  <a:gd name="T10" fmla="*/ 8 w 8"/>
                                  <a:gd name="T11" fmla="*/ 6 h 9"/>
                                  <a:gd name="T12" fmla="*/ 8 w 8"/>
                                  <a:gd name="T13" fmla="*/ 4 h 9"/>
                                  <a:gd name="T14" fmla="*/ 8 w 8"/>
                                  <a:gd name="T15" fmla="*/ 3 h 9"/>
                                  <a:gd name="T16" fmla="*/ 7 w 8"/>
                                  <a:gd name="T17" fmla="*/ 1 h 9"/>
                                  <a:gd name="T18" fmla="*/ 7 w 8"/>
                                  <a:gd name="T19" fmla="*/ 1 h 9"/>
                                  <a:gd name="T20" fmla="*/ 6 w 8"/>
                                  <a:gd name="T21" fmla="*/ 0 h 9"/>
                                  <a:gd name="T22" fmla="*/ 4 w 8"/>
                                  <a:gd name="T23" fmla="*/ 0 h 9"/>
                                  <a:gd name="T24" fmla="*/ 3 w 8"/>
                                  <a:gd name="T25" fmla="*/ 1 h 9"/>
                                  <a:gd name="T26" fmla="*/ 1 w 8"/>
                                  <a:gd name="T27" fmla="*/ 3 h 9"/>
                                  <a:gd name="T28" fmla="*/ 0 w 8"/>
                                  <a:gd name="T29" fmla="*/ 4 h 9"/>
                                  <a:gd name="T30" fmla="*/ 0 w 8"/>
                                  <a:gd name="T31" fmla="*/ 6 h 9"/>
                                  <a:gd name="T32" fmla="*/ 1 w 8"/>
                                  <a:gd name="T33" fmla="*/ 7 h 9"/>
                                  <a:gd name="T34" fmla="*/ 3 w 8"/>
                                  <a:gd name="T35" fmla="*/ 9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3" y="9"/>
                                    </a:moveTo>
                                    <a:lnTo>
                                      <a:pt x="4" y="9"/>
                                    </a:lnTo>
                                    <a:lnTo>
                                      <a:pt x="6" y="9"/>
                                    </a:lnTo>
                                    <a:lnTo>
                                      <a:pt x="7" y="9"/>
                                    </a:lnTo>
                                    <a:lnTo>
                                      <a:pt x="8" y="7"/>
                                    </a:lnTo>
                                    <a:lnTo>
                                      <a:pt x="8" y="6"/>
                                    </a:lnTo>
                                    <a:lnTo>
                                      <a:pt x="8" y="4"/>
                                    </a:lnTo>
                                    <a:lnTo>
                                      <a:pt x="8" y="3"/>
                                    </a:lnTo>
                                    <a:lnTo>
                                      <a:pt x="7" y="1"/>
                                    </a:lnTo>
                                    <a:lnTo>
                                      <a:pt x="6" y="0"/>
                                    </a:lnTo>
                                    <a:lnTo>
                                      <a:pt x="4" y="0"/>
                                    </a:lnTo>
                                    <a:lnTo>
                                      <a:pt x="3" y="1"/>
                                    </a:lnTo>
                                    <a:lnTo>
                                      <a:pt x="1" y="3"/>
                                    </a:lnTo>
                                    <a:lnTo>
                                      <a:pt x="0" y="4"/>
                                    </a:lnTo>
                                    <a:lnTo>
                                      <a:pt x="0" y="6"/>
                                    </a:lnTo>
                                    <a:lnTo>
                                      <a:pt x="1" y="7"/>
                                    </a:lnTo>
                                    <a:lnTo>
                                      <a:pt x="3"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70" name="Freeform 322"/>
                              <p:cNvSpPr>
                                <a:spLocks/>
                              </p:cNvSpPr>
                              <p:nvPr/>
                            </p:nvSpPr>
                            <p:spPr bwMode="auto">
                              <a:xfrm>
                                <a:off x="3575" y="1931"/>
                                <a:ext cx="8" cy="9"/>
                              </a:xfrm>
                              <a:custGeom>
                                <a:avLst/>
                                <a:gdLst>
                                  <a:gd name="T0" fmla="*/ 1 w 8"/>
                                  <a:gd name="T1" fmla="*/ 9 h 9"/>
                                  <a:gd name="T2" fmla="*/ 3 w 8"/>
                                  <a:gd name="T3" fmla="*/ 9 h 9"/>
                                  <a:gd name="T4" fmla="*/ 4 w 8"/>
                                  <a:gd name="T5" fmla="*/ 9 h 9"/>
                                  <a:gd name="T6" fmla="*/ 5 w 8"/>
                                  <a:gd name="T7" fmla="*/ 9 h 9"/>
                                  <a:gd name="T8" fmla="*/ 7 w 8"/>
                                  <a:gd name="T9" fmla="*/ 8 h 9"/>
                                  <a:gd name="T10" fmla="*/ 8 w 8"/>
                                  <a:gd name="T11" fmla="*/ 6 h 9"/>
                                  <a:gd name="T12" fmla="*/ 8 w 8"/>
                                  <a:gd name="T13" fmla="*/ 5 h 9"/>
                                  <a:gd name="T14" fmla="*/ 7 w 8"/>
                                  <a:gd name="T15" fmla="*/ 3 h 9"/>
                                  <a:gd name="T16" fmla="*/ 5 w 8"/>
                                  <a:gd name="T17" fmla="*/ 2 h 9"/>
                                  <a:gd name="T18" fmla="*/ 5 w 8"/>
                                  <a:gd name="T19" fmla="*/ 2 h 9"/>
                                  <a:gd name="T20" fmla="*/ 4 w 8"/>
                                  <a:gd name="T21" fmla="*/ 0 h 9"/>
                                  <a:gd name="T22" fmla="*/ 3 w 8"/>
                                  <a:gd name="T23" fmla="*/ 0 h 9"/>
                                  <a:gd name="T24" fmla="*/ 1 w 8"/>
                                  <a:gd name="T25" fmla="*/ 2 h 9"/>
                                  <a:gd name="T26" fmla="*/ 0 w 8"/>
                                  <a:gd name="T27" fmla="*/ 3 h 9"/>
                                  <a:gd name="T28" fmla="*/ 0 w 8"/>
                                  <a:gd name="T29" fmla="*/ 5 h 9"/>
                                  <a:gd name="T30" fmla="*/ 0 w 8"/>
                                  <a:gd name="T31" fmla="*/ 6 h 9"/>
                                  <a:gd name="T32" fmla="*/ 0 w 8"/>
                                  <a:gd name="T33" fmla="*/ 8 h 9"/>
                                  <a:gd name="T34" fmla="*/ 1 w 8"/>
                                  <a:gd name="T35" fmla="*/ 9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1" y="9"/>
                                    </a:moveTo>
                                    <a:lnTo>
                                      <a:pt x="3" y="9"/>
                                    </a:lnTo>
                                    <a:lnTo>
                                      <a:pt x="4" y="9"/>
                                    </a:lnTo>
                                    <a:lnTo>
                                      <a:pt x="5" y="9"/>
                                    </a:lnTo>
                                    <a:lnTo>
                                      <a:pt x="7" y="8"/>
                                    </a:lnTo>
                                    <a:lnTo>
                                      <a:pt x="8" y="6"/>
                                    </a:lnTo>
                                    <a:lnTo>
                                      <a:pt x="8" y="5"/>
                                    </a:lnTo>
                                    <a:lnTo>
                                      <a:pt x="7" y="3"/>
                                    </a:lnTo>
                                    <a:lnTo>
                                      <a:pt x="5" y="2"/>
                                    </a:lnTo>
                                    <a:lnTo>
                                      <a:pt x="4" y="0"/>
                                    </a:lnTo>
                                    <a:lnTo>
                                      <a:pt x="3" y="0"/>
                                    </a:lnTo>
                                    <a:lnTo>
                                      <a:pt x="1" y="2"/>
                                    </a:lnTo>
                                    <a:lnTo>
                                      <a:pt x="0" y="3"/>
                                    </a:lnTo>
                                    <a:lnTo>
                                      <a:pt x="0" y="5"/>
                                    </a:lnTo>
                                    <a:lnTo>
                                      <a:pt x="0" y="6"/>
                                    </a:lnTo>
                                    <a:lnTo>
                                      <a:pt x="0" y="8"/>
                                    </a:lnTo>
                                    <a:lnTo>
                                      <a:pt x="1"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grpSp>
                      </p:grpSp>
                    </p:grpSp>
                  </p:grpSp>
                </p:grpSp>
              </p:grpSp>
            </p:grpSp>
            <p:grpSp>
              <p:nvGrpSpPr>
                <p:cNvPr id="18" name="Group 17"/>
                <p:cNvGrpSpPr/>
                <p:nvPr/>
              </p:nvGrpSpPr>
              <p:grpSpPr>
                <a:xfrm>
                  <a:off x="5552264" y="2391104"/>
                  <a:ext cx="549075" cy="331507"/>
                  <a:chOff x="5772949" y="2638836"/>
                  <a:chExt cx="549075" cy="331507"/>
                </a:xfrm>
              </p:grpSpPr>
              <p:grpSp>
                <p:nvGrpSpPr>
                  <p:cNvPr id="25" name="Group 24"/>
                  <p:cNvGrpSpPr/>
                  <p:nvPr/>
                </p:nvGrpSpPr>
                <p:grpSpPr>
                  <a:xfrm>
                    <a:off x="5872492" y="2705148"/>
                    <a:ext cx="356498" cy="179854"/>
                    <a:chOff x="8215097" y="1256484"/>
                    <a:chExt cx="331787" cy="885825"/>
                  </a:xfrm>
                </p:grpSpPr>
                <p:sp>
                  <p:nvSpPr>
                    <p:cNvPr id="27" name="Line 65"/>
                    <p:cNvSpPr>
                      <a:spLocks noChangeShapeType="1"/>
                    </p:cNvSpPr>
                    <p:nvPr/>
                  </p:nvSpPr>
                  <p:spPr bwMode="auto">
                    <a:xfrm rot="2867199" flipV="1">
                      <a:off x="7938078" y="1533503"/>
                      <a:ext cx="885825" cy="331787"/>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8" name="Line 66"/>
                    <p:cNvSpPr>
                      <a:spLocks noChangeShapeType="1"/>
                    </p:cNvSpPr>
                    <p:nvPr/>
                  </p:nvSpPr>
                  <p:spPr bwMode="auto">
                    <a:xfrm rot="2867199">
                      <a:off x="7938078" y="1533503"/>
                      <a:ext cx="885825" cy="331787"/>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GB"/>
                    </a:p>
                  </p:txBody>
                </p:sp>
              </p:grpSp>
              <p:sp>
                <p:nvSpPr>
                  <p:cNvPr id="26" name="Frame 25"/>
                  <p:cNvSpPr/>
                  <p:nvPr/>
                </p:nvSpPr>
                <p:spPr bwMode="auto">
                  <a:xfrm rot="19063546">
                    <a:off x="5772949" y="2638836"/>
                    <a:ext cx="549075" cy="331507"/>
                  </a:xfrm>
                  <a:prstGeom prst="frame">
                    <a:avLst>
                      <a:gd name="adj1" fmla="val 24843"/>
                    </a:avLst>
                  </a:prstGeom>
                  <a:solidFill>
                    <a:schemeClr val="bg1">
                      <a:lumMod val="9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en-GB" sz="2400" b="1" i="0" u="none" strike="noStrike" cap="none" normalizeH="0" baseline="0">
                      <a:ln>
                        <a:noFill/>
                      </a:ln>
                      <a:solidFill>
                        <a:schemeClr val="tx1"/>
                      </a:solidFill>
                      <a:effectLst/>
                      <a:latin typeface="Arial" charset="0"/>
                      <a:ea typeface="MS Gothic" pitchFamily="49" charset="-128"/>
                    </a:endParaRPr>
                  </a:p>
                </p:txBody>
              </p:sp>
            </p:grpSp>
            <p:grpSp>
              <p:nvGrpSpPr>
                <p:cNvPr id="19" name="Group 18"/>
                <p:cNvGrpSpPr/>
                <p:nvPr/>
              </p:nvGrpSpPr>
              <p:grpSpPr>
                <a:xfrm>
                  <a:off x="4727311" y="3145968"/>
                  <a:ext cx="549075" cy="331507"/>
                  <a:chOff x="5772949" y="2638836"/>
                  <a:chExt cx="549075" cy="331507"/>
                </a:xfrm>
              </p:grpSpPr>
              <p:grpSp>
                <p:nvGrpSpPr>
                  <p:cNvPr id="21" name="Group 20"/>
                  <p:cNvGrpSpPr/>
                  <p:nvPr/>
                </p:nvGrpSpPr>
                <p:grpSpPr>
                  <a:xfrm>
                    <a:off x="5872492" y="2705148"/>
                    <a:ext cx="356498" cy="179854"/>
                    <a:chOff x="8215097" y="1256484"/>
                    <a:chExt cx="331787" cy="885825"/>
                  </a:xfrm>
                </p:grpSpPr>
                <p:sp>
                  <p:nvSpPr>
                    <p:cNvPr id="23" name="Line 65"/>
                    <p:cNvSpPr>
                      <a:spLocks noChangeShapeType="1"/>
                    </p:cNvSpPr>
                    <p:nvPr/>
                  </p:nvSpPr>
                  <p:spPr bwMode="auto">
                    <a:xfrm rot="2867199" flipV="1">
                      <a:off x="7938078" y="1533503"/>
                      <a:ext cx="885825" cy="331787"/>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24" name="Line 66"/>
                    <p:cNvSpPr>
                      <a:spLocks noChangeShapeType="1"/>
                    </p:cNvSpPr>
                    <p:nvPr/>
                  </p:nvSpPr>
                  <p:spPr bwMode="auto">
                    <a:xfrm rot="2867199">
                      <a:off x="7938078" y="1533503"/>
                      <a:ext cx="885825" cy="331787"/>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GB"/>
                    </a:p>
                  </p:txBody>
                </p:sp>
              </p:grpSp>
              <p:sp>
                <p:nvSpPr>
                  <p:cNvPr id="22" name="Frame 21"/>
                  <p:cNvSpPr/>
                  <p:nvPr/>
                </p:nvSpPr>
                <p:spPr bwMode="auto">
                  <a:xfrm rot="19063546">
                    <a:off x="5772949" y="2638836"/>
                    <a:ext cx="549075" cy="331507"/>
                  </a:xfrm>
                  <a:prstGeom prst="frame">
                    <a:avLst>
                      <a:gd name="adj1" fmla="val 24843"/>
                    </a:avLst>
                  </a:prstGeom>
                  <a:solidFill>
                    <a:schemeClr val="bg1">
                      <a:lumMod val="95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en-GB" sz="2400" b="1" i="0" u="none" strike="noStrike" cap="none" normalizeH="0" baseline="0">
                      <a:ln>
                        <a:noFill/>
                      </a:ln>
                      <a:solidFill>
                        <a:schemeClr val="tx1"/>
                      </a:solidFill>
                      <a:effectLst/>
                      <a:latin typeface="Arial" charset="0"/>
                      <a:ea typeface="MS Gothic" pitchFamily="49" charset="-128"/>
                    </a:endParaRPr>
                  </a:p>
                </p:txBody>
              </p:sp>
            </p:grpSp>
          </p:grpSp>
          <p:sp>
            <p:nvSpPr>
              <p:cNvPr id="364" name="Oval 363"/>
              <p:cNvSpPr/>
              <p:nvPr/>
            </p:nvSpPr>
            <p:spPr bwMode="auto">
              <a:xfrm>
                <a:off x="9144560" y="4865226"/>
                <a:ext cx="360000" cy="360000"/>
              </a:xfrm>
              <a:prstGeom prst="ellipse">
                <a:avLst/>
              </a:prstGeom>
              <a:solidFill>
                <a:schemeClr val="accent6"/>
              </a:solidFill>
              <a:ln w="9525" cap="flat" cmpd="sng" algn="ctr">
                <a:solidFill>
                  <a:schemeClr val="accent6">
                    <a:lumMod val="7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en-GB" sz="2400" b="1" i="0" u="none" strike="noStrike" cap="none" normalizeH="0" baseline="0">
                  <a:ln>
                    <a:noFill/>
                  </a:ln>
                  <a:solidFill>
                    <a:schemeClr val="tx1"/>
                  </a:solidFill>
                  <a:effectLst/>
                  <a:latin typeface="Arial" charset="0"/>
                  <a:ea typeface="MS Gothic" pitchFamily="49" charset="-128"/>
                </a:endParaRPr>
              </a:p>
            </p:txBody>
          </p:sp>
        </p:grpSp>
        <p:sp>
          <p:nvSpPr>
            <p:cNvPr id="365" name="Rectangle 364"/>
            <p:cNvSpPr/>
            <p:nvPr/>
          </p:nvSpPr>
          <p:spPr bwMode="auto">
            <a:xfrm rot="19109156">
              <a:off x="5980701" y="1246099"/>
              <a:ext cx="2267083" cy="574401"/>
            </a:xfrm>
            <a:prstGeom prst="rect">
              <a:avLst/>
            </a:prstGeom>
            <a:noFill/>
            <a:ln w="9525" cap="flat" cmpd="sng" algn="ctr">
              <a:solidFill>
                <a:srgbClr val="0070C0"/>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en-GB" sz="2400" b="1" i="0" u="none" strike="noStrike" cap="none" normalizeH="0" baseline="0">
                <a:ln>
                  <a:noFill/>
                </a:ln>
                <a:solidFill>
                  <a:schemeClr val="tx1"/>
                </a:solidFill>
                <a:effectLst/>
                <a:latin typeface="Arial" charset="0"/>
                <a:ea typeface="MS Gothic" pitchFamily="49" charset="-128"/>
              </a:endParaRPr>
            </a:p>
          </p:txBody>
        </p:sp>
        <p:sp>
          <p:nvSpPr>
            <p:cNvPr id="366" name="Rectangle 365"/>
            <p:cNvSpPr/>
            <p:nvPr/>
          </p:nvSpPr>
          <p:spPr bwMode="auto">
            <a:xfrm rot="19109156">
              <a:off x="10180122" y="5467707"/>
              <a:ext cx="1066034" cy="654836"/>
            </a:xfrm>
            <a:prstGeom prst="rect">
              <a:avLst/>
            </a:prstGeom>
            <a:noFill/>
            <a:ln w="9525" cap="flat" cmpd="sng" algn="ctr">
              <a:solidFill>
                <a:srgbClr val="FF0000"/>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en-GB" sz="2400" b="1" i="0" u="none" strike="noStrike" cap="none" normalizeH="0" baseline="0">
                <a:ln>
                  <a:noFill/>
                </a:ln>
                <a:solidFill>
                  <a:schemeClr val="tx1"/>
                </a:solidFill>
                <a:effectLst/>
                <a:latin typeface="Arial" charset="0"/>
                <a:ea typeface="MS Gothic" pitchFamily="49" charset="-128"/>
              </a:endParaRPr>
            </a:p>
          </p:txBody>
        </p:sp>
        <p:sp>
          <p:nvSpPr>
            <p:cNvPr id="369" name="Rectangle 324"/>
            <p:cNvSpPr>
              <a:spLocks noChangeArrowheads="1"/>
            </p:cNvSpPr>
            <p:nvPr/>
          </p:nvSpPr>
          <p:spPr bwMode="auto">
            <a:xfrm>
              <a:off x="6119114" y="2497009"/>
              <a:ext cx="713016"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defRPr kumimoji="1" sz="2000">
                  <a:solidFill>
                    <a:schemeClr val="tx1"/>
                  </a:solidFill>
                  <a:latin typeface="Arial" panose="020B0604020202020204" pitchFamily="34" charset="0"/>
                  <a:ea typeface="MS PGothic" panose="020B0600070205080204" pitchFamily="34" charset="-128"/>
                </a:defRPr>
              </a:lvl1pPr>
              <a:lvl2pPr marL="742950" indent="-285750">
                <a:spcBef>
                  <a:spcPct val="20000"/>
                </a:spcBef>
                <a:defRPr kumimoji="1" sz="1600">
                  <a:solidFill>
                    <a:schemeClr val="tx1"/>
                  </a:solidFill>
                  <a:latin typeface="Arial" panose="020B0604020202020204" pitchFamily="34" charset="0"/>
                  <a:ea typeface="MS PGothic" panose="020B0600070205080204" pitchFamily="34" charset="-128"/>
                </a:defRPr>
              </a:lvl2pPr>
              <a:lvl3pPr marL="1143000" indent="-228600">
                <a:spcBef>
                  <a:spcPct val="20000"/>
                </a:spcBef>
                <a:defRPr kumimoji="1" sz="1400">
                  <a:solidFill>
                    <a:schemeClr val="tx1"/>
                  </a:solidFill>
                  <a:latin typeface="Arial" panose="020B0604020202020204" pitchFamily="34" charset="0"/>
                  <a:ea typeface="MS PGothic" panose="020B0600070205080204" pitchFamily="34" charset="-128"/>
                </a:defRPr>
              </a:lvl3pPr>
              <a:lvl4pPr marL="1600200" indent="-228600">
                <a:spcBef>
                  <a:spcPct val="20000"/>
                </a:spcBef>
                <a:defRPr kumimoji="1" sz="1600">
                  <a:solidFill>
                    <a:schemeClr val="tx1"/>
                  </a:solidFill>
                  <a:latin typeface="Arial" panose="020B0604020202020204" pitchFamily="34" charset="0"/>
                  <a:ea typeface="MS PGothic" panose="020B0600070205080204" pitchFamily="34" charset="-128"/>
                </a:defRPr>
              </a:lvl4pPr>
              <a:lvl5pPr marL="2057400" indent="-228600">
                <a:spcBef>
                  <a:spcPct val="20000"/>
                </a:spcBef>
                <a:defRPr kumimoji="1" sz="16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defRPr kumimoji="1" sz="16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defRPr kumimoji="1" sz="16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defRPr kumimoji="1" sz="16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defRPr kumimoji="1" sz="1600">
                  <a:solidFill>
                    <a:schemeClr val="tx1"/>
                  </a:solidFill>
                  <a:latin typeface="Arial" panose="020B0604020202020204" pitchFamily="34" charset="0"/>
                  <a:ea typeface="MS PGothic" panose="020B0600070205080204" pitchFamily="34" charset="-128"/>
                </a:defRPr>
              </a:lvl9pPr>
            </a:lstStyle>
            <a:p>
              <a:pPr algn="ctr">
                <a:spcBef>
                  <a:spcPct val="0"/>
                </a:spcBef>
              </a:pPr>
              <a:r>
                <a:rPr kumimoji="0" lang="en-GB" altLang="en-US" sz="1600" dirty="0">
                  <a:solidFill>
                    <a:srgbClr val="00B0F0"/>
                  </a:solidFill>
                  <a:latin typeface="Calibri" panose="020F0502020204030204" pitchFamily="34" charset="0"/>
                </a:rPr>
                <a:t>Cathode</a:t>
              </a:r>
            </a:p>
            <a:p>
              <a:pPr algn="ctr">
                <a:spcBef>
                  <a:spcPct val="0"/>
                </a:spcBef>
              </a:pPr>
              <a:r>
                <a:rPr kumimoji="0" lang="en-GB" altLang="en-US" sz="1600" dirty="0">
                  <a:solidFill>
                    <a:srgbClr val="00B0F0"/>
                  </a:solidFill>
                  <a:latin typeface="Calibri" panose="020F0502020204030204" pitchFamily="34" charset="0"/>
                </a:rPr>
                <a:t>-220kV</a:t>
              </a:r>
            </a:p>
          </p:txBody>
        </p:sp>
        <p:sp>
          <p:nvSpPr>
            <p:cNvPr id="370" name="Rectangle 324"/>
            <p:cNvSpPr>
              <a:spLocks noChangeArrowheads="1"/>
            </p:cNvSpPr>
            <p:nvPr/>
          </p:nvSpPr>
          <p:spPr bwMode="auto">
            <a:xfrm>
              <a:off x="9551780" y="6018925"/>
              <a:ext cx="634790"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defRPr kumimoji="1" sz="2000">
                  <a:solidFill>
                    <a:schemeClr val="tx1"/>
                  </a:solidFill>
                  <a:latin typeface="Arial" panose="020B0604020202020204" pitchFamily="34" charset="0"/>
                  <a:ea typeface="MS PGothic" panose="020B0600070205080204" pitchFamily="34" charset="-128"/>
                </a:defRPr>
              </a:lvl1pPr>
              <a:lvl2pPr marL="742950" indent="-285750">
                <a:spcBef>
                  <a:spcPct val="20000"/>
                </a:spcBef>
                <a:defRPr kumimoji="1" sz="1600">
                  <a:solidFill>
                    <a:schemeClr val="tx1"/>
                  </a:solidFill>
                  <a:latin typeface="Arial" panose="020B0604020202020204" pitchFamily="34" charset="0"/>
                  <a:ea typeface="MS PGothic" panose="020B0600070205080204" pitchFamily="34" charset="-128"/>
                </a:defRPr>
              </a:lvl2pPr>
              <a:lvl3pPr marL="1143000" indent="-228600">
                <a:spcBef>
                  <a:spcPct val="20000"/>
                </a:spcBef>
                <a:defRPr kumimoji="1" sz="1400">
                  <a:solidFill>
                    <a:schemeClr val="tx1"/>
                  </a:solidFill>
                  <a:latin typeface="Arial" panose="020B0604020202020204" pitchFamily="34" charset="0"/>
                  <a:ea typeface="MS PGothic" panose="020B0600070205080204" pitchFamily="34" charset="-128"/>
                </a:defRPr>
              </a:lvl3pPr>
              <a:lvl4pPr marL="1600200" indent="-228600">
                <a:spcBef>
                  <a:spcPct val="20000"/>
                </a:spcBef>
                <a:defRPr kumimoji="1" sz="1600">
                  <a:solidFill>
                    <a:schemeClr val="tx1"/>
                  </a:solidFill>
                  <a:latin typeface="Arial" panose="020B0604020202020204" pitchFamily="34" charset="0"/>
                  <a:ea typeface="MS PGothic" panose="020B0600070205080204" pitchFamily="34" charset="-128"/>
                </a:defRPr>
              </a:lvl4pPr>
              <a:lvl5pPr marL="2057400" indent="-228600">
                <a:spcBef>
                  <a:spcPct val="20000"/>
                </a:spcBef>
                <a:defRPr kumimoji="1" sz="16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defRPr kumimoji="1" sz="16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defRPr kumimoji="1" sz="16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defRPr kumimoji="1" sz="16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defRPr kumimoji="1" sz="1600">
                  <a:solidFill>
                    <a:schemeClr val="tx1"/>
                  </a:solidFill>
                  <a:latin typeface="Arial" panose="020B0604020202020204" pitchFamily="34" charset="0"/>
                  <a:ea typeface="MS PGothic" panose="020B0600070205080204" pitchFamily="34" charset="-128"/>
                </a:defRPr>
              </a:lvl9pPr>
            </a:lstStyle>
            <a:p>
              <a:pPr algn="ctr">
                <a:spcBef>
                  <a:spcPct val="0"/>
                </a:spcBef>
              </a:pPr>
              <a:r>
                <a:rPr kumimoji="0" lang="en-GB" altLang="en-US" sz="1600" dirty="0">
                  <a:solidFill>
                    <a:srgbClr val="FF0000"/>
                  </a:solidFill>
                  <a:latin typeface="Calibri" panose="020F0502020204030204" pitchFamily="34" charset="0"/>
                </a:rPr>
                <a:t>Target</a:t>
              </a:r>
            </a:p>
            <a:p>
              <a:pPr algn="ctr">
                <a:spcBef>
                  <a:spcPct val="0"/>
                </a:spcBef>
              </a:pPr>
              <a:r>
                <a:rPr kumimoji="0" lang="en-GB" altLang="en-US" sz="1600" dirty="0">
                  <a:solidFill>
                    <a:srgbClr val="FF0000"/>
                  </a:solidFill>
                  <a:latin typeface="Calibri" panose="020F0502020204030204" pitchFamily="34" charset="0"/>
                </a:rPr>
                <a:t>+100kV</a:t>
              </a:r>
            </a:p>
          </p:txBody>
        </p:sp>
        <p:cxnSp>
          <p:nvCxnSpPr>
            <p:cNvPr id="372" name="Straight Arrow Connector 371"/>
            <p:cNvCxnSpPr>
              <a:stCxn id="369" idx="2"/>
              <a:endCxn id="370" idx="1"/>
            </p:cNvCxnSpPr>
            <p:nvPr/>
          </p:nvCxnSpPr>
          <p:spPr bwMode="auto">
            <a:xfrm>
              <a:off x="6475622" y="2989452"/>
              <a:ext cx="3076158" cy="3275695"/>
            </a:xfrm>
            <a:prstGeom prst="straightConnector1">
              <a:avLst/>
            </a:prstGeom>
            <a:solidFill>
              <a:schemeClr val="accent1"/>
            </a:solidFill>
            <a:ln w="28575" cap="flat" cmpd="sng" algn="ctr">
              <a:solidFill>
                <a:schemeClr val="accent2"/>
              </a:solidFill>
              <a:prstDash val="solid"/>
              <a:round/>
              <a:headEnd type="triangle"/>
              <a:tailEnd type="triangle"/>
            </a:ln>
            <a:effectLst/>
          </p:spPr>
        </p:cxnSp>
        <p:sp>
          <p:nvSpPr>
            <p:cNvPr id="373" name="Rectangle 324"/>
            <p:cNvSpPr>
              <a:spLocks noChangeArrowheads="1"/>
            </p:cNvSpPr>
            <p:nvPr/>
          </p:nvSpPr>
          <p:spPr bwMode="auto">
            <a:xfrm rot="2815117">
              <a:off x="7199163" y="4387733"/>
              <a:ext cx="977063"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defRPr kumimoji="1" sz="2000">
                  <a:solidFill>
                    <a:schemeClr val="tx1"/>
                  </a:solidFill>
                  <a:latin typeface="Arial" panose="020B0604020202020204" pitchFamily="34" charset="0"/>
                  <a:ea typeface="MS PGothic" panose="020B0600070205080204" pitchFamily="34" charset="-128"/>
                </a:defRPr>
              </a:lvl1pPr>
              <a:lvl2pPr marL="742950" indent="-285750">
                <a:spcBef>
                  <a:spcPct val="20000"/>
                </a:spcBef>
                <a:defRPr kumimoji="1" sz="1600">
                  <a:solidFill>
                    <a:schemeClr val="tx1"/>
                  </a:solidFill>
                  <a:latin typeface="Arial" panose="020B0604020202020204" pitchFamily="34" charset="0"/>
                  <a:ea typeface="MS PGothic" panose="020B0600070205080204" pitchFamily="34" charset="-128"/>
                </a:defRPr>
              </a:lvl2pPr>
              <a:lvl3pPr marL="1143000" indent="-228600">
                <a:spcBef>
                  <a:spcPct val="20000"/>
                </a:spcBef>
                <a:defRPr kumimoji="1" sz="1400">
                  <a:solidFill>
                    <a:schemeClr val="tx1"/>
                  </a:solidFill>
                  <a:latin typeface="Arial" panose="020B0604020202020204" pitchFamily="34" charset="0"/>
                  <a:ea typeface="MS PGothic" panose="020B0600070205080204" pitchFamily="34" charset="-128"/>
                </a:defRPr>
              </a:lvl3pPr>
              <a:lvl4pPr marL="1600200" indent="-228600">
                <a:spcBef>
                  <a:spcPct val="20000"/>
                </a:spcBef>
                <a:defRPr kumimoji="1" sz="1600">
                  <a:solidFill>
                    <a:schemeClr val="tx1"/>
                  </a:solidFill>
                  <a:latin typeface="Arial" panose="020B0604020202020204" pitchFamily="34" charset="0"/>
                  <a:ea typeface="MS PGothic" panose="020B0600070205080204" pitchFamily="34" charset="-128"/>
                </a:defRPr>
              </a:lvl4pPr>
              <a:lvl5pPr marL="2057400" indent="-228600">
                <a:spcBef>
                  <a:spcPct val="20000"/>
                </a:spcBef>
                <a:defRPr kumimoji="1" sz="16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defRPr kumimoji="1" sz="16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defRPr kumimoji="1" sz="16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defRPr kumimoji="1" sz="16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defRPr kumimoji="1" sz="1600">
                  <a:solidFill>
                    <a:schemeClr val="tx1"/>
                  </a:solidFill>
                  <a:latin typeface="Arial" panose="020B0604020202020204" pitchFamily="34" charset="0"/>
                  <a:ea typeface="MS PGothic" panose="020B0600070205080204" pitchFamily="34" charset="-128"/>
                </a:defRPr>
              </a:lvl9pPr>
            </a:lstStyle>
            <a:p>
              <a:pPr algn="ctr">
                <a:spcBef>
                  <a:spcPct val="0"/>
                </a:spcBef>
              </a:pPr>
              <a:r>
                <a:rPr kumimoji="0" lang="en-GB" altLang="en-US" sz="1600" dirty="0">
                  <a:latin typeface="Calibri" panose="020F0502020204030204" pitchFamily="34" charset="0"/>
                </a:rPr>
                <a:t>320kV total</a:t>
              </a:r>
            </a:p>
          </p:txBody>
        </p:sp>
      </p:grpSp>
    </p:spTree>
    <p:extLst>
      <p:ext uri="{BB962C8B-B14F-4D97-AF65-F5344CB8AC3E}">
        <p14:creationId xmlns:p14="http://schemas.microsoft.com/office/powerpoint/2010/main" val="25708422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Generating X-rays: </a:t>
            </a:r>
            <a:r>
              <a:rPr lang="en-GB" b="1" dirty="0"/>
              <a:t>450kV Reflection Target</a:t>
            </a:r>
          </a:p>
        </p:txBody>
      </p:sp>
      <p:sp>
        <p:nvSpPr>
          <p:cNvPr id="4" name="Slide Number Placeholder 3"/>
          <p:cNvSpPr>
            <a:spLocks noGrp="1"/>
          </p:cNvSpPr>
          <p:nvPr>
            <p:ph type="sldNum" sz="quarter" idx="10"/>
          </p:nvPr>
        </p:nvSpPr>
        <p:spPr/>
        <p:txBody>
          <a:bodyPr/>
          <a:lstStyle/>
          <a:p>
            <a:pPr>
              <a:defRPr/>
            </a:pPr>
            <a:fld id="{C0335DDC-D7BD-499D-8620-A8CC6675656F}" type="slidenum">
              <a:rPr lang="en-US" altLang="ja-JP" smtClean="0"/>
              <a:pPr>
                <a:defRPr/>
              </a:pPr>
              <a:t>10</a:t>
            </a:fld>
            <a:endParaRPr lang="en-US" altLang="ja-JP"/>
          </a:p>
        </p:txBody>
      </p:sp>
      <p:pic>
        <p:nvPicPr>
          <p:cNvPr id="6" name="Picture 5"/>
          <p:cNvPicPr>
            <a:picLocks noChangeAspect="1"/>
          </p:cNvPicPr>
          <p:nvPr/>
        </p:nvPicPr>
        <p:blipFill rotWithShape="1">
          <a:blip r:embed="rId2" cstate="print">
            <a:extLst>
              <a:ext uri="{28A0092B-C50C-407E-A947-70E740481C1C}">
                <a14:useLocalDpi xmlns:a14="http://schemas.microsoft.com/office/drawing/2010/main" val="0"/>
              </a:ext>
            </a:extLst>
          </a:blip>
          <a:srcRect t="2351" b="11480"/>
          <a:stretch/>
        </p:blipFill>
        <p:spPr>
          <a:xfrm rot="5400000">
            <a:off x="9942205" y="1036776"/>
            <a:ext cx="2730424" cy="1764592"/>
          </a:xfrm>
          <a:prstGeom prst="rect">
            <a:avLst/>
          </a:prstGeom>
        </p:spPr>
      </p:pic>
      <p:sp>
        <p:nvSpPr>
          <p:cNvPr id="7" name="TextBox 6"/>
          <p:cNvSpPr txBox="1"/>
          <p:nvPr/>
        </p:nvSpPr>
        <p:spPr>
          <a:xfrm>
            <a:off x="328000" y="1414374"/>
            <a:ext cx="5811622" cy="1477328"/>
          </a:xfrm>
          <a:prstGeom prst="rect">
            <a:avLst/>
          </a:prstGeom>
          <a:noFill/>
        </p:spPr>
        <p:txBody>
          <a:bodyPr wrap="square" rtlCol="0">
            <a:spAutoFit/>
          </a:bodyPr>
          <a:lstStyle/>
          <a:p>
            <a:pPr algn="just"/>
            <a:r>
              <a:rPr lang="en-GB" sz="1800" b="0" dirty="0">
                <a:latin typeface="Calibri" panose="020F0502020204030204" pitchFamily="34" charset="0"/>
                <a:cs typeface="Calibri" panose="020F0502020204030204" pitchFamily="34" charset="0"/>
              </a:rPr>
              <a:t>The </a:t>
            </a:r>
            <a:r>
              <a:rPr lang="en-GB" sz="1800" dirty="0">
                <a:latin typeface="Calibri" panose="020F0502020204030204" pitchFamily="34" charset="0"/>
                <a:cs typeface="Calibri" panose="020F0502020204030204" pitchFamily="34" charset="0"/>
              </a:rPr>
              <a:t>450kV reflection target </a:t>
            </a:r>
            <a:r>
              <a:rPr lang="en-GB" sz="1800" b="0" dirty="0">
                <a:latin typeface="Calibri" panose="020F0502020204030204" pitchFamily="34" charset="0"/>
                <a:cs typeface="Calibri" panose="020F0502020204030204" pitchFamily="34" charset="0"/>
              </a:rPr>
              <a:t>applies up to +225kV</a:t>
            </a:r>
            <a:r>
              <a:rPr lang="en-GB" sz="1800" dirty="0">
                <a:latin typeface="Calibri" panose="020F0502020204030204" pitchFamily="34" charset="0"/>
                <a:cs typeface="Calibri" panose="020F0502020204030204" pitchFamily="34" charset="0"/>
              </a:rPr>
              <a:t> </a:t>
            </a:r>
            <a:r>
              <a:rPr lang="en-GB" sz="1800" b="0" dirty="0">
                <a:latin typeface="Calibri" panose="020F0502020204030204" pitchFamily="34" charset="0"/>
                <a:cs typeface="Calibri" panose="020F0502020204030204" pitchFamily="34" charset="0"/>
              </a:rPr>
              <a:t>to the </a:t>
            </a:r>
            <a:r>
              <a:rPr lang="en-GB" sz="1800" dirty="0">
                <a:latin typeface="Calibri" panose="020F0502020204030204" pitchFamily="34" charset="0"/>
                <a:cs typeface="Calibri" panose="020F0502020204030204" pitchFamily="34" charset="0"/>
              </a:rPr>
              <a:t>target</a:t>
            </a:r>
            <a:r>
              <a:rPr lang="en-GB" sz="1800" b="0" dirty="0">
                <a:latin typeface="Calibri" panose="020F0502020204030204" pitchFamily="34" charset="0"/>
                <a:cs typeface="Calibri" panose="020F0502020204030204" pitchFamily="34" charset="0"/>
              </a:rPr>
              <a:t>, bosting the maximum beam energy to </a:t>
            </a:r>
            <a:r>
              <a:rPr lang="en-GB" sz="1800" dirty="0">
                <a:latin typeface="Calibri" panose="020F0502020204030204" pitchFamily="34" charset="0"/>
                <a:cs typeface="Calibri" panose="020F0502020204030204" pitchFamily="34" charset="0"/>
              </a:rPr>
              <a:t>450kV</a:t>
            </a:r>
            <a:r>
              <a:rPr lang="en-GB" sz="1800" b="0" dirty="0">
                <a:latin typeface="Calibri" panose="020F0502020204030204" pitchFamily="34" charset="0"/>
                <a:cs typeface="Calibri" panose="020F0502020204030204" pitchFamily="34" charset="0"/>
              </a:rPr>
              <a:t>.</a:t>
            </a:r>
          </a:p>
          <a:p>
            <a:pPr marL="342900" indent="-342900" algn="just">
              <a:buFont typeface="Arial" panose="020B0604020202020204" pitchFamily="34" charset="0"/>
              <a:buChar char="•"/>
            </a:pPr>
            <a:endParaRPr lang="en-GB" sz="1800" b="0" dirty="0">
              <a:latin typeface="Calibri" panose="020F0502020204030204" pitchFamily="34" charset="0"/>
              <a:cs typeface="Calibri" panose="020F0502020204030204" pitchFamily="34" charset="0"/>
            </a:endParaRPr>
          </a:p>
          <a:p>
            <a:pPr algn="just"/>
            <a:r>
              <a:rPr lang="en-GB" sz="1800" b="0" dirty="0">
                <a:latin typeface="Calibri" panose="020F0502020204030204" pitchFamily="34" charset="0"/>
                <a:cs typeface="Calibri" panose="020F0502020204030204" pitchFamily="34" charset="0"/>
              </a:rPr>
              <a:t>This allows for better penetration through dense samples.</a:t>
            </a:r>
          </a:p>
          <a:p>
            <a:pPr marL="342900" indent="-342900" algn="just">
              <a:buFont typeface="Arial" panose="020B0604020202020204" pitchFamily="34" charset="0"/>
              <a:buChar char="•"/>
            </a:pPr>
            <a:endParaRPr lang="en-GB" sz="1800" b="0" dirty="0">
              <a:latin typeface="Calibri" panose="020F0502020204030204" pitchFamily="34" charset="0"/>
              <a:cs typeface="Calibri" panose="020F0502020204030204" pitchFamily="34" charset="0"/>
            </a:endParaRPr>
          </a:p>
        </p:txBody>
      </p:sp>
      <p:grpSp>
        <p:nvGrpSpPr>
          <p:cNvPr id="8" name="Group 7"/>
          <p:cNvGrpSpPr/>
          <p:nvPr/>
        </p:nvGrpSpPr>
        <p:grpSpPr>
          <a:xfrm>
            <a:off x="5980701" y="607926"/>
            <a:ext cx="5265455" cy="5903442"/>
            <a:chOff x="5980701" y="607926"/>
            <a:chExt cx="5265455" cy="5903442"/>
          </a:xfrm>
        </p:grpSpPr>
        <p:grpSp>
          <p:nvGrpSpPr>
            <p:cNvPr id="9" name="Group 8"/>
            <p:cNvGrpSpPr/>
            <p:nvPr/>
          </p:nvGrpSpPr>
          <p:grpSpPr>
            <a:xfrm>
              <a:off x="7956379" y="607926"/>
              <a:ext cx="2982736" cy="5745324"/>
              <a:chOff x="7143001" y="929732"/>
              <a:chExt cx="2361559" cy="4548819"/>
            </a:xfrm>
          </p:grpSpPr>
          <p:grpSp>
            <p:nvGrpSpPr>
              <p:cNvPr id="16" name="Group 15"/>
              <p:cNvGrpSpPr/>
              <p:nvPr/>
            </p:nvGrpSpPr>
            <p:grpSpPr>
              <a:xfrm>
                <a:off x="7143001" y="929732"/>
                <a:ext cx="1524928" cy="4548819"/>
                <a:chOff x="4991781" y="835545"/>
                <a:chExt cx="1771650" cy="5284788"/>
              </a:xfrm>
            </p:grpSpPr>
            <p:grpSp>
              <p:nvGrpSpPr>
                <p:cNvPr id="18" name="Group 69"/>
                <p:cNvGrpSpPr>
                  <a:grpSpLocks/>
                </p:cNvGrpSpPr>
                <p:nvPr/>
              </p:nvGrpSpPr>
              <p:grpSpPr bwMode="auto">
                <a:xfrm rot="2867199">
                  <a:off x="6272223" y="4350064"/>
                  <a:ext cx="542925" cy="187325"/>
                  <a:chOff x="3602" y="2145"/>
                  <a:chExt cx="342" cy="118"/>
                </a:xfrm>
              </p:grpSpPr>
              <p:sp>
                <p:nvSpPr>
                  <p:cNvPr id="332" name="Freeform 70"/>
                  <p:cNvSpPr>
                    <a:spLocks/>
                  </p:cNvSpPr>
                  <p:nvPr/>
                </p:nvSpPr>
                <p:spPr bwMode="auto">
                  <a:xfrm>
                    <a:off x="3602" y="2254"/>
                    <a:ext cx="9" cy="9"/>
                  </a:xfrm>
                  <a:custGeom>
                    <a:avLst/>
                    <a:gdLst>
                      <a:gd name="T0" fmla="*/ 3 w 9"/>
                      <a:gd name="T1" fmla="*/ 1 h 9"/>
                      <a:gd name="T2" fmla="*/ 2 w 9"/>
                      <a:gd name="T3" fmla="*/ 3 h 9"/>
                      <a:gd name="T4" fmla="*/ 0 w 9"/>
                      <a:gd name="T5" fmla="*/ 4 h 9"/>
                      <a:gd name="T6" fmla="*/ 0 w 9"/>
                      <a:gd name="T7" fmla="*/ 4 h 9"/>
                      <a:gd name="T8" fmla="*/ 2 w 9"/>
                      <a:gd name="T9" fmla="*/ 6 h 9"/>
                      <a:gd name="T10" fmla="*/ 3 w 9"/>
                      <a:gd name="T11" fmla="*/ 7 h 9"/>
                      <a:gd name="T12" fmla="*/ 5 w 9"/>
                      <a:gd name="T13" fmla="*/ 9 h 9"/>
                      <a:gd name="T14" fmla="*/ 5 w 9"/>
                      <a:gd name="T15" fmla="*/ 9 h 9"/>
                      <a:gd name="T16" fmla="*/ 8 w 9"/>
                      <a:gd name="T17" fmla="*/ 9 h 9"/>
                      <a:gd name="T18" fmla="*/ 8 w 9"/>
                      <a:gd name="T19" fmla="*/ 7 h 9"/>
                      <a:gd name="T20" fmla="*/ 9 w 9"/>
                      <a:gd name="T21" fmla="*/ 6 h 9"/>
                      <a:gd name="T22" fmla="*/ 9 w 9"/>
                      <a:gd name="T23" fmla="*/ 4 h 9"/>
                      <a:gd name="T24" fmla="*/ 9 w 9"/>
                      <a:gd name="T25" fmla="*/ 3 h 9"/>
                      <a:gd name="T26" fmla="*/ 9 w 9"/>
                      <a:gd name="T27" fmla="*/ 1 h 9"/>
                      <a:gd name="T28" fmla="*/ 8 w 9"/>
                      <a:gd name="T29" fmla="*/ 0 h 9"/>
                      <a:gd name="T30" fmla="*/ 6 w 9"/>
                      <a:gd name="T31" fmla="*/ 0 h 9"/>
                      <a:gd name="T32" fmla="*/ 5 w 9"/>
                      <a:gd name="T33" fmla="*/ 0 h 9"/>
                      <a:gd name="T34" fmla="*/ 3 w 9"/>
                      <a:gd name="T35" fmla="*/ 0 h 9"/>
                      <a:gd name="T36" fmla="*/ 3 w 9"/>
                      <a:gd name="T37" fmla="*/ 1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9"/>
                      <a:gd name="T58" fmla="*/ 0 h 9"/>
                      <a:gd name="T59" fmla="*/ 9 w 9"/>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9" h="9">
                        <a:moveTo>
                          <a:pt x="3" y="1"/>
                        </a:moveTo>
                        <a:lnTo>
                          <a:pt x="2" y="3"/>
                        </a:lnTo>
                        <a:lnTo>
                          <a:pt x="0" y="4"/>
                        </a:lnTo>
                        <a:lnTo>
                          <a:pt x="2" y="6"/>
                        </a:lnTo>
                        <a:lnTo>
                          <a:pt x="3" y="7"/>
                        </a:lnTo>
                        <a:lnTo>
                          <a:pt x="5" y="9"/>
                        </a:lnTo>
                        <a:lnTo>
                          <a:pt x="8" y="9"/>
                        </a:lnTo>
                        <a:lnTo>
                          <a:pt x="8" y="7"/>
                        </a:lnTo>
                        <a:lnTo>
                          <a:pt x="9" y="6"/>
                        </a:lnTo>
                        <a:lnTo>
                          <a:pt x="9" y="4"/>
                        </a:lnTo>
                        <a:lnTo>
                          <a:pt x="9" y="3"/>
                        </a:lnTo>
                        <a:lnTo>
                          <a:pt x="9" y="1"/>
                        </a:lnTo>
                        <a:lnTo>
                          <a:pt x="8" y="0"/>
                        </a:lnTo>
                        <a:lnTo>
                          <a:pt x="6" y="0"/>
                        </a:lnTo>
                        <a:lnTo>
                          <a:pt x="5" y="0"/>
                        </a:lnTo>
                        <a:lnTo>
                          <a:pt x="3" y="0"/>
                        </a:lnTo>
                        <a:lnTo>
                          <a:pt x="3"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33" name="Freeform 71"/>
                  <p:cNvSpPr>
                    <a:spLocks/>
                  </p:cNvSpPr>
                  <p:nvPr/>
                </p:nvSpPr>
                <p:spPr bwMode="auto">
                  <a:xfrm>
                    <a:off x="3615" y="2244"/>
                    <a:ext cx="9" cy="8"/>
                  </a:xfrm>
                  <a:custGeom>
                    <a:avLst/>
                    <a:gdLst>
                      <a:gd name="T0" fmla="*/ 3 w 9"/>
                      <a:gd name="T1" fmla="*/ 0 h 8"/>
                      <a:gd name="T2" fmla="*/ 2 w 9"/>
                      <a:gd name="T3" fmla="*/ 1 h 8"/>
                      <a:gd name="T4" fmla="*/ 0 w 9"/>
                      <a:gd name="T5" fmla="*/ 3 h 8"/>
                      <a:gd name="T6" fmla="*/ 0 w 9"/>
                      <a:gd name="T7" fmla="*/ 4 h 8"/>
                      <a:gd name="T8" fmla="*/ 2 w 9"/>
                      <a:gd name="T9" fmla="*/ 6 h 8"/>
                      <a:gd name="T10" fmla="*/ 3 w 9"/>
                      <a:gd name="T11" fmla="*/ 7 h 8"/>
                      <a:gd name="T12" fmla="*/ 5 w 9"/>
                      <a:gd name="T13" fmla="*/ 8 h 8"/>
                      <a:gd name="T14" fmla="*/ 6 w 9"/>
                      <a:gd name="T15" fmla="*/ 8 h 8"/>
                      <a:gd name="T16" fmla="*/ 8 w 9"/>
                      <a:gd name="T17" fmla="*/ 7 h 8"/>
                      <a:gd name="T18" fmla="*/ 8 w 9"/>
                      <a:gd name="T19" fmla="*/ 7 h 8"/>
                      <a:gd name="T20" fmla="*/ 9 w 9"/>
                      <a:gd name="T21" fmla="*/ 6 h 8"/>
                      <a:gd name="T22" fmla="*/ 9 w 9"/>
                      <a:gd name="T23" fmla="*/ 4 h 8"/>
                      <a:gd name="T24" fmla="*/ 9 w 9"/>
                      <a:gd name="T25" fmla="*/ 3 h 8"/>
                      <a:gd name="T26" fmla="*/ 9 w 9"/>
                      <a:gd name="T27" fmla="*/ 1 h 8"/>
                      <a:gd name="T28" fmla="*/ 8 w 9"/>
                      <a:gd name="T29" fmla="*/ 0 h 8"/>
                      <a:gd name="T30" fmla="*/ 6 w 9"/>
                      <a:gd name="T31" fmla="*/ 0 h 8"/>
                      <a:gd name="T32" fmla="*/ 5 w 9"/>
                      <a:gd name="T33" fmla="*/ 0 h 8"/>
                      <a:gd name="T34" fmla="*/ 3 w 9"/>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3" y="0"/>
                        </a:moveTo>
                        <a:lnTo>
                          <a:pt x="2" y="1"/>
                        </a:lnTo>
                        <a:lnTo>
                          <a:pt x="0" y="3"/>
                        </a:lnTo>
                        <a:lnTo>
                          <a:pt x="0" y="4"/>
                        </a:lnTo>
                        <a:lnTo>
                          <a:pt x="2" y="6"/>
                        </a:lnTo>
                        <a:lnTo>
                          <a:pt x="3" y="7"/>
                        </a:lnTo>
                        <a:lnTo>
                          <a:pt x="5" y="8"/>
                        </a:lnTo>
                        <a:lnTo>
                          <a:pt x="6" y="8"/>
                        </a:lnTo>
                        <a:lnTo>
                          <a:pt x="8" y="7"/>
                        </a:lnTo>
                        <a:lnTo>
                          <a:pt x="9" y="6"/>
                        </a:lnTo>
                        <a:lnTo>
                          <a:pt x="9" y="4"/>
                        </a:lnTo>
                        <a:lnTo>
                          <a:pt x="9" y="3"/>
                        </a:lnTo>
                        <a:lnTo>
                          <a:pt x="9" y="1"/>
                        </a:lnTo>
                        <a:lnTo>
                          <a:pt x="8" y="0"/>
                        </a:lnTo>
                        <a:lnTo>
                          <a:pt x="6" y="0"/>
                        </a:lnTo>
                        <a:lnTo>
                          <a:pt x="5"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34" name="Freeform 72"/>
                  <p:cNvSpPr>
                    <a:spLocks/>
                  </p:cNvSpPr>
                  <p:nvPr/>
                </p:nvSpPr>
                <p:spPr bwMode="auto">
                  <a:xfrm>
                    <a:off x="3628" y="2232"/>
                    <a:ext cx="9" cy="9"/>
                  </a:xfrm>
                  <a:custGeom>
                    <a:avLst/>
                    <a:gdLst>
                      <a:gd name="T0" fmla="*/ 3 w 9"/>
                      <a:gd name="T1" fmla="*/ 0 h 9"/>
                      <a:gd name="T2" fmla="*/ 2 w 9"/>
                      <a:gd name="T3" fmla="*/ 2 h 9"/>
                      <a:gd name="T4" fmla="*/ 0 w 9"/>
                      <a:gd name="T5" fmla="*/ 3 h 9"/>
                      <a:gd name="T6" fmla="*/ 0 w 9"/>
                      <a:gd name="T7" fmla="*/ 5 h 9"/>
                      <a:gd name="T8" fmla="*/ 2 w 9"/>
                      <a:gd name="T9" fmla="*/ 6 h 9"/>
                      <a:gd name="T10" fmla="*/ 3 w 9"/>
                      <a:gd name="T11" fmla="*/ 7 h 9"/>
                      <a:gd name="T12" fmla="*/ 5 w 9"/>
                      <a:gd name="T13" fmla="*/ 9 h 9"/>
                      <a:gd name="T14" fmla="*/ 6 w 9"/>
                      <a:gd name="T15" fmla="*/ 9 h 9"/>
                      <a:gd name="T16" fmla="*/ 8 w 9"/>
                      <a:gd name="T17" fmla="*/ 7 h 9"/>
                      <a:gd name="T18" fmla="*/ 8 w 9"/>
                      <a:gd name="T19" fmla="*/ 7 h 9"/>
                      <a:gd name="T20" fmla="*/ 9 w 9"/>
                      <a:gd name="T21" fmla="*/ 6 h 9"/>
                      <a:gd name="T22" fmla="*/ 9 w 9"/>
                      <a:gd name="T23" fmla="*/ 5 h 9"/>
                      <a:gd name="T24" fmla="*/ 9 w 9"/>
                      <a:gd name="T25" fmla="*/ 3 h 9"/>
                      <a:gd name="T26" fmla="*/ 9 w 9"/>
                      <a:gd name="T27" fmla="*/ 2 h 9"/>
                      <a:gd name="T28" fmla="*/ 8 w 9"/>
                      <a:gd name="T29" fmla="*/ 0 h 9"/>
                      <a:gd name="T30" fmla="*/ 6 w 9"/>
                      <a:gd name="T31" fmla="*/ 0 h 9"/>
                      <a:gd name="T32" fmla="*/ 5 w 9"/>
                      <a:gd name="T33" fmla="*/ 0 h 9"/>
                      <a:gd name="T34" fmla="*/ 3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3" y="0"/>
                        </a:moveTo>
                        <a:lnTo>
                          <a:pt x="2" y="2"/>
                        </a:lnTo>
                        <a:lnTo>
                          <a:pt x="0" y="3"/>
                        </a:lnTo>
                        <a:lnTo>
                          <a:pt x="0" y="5"/>
                        </a:lnTo>
                        <a:lnTo>
                          <a:pt x="2" y="6"/>
                        </a:lnTo>
                        <a:lnTo>
                          <a:pt x="3" y="7"/>
                        </a:lnTo>
                        <a:lnTo>
                          <a:pt x="5" y="9"/>
                        </a:lnTo>
                        <a:lnTo>
                          <a:pt x="6" y="9"/>
                        </a:lnTo>
                        <a:lnTo>
                          <a:pt x="8" y="7"/>
                        </a:lnTo>
                        <a:lnTo>
                          <a:pt x="9" y="6"/>
                        </a:lnTo>
                        <a:lnTo>
                          <a:pt x="9" y="5"/>
                        </a:lnTo>
                        <a:lnTo>
                          <a:pt x="9" y="3"/>
                        </a:lnTo>
                        <a:lnTo>
                          <a:pt x="9" y="2"/>
                        </a:lnTo>
                        <a:lnTo>
                          <a:pt x="8" y="0"/>
                        </a:lnTo>
                        <a:lnTo>
                          <a:pt x="6" y="0"/>
                        </a:lnTo>
                        <a:lnTo>
                          <a:pt x="5"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35" name="Freeform 73"/>
                  <p:cNvSpPr>
                    <a:spLocks/>
                  </p:cNvSpPr>
                  <p:nvPr/>
                </p:nvSpPr>
                <p:spPr bwMode="auto">
                  <a:xfrm>
                    <a:off x="3641" y="2221"/>
                    <a:ext cx="9" cy="8"/>
                  </a:xfrm>
                  <a:custGeom>
                    <a:avLst/>
                    <a:gdLst>
                      <a:gd name="T0" fmla="*/ 3 w 9"/>
                      <a:gd name="T1" fmla="*/ 0 h 8"/>
                      <a:gd name="T2" fmla="*/ 2 w 9"/>
                      <a:gd name="T3" fmla="*/ 1 h 8"/>
                      <a:gd name="T4" fmla="*/ 0 w 9"/>
                      <a:gd name="T5" fmla="*/ 2 h 8"/>
                      <a:gd name="T6" fmla="*/ 0 w 9"/>
                      <a:gd name="T7" fmla="*/ 4 h 8"/>
                      <a:gd name="T8" fmla="*/ 2 w 9"/>
                      <a:gd name="T9" fmla="*/ 5 h 8"/>
                      <a:gd name="T10" fmla="*/ 3 w 9"/>
                      <a:gd name="T11" fmla="*/ 7 h 8"/>
                      <a:gd name="T12" fmla="*/ 5 w 9"/>
                      <a:gd name="T13" fmla="*/ 8 h 8"/>
                      <a:gd name="T14" fmla="*/ 6 w 9"/>
                      <a:gd name="T15" fmla="*/ 8 h 8"/>
                      <a:gd name="T16" fmla="*/ 8 w 9"/>
                      <a:gd name="T17" fmla="*/ 7 h 8"/>
                      <a:gd name="T18" fmla="*/ 8 w 9"/>
                      <a:gd name="T19" fmla="*/ 7 h 8"/>
                      <a:gd name="T20" fmla="*/ 9 w 9"/>
                      <a:gd name="T21" fmla="*/ 5 h 8"/>
                      <a:gd name="T22" fmla="*/ 9 w 9"/>
                      <a:gd name="T23" fmla="*/ 4 h 8"/>
                      <a:gd name="T24" fmla="*/ 9 w 9"/>
                      <a:gd name="T25" fmla="*/ 2 h 8"/>
                      <a:gd name="T26" fmla="*/ 9 w 9"/>
                      <a:gd name="T27" fmla="*/ 1 h 8"/>
                      <a:gd name="T28" fmla="*/ 8 w 9"/>
                      <a:gd name="T29" fmla="*/ 0 h 8"/>
                      <a:gd name="T30" fmla="*/ 6 w 9"/>
                      <a:gd name="T31" fmla="*/ 0 h 8"/>
                      <a:gd name="T32" fmla="*/ 5 w 9"/>
                      <a:gd name="T33" fmla="*/ 0 h 8"/>
                      <a:gd name="T34" fmla="*/ 3 w 9"/>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3" y="0"/>
                        </a:moveTo>
                        <a:lnTo>
                          <a:pt x="2" y="1"/>
                        </a:lnTo>
                        <a:lnTo>
                          <a:pt x="0" y="2"/>
                        </a:lnTo>
                        <a:lnTo>
                          <a:pt x="0" y="4"/>
                        </a:lnTo>
                        <a:lnTo>
                          <a:pt x="2" y="5"/>
                        </a:lnTo>
                        <a:lnTo>
                          <a:pt x="3" y="7"/>
                        </a:lnTo>
                        <a:lnTo>
                          <a:pt x="5" y="8"/>
                        </a:lnTo>
                        <a:lnTo>
                          <a:pt x="6" y="8"/>
                        </a:lnTo>
                        <a:lnTo>
                          <a:pt x="8" y="7"/>
                        </a:lnTo>
                        <a:lnTo>
                          <a:pt x="9" y="5"/>
                        </a:lnTo>
                        <a:lnTo>
                          <a:pt x="9" y="4"/>
                        </a:lnTo>
                        <a:lnTo>
                          <a:pt x="9" y="2"/>
                        </a:lnTo>
                        <a:lnTo>
                          <a:pt x="9" y="1"/>
                        </a:lnTo>
                        <a:lnTo>
                          <a:pt x="8" y="0"/>
                        </a:lnTo>
                        <a:lnTo>
                          <a:pt x="6" y="0"/>
                        </a:lnTo>
                        <a:lnTo>
                          <a:pt x="5"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36" name="Freeform 74"/>
                  <p:cNvSpPr>
                    <a:spLocks/>
                  </p:cNvSpPr>
                  <p:nvPr/>
                </p:nvSpPr>
                <p:spPr bwMode="auto">
                  <a:xfrm>
                    <a:off x="3655" y="2209"/>
                    <a:ext cx="8" cy="9"/>
                  </a:xfrm>
                  <a:custGeom>
                    <a:avLst/>
                    <a:gdLst>
                      <a:gd name="T0" fmla="*/ 2 w 8"/>
                      <a:gd name="T1" fmla="*/ 0 h 9"/>
                      <a:gd name="T2" fmla="*/ 1 w 8"/>
                      <a:gd name="T3" fmla="*/ 1 h 9"/>
                      <a:gd name="T4" fmla="*/ 0 w 8"/>
                      <a:gd name="T5" fmla="*/ 3 h 9"/>
                      <a:gd name="T6" fmla="*/ 0 w 8"/>
                      <a:gd name="T7" fmla="*/ 4 h 9"/>
                      <a:gd name="T8" fmla="*/ 1 w 8"/>
                      <a:gd name="T9" fmla="*/ 6 h 9"/>
                      <a:gd name="T10" fmla="*/ 2 w 8"/>
                      <a:gd name="T11" fmla="*/ 7 h 9"/>
                      <a:gd name="T12" fmla="*/ 4 w 8"/>
                      <a:gd name="T13" fmla="*/ 9 h 9"/>
                      <a:gd name="T14" fmla="*/ 5 w 8"/>
                      <a:gd name="T15" fmla="*/ 9 h 9"/>
                      <a:gd name="T16" fmla="*/ 7 w 8"/>
                      <a:gd name="T17" fmla="*/ 7 h 9"/>
                      <a:gd name="T18" fmla="*/ 7 w 8"/>
                      <a:gd name="T19" fmla="*/ 7 h 9"/>
                      <a:gd name="T20" fmla="*/ 8 w 8"/>
                      <a:gd name="T21" fmla="*/ 6 h 9"/>
                      <a:gd name="T22" fmla="*/ 8 w 8"/>
                      <a:gd name="T23" fmla="*/ 4 h 9"/>
                      <a:gd name="T24" fmla="*/ 8 w 8"/>
                      <a:gd name="T25" fmla="*/ 3 h 9"/>
                      <a:gd name="T26" fmla="*/ 8 w 8"/>
                      <a:gd name="T27" fmla="*/ 1 h 9"/>
                      <a:gd name="T28" fmla="*/ 7 w 8"/>
                      <a:gd name="T29" fmla="*/ 0 h 9"/>
                      <a:gd name="T30" fmla="*/ 5 w 8"/>
                      <a:gd name="T31" fmla="*/ 0 h 9"/>
                      <a:gd name="T32" fmla="*/ 4 w 8"/>
                      <a:gd name="T33" fmla="*/ 0 h 9"/>
                      <a:gd name="T34" fmla="*/ 2 w 8"/>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2" y="0"/>
                        </a:moveTo>
                        <a:lnTo>
                          <a:pt x="1" y="1"/>
                        </a:lnTo>
                        <a:lnTo>
                          <a:pt x="0" y="3"/>
                        </a:lnTo>
                        <a:lnTo>
                          <a:pt x="0" y="4"/>
                        </a:lnTo>
                        <a:lnTo>
                          <a:pt x="1" y="6"/>
                        </a:lnTo>
                        <a:lnTo>
                          <a:pt x="2" y="7"/>
                        </a:lnTo>
                        <a:lnTo>
                          <a:pt x="4" y="9"/>
                        </a:lnTo>
                        <a:lnTo>
                          <a:pt x="5" y="9"/>
                        </a:lnTo>
                        <a:lnTo>
                          <a:pt x="7" y="7"/>
                        </a:lnTo>
                        <a:lnTo>
                          <a:pt x="8" y="6"/>
                        </a:lnTo>
                        <a:lnTo>
                          <a:pt x="8" y="4"/>
                        </a:lnTo>
                        <a:lnTo>
                          <a:pt x="8" y="3"/>
                        </a:lnTo>
                        <a:lnTo>
                          <a:pt x="8" y="1"/>
                        </a:lnTo>
                        <a:lnTo>
                          <a:pt x="7" y="0"/>
                        </a:lnTo>
                        <a:lnTo>
                          <a:pt x="5" y="0"/>
                        </a:lnTo>
                        <a:lnTo>
                          <a:pt x="4" y="0"/>
                        </a:lnTo>
                        <a:lnTo>
                          <a:pt x="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37" name="Freeform 75"/>
                  <p:cNvSpPr>
                    <a:spLocks/>
                  </p:cNvSpPr>
                  <p:nvPr/>
                </p:nvSpPr>
                <p:spPr bwMode="auto">
                  <a:xfrm>
                    <a:off x="3669" y="2197"/>
                    <a:ext cx="9" cy="9"/>
                  </a:xfrm>
                  <a:custGeom>
                    <a:avLst/>
                    <a:gdLst>
                      <a:gd name="T0" fmla="*/ 2 w 9"/>
                      <a:gd name="T1" fmla="*/ 0 h 9"/>
                      <a:gd name="T2" fmla="*/ 0 w 9"/>
                      <a:gd name="T3" fmla="*/ 2 h 9"/>
                      <a:gd name="T4" fmla="*/ 0 w 9"/>
                      <a:gd name="T5" fmla="*/ 3 h 9"/>
                      <a:gd name="T6" fmla="*/ 0 w 9"/>
                      <a:gd name="T7" fmla="*/ 5 h 9"/>
                      <a:gd name="T8" fmla="*/ 0 w 9"/>
                      <a:gd name="T9" fmla="*/ 6 h 9"/>
                      <a:gd name="T10" fmla="*/ 2 w 9"/>
                      <a:gd name="T11" fmla="*/ 8 h 9"/>
                      <a:gd name="T12" fmla="*/ 3 w 9"/>
                      <a:gd name="T13" fmla="*/ 9 h 9"/>
                      <a:gd name="T14" fmla="*/ 4 w 9"/>
                      <a:gd name="T15" fmla="*/ 9 h 9"/>
                      <a:gd name="T16" fmla="*/ 6 w 9"/>
                      <a:gd name="T17" fmla="*/ 8 h 9"/>
                      <a:gd name="T18" fmla="*/ 6 w 9"/>
                      <a:gd name="T19" fmla="*/ 8 h 9"/>
                      <a:gd name="T20" fmla="*/ 7 w 9"/>
                      <a:gd name="T21" fmla="*/ 6 h 9"/>
                      <a:gd name="T22" fmla="*/ 9 w 9"/>
                      <a:gd name="T23" fmla="*/ 5 h 9"/>
                      <a:gd name="T24" fmla="*/ 9 w 9"/>
                      <a:gd name="T25" fmla="*/ 3 h 9"/>
                      <a:gd name="T26" fmla="*/ 7 w 9"/>
                      <a:gd name="T27" fmla="*/ 2 h 9"/>
                      <a:gd name="T28" fmla="*/ 6 w 9"/>
                      <a:gd name="T29" fmla="*/ 0 h 9"/>
                      <a:gd name="T30" fmla="*/ 4 w 9"/>
                      <a:gd name="T31" fmla="*/ 0 h 9"/>
                      <a:gd name="T32" fmla="*/ 3 w 9"/>
                      <a:gd name="T33" fmla="*/ 0 h 9"/>
                      <a:gd name="T34" fmla="*/ 2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2" y="0"/>
                        </a:moveTo>
                        <a:lnTo>
                          <a:pt x="0" y="2"/>
                        </a:lnTo>
                        <a:lnTo>
                          <a:pt x="0" y="3"/>
                        </a:lnTo>
                        <a:lnTo>
                          <a:pt x="0" y="5"/>
                        </a:lnTo>
                        <a:lnTo>
                          <a:pt x="0" y="6"/>
                        </a:lnTo>
                        <a:lnTo>
                          <a:pt x="2" y="8"/>
                        </a:lnTo>
                        <a:lnTo>
                          <a:pt x="3" y="9"/>
                        </a:lnTo>
                        <a:lnTo>
                          <a:pt x="4" y="9"/>
                        </a:lnTo>
                        <a:lnTo>
                          <a:pt x="6" y="8"/>
                        </a:lnTo>
                        <a:lnTo>
                          <a:pt x="7" y="6"/>
                        </a:lnTo>
                        <a:lnTo>
                          <a:pt x="9" y="5"/>
                        </a:lnTo>
                        <a:lnTo>
                          <a:pt x="9" y="3"/>
                        </a:lnTo>
                        <a:lnTo>
                          <a:pt x="7" y="2"/>
                        </a:lnTo>
                        <a:lnTo>
                          <a:pt x="6" y="0"/>
                        </a:lnTo>
                        <a:lnTo>
                          <a:pt x="4" y="0"/>
                        </a:lnTo>
                        <a:lnTo>
                          <a:pt x="3" y="0"/>
                        </a:lnTo>
                        <a:lnTo>
                          <a:pt x="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38" name="Freeform 76"/>
                  <p:cNvSpPr>
                    <a:spLocks/>
                  </p:cNvSpPr>
                  <p:nvPr/>
                </p:nvSpPr>
                <p:spPr bwMode="auto">
                  <a:xfrm>
                    <a:off x="3682" y="2187"/>
                    <a:ext cx="9" cy="9"/>
                  </a:xfrm>
                  <a:custGeom>
                    <a:avLst/>
                    <a:gdLst>
                      <a:gd name="T0" fmla="*/ 2 w 9"/>
                      <a:gd name="T1" fmla="*/ 0 h 9"/>
                      <a:gd name="T2" fmla="*/ 0 w 9"/>
                      <a:gd name="T3" fmla="*/ 2 h 9"/>
                      <a:gd name="T4" fmla="*/ 0 w 9"/>
                      <a:gd name="T5" fmla="*/ 3 h 9"/>
                      <a:gd name="T6" fmla="*/ 0 w 9"/>
                      <a:gd name="T7" fmla="*/ 4 h 9"/>
                      <a:gd name="T8" fmla="*/ 0 w 9"/>
                      <a:gd name="T9" fmla="*/ 6 h 9"/>
                      <a:gd name="T10" fmla="*/ 2 w 9"/>
                      <a:gd name="T11" fmla="*/ 7 h 9"/>
                      <a:gd name="T12" fmla="*/ 3 w 9"/>
                      <a:gd name="T13" fmla="*/ 9 h 9"/>
                      <a:gd name="T14" fmla="*/ 5 w 9"/>
                      <a:gd name="T15" fmla="*/ 9 h 9"/>
                      <a:gd name="T16" fmla="*/ 6 w 9"/>
                      <a:gd name="T17" fmla="*/ 7 h 9"/>
                      <a:gd name="T18" fmla="*/ 6 w 9"/>
                      <a:gd name="T19" fmla="*/ 7 h 9"/>
                      <a:gd name="T20" fmla="*/ 7 w 9"/>
                      <a:gd name="T21" fmla="*/ 6 h 9"/>
                      <a:gd name="T22" fmla="*/ 9 w 9"/>
                      <a:gd name="T23" fmla="*/ 4 h 9"/>
                      <a:gd name="T24" fmla="*/ 9 w 9"/>
                      <a:gd name="T25" fmla="*/ 3 h 9"/>
                      <a:gd name="T26" fmla="*/ 7 w 9"/>
                      <a:gd name="T27" fmla="*/ 2 h 9"/>
                      <a:gd name="T28" fmla="*/ 6 w 9"/>
                      <a:gd name="T29" fmla="*/ 0 h 9"/>
                      <a:gd name="T30" fmla="*/ 5 w 9"/>
                      <a:gd name="T31" fmla="*/ 0 h 9"/>
                      <a:gd name="T32" fmla="*/ 3 w 9"/>
                      <a:gd name="T33" fmla="*/ 0 h 9"/>
                      <a:gd name="T34" fmla="*/ 2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2" y="0"/>
                        </a:moveTo>
                        <a:lnTo>
                          <a:pt x="0" y="2"/>
                        </a:lnTo>
                        <a:lnTo>
                          <a:pt x="0" y="3"/>
                        </a:lnTo>
                        <a:lnTo>
                          <a:pt x="0" y="4"/>
                        </a:lnTo>
                        <a:lnTo>
                          <a:pt x="0" y="6"/>
                        </a:lnTo>
                        <a:lnTo>
                          <a:pt x="2" y="7"/>
                        </a:lnTo>
                        <a:lnTo>
                          <a:pt x="3" y="9"/>
                        </a:lnTo>
                        <a:lnTo>
                          <a:pt x="5" y="9"/>
                        </a:lnTo>
                        <a:lnTo>
                          <a:pt x="6" y="7"/>
                        </a:lnTo>
                        <a:lnTo>
                          <a:pt x="7" y="6"/>
                        </a:lnTo>
                        <a:lnTo>
                          <a:pt x="9" y="4"/>
                        </a:lnTo>
                        <a:lnTo>
                          <a:pt x="9" y="3"/>
                        </a:lnTo>
                        <a:lnTo>
                          <a:pt x="7" y="2"/>
                        </a:lnTo>
                        <a:lnTo>
                          <a:pt x="6" y="0"/>
                        </a:lnTo>
                        <a:lnTo>
                          <a:pt x="5" y="0"/>
                        </a:lnTo>
                        <a:lnTo>
                          <a:pt x="3" y="0"/>
                        </a:lnTo>
                        <a:lnTo>
                          <a:pt x="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39" name="Freeform 77"/>
                  <p:cNvSpPr>
                    <a:spLocks/>
                  </p:cNvSpPr>
                  <p:nvPr/>
                </p:nvSpPr>
                <p:spPr bwMode="auto">
                  <a:xfrm>
                    <a:off x="3697" y="2175"/>
                    <a:ext cx="8" cy="9"/>
                  </a:xfrm>
                  <a:custGeom>
                    <a:avLst/>
                    <a:gdLst>
                      <a:gd name="T0" fmla="*/ 1 w 8"/>
                      <a:gd name="T1" fmla="*/ 2 h 9"/>
                      <a:gd name="T2" fmla="*/ 0 w 8"/>
                      <a:gd name="T3" fmla="*/ 3 h 9"/>
                      <a:gd name="T4" fmla="*/ 0 w 8"/>
                      <a:gd name="T5" fmla="*/ 5 h 9"/>
                      <a:gd name="T6" fmla="*/ 0 w 8"/>
                      <a:gd name="T7" fmla="*/ 6 h 9"/>
                      <a:gd name="T8" fmla="*/ 0 w 8"/>
                      <a:gd name="T9" fmla="*/ 8 h 9"/>
                      <a:gd name="T10" fmla="*/ 1 w 8"/>
                      <a:gd name="T11" fmla="*/ 9 h 9"/>
                      <a:gd name="T12" fmla="*/ 3 w 8"/>
                      <a:gd name="T13" fmla="*/ 9 h 9"/>
                      <a:gd name="T14" fmla="*/ 4 w 8"/>
                      <a:gd name="T15" fmla="*/ 9 h 9"/>
                      <a:gd name="T16" fmla="*/ 5 w 8"/>
                      <a:gd name="T17" fmla="*/ 9 h 9"/>
                      <a:gd name="T18" fmla="*/ 5 w 8"/>
                      <a:gd name="T19" fmla="*/ 9 h 9"/>
                      <a:gd name="T20" fmla="*/ 7 w 8"/>
                      <a:gd name="T21" fmla="*/ 8 h 9"/>
                      <a:gd name="T22" fmla="*/ 8 w 8"/>
                      <a:gd name="T23" fmla="*/ 6 h 9"/>
                      <a:gd name="T24" fmla="*/ 8 w 8"/>
                      <a:gd name="T25" fmla="*/ 5 h 9"/>
                      <a:gd name="T26" fmla="*/ 7 w 8"/>
                      <a:gd name="T27" fmla="*/ 3 h 9"/>
                      <a:gd name="T28" fmla="*/ 5 w 8"/>
                      <a:gd name="T29" fmla="*/ 2 h 9"/>
                      <a:gd name="T30" fmla="*/ 4 w 8"/>
                      <a:gd name="T31" fmla="*/ 0 h 9"/>
                      <a:gd name="T32" fmla="*/ 3 w 8"/>
                      <a:gd name="T33" fmla="*/ 0 h 9"/>
                      <a:gd name="T34" fmla="*/ 1 w 8"/>
                      <a:gd name="T35" fmla="*/ 2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1" y="2"/>
                        </a:moveTo>
                        <a:lnTo>
                          <a:pt x="0" y="3"/>
                        </a:lnTo>
                        <a:lnTo>
                          <a:pt x="0" y="5"/>
                        </a:lnTo>
                        <a:lnTo>
                          <a:pt x="0" y="6"/>
                        </a:lnTo>
                        <a:lnTo>
                          <a:pt x="0" y="8"/>
                        </a:lnTo>
                        <a:lnTo>
                          <a:pt x="1" y="9"/>
                        </a:lnTo>
                        <a:lnTo>
                          <a:pt x="3" y="9"/>
                        </a:lnTo>
                        <a:lnTo>
                          <a:pt x="4" y="9"/>
                        </a:lnTo>
                        <a:lnTo>
                          <a:pt x="5" y="9"/>
                        </a:lnTo>
                        <a:lnTo>
                          <a:pt x="7" y="8"/>
                        </a:lnTo>
                        <a:lnTo>
                          <a:pt x="8" y="6"/>
                        </a:lnTo>
                        <a:lnTo>
                          <a:pt x="8" y="5"/>
                        </a:lnTo>
                        <a:lnTo>
                          <a:pt x="7" y="3"/>
                        </a:lnTo>
                        <a:lnTo>
                          <a:pt x="5" y="2"/>
                        </a:lnTo>
                        <a:lnTo>
                          <a:pt x="4" y="0"/>
                        </a:lnTo>
                        <a:lnTo>
                          <a:pt x="3" y="0"/>
                        </a:lnTo>
                        <a:lnTo>
                          <a:pt x="1"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40" name="Freeform 78"/>
                  <p:cNvSpPr>
                    <a:spLocks/>
                  </p:cNvSpPr>
                  <p:nvPr/>
                </p:nvSpPr>
                <p:spPr bwMode="auto">
                  <a:xfrm>
                    <a:off x="3711" y="2167"/>
                    <a:ext cx="9" cy="8"/>
                  </a:xfrm>
                  <a:custGeom>
                    <a:avLst/>
                    <a:gdLst>
                      <a:gd name="T0" fmla="*/ 2 w 9"/>
                      <a:gd name="T1" fmla="*/ 0 h 8"/>
                      <a:gd name="T2" fmla="*/ 0 w 9"/>
                      <a:gd name="T3" fmla="*/ 1 h 8"/>
                      <a:gd name="T4" fmla="*/ 0 w 9"/>
                      <a:gd name="T5" fmla="*/ 3 h 8"/>
                      <a:gd name="T6" fmla="*/ 0 w 9"/>
                      <a:gd name="T7" fmla="*/ 4 h 8"/>
                      <a:gd name="T8" fmla="*/ 0 w 9"/>
                      <a:gd name="T9" fmla="*/ 6 h 8"/>
                      <a:gd name="T10" fmla="*/ 2 w 9"/>
                      <a:gd name="T11" fmla="*/ 7 h 8"/>
                      <a:gd name="T12" fmla="*/ 3 w 9"/>
                      <a:gd name="T13" fmla="*/ 8 h 8"/>
                      <a:gd name="T14" fmla="*/ 5 w 9"/>
                      <a:gd name="T15" fmla="*/ 8 h 8"/>
                      <a:gd name="T16" fmla="*/ 6 w 9"/>
                      <a:gd name="T17" fmla="*/ 7 h 8"/>
                      <a:gd name="T18" fmla="*/ 6 w 9"/>
                      <a:gd name="T19" fmla="*/ 7 h 8"/>
                      <a:gd name="T20" fmla="*/ 7 w 9"/>
                      <a:gd name="T21" fmla="*/ 6 h 8"/>
                      <a:gd name="T22" fmla="*/ 9 w 9"/>
                      <a:gd name="T23" fmla="*/ 4 h 8"/>
                      <a:gd name="T24" fmla="*/ 9 w 9"/>
                      <a:gd name="T25" fmla="*/ 3 h 8"/>
                      <a:gd name="T26" fmla="*/ 7 w 9"/>
                      <a:gd name="T27" fmla="*/ 1 h 8"/>
                      <a:gd name="T28" fmla="*/ 6 w 9"/>
                      <a:gd name="T29" fmla="*/ 0 h 8"/>
                      <a:gd name="T30" fmla="*/ 5 w 9"/>
                      <a:gd name="T31" fmla="*/ 0 h 8"/>
                      <a:gd name="T32" fmla="*/ 3 w 9"/>
                      <a:gd name="T33" fmla="*/ 0 h 8"/>
                      <a:gd name="T34" fmla="*/ 2 w 9"/>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2" y="0"/>
                        </a:moveTo>
                        <a:lnTo>
                          <a:pt x="0" y="1"/>
                        </a:lnTo>
                        <a:lnTo>
                          <a:pt x="0" y="3"/>
                        </a:lnTo>
                        <a:lnTo>
                          <a:pt x="0" y="4"/>
                        </a:lnTo>
                        <a:lnTo>
                          <a:pt x="0" y="6"/>
                        </a:lnTo>
                        <a:lnTo>
                          <a:pt x="2" y="7"/>
                        </a:lnTo>
                        <a:lnTo>
                          <a:pt x="3" y="8"/>
                        </a:lnTo>
                        <a:lnTo>
                          <a:pt x="5" y="8"/>
                        </a:lnTo>
                        <a:lnTo>
                          <a:pt x="6" y="7"/>
                        </a:lnTo>
                        <a:lnTo>
                          <a:pt x="7" y="6"/>
                        </a:lnTo>
                        <a:lnTo>
                          <a:pt x="9" y="4"/>
                        </a:lnTo>
                        <a:lnTo>
                          <a:pt x="9" y="3"/>
                        </a:lnTo>
                        <a:lnTo>
                          <a:pt x="7" y="1"/>
                        </a:lnTo>
                        <a:lnTo>
                          <a:pt x="6" y="0"/>
                        </a:lnTo>
                        <a:lnTo>
                          <a:pt x="5" y="0"/>
                        </a:lnTo>
                        <a:lnTo>
                          <a:pt x="3" y="0"/>
                        </a:lnTo>
                        <a:lnTo>
                          <a:pt x="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41" name="Freeform 79"/>
                  <p:cNvSpPr>
                    <a:spLocks/>
                  </p:cNvSpPr>
                  <p:nvPr/>
                </p:nvSpPr>
                <p:spPr bwMode="auto">
                  <a:xfrm>
                    <a:off x="3726" y="2158"/>
                    <a:ext cx="8" cy="9"/>
                  </a:xfrm>
                  <a:custGeom>
                    <a:avLst/>
                    <a:gdLst>
                      <a:gd name="T0" fmla="*/ 3 w 8"/>
                      <a:gd name="T1" fmla="*/ 0 h 9"/>
                      <a:gd name="T2" fmla="*/ 1 w 8"/>
                      <a:gd name="T3" fmla="*/ 0 h 9"/>
                      <a:gd name="T4" fmla="*/ 0 w 8"/>
                      <a:gd name="T5" fmla="*/ 2 h 9"/>
                      <a:gd name="T6" fmla="*/ 0 w 8"/>
                      <a:gd name="T7" fmla="*/ 3 h 9"/>
                      <a:gd name="T8" fmla="*/ 0 w 8"/>
                      <a:gd name="T9" fmla="*/ 4 h 9"/>
                      <a:gd name="T10" fmla="*/ 0 w 8"/>
                      <a:gd name="T11" fmla="*/ 6 h 9"/>
                      <a:gd name="T12" fmla="*/ 1 w 8"/>
                      <a:gd name="T13" fmla="*/ 7 h 9"/>
                      <a:gd name="T14" fmla="*/ 3 w 8"/>
                      <a:gd name="T15" fmla="*/ 9 h 9"/>
                      <a:gd name="T16" fmla="*/ 4 w 8"/>
                      <a:gd name="T17" fmla="*/ 9 h 9"/>
                      <a:gd name="T18" fmla="*/ 4 w 8"/>
                      <a:gd name="T19" fmla="*/ 9 h 9"/>
                      <a:gd name="T20" fmla="*/ 6 w 8"/>
                      <a:gd name="T21" fmla="*/ 7 h 9"/>
                      <a:gd name="T22" fmla="*/ 7 w 8"/>
                      <a:gd name="T23" fmla="*/ 6 h 9"/>
                      <a:gd name="T24" fmla="*/ 8 w 8"/>
                      <a:gd name="T25" fmla="*/ 4 h 9"/>
                      <a:gd name="T26" fmla="*/ 8 w 8"/>
                      <a:gd name="T27" fmla="*/ 3 h 9"/>
                      <a:gd name="T28" fmla="*/ 7 w 8"/>
                      <a:gd name="T29" fmla="*/ 2 h 9"/>
                      <a:gd name="T30" fmla="*/ 6 w 8"/>
                      <a:gd name="T31" fmla="*/ 0 h 9"/>
                      <a:gd name="T32" fmla="*/ 4 w 8"/>
                      <a:gd name="T33" fmla="*/ 0 h 9"/>
                      <a:gd name="T34" fmla="*/ 3 w 8"/>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3" y="0"/>
                        </a:moveTo>
                        <a:lnTo>
                          <a:pt x="1" y="0"/>
                        </a:lnTo>
                        <a:lnTo>
                          <a:pt x="0" y="2"/>
                        </a:lnTo>
                        <a:lnTo>
                          <a:pt x="0" y="3"/>
                        </a:lnTo>
                        <a:lnTo>
                          <a:pt x="0" y="4"/>
                        </a:lnTo>
                        <a:lnTo>
                          <a:pt x="0" y="6"/>
                        </a:lnTo>
                        <a:lnTo>
                          <a:pt x="1" y="7"/>
                        </a:lnTo>
                        <a:lnTo>
                          <a:pt x="3" y="9"/>
                        </a:lnTo>
                        <a:lnTo>
                          <a:pt x="4" y="9"/>
                        </a:lnTo>
                        <a:lnTo>
                          <a:pt x="6" y="7"/>
                        </a:lnTo>
                        <a:lnTo>
                          <a:pt x="7" y="6"/>
                        </a:lnTo>
                        <a:lnTo>
                          <a:pt x="8" y="4"/>
                        </a:lnTo>
                        <a:lnTo>
                          <a:pt x="8" y="3"/>
                        </a:lnTo>
                        <a:lnTo>
                          <a:pt x="7" y="2"/>
                        </a:lnTo>
                        <a:lnTo>
                          <a:pt x="6" y="0"/>
                        </a:lnTo>
                        <a:lnTo>
                          <a:pt x="4"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42" name="Freeform 80"/>
                  <p:cNvSpPr>
                    <a:spLocks/>
                  </p:cNvSpPr>
                  <p:nvPr/>
                </p:nvSpPr>
                <p:spPr bwMode="auto">
                  <a:xfrm>
                    <a:off x="3742" y="2151"/>
                    <a:ext cx="8" cy="9"/>
                  </a:xfrm>
                  <a:custGeom>
                    <a:avLst/>
                    <a:gdLst>
                      <a:gd name="T0" fmla="*/ 3 w 8"/>
                      <a:gd name="T1" fmla="*/ 0 h 9"/>
                      <a:gd name="T2" fmla="*/ 1 w 8"/>
                      <a:gd name="T3" fmla="*/ 0 h 9"/>
                      <a:gd name="T4" fmla="*/ 0 w 8"/>
                      <a:gd name="T5" fmla="*/ 1 h 9"/>
                      <a:gd name="T6" fmla="*/ 0 w 8"/>
                      <a:gd name="T7" fmla="*/ 3 h 9"/>
                      <a:gd name="T8" fmla="*/ 0 w 8"/>
                      <a:gd name="T9" fmla="*/ 4 h 9"/>
                      <a:gd name="T10" fmla="*/ 0 w 8"/>
                      <a:gd name="T11" fmla="*/ 6 h 9"/>
                      <a:gd name="T12" fmla="*/ 1 w 8"/>
                      <a:gd name="T13" fmla="*/ 7 h 9"/>
                      <a:gd name="T14" fmla="*/ 3 w 8"/>
                      <a:gd name="T15" fmla="*/ 9 h 9"/>
                      <a:gd name="T16" fmla="*/ 4 w 8"/>
                      <a:gd name="T17" fmla="*/ 9 h 9"/>
                      <a:gd name="T18" fmla="*/ 4 w 8"/>
                      <a:gd name="T19" fmla="*/ 9 h 9"/>
                      <a:gd name="T20" fmla="*/ 5 w 8"/>
                      <a:gd name="T21" fmla="*/ 7 h 9"/>
                      <a:gd name="T22" fmla="*/ 7 w 8"/>
                      <a:gd name="T23" fmla="*/ 6 h 9"/>
                      <a:gd name="T24" fmla="*/ 8 w 8"/>
                      <a:gd name="T25" fmla="*/ 4 h 9"/>
                      <a:gd name="T26" fmla="*/ 8 w 8"/>
                      <a:gd name="T27" fmla="*/ 3 h 9"/>
                      <a:gd name="T28" fmla="*/ 7 w 8"/>
                      <a:gd name="T29" fmla="*/ 1 h 9"/>
                      <a:gd name="T30" fmla="*/ 5 w 8"/>
                      <a:gd name="T31" fmla="*/ 0 h 9"/>
                      <a:gd name="T32" fmla="*/ 4 w 8"/>
                      <a:gd name="T33" fmla="*/ 0 h 9"/>
                      <a:gd name="T34" fmla="*/ 3 w 8"/>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3" y="0"/>
                        </a:moveTo>
                        <a:lnTo>
                          <a:pt x="1" y="0"/>
                        </a:lnTo>
                        <a:lnTo>
                          <a:pt x="0" y="1"/>
                        </a:lnTo>
                        <a:lnTo>
                          <a:pt x="0" y="3"/>
                        </a:lnTo>
                        <a:lnTo>
                          <a:pt x="0" y="4"/>
                        </a:lnTo>
                        <a:lnTo>
                          <a:pt x="0" y="6"/>
                        </a:lnTo>
                        <a:lnTo>
                          <a:pt x="1" y="7"/>
                        </a:lnTo>
                        <a:lnTo>
                          <a:pt x="3" y="9"/>
                        </a:lnTo>
                        <a:lnTo>
                          <a:pt x="4" y="9"/>
                        </a:lnTo>
                        <a:lnTo>
                          <a:pt x="5" y="7"/>
                        </a:lnTo>
                        <a:lnTo>
                          <a:pt x="7" y="6"/>
                        </a:lnTo>
                        <a:lnTo>
                          <a:pt x="8" y="4"/>
                        </a:lnTo>
                        <a:lnTo>
                          <a:pt x="8" y="3"/>
                        </a:lnTo>
                        <a:lnTo>
                          <a:pt x="7" y="1"/>
                        </a:lnTo>
                        <a:lnTo>
                          <a:pt x="5" y="0"/>
                        </a:lnTo>
                        <a:lnTo>
                          <a:pt x="4"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43" name="Freeform 81"/>
                  <p:cNvSpPr>
                    <a:spLocks/>
                  </p:cNvSpPr>
                  <p:nvPr/>
                </p:nvSpPr>
                <p:spPr bwMode="auto">
                  <a:xfrm>
                    <a:off x="3758" y="2146"/>
                    <a:ext cx="8" cy="9"/>
                  </a:xfrm>
                  <a:custGeom>
                    <a:avLst/>
                    <a:gdLst>
                      <a:gd name="T0" fmla="*/ 5 w 8"/>
                      <a:gd name="T1" fmla="*/ 0 h 9"/>
                      <a:gd name="T2" fmla="*/ 4 w 8"/>
                      <a:gd name="T3" fmla="*/ 0 h 9"/>
                      <a:gd name="T4" fmla="*/ 3 w 8"/>
                      <a:gd name="T5" fmla="*/ 0 h 9"/>
                      <a:gd name="T6" fmla="*/ 1 w 8"/>
                      <a:gd name="T7" fmla="*/ 2 h 9"/>
                      <a:gd name="T8" fmla="*/ 0 w 8"/>
                      <a:gd name="T9" fmla="*/ 3 h 9"/>
                      <a:gd name="T10" fmla="*/ 0 w 8"/>
                      <a:gd name="T11" fmla="*/ 5 h 9"/>
                      <a:gd name="T12" fmla="*/ 1 w 8"/>
                      <a:gd name="T13" fmla="*/ 6 h 9"/>
                      <a:gd name="T14" fmla="*/ 3 w 8"/>
                      <a:gd name="T15" fmla="*/ 8 h 9"/>
                      <a:gd name="T16" fmla="*/ 4 w 8"/>
                      <a:gd name="T17" fmla="*/ 9 h 9"/>
                      <a:gd name="T18" fmla="*/ 4 w 8"/>
                      <a:gd name="T19" fmla="*/ 9 h 9"/>
                      <a:gd name="T20" fmla="*/ 5 w 8"/>
                      <a:gd name="T21" fmla="*/ 9 h 9"/>
                      <a:gd name="T22" fmla="*/ 7 w 8"/>
                      <a:gd name="T23" fmla="*/ 8 h 9"/>
                      <a:gd name="T24" fmla="*/ 8 w 8"/>
                      <a:gd name="T25" fmla="*/ 6 h 9"/>
                      <a:gd name="T26" fmla="*/ 8 w 8"/>
                      <a:gd name="T27" fmla="*/ 5 h 9"/>
                      <a:gd name="T28" fmla="*/ 8 w 8"/>
                      <a:gd name="T29" fmla="*/ 3 h 9"/>
                      <a:gd name="T30" fmla="*/ 8 w 8"/>
                      <a:gd name="T31" fmla="*/ 2 h 9"/>
                      <a:gd name="T32" fmla="*/ 7 w 8"/>
                      <a:gd name="T33" fmla="*/ 0 h 9"/>
                      <a:gd name="T34" fmla="*/ 5 w 8"/>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5" y="0"/>
                        </a:moveTo>
                        <a:lnTo>
                          <a:pt x="4" y="0"/>
                        </a:lnTo>
                        <a:lnTo>
                          <a:pt x="3" y="0"/>
                        </a:lnTo>
                        <a:lnTo>
                          <a:pt x="1" y="2"/>
                        </a:lnTo>
                        <a:lnTo>
                          <a:pt x="0" y="3"/>
                        </a:lnTo>
                        <a:lnTo>
                          <a:pt x="0" y="5"/>
                        </a:lnTo>
                        <a:lnTo>
                          <a:pt x="1" y="6"/>
                        </a:lnTo>
                        <a:lnTo>
                          <a:pt x="3" y="8"/>
                        </a:lnTo>
                        <a:lnTo>
                          <a:pt x="4" y="9"/>
                        </a:lnTo>
                        <a:lnTo>
                          <a:pt x="5" y="9"/>
                        </a:lnTo>
                        <a:lnTo>
                          <a:pt x="7" y="8"/>
                        </a:lnTo>
                        <a:lnTo>
                          <a:pt x="8" y="6"/>
                        </a:lnTo>
                        <a:lnTo>
                          <a:pt x="8" y="5"/>
                        </a:lnTo>
                        <a:lnTo>
                          <a:pt x="8" y="3"/>
                        </a:lnTo>
                        <a:lnTo>
                          <a:pt x="8" y="2"/>
                        </a:lnTo>
                        <a:lnTo>
                          <a:pt x="7" y="0"/>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44" name="Freeform 82"/>
                  <p:cNvSpPr>
                    <a:spLocks/>
                  </p:cNvSpPr>
                  <p:nvPr/>
                </p:nvSpPr>
                <p:spPr bwMode="auto">
                  <a:xfrm>
                    <a:off x="3775" y="2145"/>
                    <a:ext cx="9" cy="9"/>
                  </a:xfrm>
                  <a:custGeom>
                    <a:avLst/>
                    <a:gdLst>
                      <a:gd name="T0" fmla="*/ 6 w 9"/>
                      <a:gd name="T1" fmla="*/ 0 h 9"/>
                      <a:gd name="T2" fmla="*/ 4 w 9"/>
                      <a:gd name="T3" fmla="*/ 0 h 9"/>
                      <a:gd name="T4" fmla="*/ 3 w 9"/>
                      <a:gd name="T5" fmla="*/ 1 h 9"/>
                      <a:gd name="T6" fmla="*/ 2 w 9"/>
                      <a:gd name="T7" fmla="*/ 3 h 9"/>
                      <a:gd name="T8" fmla="*/ 0 w 9"/>
                      <a:gd name="T9" fmla="*/ 4 h 9"/>
                      <a:gd name="T10" fmla="*/ 0 w 9"/>
                      <a:gd name="T11" fmla="*/ 6 h 9"/>
                      <a:gd name="T12" fmla="*/ 2 w 9"/>
                      <a:gd name="T13" fmla="*/ 7 h 9"/>
                      <a:gd name="T14" fmla="*/ 3 w 9"/>
                      <a:gd name="T15" fmla="*/ 9 h 9"/>
                      <a:gd name="T16" fmla="*/ 4 w 9"/>
                      <a:gd name="T17" fmla="*/ 9 h 9"/>
                      <a:gd name="T18" fmla="*/ 4 w 9"/>
                      <a:gd name="T19" fmla="*/ 9 h 9"/>
                      <a:gd name="T20" fmla="*/ 6 w 9"/>
                      <a:gd name="T21" fmla="*/ 9 h 9"/>
                      <a:gd name="T22" fmla="*/ 7 w 9"/>
                      <a:gd name="T23" fmla="*/ 9 h 9"/>
                      <a:gd name="T24" fmla="*/ 9 w 9"/>
                      <a:gd name="T25" fmla="*/ 7 h 9"/>
                      <a:gd name="T26" fmla="*/ 9 w 9"/>
                      <a:gd name="T27" fmla="*/ 6 h 9"/>
                      <a:gd name="T28" fmla="*/ 9 w 9"/>
                      <a:gd name="T29" fmla="*/ 4 h 9"/>
                      <a:gd name="T30" fmla="*/ 9 w 9"/>
                      <a:gd name="T31" fmla="*/ 3 h 9"/>
                      <a:gd name="T32" fmla="*/ 7 w 9"/>
                      <a:gd name="T33" fmla="*/ 1 h 9"/>
                      <a:gd name="T34" fmla="*/ 6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6" y="0"/>
                        </a:moveTo>
                        <a:lnTo>
                          <a:pt x="4" y="0"/>
                        </a:lnTo>
                        <a:lnTo>
                          <a:pt x="3" y="1"/>
                        </a:lnTo>
                        <a:lnTo>
                          <a:pt x="2" y="3"/>
                        </a:lnTo>
                        <a:lnTo>
                          <a:pt x="0" y="4"/>
                        </a:lnTo>
                        <a:lnTo>
                          <a:pt x="0" y="6"/>
                        </a:lnTo>
                        <a:lnTo>
                          <a:pt x="2" y="7"/>
                        </a:lnTo>
                        <a:lnTo>
                          <a:pt x="3" y="9"/>
                        </a:lnTo>
                        <a:lnTo>
                          <a:pt x="4" y="9"/>
                        </a:lnTo>
                        <a:lnTo>
                          <a:pt x="6" y="9"/>
                        </a:lnTo>
                        <a:lnTo>
                          <a:pt x="7" y="9"/>
                        </a:lnTo>
                        <a:lnTo>
                          <a:pt x="9" y="7"/>
                        </a:lnTo>
                        <a:lnTo>
                          <a:pt x="9" y="6"/>
                        </a:lnTo>
                        <a:lnTo>
                          <a:pt x="9" y="4"/>
                        </a:lnTo>
                        <a:lnTo>
                          <a:pt x="9" y="3"/>
                        </a:lnTo>
                        <a:lnTo>
                          <a:pt x="7" y="1"/>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45" name="Freeform 83"/>
                  <p:cNvSpPr>
                    <a:spLocks/>
                  </p:cNvSpPr>
                  <p:nvPr/>
                </p:nvSpPr>
                <p:spPr bwMode="auto">
                  <a:xfrm>
                    <a:off x="3793" y="2149"/>
                    <a:ext cx="8" cy="9"/>
                  </a:xfrm>
                  <a:custGeom>
                    <a:avLst/>
                    <a:gdLst>
                      <a:gd name="T0" fmla="*/ 4 w 8"/>
                      <a:gd name="T1" fmla="*/ 0 h 9"/>
                      <a:gd name="T2" fmla="*/ 2 w 8"/>
                      <a:gd name="T3" fmla="*/ 0 h 9"/>
                      <a:gd name="T4" fmla="*/ 1 w 8"/>
                      <a:gd name="T5" fmla="*/ 2 h 9"/>
                      <a:gd name="T6" fmla="*/ 0 w 8"/>
                      <a:gd name="T7" fmla="*/ 3 h 9"/>
                      <a:gd name="T8" fmla="*/ 0 w 8"/>
                      <a:gd name="T9" fmla="*/ 5 h 9"/>
                      <a:gd name="T10" fmla="*/ 0 w 8"/>
                      <a:gd name="T11" fmla="*/ 6 h 9"/>
                      <a:gd name="T12" fmla="*/ 0 w 8"/>
                      <a:gd name="T13" fmla="*/ 8 h 9"/>
                      <a:gd name="T14" fmla="*/ 1 w 8"/>
                      <a:gd name="T15" fmla="*/ 9 h 9"/>
                      <a:gd name="T16" fmla="*/ 2 w 8"/>
                      <a:gd name="T17" fmla="*/ 9 h 9"/>
                      <a:gd name="T18" fmla="*/ 2 w 8"/>
                      <a:gd name="T19" fmla="*/ 9 h 9"/>
                      <a:gd name="T20" fmla="*/ 4 w 8"/>
                      <a:gd name="T21" fmla="*/ 9 h 9"/>
                      <a:gd name="T22" fmla="*/ 5 w 8"/>
                      <a:gd name="T23" fmla="*/ 9 h 9"/>
                      <a:gd name="T24" fmla="*/ 7 w 8"/>
                      <a:gd name="T25" fmla="*/ 8 h 9"/>
                      <a:gd name="T26" fmla="*/ 8 w 8"/>
                      <a:gd name="T27" fmla="*/ 6 h 9"/>
                      <a:gd name="T28" fmla="*/ 8 w 8"/>
                      <a:gd name="T29" fmla="*/ 5 h 9"/>
                      <a:gd name="T30" fmla="*/ 7 w 8"/>
                      <a:gd name="T31" fmla="*/ 3 h 9"/>
                      <a:gd name="T32" fmla="*/ 5 w 8"/>
                      <a:gd name="T33" fmla="*/ 2 h 9"/>
                      <a:gd name="T34" fmla="*/ 4 w 8"/>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4" y="0"/>
                        </a:moveTo>
                        <a:lnTo>
                          <a:pt x="2" y="0"/>
                        </a:lnTo>
                        <a:lnTo>
                          <a:pt x="1" y="2"/>
                        </a:lnTo>
                        <a:lnTo>
                          <a:pt x="0" y="3"/>
                        </a:lnTo>
                        <a:lnTo>
                          <a:pt x="0" y="5"/>
                        </a:lnTo>
                        <a:lnTo>
                          <a:pt x="0" y="6"/>
                        </a:lnTo>
                        <a:lnTo>
                          <a:pt x="0" y="8"/>
                        </a:lnTo>
                        <a:lnTo>
                          <a:pt x="1" y="9"/>
                        </a:lnTo>
                        <a:lnTo>
                          <a:pt x="2" y="9"/>
                        </a:lnTo>
                        <a:lnTo>
                          <a:pt x="4" y="9"/>
                        </a:lnTo>
                        <a:lnTo>
                          <a:pt x="5" y="9"/>
                        </a:lnTo>
                        <a:lnTo>
                          <a:pt x="7" y="8"/>
                        </a:lnTo>
                        <a:lnTo>
                          <a:pt x="8" y="6"/>
                        </a:lnTo>
                        <a:lnTo>
                          <a:pt x="8" y="5"/>
                        </a:lnTo>
                        <a:lnTo>
                          <a:pt x="7" y="3"/>
                        </a:lnTo>
                        <a:lnTo>
                          <a:pt x="5" y="2"/>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46" name="Freeform 84"/>
                  <p:cNvSpPr>
                    <a:spLocks/>
                  </p:cNvSpPr>
                  <p:nvPr/>
                </p:nvSpPr>
                <p:spPr bwMode="auto">
                  <a:xfrm>
                    <a:off x="3808" y="2157"/>
                    <a:ext cx="9" cy="8"/>
                  </a:xfrm>
                  <a:custGeom>
                    <a:avLst/>
                    <a:gdLst>
                      <a:gd name="T0" fmla="*/ 6 w 9"/>
                      <a:gd name="T1" fmla="*/ 0 h 8"/>
                      <a:gd name="T2" fmla="*/ 5 w 9"/>
                      <a:gd name="T3" fmla="*/ 0 h 8"/>
                      <a:gd name="T4" fmla="*/ 3 w 9"/>
                      <a:gd name="T5" fmla="*/ 0 h 8"/>
                      <a:gd name="T6" fmla="*/ 2 w 9"/>
                      <a:gd name="T7" fmla="*/ 1 h 8"/>
                      <a:gd name="T8" fmla="*/ 0 w 9"/>
                      <a:gd name="T9" fmla="*/ 3 h 8"/>
                      <a:gd name="T10" fmla="*/ 0 w 9"/>
                      <a:gd name="T11" fmla="*/ 4 h 8"/>
                      <a:gd name="T12" fmla="*/ 2 w 9"/>
                      <a:gd name="T13" fmla="*/ 5 h 8"/>
                      <a:gd name="T14" fmla="*/ 3 w 9"/>
                      <a:gd name="T15" fmla="*/ 7 h 8"/>
                      <a:gd name="T16" fmla="*/ 5 w 9"/>
                      <a:gd name="T17" fmla="*/ 8 h 8"/>
                      <a:gd name="T18" fmla="*/ 5 w 9"/>
                      <a:gd name="T19" fmla="*/ 8 h 8"/>
                      <a:gd name="T20" fmla="*/ 6 w 9"/>
                      <a:gd name="T21" fmla="*/ 8 h 8"/>
                      <a:gd name="T22" fmla="*/ 8 w 9"/>
                      <a:gd name="T23" fmla="*/ 7 h 8"/>
                      <a:gd name="T24" fmla="*/ 9 w 9"/>
                      <a:gd name="T25" fmla="*/ 5 h 8"/>
                      <a:gd name="T26" fmla="*/ 9 w 9"/>
                      <a:gd name="T27" fmla="*/ 4 h 8"/>
                      <a:gd name="T28" fmla="*/ 9 w 9"/>
                      <a:gd name="T29" fmla="*/ 3 h 8"/>
                      <a:gd name="T30" fmla="*/ 9 w 9"/>
                      <a:gd name="T31" fmla="*/ 1 h 8"/>
                      <a:gd name="T32" fmla="*/ 8 w 9"/>
                      <a:gd name="T33" fmla="*/ 0 h 8"/>
                      <a:gd name="T34" fmla="*/ 6 w 9"/>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6" y="0"/>
                        </a:moveTo>
                        <a:lnTo>
                          <a:pt x="5" y="0"/>
                        </a:lnTo>
                        <a:lnTo>
                          <a:pt x="3" y="0"/>
                        </a:lnTo>
                        <a:lnTo>
                          <a:pt x="2" y="1"/>
                        </a:lnTo>
                        <a:lnTo>
                          <a:pt x="0" y="3"/>
                        </a:lnTo>
                        <a:lnTo>
                          <a:pt x="0" y="4"/>
                        </a:lnTo>
                        <a:lnTo>
                          <a:pt x="2" y="5"/>
                        </a:lnTo>
                        <a:lnTo>
                          <a:pt x="3" y="7"/>
                        </a:lnTo>
                        <a:lnTo>
                          <a:pt x="5" y="8"/>
                        </a:lnTo>
                        <a:lnTo>
                          <a:pt x="6" y="8"/>
                        </a:lnTo>
                        <a:lnTo>
                          <a:pt x="8" y="7"/>
                        </a:lnTo>
                        <a:lnTo>
                          <a:pt x="9" y="5"/>
                        </a:lnTo>
                        <a:lnTo>
                          <a:pt x="9" y="4"/>
                        </a:lnTo>
                        <a:lnTo>
                          <a:pt x="9" y="3"/>
                        </a:lnTo>
                        <a:lnTo>
                          <a:pt x="9" y="1"/>
                        </a:lnTo>
                        <a:lnTo>
                          <a:pt x="8" y="0"/>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47" name="Freeform 85"/>
                  <p:cNvSpPr>
                    <a:spLocks/>
                  </p:cNvSpPr>
                  <p:nvPr/>
                </p:nvSpPr>
                <p:spPr bwMode="auto">
                  <a:xfrm>
                    <a:off x="3824" y="2165"/>
                    <a:ext cx="9" cy="9"/>
                  </a:xfrm>
                  <a:custGeom>
                    <a:avLst/>
                    <a:gdLst>
                      <a:gd name="T0" fmla="*/ 6 w 9"/>
                      <a:gd name="T1" fmla="*/ 0 h 9"/>
                      <a:gd name="T2" fmla="*/ 5 w 9"/>
                      <a:gd name="T3" fmla="*/ 0 h 9"/>
                      <a:gd name="T4" fmla="*/ 3 w 9"/>
                      <a:gd name="T5" fmla="*/ 0 h 9"/>
                      <a:gd name="T6" fmla="*/ 2 w 9"/>
                      <a:gd name="T7" fmla="*/ 0 h 9"/>
                      <a:gd name="T8" fmla="*/ 0 w 9"/>
                      <a:gd name="T9" fmla="*/ 2 h 9"/>
                      <a:gd name="T10" fmla="*/ 0 w 9"/>
                      <a:gd name="T11" fmla="*/ 3 h 9"/>
                      <a:gd name="T12" fmla="*/ 0 w 9"/>
                      <a:gd name="T13" fmla="*/ 5 h 9"/>
                      <a:gd name="T14" fmla="*/ 0 w 9"/>
                      <a:gd name="T15" fmla="*/ 6 h 9"/>
                      <a:gd name="T16" fmla="*/ 2 w 9"/>
                      <a:gd name="T17" fmla="*/ 8 h 9"/>
                      <a:gd name="T18" fmla="*/ 2 w 9"/>
                      <a:gd name="T19" fmla="*/ 8 h 9"/>
                      <a:gd name="T20" fmla="*/ 3 w 9"/>
                      <a:gd name="T21" fmla="*/ 9 h 9"/>
                      <a:gd name="T22" fmla="*/ 5 w 9"/>
                      <a:gd name="T23" fmla="*/ 9 h 9"/>
                      <a:gd name="T24" fmla="*/ 6 w 9"/>
                      <a:gd name="T25" fmla="*/ 8 h 9"/>
                      <a:gd name="T26" fmla="*/ 8 w 9"/>
                      <a:gd name="T27" fmla="*/ 6 h 9"/>
                      <a:gd name="T28" fmla="*/ 9 w 9"/>
                      <a:gd name="T29" fmla="*/ 5 h 9"/>
                      <a:gd name="T30" fmla="*/ 9 w 9"/>
                      <a:gd name="T31" fmla="*/ 3 h 9"/>
                      <a:gd name="T32" fmla="*/ 8 w 9"/>
                      <a:gd name="T33" fmla="*/ 2 h 9"/>
                      <a:gd name="T34" fmla="*/ 6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6" y="0"/>
                        </a:moveTo>
                        <a:lnTo>
                          <a:pt x="5" y="0"/>
                        </a:lnTo>
                        <a:lnTo>
                          <a:pt x="3" y="0"/>
                        </a:lnTo>
                        <a:lnTo>
                          <a:pt x="2" y="0"/>
                        </a:lnTo>
                        <a:lnTo>
                          <a:pt x="0" y="2"/>
                        </a:lnTo>
                        <a:lnTo>
                          <a:pt x="0" y="3"/>
                        </a:lnTo>
                        <a:lnTo>
                          <a:pt x="0" y="5"/>
                        </a:lnTo>
                        <a:lnTo>
                          <a:pt x="0" y="6"/>
                        </a:lnTo>
                        <a:lnTo>
                          <a:pt x="2" y="8"/>
                        </a:lnTo>
                        <a:lnTo>
                          <a:pt x="3" y="9"/>
                        </a:lnTo>
                        <a:lnTo>
                          <a:pt x="5" y="9"/>
                        </a:lnTo>
                        <a:lnTo>
                          <a:pt x="6" y="8"/>
                        </a:lnTo>
                        <a:lnTo>
                          <a:pt x="8" y="6"/>
                        </a:lnTo>
                        <a:lnTo>
                          <a:pt x="9" y="5"/>
                        </a:lnTo>
                        <a:lnTo>
                          <a:pt x="9" y="3"/>
                        </a:lnTo>
                        <a:lnTo>
                          <a:pt x="8" y="2"/>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48" name="Freeform 86"/>
                  <p:cNvSpPr>
                    <a:spLocks/>
                  </p:cNvSpPr>
                  <p:nvPr/>
                </p:nvSpPr>
                <p:spPr bwMode="auto">
                  <a:xfrm>
                    <a:off x="3839" y="2174"/>
                    <a:ext cx="9" cy="9"/>
                  </a:xfrm>
                  <a:custGeom>
                    <a:avLst/>
                    <a:gdLst>
                      <a:gd name="T0" fmla="*/ 6 w 9"/>
                      <a:gd name="T1" fmla="*/ 0 h 9"/>
                      <a:gd name="T2" fmla="*/ 4 w 9"/>
                      <a:gd name="T3" fmla="*/ 0 h 9"/>
                      <a:gd name="T4" fmla="*/ 3 w 9"/>
                      <a:gd name="T5" fmla="*/ 0 h 9"/>
                      <a:gd name="T6" fmla="*/ 1 w 9"/>
                      <a:gd name="T7" fmla="*/ 0 h 9"/>
                      <a:gd name="T8" fmla="*/ 0 w 9"/>
                      <a:gd name="T9" fmla="*/ 1 h 9"/>
                      <a:gd name="T10" fmla="*/ 0 w 9"/>
                      <a:gd name="T11" fmla="*/ 3 h 9"/>
                      <a:gd name="T12" fmla="*/ 0 w 9"/>
                      <a:gd name="T13" fmla="*/ 4 h 9"/>
                      <a:gd name="T14" fmla="*/ 0 w 9"/>
                      <a:gd name="T15" fmla="*/ 6 h 9"/>
                      <a:gd name="T16" fmla="*/ 1 w 9"/>
                      <a:gd name="T17" fmla="*/ 7 h 9"/>
                      <a:gd name="T18" fmla="*/ 1 w 9"/>
                      <a:gd name="T19" fmla="*/ 7 h 9"/>
                      <a:gd name="T20" fmla="*/ 3 w 9"/>
                      <a:gd name="T21" fmla="*/ 9 h 9"/>
                      <a:gd name="T22" fmla="*/ 4 w 9"/>
                      <a:gd name="T23" fmla="*/ 9 h 9"/>
                      <a:gd name="T24" fmla="*/ 6 w 9"/>
                      <a:gd name="T25" fmla="*/ 7 h 9"/>
                      <a:gd name="T26" fmla="*/ 7 w 9"/>
                      <a:gd name="T27" fmla="*/ 6 h 9"/>
                      <a:gd name="T28" fmla="*/ 9 w 9"/>
                      <a:gd name="T29" fmla="*/ 4 h 9"/>
                      <a:gd name="T30" fmla="*/ 9 w 9"/>
                      <a:gd name="T31" fmla="*/ 3 h 9"/>
                      <a:gd name="T32" fmla="*/ 7 w 9"/>
                      <a:gd name="T33" fmla="*/ 1 h 9"/>
                      <a:gd name="T34" fmla="*/ 6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6" y="0"/>
                        </a:moveTo>
                        <a:lnTo>
                          <a:pt x="4" y="0"/>
                        </a:lnTo>
                        <a:lnTo>
                          <a:pt x="3" y="0"/>
                        </a:lnTo>
                        <a:lnTo>
                          <a:pt x="1" y="0"/>
                        </a:lnTo>
                        <a:lnTo>
                          <a:pt x="0" y="1"/>
                        </a:lnTo>
                        <a:lnTo>
                          <a:pt x="0" y="3"/>
                        </a:lnTo>
                        <a:lnTo>
                          <a:pt x="0" y="4"/>
                        </a:lnTo>
                        <a:lnTo>
                          <a:pt x="0" y="6"/>
                        </a:lnTo>
                        <a:lnTo>
                          <a:pt x="1" y="7"/>
                        </a:lnTo>
                        <a:lnTo>
                          <a:pt x="3" y="9"/>
                        </a:lnTo>
                        <a:lnTo>
                          <a:pt x="4" y="9"/>
                        </a:lnTo>
                        <a:lnTo>
                          <a:pt x="6" y="7"/>
                        </a:lnTo>
                        <a:lnTo>
                          <a:pt x="7" y="6"/>
                        </a:lnTo>
                        <a:lnTo>
                          <a:pt x="9" y="4"/>
                        </a:lnTo>
                        <a:lnTo>
                          <a:pt x="9" y="3"/>
                        </a:lnTo>
                        <a:lnTo>
                          <a:pt x="7" y="1"/>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49" name="Freeform 87"/>
                  <p:cNvSpPr>
                    <a:spLocks/>
                  </p:cNvSpPr>
                  <p:nvPr/>
                </p:nvSpPr>
                <p:spPr bwMode="auto">
                  <a:xfrm>
                    <a:off x="3852" y="2184"/>
                    <a:ext cx="9" cy="9"/>
                  </a:xfrm>
                  <a:custGeom>
                    <a:avLst/>
                    <a:gdLst>
                      <a:gd name="T0" fmla="*/ 7 w 9"/>
                      <a:gd name="T1" fmla="*/ 0 h 9"/>
                      <a:gd name="T2" fmla="*/ 6 w 9"/>
                      <a:gd name="T3" fmla="*/ 0 h 9"/>
                      <a:gd name="T4" fmla="*/ 4 w 9"/>
                      <a:gd name="T5" fmla="*/ 0 h 9"/>
                      <a:gd name="T6" fmla="*/ 3 w 9"/>
                      <a:gd name="T7" fmla="*/ 0 h 9"/>
                      <a:gd name="T8" fmla="*/ 2 w 9"/>
                      <a:gd name="T9" fmla="*/ 2 h 9"/>
                      <a:gd name="T10" fmla="*/ 0 w 9"/>
                      <a:gd name="T11" fmla="*/ 3 h 9"/>
                      <a:gd name="T12" fmla="*/ 0 w 9"/>
                      <a:gd name="T13" fmla="*/ 5 h 9"/>
                      <a:gd name="T14" fmla="*/ 2 w 9"/>
                      <a:gd name="T15" fmla="*/ 6 h 9"/>
                      <a:gd name="T16" fmla="*/ 3 w 9"/>
                      <a:gd name="T17" fmla="*/ 7 h 9"/>
                      <a:gd name="T18" fmla="*/ 3 w 9"/>
                      <a:gd name="T19" fmla="*/ 7 h 9"/>
                      <a:gd name="T20" fmla="*/ 4 w 9"/>
                      <a:gd name="T21" fmla="*/ 9 h 9"/>
                      <a:gd name="T22" fmla="*/ 6 w 9"/>
                      <a:gd name="T23" fmla="*/ 9 h 9"/>
                      <a:gd name="T24" fmla="*/ 7 w 9"/>
                      <a:gd name="T25" fmla="*/ 7 h 9"/>
                      <a:gd name="T26" fmla="*/ 9 w 9"/>
                      <a:gd name="T27" fmla="*/ 6 h 9"/>
                      <a:gd name="T28" fmla="*/ 9 w 9"/>
                      <a:gd name="T29" fmla="*/ 5 h 9"/>
                      <a:gd name="T30" fmla="*/ 9 w 9"/>
                      <a:gd name="T31" fmla="*/ 3 h 9"/>
                      <a:gd name="T32" fmla="*/ 9 w 9"/>
                      <a:gd name="T33" fmla="*/ 2 h 9"/>
                      <a:gd name="T34" fmla="*/ 7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7" y="0"/>
                        </a:moveTo>
                        <a:lnTo>
                          <a:pt x="6" y="0"/>
                        </a:lnTo>
                        <a:lnTo>
                          <a:pt x="4" y="0"/>
                        </a:lnTo>
                        <a:lnTo>
                          <a:pt x="3" y="0"/>
                        </a:lnTo>
                        <a:lnTo>
                          <a:pt x="2" y="2"/>
                        </a:lnTo>
                        <a:lnTo>
                          <a:pt x="0" y="3"/>
                        </a:lnTo>
                        <a:lnTo>
                          <a:pt x="0" y="5"/>
                        </a:lnTo>
                        <a:lnTo>
                          <a:pt x="2" y="6"/>
                        </a:lnTo>
                        <a:lnTo>
                          <a:pt x="3" y="7"/>
                        </a:lnTo>
                        <a:lnTo>
                          <a:pt x="4" y="9"/>
                        </a:lnTo>
                        <a:lnTo>
                          <a:pt x="6" y="9"/>
                        </a:lnTo>
                        <a:lnTo>
                          <a:pt x="7" y="7"/>
                        </a:lnTo>
                        <a:lnTo>
                          <a:pt x="9" y="6"/>
                        </a:lnTo>
                        <a:lnTo>
                          <a:pt x="9" y="5"/>
                        </a:lnTo>
                        <a:lnTo>
                          <a:pt x="9" y="3"/>
                        </a:lnTo>
                        <a:lnTo>
                          <a:pt x="9" y="2"/>
                        </a:lnTo>
                        <a:lnTo>
                          <a:pt x="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50" name="Freeform 88"/>
                  <p:cNvSpPr>
                    <a:spLocks/>
                  </p:cNvSpPr>
                  <p:nvPr/>
                </p:nvSpPr>
                <p:spPr bwMode="auto">
                  <a:xfrm>
                    <a:off x="3867" y="2194"/>
                    <a:ext cx="8" cy="9"/>
                  </a:xfrm>
                  <a:custGeom>
                    <a:avLst/>
                    <a:gdLst>
                      <a:gd name="T0" fmla="*/ 7 w 8"/>
                      <a:gd name="T1" fmla="*/ 2 h 9"/>
                      <a:gd name="T2" fmla="*/ 5 w 8"/>
                      <a:gd name="T3" fmla="*/ 0 h 9"/>
                      <a:gd name="T4" fmla="*/ 4 w 8"/>
                      <a:gd name="T5" fmla="*/ 0 h 9"/>
                      <a:gd name="T6" fmla="*/ 2 w 8"/>
                      <a:gd name="T7" fmla="*/ 2 h 9"/>
                      <a:gd name="T8" fmla="*/ 1 w 8"/>
                      <a:gd name="T9" fmla="*/ 3 h 9"/>
                      <a:gd name="T10" fmla="*/ 0 w 8"/>
                      <a:gd name="T11" fmla="*/ 5 h 9"/>
                      <a:gd name="T12" fmla="*/ 0 w 8"/>
                      <a:gd name="T13" fmla="*/ 6 h 9"/>
                      <a:gd name="T14" fmla="*/ 1 w 8"/>
                      <a:gd name="T15" fmla="*/ 8 h 9"/>
                      <a:gd name="T16" fmla="*/ 2 w 8"/>
                      <a:gd name="T17" fmla="*/ 9 h 9"/>
                      <a:gd name="T18" fmla="*/ 2 w 8"/>
                      <a:gd name="T19" fmla="*/ 9 h 9"/>
                      <a:gd name="T20" fmla="*/ 4 w 8"/>
                      <a:gd name="T21" fmla="*/ 9 h 9"/>
                      <a:gd name="T22" fmla="*/ 5 w 8"/>
                      <a:gd name="T23" fmla="*/ 9 h 9"/>
                      <a:gd name="T24" fmla="*/ 7 w 8"/>
                      <a:gd name="T25" fmla="*/ 9 h 9"/>
                      <a:gd name="T26" fmla="*/ 8 w 8"/>
                      <a:gd name="T27" fmla="*/ 8 h 9"/>
                      <a:gd name="T28" fmla="*/ 8 w 8"/>
                      <a:gd name="T29" fmla="*/ 6 h 9"/>
                      <a:gd name="T30" fmla="*/ 8 w 8"/>
                      <a:gd name="T31" fmla="*/ 5 h 9"/>
                      <a:gd name="T32" fmla="*/ 8 w 8"/>
                      <a:gd name="T33" fmla="*/ 3 h 9"/>
                      <a:gd name="T34" fmla="*/ 7 w 8"/>
                      <a:gd name="T35" fmla="*/ 2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7" y="2"/>
                        </a:moveTo>
                        <a:lnTo>
                          <a:pt x="5" y="0"/>
                        </a:lnTo>
                        <a:lnTo>
                          <a:pt x="4" y="0"/>
                        </a:lnTo>
                        <a:lnTo>
                          <a:pt x="2" y="2"/>
                        </a:lnTo>
                        <a:lnTo>
                          <a:pt x="1" y="3"/>
                        </a:lnTo>
                        <a:lnTo>
                          <a:pt x="0" y="5"/>
                        </a:lnTo>
                        <a:lnTo>
                          <a:pt x="0" y="6"/>
                        </a:lnTo>
                        <a:lnTo>
                          <a:pt x="1" y="8"/>
                        </a:lnTo>
                        <a:lnTo>
                          <a:pt x="2" y="9"/>
                        </a:lnTo>
                        <a:lnTo>
                          <a:pt x="4" y="9"/>
                        </a:lnTo>
                        <a:lnTo>
                          <a:pt x="5" y="9"/>
                        </a:lnTo>
                        <a:lnTo>
                          <a:pt x="7" y="9"/>
                        </a:lnTo>
                        <a:lnTo>
                          <a:pt x="8" y="8"/>
                        </a:lnTo>
                        <a:lnTo>
                          <a:pt x="8" y="6"/>
                        </a:lnTo>
                        <a:lnTo>
                          <a:pt x="8" y="5"/>
                        </a:lnTo>
                        <a:lnTo>
                          <a:pt x="8" y="3"/>
                        </a:lnTo>
                        <a:lnTo>
                          <a:pt x="7"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51" name="Freeform 89"/>
                  <p:cNvSpPr>
                    <a:spLocks/>
                  </p:cNvSpPr>
                  <p:nvPr/>
                </p:nvSpPr>
                <p:spPr bwMode="auto">
                  <a:xfrm>
                    <a:off x="3880" y="2206"/>
                    <a:ext cx="8" cy="9"/>
                  </a:xfrm>
                  <a:custGeom>
                    <a:avLst/>
                    <a:gdLst>
                      <a:gd name="T0" fmla="*/ 7 w 8"/>
                      <a:gd name="T1" fmla="*/ 0 h 9"/>
                      <a:gd name="T2" fmla="*/ 5 w 8"/>
                      <a:gd name="T3" fmla="*/ 0 h 9"/>
                      <a:gd name="T4" fmla="*/ 4 w 8"/>
                      <a:gd name="T5" fmla="*/ 0 h 9"/>
                      <a:gd name="T6" fmla="*/ 3 w 8"/>
                      <a:gd name="T7" fmla="*/ 0 h 9"/>
                      <a:gd name="T8" fmla="*/ 1 w 8"/>
                      <a:gd name="T9" fmla="*/ 1 h 9"/>
                      <a:gd name="T10" fmla="*/ 0 w 8"/>
                      <a:gd name="T11" fmla="*/ 3 h 9"/>
                      <a:gd name="T12" fmla="*/ 0 w 8"/>
                      <a:gd name="T13" fmla="*/ 4 h 9"/>
                      <a:gd name="T14" fmla="*/ 1 w 8"/>
                      <a:gd name="T15" fmla="*/ 6 h 9"/>
                      <a:gd name="T16" fmla="*/ 3 w 8"/>
                      <a:gd name="T17" fmla="*/ 7 h 9"/>
                      <a:gd name="T18" fmla="*/ 3 w 8"/>
                      <a:gd name="T19" fmla="*/ 7 h 9"/>
                      <a:gd name="T20" fmla="*/ 4 w 8"/>
                      <a:gd name="T21" fmla="*/ 9 h 9"/>
                      <a:gd name="T22" fmla="*/ 5 w 8"/>
                      <a:gd name="T23" fmla="*/ 9 h 9"/>
                      <a:gd name="T24" fmla="*/ 7 w 8"/>
                      <a:gd name="T25" fmla="*/ 7 h 9"/>
                      <a:gd name="T26" fmla="*/ 8 w 8"/>
                      <a:gd name="T27" fmla="*/ 6 h 9"/>
                      <a:gd name="T28" fmla="*/ 8 w 8"/>
                      <a:gd name="T29" fmla="*/ 4 h 9"/>
                      <a:gd name="T30" fmla="*/ 8 w 8"/>
                      <a:gd name="T31" fmla="*/ 3 h 9"/>
                      <a:gd name="T32" fmla="*/ 8 w 8"/>
                      <a:gd name="T33" fmla="*/ 1 h 9"/>
                      <a:gd name="T34" fmla="*/ 7 w 8"/>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7" y="0"/>
                        </a:moveTo>
                        <a:lnTo>
                          <a:pt x="5" y="0"/>
                        </a:lnTo>
                        <a:lnTo>
                          <a:pt x="4" y="0"/>
                        </a:lnTo>
                        <a:lnTo>
                          <a:pt x="3" y="0"/>
                        </a:lnTo>
                        <a:lnTo>
                          <a:pt x="1" y="1"/>
                        </a:lnTo>
                        <a:lnTo>
                          <a:pt x="0" y="3"/>
                        </a:lnTo>
                        <a:lnTo>
                          <a:pt x="0" y="4"/>
                        </a:lnTo>
                        <a:lnTo>
                          <a:pt x="1" y="6"/>
                        </a:lnTo>
                        <a:lnTo>
                          <a:pt x="3" y="7"/>
                        </a:lnTo>
                        <a:lnTo>
                          <a:pt x="4" y="9"/>
                        </a:lnTo>
                        <a:lnTo>
                          <a:pt x="5" y="9"/>
                        </a:lnTo>
                        <a:lnTo>
                          <a:pt x="7" y="7"/>
                        </a:lnTo>
                        <a:lnTo>
                          <a:pt x="8" y="6"/>
                        </a:lnTo>
                        <a:lnTo>
                          <a:pt x="8" y="4"/>
                        </a:lnTo>
                        <a:lnTo>
                          <a:pt x="8" y="3"/>
                        </a:lnTo>
                        <a:lnTo>
                          <a:pt x="8" y="1"/>
                        </a:lnTo>
                        <a:lnTo>
                          <a:pt x="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52" name="Freeform 90"/>
                  <p:cNvSpPr>
                    <a:spLocks/>
                  </p:cNvSpPr>
                  <p:nvPr/>
                </p:nvSpPr>
                <p:spPr bwMode="auto">
                  <a:xfrm>
                    <a:off x="3894" y="2216"/>
                    <a:ext cx="9" cy="9"/>
                  </a:xfrm>
                  <a:custGeom>
                    <a:avLst/>
                    <a:gdLst>
                      <a:gd name="T0" fmla="*/ 6 w 9"/>
                      <a:gd name="T1" fmla="*/ 2 h 9"/>
                      <a:gd name="T2" fmla="*/ 5 w 9"/>
                      <a:gd name="T3" fmla="*/ 0 h 9"/>
                      <a:gd name="T4" fmla="*/ 3 w 9"/>
                      <a:gd name="T5" fmla="*/ 0 h 9"/>
                      <a:gd name="T6" fmla="*/ 2 w 9"/>
                      <a:gd name="T7" fmla="*/ 2 h 9"/>
                      <a:gd name="T8" fmla="*/ 0 w 9"/>
                      <a:gd name="T9" fmla="*/ 3 h 9"/>
                      <a:gd name="T10" fmla="*/ 0 w 9"/>
                      <a:gd name="T11" fmla="*/ 5 h 9"/>
                      <a:gd name="T12" fmla="*/ 0 w 9"/>
                      <a:gd name="T13" fmla="*/ 6 h 9"/>
                      <a:gd name="T14" fmla="*/ 0 w 9"/>
                      <a:gd name="T15" fmla="*/ 7 h 9"/>
                      <a:gd name="T16" fmla="*/ 2 w 9"/>
                      <a:gd name="T17" fmla="*/ 9 h 9"/>
                      <a:gd name="T18" fmla="*/ 2 w 9"/>
                      <a:gd name="T19" fmla="*/ 9 h 9"/>
                      <a:gd name="T20" fmla="*/ 3 w 9"/>
                      <a:gd name="T21" fmla="*/ 9 h 9"/>
                      <a:gd name="T22" fmla="*/ 5 w 9"/>
                      <a:gd name="T23" fmla="*/ 9 h 9"/>
                      <a:gd name="T24" fmla="*/ 6 w 9"/>
                      <a:gd name="T25" fmla="*/ 9 h 9"/>
                      <a:gd name="T26" fmla="*/ 7 w 9"/>
                      <a:gd name="T27" fmla="*/ 7 h 9"/>
                      <a:gd name="T28" fmla="*/ 9 w 9"/>
                      <a:gd name="T29" fmla="*/ 6 h 9"/>
                      <a:gd name="T30" fmla="*/ 9 w 9"/>
                      <a:gd name="T31" fmla="*/ 5 h 9"/>
                      <a:gd name="T32" fmla="*/ 7 w 9"/>
                      <a:gd name="T33" fmla="*/ 3 h 9"/>
                      <a:gd name="T34" fmla="*/ 6 w 9"/>
                      <a:gd name="T35" fmla="*/ 2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6" y="2"/>
                        </a:moveTo>
                        <a:lnTo>
                          <a:pt x="5" y="0"/>
                        </a:lnTo>
                        <a:lnTo>
                          <a:pt x="3" y="0"/>
                        </a:lnTo>
                        <a:lnTo>
                          <a:pt x="2" y="2"/>
                        </a:lnTo>
                        <a:lnTo>
                          <a:pt x="0" y="3"/>
                        </a:lnTo>
                        <a:lnTo>
                          <a:pt x="0" y="5"/>
                        </a:lnTo>
                        <a:lnTo>
                          <a:pt x="0" y="6"/>
                        </a:lnTo>
                        <a:lnTo>
                          <a:pt x="0" y="7"/>
                        </a:lnTo>
                        <a:lnTo>
                          <a:pt x="2" y="9"/>
                        </a:lnTo>
                        <a:lnTo>
                          <a:pt x="3" y="9"/>
                        </a:lnTo>
                        <a:lnTo>
                          <a:pt x="5" y="9"/>
                        </a:lnTo>
                        <a:lnTo>
                          <a:pt x="6" y="9"/>
                        </a:lnTo>
                        <a:lnTo>
                          <a:pt x="7" y="7"/>
                        </a:lnTo>
                        <a:lnTo>
                          <a:pt x="9" y="6"/>
                        </a:lnTo>
                        <a:lnTo>
                          <a:pt x="9" y="5"/>
                        </a:lnTo>
                        <a:lnTo>
                          <a:pt x="7" y="3"/>
                        </a:lnTo>
                        <a:lnTo>
                          <a:pt x="6"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53" name="Freeform 91"/>
                  <p:cNvSpPr>
                    <a:spLocks/>
                  </p:cNvSpPr>
                  <p:nvPr/>
                </p:nvSpPr>
                <p:spPr bwMode="auto">
                  <a:xfrm>
                    <a:off x="3907" y="2228"/>
                    <a:ext cx="9" cy="9"/>
                  </a:xfrm>
                  <a:custGeom>
                    <a:avLst/>
                    <a:gdLst>
                      <a:gd name="T0" fmla="*/ 8 w 9"/>
                      <a:gd name="T1" fmla="*/ 0 h 9"/>
                      <a:gd name="T2" fmla="*/ 6 w 9"/>
                      <a:gd name="T3" fmla="*/ 0 h 9"/>
                      <a:gd name="T4" fmla="*/ 5 w 9"/>
                      <a:gd name="T5" fmla="*/ 0 h 9"/>
                      <a:gd name="T6" fmla="*/ 3 w 9"/>
                      <a:gd name="T7" fmla="*/ 0 h 9"/>
                      <a:gd name="T8" fmla="*/ 2 w 9"/>
                      <a:gd name="T9" fmla="*/ 1 h 9"/>
                      <a:gd name="T10" fmla="*/ 0 w 9"/>
                      <a:gd name="T11" fmla="*/ 3 h 9"/>
                      <a:gd name="T12" fmla="*/ 0 w 9"/>
                      <a:gd name="T13" fmla="*/ 4 h 9"/>
                      <a:gd name="T14" fmla="*/ 2 w 9"/>
                      <a:gd name="T15" fmla="*/ 6 h 9"/>
                      <a:gd name="T16" fmla="*/ 3 w 9"/>
                      <a:gd name="T17" fmla="*/ 7 h 9"/>
                      <a:gd name="T18" fmla="*/ 3 w 9"/>
                      <a:gd name="T19" fmla="*/ 7 h 9"/>
                      <a:gd name="T20" fmla="*/ 5 w 9"/>
                      <a:gd name="T21" fmla="*/ 9 h 9"/>
                      <a:gd name="T22" fmla="*/ 6 w 9"/>
                      <a:gd name="T23" fmla="*/ 9 h 9"/>
                      <a:gd name="T24" fmla="*/ 8 w 9"/>
                      <a:gd name="T25" fmla="*/ 7 h 9"/>
                      <a:gd name="T26" fmla="*/ 9 w 9"/>
                      <a:gd name="T27" fmla="*/ 6 h 9"/>
                      <a:gd name="T28" fmla="*/ 9 w 9"/>
                      <a:gd name="T29" fmla="*/ 4 h 9"/>
                      <a:gd name="T30" fmla="*/ 9 w 9"/>
                      <a:gd name="T31" fmla="*/ 3 h 9"/>
                      <a:gd name="T32" fmla="*/ 9 w 9"/>
                      <a:gd name="T33" fmla="*/ 1 h 9"/>
                      <a:gd name="T34" fmla="*/ 8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8" y="0"/>
                        </a:moveTo>
                        <a:lnTo>
                          <a:pt x="6" y="0"/>
                        </a:lnTo>
                        <a:lnTo>
                          <a:pt x="5" y="0"/>
                        </a:lnTo>
                        <a:lnTo>
                          <a:pt x="3" y="0"/>
                        </a:lnTo>
                        <a:lnTo>
                          <a:pt x="2" y="1"/>
                        </a:lnTo>
                        <a:lnTo>
                          <a:pt x="0" y="3"/>
                        </a:lnTo>
                        <a:lnTo>
                          <a:pt x="0" y="4"/>
                        </a:lnTo>
                        <a:lnTo>
                          <a:pt x="2" y="6"/>
                        </a:lnTo>
                        <a:lnTo>
                          <a:pt x="3" y="7"/>
                        </a:lnTo>
                        <a:lnTo>
                          <a:pt x="5" y="9"/>
                        </a:lnTo>
                        <a:lnTo>
                          <a:pt x="6" y="9"/>
                        </a:lnTo>
                        <a:lnTo>
                          <a:pt x="8" y="7"/>
                        </a:lnTo>
                        <a:lnTo>
                          <a:pt x="9" y="6"/>
                        </a:lnTo>
                        <a:lnTo>
                          <a:pt x="9" y="4"/>
                        </a:lnTo>
                        <a:lnTo>
                          <a:pt x="9" y="3"/>
                        </a:lnTo>
                        <a:lnTo>
                          <a:pt x="9" y="1"/>
                        </a:lnTo>
                        <a:lnTo>
                          <a:pt x="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54" name="Freeform 92"/>
                  <p:cNvSpPr>
                    <a:spLocks/>
                  </p:cNvSpPr>
                  <p:nvPr/>
                </p:nvSpPr>
                <p:spPr bwMode="auto">
                  <a:xfrm>
                    <a:off x="3920" y="2238"/>
                    <a:ext cx="9" cy="9"/>
                  </a:xfrm>
                  <a:custGeom>
                    <a:avLst/>
                    <a:gdLst>
                      <a:gd name="T0" fmla="*/ 8 w 9"/>
                      <a:gd name="T1" fmla="*/ 1 h 9"/>
                      <a:gd name="T2" fmla="*/ 6 w 9"/>
                      <a:gd name="T3" fmla="*/ 0 h 9"/>
                      <a:gd name="T4" fmla="*/ 5 w 9"/>
                      <a:gd name="T5" fmla="*/ 0 h 9"/>
                      <a:gd name="T6" fmla="*/ 3 w 9"/>
                      <a:gd name="T7" fmla="*/ 1 h 9"/>
                      <a:gd name="T8" fmla="*/ 2 w 9"/>
                      <a:gd name="T9" fmla="*/ 3 h 9"/>
                      <a:gd name="T10" fmla="*/ 0 w 9"/>
                      <a:gd name="T11" fmla="*/ 4 h 9"/>
                      <a:gd name="T12" fmla="*/ 0 w 9"/>
                      <a:gd name="T13" fmla="*/ 6 h 9"/>
                      <a:gd name="T14" fmla="*/ 2 w 9"/>
                      <a:gd name="T15" fmla="*/ 7 h 9"/>
                      <a:gd name="T16" fmla="*/ 3 w 9"/>
                      <a:gd name="T17" fmla="*/ 9 h 9"/>
                      <a:gd name="T18" fmla="*/ 3 w 9"/>
                      <a:gd name="T19" fmla="*/ 9 h 9"/>
                      <a:gd name="T20" fmla="*/ 5 w 9"/>
                      <a:gd name="T21" fmla="*/ 9 h 9"/>
                      <a:gd name="T22" fmla="*/ 6 w 9"/>
                      <a:gd name="T23" fmla="*/ 9 h 9"/>
                      <a:gd name="T24" fmla="*/ 8 w 9"/>
                      <a:gd name="T25" fmla="*/ 9 h 9"/>
                      <a:gd name="T26" fmla="*/ 9 w 9"/>
                      <a:gd name="T27" fmla="*/ 7 h 9"/>
                      <a:gd name="T28" fmla="*/ 9 w 9"/>
                      <a:gd name="T29" fmla="*/ 6 h 9"/>
                      <a:gd name="T30" fmla="*/ 9 w 9"/>
                      <a:gd name="T31" fmla="*/ 4 h 9"/>
                      <a:gd name="T32" fmla="*/ 9 w 9"/>
                      <a:gd name="T33" fmla="*/ 3 h 9"/>
                      <a:gd name="T34" fmla="*/ 8 w 9"/>
                      <a:gd name="T35" fmla="*/ 1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8" y="1"/>
                        </a:moveTo>
                        <a:lnTo>
                          <a:pt x="6" y="0"/>
                        </a:lnTo>
                        <a:lnTo>
                          <a:pt x="5" y="0"/>
                        </a:lnTo>
                        <a:lnTo>
                          <a:pt x="3" y="1"/>
                        </a:lnTo>
                        <a:lnTo>
                          <a:pt x="2" y="3"/>
                        </a:lnTo>
                        <a:lnTo>
                          <a:pt x="0" y="4"/>
                        </a:lnTo>
                        <a:lnTo>
                          <a:pt x="0" y="6"/>
                        </a:lnTo>
                        <a:lnTo>
                          <a:pt x="2" y="7"/>
                        </a:lnTo>
                        <a:lnTo>
                          <a:pt x="3" y="9"/>
                        </a:lnTo>
                        <a:lnTo>
                          <a:pt x="5" y="9"/>
                        </a:lnTo>
                        <a:lnTo>
                          <a:pt x="6" y="9"/>
                        </a:lnTo>
                        <a:lnTo>
                          <a:pt x="8" y="9"/>
                        </a:lnTo>
                        <a:lnTo>
                          <a:pt x="9" y="7"/>
                        </a:lnTo>
                        <a:lnTo>
                          <a:pt x="9" y="6"/>
                        </a:lnTo>
                        <a:lnTo>
                          <a:pt x="9" y="4"/>
                        </a:lnTo>
                        <a:lnTo>
                          <a:pt x="9" y="3"/>
                        </a:lnTo>
                        <a:lnTo>
                          <a:pt x="8"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55" name="Freeform 93"/>
                  <p:cNvSpPr>
                    <a:spLocks/>
                  </p:cNvSpPr>
                  <p:nvPr/>
                </p:nvSpPr>
                <p:spPr bwMode="auto">
                  <a:xfrm>
                    <a:off x="3935" y="2250"/>
                    <a:ext cx="9" cy="8"/>
                  </a:xfrm>
                  <a:custGeom>
                    <a:avLst/>
                    <a:gdLst>
                      <a:gd name="T0" fmla="*/ 6 w 9"/>
                      <a:gd name="T1" fmla="*/ 0 h 8"/>
                      <a:gd name="T2" fmla="*/ 4 w 9"/>
                      <a:gd name="T3" fmla="*/ 0 h 8"/>
                      <a:gd name="T4" fmla="*/ 3 w 9"/>
                      <a:gd name="T5" fmla="*/ 0 h 8"/>
                      <a:gd name="T6" fmla="*/ 1 w 9"/>
                      <a:gd name="T7" fmla="*/ 0 h 8"/>
                      <a:gd name="T8" fmla="*/ 0 w 9"/>
                      <a:gd name="T9" fmla="*/ 1 h 8"/>
                      <a:gd name="T10" fmla="*/ 0 w 9"/>
                      <a:gd name="T11" fmla="*/ 2 h 8"/>
                      <a:gd name="T12" fmla="*/ 0 w 9"/>
                      <a:gd name="T13" fmla="*/ 4 h 8"/>
                      <a:gd name="T14" fmla="*/ 0 w 9"/>
                      <a:gd name="T15" fmla="*/ 5 h 8"/>
                      <a:gd name="T16" fmla="*/ 1 w 9"/>
                      <a:gd name="T17" fmla="*/ 7 h 8"/>
                      <a:gd name="T18" fmla="*/ 1 w 9"/>
                      <a:gd name="T19" fmla="*/ 7 h 8"/>
                      <a:gd name="T20" fmla="*/ 3 w 9"/>
                      <a:gd name="T21" fmla="*/ 8 h 8"/>
                      <a:gd name="T22" fmla="*/ 4 w 9"/>
                      <a:gd name="T23" fmla="*/ 8 h 8"/>
                      <a:gd name="T24" fmla="*/ 6 w 9"/>
                      <a:gd name="T25" fmla="*/ 7 h 8"/>
                      <a:gd name="T26" fmla="*/ 7 w 9"/>
                      <a:gd name="T27" fmla="*/ 5 h 8"/>
                      <a:gd name="T28" fmla="*/ 9 w 9"/>
                      <a:gd name="T29" fmla="*/ 4 h 8"/>
                      <a:gd name="T30" fmla="*/ 9 w 9"/>
                      <a:gd name="T31" fmla="*/ 2 h 8"/>
                      <a:gd name="T32" fmla="*/ 7 w 9"/>
                      <a:gd name="T33" fmla="*/ 1 h 8"/>
                      <a:gd name="T34" fmla="*/ 6 w 9"/>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6" y="0"/>
                        </a:moveTo>
                        <a:lnTo>
                          <a:pt x="4" y="0"/>
                        </a:lnTo>
                        <a:lnTo>
                          <a:pt x="3" y="0"/>
                        </a:lnTo>
                        <a:lnTo>
                          <a:pt x="1" y="0"/>
                        </a:lnTo>
                        <a:lnTo>
                          <a:pt x="0" y="1"/>
                        </a:lnTo>
                        <a:lnTo>
                          <a:pt x="0" y="2"/>
                        </a:lnTo>
                        <a:lnTo>
                          <a:pt x="0" y="4"/>
                        </a:lnTo>
                        <a:lnTo>
                          <a:pt x="0" y="5"/>
                        </a:lnTo>
                        <a:lnTo>
                          <a:pt x="1" y="7"/>
                        </a:lnTo>
                        <a:lnTo>
                          <a:pt x="3" y="8"/>
                        </a:lnTo>
                        <a:lnTo>
                          <a:pt x="4" y="8"/>
                        </a:lnTo>
                        <a:lnTo>
                          <a:pt x="6" y="7"/>
                        </a:lnTo>
                        <a:lnTo>
                          <a:pt x="7" y="5"/>
                        </a:lnTo>
                        <a:lnTo>
                          <a:pt x="9" y="4"/>
                        </a:lnTo>
                        <a:lnTo>
                          <a:pt x="9" y="2"/>
                        </a:lnTo>
                        <a:lnTo>
                          <a:pt x="7" y="1"/>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grpSp>
            <p:grpSp>
              <p:nvGrpSpPr>
                <p:cNvPr id="19" name="Group 18"/>
                <p:cNvGrpSpPr/>
                <p:nvPr/>
              </p:nvGrpSpPr>
              <p:grpSpPr>
                <a:xfrm rot="2867199">
                  <a:off x="3235212" y="2592114"/>
                  <a:ext cx="5284788" cy="1771650"/>
                  <a:chOff x="2165350" y="2533650"/>
                  <a:chExt cx="5284788" cy="1771650"/>
                </a:xfrm>
              </p:grpSpPr>
              <p:grpSp>
                <p:nvGrpSpPr>
                  <p:cNvPr id="30" name="Group 94"/>
                  <p:cNvGrpSpPr>
                    <a:grpSpLocks/>
                  </p:cNvGrpSpPr>
                  <p:nvPr/>
                </p:nvGrpSpPr>
                <p:grpSpPr bwMode="auto">
                  <a:xfrm>
                    <a:off x="5692775" y="3587750"/>
                    <a:ext cx="546100" cy="122238"/>
                    <a:chOff x="3598" y="2212"/>
                    <a:chExt cx="344" cy="77"/>
                  </a:xfrm>
                </p:grpSpPr>
                <p:sp>
                  <p:nvSpPr>
                    <p:cNvPr id="310" name="Freeform 95"/>
                    <p:cNvSpPr>
                      <a:spLocks/>
                    </p:cNvSpPr>
                    <p:nvPr/>
                  </p:nvSpPr>
                  <p:spPr bwMode="auto">
                    <a:xfrm>
                      <a:off x="3598" y="2280"/>
                      <a:ext cx="9" cy="9"/>
                    </a:xfrm>
                    <a:custGeom>
                      <a:avLst/>
                      <a:gdLst>
                        <a:gd name="T0" fmla="*/ 4 w 9"/>
                        <a:gd name="T1" fmla="*/ 0 h 9"/>
                        <a:gd name="T2" fmla="*/ 3 w 9"/>
                        <a:gd name="T3" fmla="*/ 2 h 9"/>
                        <a:gd name="T4" fmla="*/ 1 w 9"/>
                        <a:gd name="T5" fmla="*/ 3 h 9"/>
                        <a:gd name="T6" fmla="*/ 0 w 9"/>
                        <a:gd name="T7" fmla="*/ 4 h 9"/>
                        <a:gd name="T8" fmla="*/ 0 w 9"/>
                        <a:gd name="T9" fmla="*/ 4 h 9"/>
                        <a:gd name="T10" fmla="*/ 1 w 9"/>
                        <a:gd name="T11" fmla="*/ 6 h 9"/>
                        <a:gd name="T12" fmla="*/ 3 w 9"/>
                        <a:gd name="T13" fmla="*/ 7 h 9"/>
                        <a:gd name="T14" fmla="*/ 4 w 9"/>
                        <a:gd name="T15" fmla="*/ 9 h 9"/>
                        <a:gd name="T16" fmla="*/ 6 w 9"/>
                        <a:gd name="T17" fmla="*/ 9 h 9"/>
                        <a:gd name="T18" fmla="*/ 6 w 9"/>
                        <a:gd name="T19" fmla="*/ 9 h 9"/>
                        <a:gd name="T20" fmla="*/ 7 w 9"/>
                        <a:gd name="T21" fmla="*/ 7 h 9"/>
                        <a:gd name="T22" fmla="*/ 9 w 9"/>
                        <a:gd name="T23" fmla="*/ 6 h 9"/>
                        <a:gd name="T24" fmla="*/ 9 w 9"/>
                        <a:gd name="T25" fmla="*/ 4 h 9"/>
                        <a:gd name="T26" fmla="*/ 9 w 9"/>
                        <a:gd name="T27" fmla="*/ 3 h 9"/>
                        <a:gd name="T28" fmla="*/ 9 w 9"/>
                        <a:gd name="T29" fmla="*/ 2 h 9"/>
                        <a:gd name="T30" fmla="*/ 7 w 9"/>
                        <a:gd name="T31" fmla="*/ 0 h 9"/>
                        <a:gd name="T32" fmla="*/ 6 w 9"/>
                        <a:gd name="T33" fmla="*/ 0 h 9"/>
                        <a:gd name="T34" fmla="*/ 4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4" y="0"/>
                          </a:moveTo>
                          <a:lnTo>
                            <a:pt x="3" y="2"/>
                          </a:lnTo>
                          <a:lnTo>
                            <a:pt x="1" y="3"/>
                          </a:lnTo>
                          <a:lnTo>
                            <a:pt x="0" y="4"/>
                          </a:lnTo>
                          <a:lnTo>
                            <a:pt x="1" y="6"/>
                          </a:lnTo>
                          <a:lnTo>
                            <a:pt x="3" y="7"/>
                          </a:lnTo>
                          <a:lnTo>
                            <a:pt x="4" y="9"/>
                          </a:lnTo>
                          <a:lnTo>
                            <a:pt x="6" y="9"/>
                          </a:lnTo>
                          <a:lnTo>
                            <a:pt x="7" y="7"/>
                          </a:lnTo>
                          <a:lnTo>
                            <a:pt x="9" y="6"/>
                          </a:lnTo>
                          <a:lnTo>
                            <a:pt x="9" y="4"/>
                          </a:lnTo>
                          <a:lnTo>
                            <a:pt x="9" y="3"/>
                          </a:lnTo>
                          <a:lnTo>
                            <a:pt x="9" y="2"/>
                          </a:lnTo>
                          <a:lnTo>
                            <a:pt x="7" y="0"/>
                          </a:lnTo>
                          <a:lnTo>
                            <a:pt x="6"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11" name="Freeform 96"/>
                    <p:cNvSpPr>
                      <a:spLocks/>
                    </p:cNvSpPr>
                    <p:nvPr/>
                  </p:nvSpPr>
                  <p:spPr bwMode="auto">
                    <a:xfrm>
                      <a:off x="3614" y="2273"/>
                      <a:ext cx="9" cy="9"/>
                    </a:xfrm>
                    <a:custGeom>
                      <a:avLst/>
                      <a:gdLst>
                        <a:gd name="T0" fmla="*/ 1 w 9"/>
                        <a:gd name="T1" fmla="*/ 0 h 9"/>
                        <a:gd name="T2" fmla="*/ 0 w 9"/>
                        <a:gd name="T3" fmla="*/ 1 h 9"/>
                        <a:gd name="T4" fmla="*/ 0 w 9"/>
                        <a:gd name="T5" fmla="*/ 3 h 9"/>
                        <a:gd name="T6" fmla="*/ 0 w 9"/>
                        <a:gd name="T7" fmla="*/ 4 h 9"/>
                        <a:gd name="T8" fmla="*/ 0 w 9"/>
                        <a:gd name="T9" fmla="*/ 6 h 9"/>
                        <a:gd name="T10" fmla="*/ 1 w 9"/>
                        <a:gd name="T11" fmla="*/ 7 h 9"/>
                        <a:gd name="T12" fmla="*/ 3 w 9"/>
                        <a:gd name="T13" fmla="*/ 9 h 9"/>
                        <a:gd name="T14" fmla="*/ 4 w 9"/>
                        <a:gd name="T15" fmla="*/ 9 h 9"/>
                        <a:gd name="T16" fmla="*/ 6 w 9"/>
                        <a:gd name="T17" fmla="*/ 7 h 9"/>
                        <a:gd name="T18" fmla="*/ 6 w 9"/>
                        <a:gd name="T19" fmla="*/ 7 h 9"/>
                        <a:gd name="T20" fmla="*/ 7 w 9"/>
                        <a:gd name="T21" fmla="*/ 6 h 9"/>
                        <a:gd name="T22" fmla="*/ 9 w 9"/>
                        <a:gd name="T23" fmla="*/ 4 h 9"/>
                        <a:gd name="T24" fmla="*/ 9 w 9"/>
                        <a:gd name="T25" fmla="*/ 3 h 9"/>
                        <a:gd name="T26" fmla="*/ 7 w 9"/>
                        <a:gd name="T27" fmla="*/ 1 h 9"/>
                        <a:gd name="T28" fmla="*/ 6 w 9"/>
                        <a:gd name="T29" fmla="*/ 0 h 9"/>
                        <a:gd name="T30" fmla="*/ 4 w 9"/>
                        <a:gd name="T31" fmla="*/ 0 h 9"/>
                        <a:gd name="T32" fmla="*/ 3 w 9"/>
                        <a:gd name="T33" fmla="*/ 0 h 9"/>
                        <a:gd name="T34" fmla="*/ 1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1" y="0"/>
                          </a:moveTo>
                          <a:lnTo>
                            <a:pt x="0" y="1"/>
                          </a:lnTo>
                          <a:lnTo>
                            <a:pt x="0" y="3"/>
                          </a:lnTo>
                          <a:lnTo>
                            <a:pt x="0" y="4"/>
                          </a:lnTo>
                          <a:lnTo>
                            <a:pt x="0" y="6"/>
                          </a:lnTo>
                          <a:lnTo>
                            <a:pt x="1" y="7"/>
                          </a:lnTo>
                          <a:lnTo>
                            <a:pt x="3" y="9"/>
                          </a:lnTo>
                          <a:lnTo>
                            <a:pt x="4" y="9"/>
                          </a:lnTo>
                          <a:lnTo>
                            <a:pt x="6" y="7"/>
                          </a:lnTo>
                          <a:lnTo>
                            <a:pt x="7" y="6"/>
                          </a:lnTo>
                          <a:lnTo>
                            <a:pt x="9" y="4"/>
                          </a:lnTo>
                          <a:lnTo>
                            <a:pt x="9" y="3"/>
                          </a:lnTo>
                          <a:lnTo>
                            <a:pt x="7" y="1"/>
                          </a:lnTo>
                          <a:lnTo>
                            <a:pt x="6" y="0"/>
                          </a:lnTo>
                          <a:lnTo>
                            <a:pt x="4" y="0"/>
                          </a:lnTo>
                          <a:lnTo>
                            <a:pt x="3" y="0"/>
                          </a:lnTo>
                          <a:lnTo>
                            <a:pt x="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12" name="Freeform 97"/>
                    <p:cNvSpPr>
                      <a:spLocks/>
                    </p:cNvSpPr>
                    <p:nvPr/>
                  </p:nvSpPr>
                  <p:spPr bwMode="auto">
                    <a:xfrm>
                      <a:off x="3628" y="2264"/>
                      <a:ext cx="9" cy="9"/>
                    </a:xfrm>
                    <a:custGeom>
                      <a:avLst/>
                      <a:gdLst>
                        <a:gd name="T0" fmla="*/ 3 w 9"/>
                        <a:gd name="T1" fmla="*/ 0 h 9"/>
                        <a:gd name="T2" fmla="*/ 2 w 9"/>
                        <a:gd name="T3" fmla="*/ 2 h 9"/>
                        <a:gd name="T4" fmla="*/ 0 w 9"/>
                        <a:gd name="T5" fmla="*/ 3 h 9"/>
                        <a:gd name="T6" fmla="*/ 0 w 9"/>
                        <a:gd name="T7" fmla="*/ 4 h 9"/>
                        <a:gd name="T8" fmla="*/ 2 w 9"/>
                        <a:gd name="T9" fmla="*/ 6 h 9"/>
                        <a:gd name="T10" fmla="*/ 3 w 9"/>
                        <a:gd name="T11" fmla="*/ 7 h 9"/>
                        <a:gd name="T12" fmla="*/ 5 w 9"/>
                        <a:gd name="T13" fmla="*/ 9 h 9"/>
                        <a:gd name="T14" fmla="*/ 6 w 9"/>
                        <a:gd name="T15" fmla="*/ 9 h 9"/>
                        <a:gd name="T16" fmla="*/ 8 w 9"/>
                        <a:gd name="T17" fmla="*/ 7 h 9"/>
                        <a:gd name="T18" fmla="*/ 8 w 9"/>
                        <a:gd name="T19" fmla="*/ 7 h 9"/>
                        <a:gd name="T20" fmla="*/ 9 w 9"/>
                        <a:gd name="T21" fmla="*/ 6 h 9"/>
                        <a:gd name="T22" fmla="*/ 9 w 9"/>
                        <a:gd name="T23" fmla="*/ 4 h 9"/>
                        <a:gd name="T24" fmla="*/ 9 w 9"/>
                        <a:gd name="T25" fmla="*/ 3 h 9"/>
                        <a:gd name="T26" fmla="*/ 9 w 9"/>
                        <a:gd name="T27" fmla="*/ 2 h 9"/>
                        <a:gd name="T28" fmla="*/ 8 w 9"/>
                        <a:gd name="T29" fmla="*/ 0 h 9"/>
                        <a:gd name="T30" fmla="*/ 6 w 9"/>
                        <a:gd name="T31" fmla="*/ 0 h 9"/>
                        <a:gd name="T32" fmla="*/ 5 w 9"/>
                        <a:gd name="T33" fmla="*/ 0 h 9"/>
                        <a:gd name="T34" fmla="*/ 3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3" y="0"/>
                          </a:moveTo>
                          <a:lnTo>
                            <a:pt x="2" y="2"/>
                          </a:lnTo>
                          <a:lnTo>
                            <a:pt x="0" y="3"/>
                          </a:lnTo>
                          <a:lnTo>
                            <a:pt x="0" y="4"/>
                          </a:lnTo>
                          <a:lnTo>
                            <a:pt x="2" y="6"/>
                          </a:lnTo>
                          <a:lnTo>
                            <a:pt x="3" y="7"/>
                          </a:lnTo>
                          <a:lnTo>
                            <a:pt x="5" y="9"/>
                          </a:lnTo>
                          <a:lnTo>
                            <a:pt x="6" y="9"/>
                          </a:lnTo>
                          <a:lnTo>
                            <a:pt x="8" y="7"/>
                          </a:lnTo>
                          <a:lnTo>
                            <a:pt x="9" y="6"/>
                          </a:lnTo>
                          <a:lnTo>
                            <a:pt x="9" y="4"/>
                          </a:lnTo>
                          <a:lnTo>
                            <a:pt x="9" y="3"/>
                          </a:lnTo>
                          <a:lnTo>
                            <a:pt x="9" y="2"/>
                          </a:lnTo>
                          <a:lnTo>
                            <a:pt x="8" y="0"/>
                          </a:lnTo>
                          <a:lnTo>
                            <a:pt x="6" y="0"/>
                          </a:lnTo>
                          <a:lnTo>
                            <a:pt x="5"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13" name="Freeform 98"/>
                    <p:cNvSpPr>
                      <a:spLocks/>
                    </p:cNvSpPr>
                    <p:nvPr/>
                  </p:nvSpPr>
                  <p:spPr bwMode="auto">
                    <a:xfrm>
                      <a:off x="3644" y="2255"/>
                      <a:ext cx="9" cy="9"/>
                    </a:xfrm>
                    <a:custGeom>
                      <a:avLst/>
                      <a:gdLst>
                        <a:gd name="T0" fmla="*/ 2 w 9"/>
                        <a:gd name="T1" fmla="*/ 0 h 9"/>
                        <a:gd name="T2" fmla="*/ 0 w 9"/>
                        <a:gd name="T3" fmla="*/ 2 h 9"/>
                        <a:gd name="T4" fmla="*/ 0 w 9"/>
                        <a:gd name="T5" fmla="*/ 3 h 9"/>
                        <a:gd name="T6" fmla="*/ 0 w 9"/>
                        <a:gd name="T7" fmla="*/ 5 h 9"/>
                        <a:gd name="T8" fmla="*/ 0 w 9"/>
                        <a:gd name="T9" fmla="*/ 6 h 9"/>
                        <a:gd name="T10" fmla="*/ 2 w 9"/>
                        <a:gd name="T11" fmla="*/ 8 h 9"/>
                        <a:gd name="T12" fmla="*/ 3 w 9"/>
                        <a:gd name="T13" fmla="*/ 9 h 9"/>
                        <a:gd name="T14" fmla="*/ 5 w 9"/>
                        <a:gd name="T15" fmla="*/ 9 h 9"/>
                        <a:gd name="T16" fmla="*/ 6 w 9"/>
                        <a:gd name="T17" fmla="*/ 8 h 9"/>
                        <a:gd name="T18" fmla="*/ 6 w 9"/>
                        <a:gd name="T19" fmla="*/ 8 h 9"/>
                        <a:gd name="T20" fmla="*/ 8 w 9"/>
                        <a:gd name="T21" fmla="*/ 6 h 9"/>
                        <a:gd name="T22" fmla="*/ 9 w 9"/>
                        <a:gd name="T23" fmla="*/ 5 h 9"/>
                        <a:gd name="T24" fmla="*/ 9 w 9"/>
                        <a:gd name="T25" fmla="*/ 3 h 9"/>
                        <a:gd name="T26" fmla="*/ 8 w 9"/>
                        <a:gd name="T27" fmla="*/ 2 h 9"/>
                        <a:gd name="T28" fmla="*/ 6 w 9"/>
                        <a:gd name="T29" fmla="*/ 0 h 9"/>
                        <a:gd name="T30" fmla="*/ 5 w 9"/>
                        <a:gd name="T31" fmla="*/ 0 h 9"/>
                        <a:gd name="T32" fmla="*/ 3 w 9"/>
                        <a:gd name="T33" fmla="*/ 0 h 9"/>
                        <a:gd name="T34" fmla="*/ 2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2" y="0"/>
                          </a:moveTo>
                          <a:lnTo>
                            <a:pt x="0" y="2"/>
                          </a:lnTo>
                          <a:lnTo>
                            <a:pt x="0" y="3"/>
                          </a:lnTo>
                          <a:lnTo>
                            <a:pt x="0" y="5"/>
                          </a:lnTo>
                          <a:lnTo>
                            <a:pt x="0" y="6"/>
                          </a:lnTo>
                          <a:lnTo>
                            <a:pt x="2" y="8"/>
                          </a:lnTo>
                          <a:lnTo>
                            <a:pt x="3" y="9"/>
                          </a:lnTo>
                          <a:lnTo>
                            <a:pt x="5" y="9"/>
                          </a:lnTo>
                          <a:lnTo>
                            <a:pt x="6" y="8"/>
                          </a:lnTo>
                          <a:lnTo>
                            <a:pt x="8" y="6"/>
                          </a:lnTo>
                          <a:lnTo>
                            <a:pt x="9" y="5"/>
                          </a:lnTo>
                          <a:lnTo>
                            <a:pt x="9" y="3"/>
                          </a:lnTo>
                          <a:lnTo>
                            <a:pt x="8" y="2"/>
                          </a:lnTo>
                          <a:lnTo>
                            <a:pt x="6" y="0"/>
                          </a:lnTo>
                          <a:lnTo>
                            <a:pt x="5" y="0"/>
                          </a:lnTo>
                          <a:lnTo>
                            <a:pt x="3" y="0"/>
                          </a:lnTo>
                          <a:lnTo>
                            <a:pt x="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14" name="Freeform 99"/>
                    <p:cNvSpPr>
                      <a:spLocks/>
                    </p:cNvSpPr>
                    <p:nvPr/>
                  </p:nvSpPr>
                  <p:spPr bwMode="auto">
                    <a:xfrm>
                      <a:off x="3659" y="2247"/>
                      <a:ext cx="9" cy="8"/>
                    </a:xfrm>
                    <a:custGeom>
                      <a:avLst/>
                      <a:gdLst>
                        <a:gd name="T0" fmla="*/ 3 w 9"/>
                        <a:gd name="T1" fmla="*/ 0 h 8"/>
                        <a:gd name="T2" fmla="*/ 1 w 9"/>
                        <a:gd name="T3" fmla="*/ 1 h 8"/>
                        <a:gd name="T4" fmla="*/ 0 w 9"/>
                        <a:gd name="T5" fmla="*/ 3 h 8"/>
                        <a:gd name="T6" fmla="*/ 0 w 9"/>
                        <a:gd name="T7" fmla="*/ 4 h 8"/>
                        <a:gd name="T8" fmla="*/ 1 w 9"/>
                        <a:gd name="T9" fmla="*/ 5 h 8"/>
                        <a:gd name="T10" fmla="*/ 3 w 9"/>
                        <a:gd name="T11" fmla="*/ 7 h 8"/>
                        <a:gd name="T12" fmla="*/ 4 w 9"/>
                        <a:gd name="T13" fmla="*/ 8 h 8"/>
                        <a:gd name="T14" fmla="*/ 6 w 9"/>
                        <a:gd name="T15" fmla="*/ 8 h 8"/>
                        <a:gd name="T16" fmla="*/ 7 w 9"/>
                        <a:gd name="T17" fmla="*/ 7 h 8"/>
                        <a:gd name="T18" fmla="*/ 7 w 9"/>
                        <a:gd name="T19" fmla="*/ 7 h 8"/>
                        <a:gd name="T20" fmla="*/ 9 w 9"/>
                        <a:gd name="T21" fmla="*/ 5 h 8"/>
                        <a:gd name="T22" fmla="*/ 9 w 9"/>
                        <a:gd name="T23" fmla="*/ 4 h 8"/>
                        <a:gd name="T24" fmla="*/ 9 w 9"/>
                        <a:gd name="T25" fmla="*/ 3 h 8"/>
                        <a:gd name="T26" fmla="*/ 9 w 9"/>
                        <a:gd name="T27" fmla="*/ 1 h 8"/>
                        <a:gd name="T28" fmla="*/ 7 w 9"/>
                        <a:gd name="T29" fmla="*/ 0 h 8"/>
                        <a:gd name="T30" fmla="*/ 6 w 9"/>
                        <a:gd name="T31" fmla="*/ 0 h 8"/>
                        <a:gd name="T32" fmla="*/ 4 w 9"/>
                        <a:gd name="T33" fmla="*/ 0 h 8"/>
                        <a:gd name="T34" fmla="*/ 3 w 9"/>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3" y="0"/>
                          </a:moveTo>
                          <a:lnTo>
                            <a:pt x="1" y="1"/>
                          </a:lnTo>
                          <a:lnTo>
                            <a:pt x="0" y="3"/>
                          </a:lnTo>
                          <a:lnTo>
                            <a:pt x="0" y="4"/>
                          </a:lnTo>
                          <a:lnTo>
                            <a:pt x="1" y="5"/>
                          </a:lnTo>
                          <a:lnTo>
                            <a:pt x="3" y="7"/>
                          </a:lnTo>
                          <a:lnTo>
                            <a:pt x="4" y="8"/>
                          </a:lnTo>
                          <a:lnTo>
                            <a:pt x="6" y="8"/>
                          </a:lnTo>
                          <a:lnTo>
                            <a:pt x="7" y="7"/>
                          </a:lnTo>
                          <a:lnTo>
                            <a:pt x="9" y="5"/>
                          </a:lnTo>
                          <a:lnTo>
                            <a:pt x="9" y="4"/>
                          </a:lnTo>
                          <a:lnTo>
                            <a:pt x="9" y="3"/>
                          </a:lnTo>
                          <a:lnTo>
                            <a:pt x="9" y="1"/>
                          </a:lnTo>
                          <a:lnTo>
                            <a:pt x="7" y="0"/>
                          </a:lnTo>
                          <a:lnTo>
                            <a:pt x="6" y="0"/>
                          </a:lnTo>
                          <a:lnTo>
                            <a:pt x="4"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15" name="Freeform 100"/>
                    <p:cNvSpPr>
                      <a:spLocks/>
                    </p:cNvSpPr>
                    <p:nvPr/>
                  </p:nvSpPr>
                  <p:spPr bwMode="auto">
                    <a:xfrm>
                      <a:off x="3675" y="2238"/>
                      <a:ext cx="9" cy="9"/>
                    </a:xfrm>
                    <a:custGeom>
                      <a:avLst/>
                      <a:gdLst>
                        <a:gd name="T0" fmla="*/ 3 w 9"/>
                        <a:gd name="T1" fmla="*/ 0 h 9"/>
                        <a:gd name="T2" fmla="*/ 1 w 9"/>
                        <a:gd name="T3" fmla="*/ 1 h 9"/>
                        <a:gd name="T4" fmla="*/ 0 w 9"/>
                        <a:gd name="T5" fmla="*/ 3 h 9"/>
                        <a:gd name="T6" fmla="*/ 0 w 9"/>
                        <a:gd name="T7" fmla="*/ 4 h 9"/>
                        <a:gd name="T8" fmla="*/ 0 w 9"/>
                        <a:gd name="T9" fmla="*/ 6 h 9"/>
                        <a:gd name="T10" fmla="*/ 0 w 9"/>
                        <a:gd name="T11" fmla="*/ 7 h 9"/>
                        <a:gd name="T12" fmla="*/ 1 w 9"/>
                        <a:gd name="T13" fmla="*/ 9 h 9"/>
                        <a:gd name="T14" fmla="*/ 3 w 9"/>
                        <a:gd name="T15" fmla="*/ 9 h 9"/>
                        <a:gd name="T16" fmla="*/ 4 w 9"/>
                        <a:gd name="T17" fmla="*/ 9 h 9"/>
                        <a:gd name="T18" fmla="*/ 4 w 9"/>
                        <a:gd name="T19" fmla="*/ 9 h 9"/>
                        <a:gd name="T20" fmla="*/ 6 w 9"/>
                        <a:gd name="T21" fmla="*/ 9 h 9"/>
                        <a:gd name="T22" fmla="*/ 7 w 9"/>
                        <a:gd name="T23" fmla="*/ 7 h 9"/>
                        <a:gd name="T24" fmla="*/ 9 w 9"/>
                        <a:gd name="T25" fmla="*/ 6 h 9"/>
                        <a:gd name="T26" fmla="*/ 9 w 9"/>
                        <a:gd name="T27" fmla="*/ 4 h 9"/>
                        <a:gd name="T28" fmla="*/ 7 w 9"/>
                        <a:gd name="T29" fmla="*/ 3 h 9"/>
                        <a:gd name="T30" fmla="*/ 6 w 9"/>
                        <a:gd name="T31" fmla="*/ 1 h 9"/>
                        <a:gd name="T32" fmla="*/ 4 w 9"/>
                        <a:gd name="T33" fmla="*/ 0 h 9"/>
                        <a:gd name="T34" fmla="*/ 3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3" y="0"/>
                          </a:moveTo>
                          <a:lnTo>
                            <a:pt x="1" y="1"/>
                          </a:lnTo>
                          <a:lnTo>
                            <a:pt x="0" y="3"/>
                          </a:lnTo>
                          <a:lnTo>
                            <a:pt x="0" y="4"/>
                          </a:lnTo>
                          <a:lnTo>
                            <a:pt x="0" y="6"/>
                          </a:lnTo>
                          <a:lnTo>
                            <a:pt x="0" y="7"/>
                          </a:lnTo>
                          <a:lnTo>
                            <a:pt x="1" y="9"/>
                          </a:lnTo>
                          <a:lnTo>
                            <a:pt x="3" y="9"/>
                          </a:lnTo>
                          <a:lnTo>
                            <a:pt x="4" y="9"/>
                          </a:lnTo>
                          <a:lnTo>
                            <a:pt x="6" y="9"/>
                          </a:lnTo>
                          <a:lnTo>
                            <a:pt x="7" y="7"/>
                          </a:lnTo>
                          <a:lnTo>
                            <a:pt x="9" y="6"/>
                          </a:lnTo>
                          <a:lnTo>
                            <a:pt x="9" y="4"/>
                          </a:lnTo>
                          <a:lnTo>
                            <a:pt x="7" y="3"/>
                          </a:lnTo>
                          <a:lnTo>
                            <a:pt x="6" y="1"/>
                          </a:lnTo>
                          <a:lnTo>
                            <a:pt x="4"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16" name="Freeform 101"/>
                    <p:cNvSpPr>
                      <a:spLocks/>
                    </p:cNvSpPr>
                    <p:nvPr/>
                  </p:nvSpPr>
                  <p:spPr bwMode="auto">
                    <a:xfrm>
                      <a:off x="3691" y="2231"/>
                      <a:ext cx="9" cy="8"/>
                    </a:xfrm>
                    <a:custGeom>
                      <a:avLst/>
                      <a:gdLst>
                        <a:gd name="T0" fmla="*/ 3 w 9"/>
                        <a:gd name="T1" fmla="*/ 0 h 8"/>
                        <a:gd name="T2" fmla="*/ 1 w 9"/>
                        <a:gd name="T3" fmla="*/ 1 h 8"/>
                        <a:gd name="T4" fmla="*/ 0 w 9"/>
                        <a:gd name="T5" fmla="*/ 3 h 8"/>
                        <a:gd name="T6" fmla="*/ 0 w 9"/>
                        <a:gd name="T7" fmla="*/ 4 h 8"/>
                        <a:gd name="T8" fmla="*/ 0 w 9"/>
                        <a:gd name="T9" fmla="*/ 6 h 8"/>
                        <a:gd name="T10" fmla="*/ 0 w 9"/>
                        <a:gd name="T11" fmla="*/ 7 h 8"/>
                        <a:gd name="T12" fmla="*/ 1 w 9"/>
                        <a:gd name="T13" fmla="*/ 8 h 8"/>
                        <a:gd name="T14" fmla="*/ 3 w 9"/>
                        <a:gd name="T15" fmla="*/ 8 h 8"/>
                        <a:gd name="T16" fmla="*/ 4 w 9"/>
                        <a:gd name="T17" fmla="*/ 8 h 8"/>
                        <a:gd name="T18" fmla="*/ 4 w 9"/>
                        <a:gd name="T19" fmla="*/ 8 h 8"/>
                        <a:gd name="T20" fmla="*/ 6 w 9"/>
                        <a:gd name="T21" fmla="*/ 8 h 8"/>
                        <a:gd name="T22" fmla="*/ 7 w 9"/>
                        <a:gd name="T23" fmla="*/ 7 h 8"/>
                        <a:gd name="T24" fmla="*/ 9 w 9"/>
                        <a:gd name="T25" fmla="*/ 6 h 8"/>
                        <a:gd name="T26" fmla="*/ 9 w 9"/>
                        <a:gd name="T27" fmla="*/ 4 h 8"/>
                        <a:gd name="T28" fmla="*/ 7 w 9"/>
                        <a:gd name="T29" fmla="*/ 3 h 8"/>
                        <a:gd name="T30" fmla="*/ 6 w 9"/>
                        <a:gd name="T31" fmla="*/ 1 h 8"/>
                        <a:gd name="T32" fmla="*/ 4 w 9"/>
                        <a:gd name="T33" fmla="*/ 0 h 8"/>
                        <a:gd name="T34" fmla="*/ 3 w 9"/>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3" y="0"/>
                          </a:moveTo>
                          <a:lnTo>
                            <a:pt x="1" y="1"/>
                          </a:lnTo>
                          <a:lnTo>
                            <a:pt x="0" y="3"/>
                          </a:lnTo>
                          <a:lnTo>
                            <a:pt x="0" y="4"/>
                          </a:lnTo>
                          <a:lnTo>
                            <a:pt x="0" y="6"/>
                          </a:lnTo>
                          <a:lnTo>
                            <a:pt x="0" y="7"/>
                          </a:lnTo>
                          <a:lnTo>
                            <a:pt x="1" y="8"/>
                          </a:lnTo>
                          <a:lnTo>
                            <a:pt x="3" y="8"/>
                          </a:lnTo>
                          <a:lnTo>
                            <a:pt x="4" y="8"/>
                          </a:lnTo>
                          <a:lnTo>
                            <a:pt x="6" y="8"/>
                          </a:lnTo>
                          <a:lnTo>
                            <a:pt x="7" y="7"/>
                          </a:lnTo>
                          <a:lnTo>
                            <a:pt x="9" y="6"/>
                          </a:lnTo>
                          <a:lnTo>
                            <a:pt x="9" y="4"/>
                          </a:lnTo>
                          <a:lnTo>
                            <a:pt x="7" y="3"/>
                          </a:lnTo>
                          <a:lnTo>
                            <a:pt x="6" y="1"/>
                          </a:lnTo>
                          <a:lnTo>
                            <a:pt x="4"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17" name="Freeform 102"/>
                    <p:cNvSpPr>
                      <a:spLocks/>
                    </p:cNvSpPr>
                    <p:nvPr/>
                  </p:nvSpPr>
                  <p:spPr bwMode="auto">
                    <a:xfrm>
                      <a:off x="3707" y="2225"/>
                      <a:ext cx="9" cy="9"/>
                    </a:xfrm>
                    <a:custGeom>
                      <a:avLst/>
                      <a:gdLst>
                        <a:gd name="T0" fmla="*/ 3 w 9"/>
                        <a:gd name="T1" fmla="*/ 0 h 9"/>
                        <a:gd name="T2" fmla="*/ 1 w 9"/>
                        <a:gd name="T3" fmla="*/ 0 h 9"/>
                        <a:gd name="T4" fmla="*/ 0 w 9"/>
                        <a:gd name="T5" fmla="*/ 1 h 9"/>
                        <a:gd name="T6" fmla="*/ 0 w 9"/>
                        <a:gd name="T7" fmla="*/ 3 h 9"/>
                        <a:gd name="T8" fmla="*/ 0 w 9"/>
                        <a:gd name="T9" fmla="*/ 4 h 9"/>
                        <a:gd name="T10" fmla="*/ 0 w 9"/>
                        <a:gd name="T11" fmla="*/ 6 h 9"/>
                        <a:gd name="T12" fmla="*/ 1 w 9"/>
                        <a:gd name="T13" fmla="*/ 7 h 9"/>
                        <a:gd name="T14" fmla="*/ 3 w 9"/>
                        <a:gd name="T15" fmla="*/ 9 h 9"/>
                        <a:gd name="T16" fmla="*/ 4 w 9"/>
                        <a:gd name="T17" fmla="*/ 9 h 9"/>
                        <a:gd name="T18" fmla="*/ 4 w 9"/>
                        <a:gd name="T19" fmla="*/ 9 h 9"/>
                        <a:gd name="T20" fmla="*/ 6 w 9"/>
                        <a:gd name="T21" fmla="*/ 7 h 9"/>
                        <a:gd name="T22" fmla="*/ 7 w 9"/>
                        <a:gd name="T23" fmla="*/ 6 h 9"/>
                        <a:gd name="T24" fmla="*/ 9 w 9"/>
                        <a:gd name="T25" fmla="*/ 4 h 9"/>
                        <a:gd name="T26" fmla="*/ 9 w 9"/>
                        <a:gd name="T27" fmla="*/ 3 h 9"/>
                        <a:gd name="T28" fmla="*/ 7 w 9"/>
                        <a:gd name="T29" fmla="*/ 1 h 9"/>
                        <a:gd name="T30" fmla="*/ 6 w 9"/>
                        <a:gd name="T31" fmla="*/ 0 h 9"/>
                        <a:gd name="T32" fmla="*/ 4 w 9"/>
                        <a:gd name="T33" fmla="*/ 0 h 9"/>
                        <a:gd name="T34" fmla="*/ 3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3" y="0"/>
                          </a:moveTo>
                          <a:lnTo>
                            <a:pt x="1" y="0"/>
                          </a:lnTo>
                          <a:lnTo>
                            <a:pt x="0" y="1"/>
                          </a:lnTo>
                          <a:lnTo>
                            <a:pt x="0" y="3"/>
                          </a:lnTo>
                          <a:lnTo>
                            <a:pt x="0" y="4"/>
                          </a:lnTo>
                          <a:lnTo>
                            <a:pt x="0" y="6"/>
                          </a:lnTo>
                          <a:lnTo>
                            <a:pt x="1" y="7"/>
                          </a:lnTo>
                          <a:lnTo>
                            <a:pt x="3" y="9"/>
                          </a:lnTo>
                          <a:lnTo>
                            <a:pt x="4" y="9"/>
                          </a:lnTo>
                          <a:lnTo>
                            <a:pt x="6" y="7"/>
                          </a:lnTo>
                          <a:lnTo>
                            <a:pt x="7" y="6"/>
                          </a:lnTo>
                          <a:lnTo>
                            <a:pt x="9" y="4"/>
                          </a:lnTo>
                          <a:lnTo>
                            <a:pt x="9" y="3"/>
                          </a:lnTo>
                          <a:lnTo>
                            <a:pt x="7" y="1"/>
                          </a:lnTo>
                          <a:lnTo>
                            <a:pt x="6" y="0"/>
                          </a:lnTo>
                          <a:lnTo>
                            <a:pt x="4"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18" name="Freeform 103"/>
                    <p:cNvSpPr>
                      <a:spLocks/>
                    </p:cNvSpPr>
                    <p:nvPr/>
                  </p:nvSpPr>
                  <p:spPr bwMode="auto">
                    <a:xfrm>
                      <a:off x="3723" y="2218"/>
                      <a:ext cx="9" cy="8"/>
                    </a:xfrm>
                    <a:custGeom>
                      <a:avLst/>
                      <a:gdLst>
                        <a:gd name="T0" fmla="*/ 3 w 9"/>
                        <a:gd name="T1" fmla="*/ 0 h 8"/>
                        <a:gd name="T2" fmla="*/ 1 w 9"/>
                        <a:gd name="T3" fmla="*/ 1 h 8"/>
                        <a:gd name="T4" fmla="*/ 0 w 9"/>
                        <a:gd name="T5" fmla="*/ 3 h 8"/>
                        <a:gd name="T6" fmla="*/ 0 w 9"/>
                        <a:gd name="T7" fmla="*/ 4 h 8"/>
                        <a:gd name="T8" fmla="*/ 0 w 9"/>
                        <a:gd name="T9" fmla="*/ 5 h 8"/>
                        <a:gd name="T10" fmla="*/ 0 w 9"/>
                        <a:gd name="T11" fmla="*/ 7 h 8"/>
                        <a:gd name="T12" fmla="*/ 1 w 9"/>
                        <a:gd name="T13" fmla="*/ 8 h 8"/>
                        <a:gd name="T14" fmla="*/ 3 w 9"/>
                        <a:gd name="T15" fmla="*/ 8 h 8"/>
                        <a:gd name="T16" fmla="*/ 4 w 9"/>
                        <a:gd name="T17" fmla="*/ 8 h 8"/>
                        <a:gd name="T18" fmla="*/ 4 w 9"/>
                        <a:gd name="T19" fmla="*/ 8 h 8"/>
                        <a:gd name="T20" fmla="*/ 6 w 9"/>
                        <a:gd name="T21" fmla="*/ 8 h 8"/>
                        <a:gd name="T22" fmla="*/ 7 w 9"/>
                        <a:gd name="T23" fmla="*/ 7 h 8"/>
                        <a:gd name="T24" fmla="*/ 9 w 9"/>
                        <a:gd name="T25" fmla="*/ 5 h 8"/>
                        <a:gd name="T26" fmla="*/ 9 w 9"/>
                        <a:gd name="T27" fmla="*/ 4 h 8"/>
                        <a:gd name="T28" fmla="*/ 7 w 9"/>
                        <a:gd name="T29" fmla="*/ 3 h 8"/>
                        <a:gd name="T30" fmla="*/ 6 w 9"/>
                        <a:gd name="T31" fmla="*/ 1 h 8"/>
                        <a:gd name="T32" fmla="*/ 4 w 9"/>
                        <a:gd name="T33" fmla="*/ 0 h 8"/>
                        <a:gd name="T34" fmla="*/ 3 w 9"/>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3" y="0"/>
                          </a:moveTo>
                          <a:lnTo>
                            <a:pt x="1" y="1"/>
                          </a:lnTo>
                          <a:lnTo>
                            <a:pt x="0" y="3"/>
                          </a:lnTo>
                          <a:lnTo>
                            <a:pt x="0" y="4"/>
                          </a:lnTo>
                          <a:lnTo>
                            <a:pt x="0" y="5"/>
                          </a:lnTo>
                          <a:lnTo>
                            <a:pt x="0" y="7"/>
                          </a:lnTo>
                          <a:lnTo>
                            <a:pt x="1" y="8"/>
                          </a:lnTo>
                          <a:lnTo>
                            <a:pt x="3" y="8"/>
                          </a:lnTo>
                          <a:lnTo>
                            <a:pt x="4" y="8"/>
                          </a:lnTo>
                          <a:lnTo>
                            <a:pt x="6" y="8"/>
                          </a:lnTo>
                          <a:lnTo>
                            <a:pt x="7" y="7"/>
                          </a:lnTo>
                          <a:lnTo>
                            <a:pt x="9" y="5"/>
                          </a:lnTo>
                          <a:lnTo>
                            <a:pt x="9" y="4"/>
                          </a:lnTo>
                          <a:lnTo>
                            <a:pt x="7" y="3"/>
                          </a:lnTo>
                          <a:lnTo>
                            <a:pt x="6" y="1"/>
                          </a:lnTo>
                          <a:lnTo>
                            <a:pt x="4"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19" name="Freeform 104"/>
                    <p:cNvSpPr>
                      <a:spLocks/>
                    </p:cNvSpPr>
                    <p:nvPr/>
                  </p:nvSpPr>
                  <p:spPr bwMode="auto">
                    <a:xfrm>
                      <a:off x="3739" y="2213"/>
                      <a:ext cx="8" cy="9"/>
                    </a:xfrm>
                    <a:custGeom>
                      <a:avLst/>
                      <a:gdLst>
                        <a:gd name="T0" fmla="*/ 4 w 8"/>
                        <a:gd name="T1" fmla="*/ 0 h 9"/>
                        <a:gd name="T2" fmla="*/ 3 w 8"/>
                        <a:gd name="T3" fmla="*/ 2 h 9"/>
                        <a:gd name="T4" fmla="*/ 1 w 8"/>
                        <a:gd name="T5" fmla="*/ 3 h 9"/>
                        <a:gd name="T6" fmla="*/ 0 w 8"/>
                        <a:gd name="T7" fmla="*/ 5 h 9"/>
                        <a:gd name="T8" fmla="*/ 0 w 8"/>
                        <a:gd name="T9" fmla="*/ 6 h 9"/>
                        <a:gd name="T10" fmla="*/ 1 w 8"/>
                        <a:gd name="T11" fmla="*/ 8 h 9"/>
                        <a:gd name="T12" fmla="*/ 3 w 8"/>
                        <a:gd name="T13" fmla="*/ 9 h 9"/>
                        <a:gd name="T14" fmla="*/ 4 w 8"/>
                        <a:gd name="T15" fmla="*/ 9 h 9"/>
                        <a:gd name="T16" fmla="*/ 6 w 8"/>
                        <a:gd name="T17" fmla="*/ 9 h 9"/>
                        <a:gd name="T18" fmla="*/ 6 w 8"/>
                        <a:gd name="T19" fmla="*/ 9 h 9"/>
                        <a:gd name="T20" fmla="*/ 7 w 8"/>
                        <a:gd name="T21" fmla="*/ 9 h 9"/>
                        <a:gd name="T22" fmla="*/ 8 w 8"/>
                        <a:gd name="T23" fmla="*/ 8 h 9"/>
                        <a:gd name="T24" fmla="*/ 8 w 8"/>
                        <a:gd name="T25" fmla="*/ 6 h 9"/>
                        <a:gd name="T26" fmla="*/ 8 w 8"/>
                        <a:gd name="T27" fmla="*/ 5 h 9"/>
                        <a:gd name="T28" fmla="*/ 8 w 8"/>
                        <a:gd name="T29" fmla="*/ 3 h 9"/>
                        <a:gd name="T30" fmla="*/ 7 w 8"/>
                        <a:gd name="T31" fmla="*/ 2 h 9"/>
                        <a:gd name="T32" fmla="*/ 6 w 8"/>
                        <a:gd name="T33" fmla="*/ 0 h 9"/>
                        <a:gd name="T34" fmla="*/ 4 w 8"/>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4" y="0"/>
                          </a:moveTo>
                          <a:lnTo>
                            <a:pt x="3" y="2"/>
                          </a:lnTo>
                          <a:lnTo>
                            <a:pt x="1" y="3"/>
                          </a:lnTo>
                          <a:lnTo>
                            <a:pt x="0" y="5"/>
                          </a:lnTo>
                          <a:lnTo>
                            <a:pt x="0" y="6"/>
                          </a:lnTo>
                          <a:lnTo>
                            <a:pt x="1" y="8"/>
                          </a:lnTo>
                          <a:lnTo>
                            <a:pt x="3" y="9"/>
                          </a:lnTo>
                          <a:lnTo>
                            <a:pt x="4" y="9"/>
                          </a:lnTo>
                          <a:lnTo>
                            <a:pt x="6" y="9"/>
                          </a:lnTo>
                          <a:lnTo>
                            <a:pt x="7" y="9"/>
                          </a:lnTo>
                          <a:lnTo>
                            <a:pt x="8" y="8"/>
                          </a:lnTo>
                          <a:lnTo>
                            <a:pt x="8" y="6"/>
                          </a:lnTo>
                          <a:lnTo>
                            <a:pt x="8" y="5"/>
                          </a:lnTo>
                          <a:lnTo>
                            <a:pt x="8" y="3"/>
                          </a:lnTo>
                          <a:lnTo>
                            <a:pt x="7" y="2"/>
                          </a:lnTo>
                          <a:lnTo>
                            <a:pt x="6"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20" name="Freeform 105"/>
                    <p:cNvSpPr>
                      <a:spLocks/>
                    </p:cNvSpPr>
                    <p:nvPr/>
                  </p:nvSpPr>
                  <p:spPr bwMode="auto">
                    <a:xfrm>
                      <a:off x="3756" y="2212"/>
                      <a:ext cx="9" cy="9"/>
                    </a:xfrm>
                    <a:custGeom>
                      <a:avLst/>
                      <a:gdLst>
                        <a:gd name="T0" fmla="*/ 6 w 9"/>
                        <a:gd name="T1" fmla="*/ 0 h 9"/>
                        <a:gd name="T2" fmla="*/ 5 w 9"/>
                        <a:gd name="T3" fmla="*/ 0 h 9"/>
                        <a:gd name="T4" fmla="*/ 3 w 9"/>
                        <a:gd name="T5" fmla="*/ 0 h 9"/>
                        <a:gd name="T6" fmla="*/ 2 w 9"/>
                        <a:gd name="T7" fmla="*/ 1 h 9"/>
                        <a:gd name="T8" fmla="*/ 0 w 9"/>
                        <a:gd name="T9" fmla="*/ 3 h 9"/>
                        <a:gd name="T10" fmla="*/ 0 w 9"/>
                        <a:gd name="T11" fmla="*/ 4 h 9"/>
                        <a:gd name="T12" fmla="*/ 2 w 9"/>
                        <a:gd name="T13" fmla="*/ 6 h 9"/>
                        <a:gd name="T14" fmla="*/ 3 w 9"/>
                        <a:gd name="T15" fmla="*/ 7 h 9"/>
                        <a:gd name="T16" fmla="*/ 5 w 9"/>
                        <a:gd name="T17" fmla="*/ 9 h 9"/>
                        <a:gd name="T18" fmla="*/ 5 w 9"/>
                        <a:gd name="T19" fmla="*/ 9 h 9"/>
                        <a:gd name="T20" fmla="*/ 6 w 9"/>
                        <a:gd name="T21" fmla="*/ 9 h 9"/>
                        <a:gd name="T22" fmla="*/ 7 w 9"/>
                        <a:gd name="T23" fmla="*/ 7 h 9"/>
                        <a:gd name="T24" fmla="*/ 9 w 9"/>
                        <a:gd name="T25" fmla="*/ 6 h 9"/>
                        <a:gd name="T26" fmla="*/ 9 w 9"/>
                        <a:gd name="T27" fmla="*/ 4 h 9"/>
                        <a:gd name="T28" fmla="*/ 9 w 9"/>
                        <a:gd name="T29" fmla="*/ 3 h 9"/>
                        <a:gd name="T30" fmla="*/ 9 w 9"/>
                        <a:gd name="T31" fmla="*/ 1 h 9"/>
                        <a:gd name="T32" fmla="*/ 7 w 9"/>
                        <a:gd name="T33" fmla="*/ 0 h 9"/>
                        <a:gd name="T34" fmla="*/ 6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6" y="0"/>
                          </a:moveTo>
                          <a:lnTo>
                            <a:pt x="5" y="0"/>
                          </a:lnTo>
                          <a:lnTo>
                            <a:pt x="3" y="0"/>
                          </a:lnTo>
                          <a:lnTo>
                            <a:pt x="2" y="1"/>
                          </a:lnTo>
                          <a:lnTo>
                            <a:pt x="0" y="3"/>
                          </a:lnTo>
                          <a:lnTo>
                            <a:pt x="0" y="4"/>
                          </a:lnTo>
                          <a:lnTo>
                            <a:pt x="2" y="6"/>
                          </a:lnTo>
                          <a:lnTo>
                            <a:pt x="3" y="7"/>
                          </a:lnTo>
                          <a:lnTo>
                            <a:pt x="5" y="9"/>
                          </a:lnTo>
                          <a:lnTo>
                            <a:pt x="6" y="9"/>
                          </a:lnTo>
                          <a:lnTo>
                            <a:pt x="7" y="7"/>
                          </a:lnTo>
                          <a:lnTo>
                            <a:pt x="9" y="6"/>
                          </a:lnTo>
                          <a:lnTo>
                            <a:pt x="9" y="4"/>
                          </a:lnTo>
                          <a:lnTo>
                            <a:pt x="9" y="3"/>
                          </a:lnTo>
                          <a:lnTo>
                            <a:pt x="9" y="1"/>
                          </a:lnTo>
                          <a:lnTo>
                            <a:pt x="7" y="0"/>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21" name="Freeform 106"/>
                    <p:cNvSpPr>
                      <a:spLocks/>
                    </p:cNvSpPr>
                    <p:nvPr/>
                  </p:nvSpPr>
                  <p:spPr bwMode="auto">
                    <a:xfrm>
                      <a:off x="3774" y="2212"/>
                      <a:ext cx="8" cy="9"/>
                    </a:xfrm>
                    <a:custGeom>
                      <a:avLst/>
                      <a:gdLst>
                        <a:gd name="T0" fmla="*/ 5 w 8"/>
                        <a:gd name="T1" fmla="*/ 0 h 9"/>
                        <a:gd name="T2" fmla="*/ 4 w 8"/>
                        <a:gd name="T3" fmla="*/ 0 h 9"/>
                        <a:gd name="T4" fmla="*/ 3 w 8"/>
                        <a:gd name="T5" fmla="*/ 0 h 9"/>
                        <a:gd name="T6" fmla="*/ 1 w 8"/>
                        <a:gd name="T7" fmla="*/ 1 h 9"/>
                        <a:gd name="T8" fmla="*/ 0 w 8"/>
                        <a:gd name="T9" fmla="*/ 3 h 9"/>
                        <a:gd name="T10" fmla="*/ 0 w 8"/>
                        <a:gd name="T11" fmla="*/ 4 h 9"/>
                        <a:gd name="T12" fmla="*/ 1 w 8"/>
                        <a:gd name="T13" fmla="*/ 6 h 9"/>
                        <a:gd name="T14" fmla="*/ 3 w 8"/>
                        <a:gd name="T15" fmla="*/ 7 h 9"/>
                        <a:gd name="T16" fmla="*/ 4 w 8"/>
                        <a:gd name="T17" fmla="*/ 9 h 9"/>
                        <a:gd name="T18" fmla="*/ 4 w 8"/>
                        <a:gd name="T19" fmla="*/ 9 h 9"/>
                        <a:gd name="T20" fmla="*/ 5 w 8"/>
                        <a:gd name="T21" fmla="*/ 9 h 9"/>
                        <a:gd name="T22" fmla="*/ 7 w 8"/>
                        <a:gd name="T23" fmla="*/ 7 h 9"/>
                        <a:gd name="T24" fmla="*/ 8 w 8"/>
                        <a:gd name="T25" fmla="*/ 6 h 9"/>
                        <a:gd name="T26" fmla="*/ 8 w 8"/>
                        <a:gd name="T27" fmla="*/ 4 h 9"/>
                        <a:gd name="T28" fmla="*/ 8 w 8"/>
                        <a:gd name="T29" fmla="*/ 3 h 9"/>
                        <a:gd name="T30" fmla="*/ 8 w 8"/>
                        <a:gd name="T31" fmla="*/ 1 h 9"/>
                        <a:gd name="T32" fmla="*/ 7 w 8"/>
                        <a:gd name="T33" fmla="*/ 0 h 9"/>
                        <a:gd name="T34" fmla="*/ 5 w 8"/>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5" y="0"/>
                          </a:moveTo>
                          <a:lnTo>
                            <a:pt x="4" y="0"/>
                          </a:lnTo>
                          <a:lnTo>
                            <a:pt x="3" y="0"/>
                          </a:lnTo>
                          <a:lnTo>
                            <a:pt x="1" y="1"/>
                          </a:lnTo>
                          <a:lnTo>
                            <a:pt x="0" y="3"/>
                          </a:lnTo>
                          <a:lnTo>
                            <a:pt x="0" y="4"/>
                          </a:lnTo>
                          <a:lnTo>
                            <a:pt x="1" y="6"/>
                          </a:lnTo>
                          <a:lnTo>
                            <a:pt x="3" y="7"/>
                          </a:lnTo>
                          <a:lnTo>
                            <a:pt x="4" y="9"/>
                          </a:lnTo>
                          <a:lnTo>
                            <a:pt x="5" y="9"/>
                          </a:lnTo>
                          <a:lnTo>
                            <a:pt x="7" y="7"/>
                          </a:lnTo>
                          <a:lnTo>
                            <a:pt x="8" y="6"/>
                          </a:lnTo>
                          <a:lnTo>
                            <a:pt x="8" y="4"/>
                          </a:lnTo>
                          <a:lnTo>
                            <a:pt x="8" y="3"/>
                          </a:lnTo>
                          <a:lnTo>
                            <a:pt x="8" y="1"/>
                          </a:lnTo>
                          <a:lnTo>
                            <a:pt x="7" y="0"/>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22" name="Freeform 107"/>
                    <p:cNvSpPr>
                      <a:spLocks/>
                    </p:cNvSpPr>
                    <p:nvPr/>
                  </p:nvSpPr>
                  <p:spPr bwMode="auto">
                    <a:xfrm>
                      <a:off x="3791" y="2215"/>
                      <a:ext cx="9" cy="8"/>
                    </a:xfrm>
                    <a:custGeom>
                      <a:avLst/>
                      <a:gdLst>
                        <a:gd name="T0" fmla="*/ 6 w 9"/>
                        <a:gd name="T1" fmla="*/ 0 h 8"/>
                        <a:gd name="T2" fmla="*/ 4 w 9"/>
                        <a:gd name="T3" fmla="*/ 0 h 8"/>
                        <a:gd name="T4" fmla="*/ 3 w 9"/>
                        <a:gd name="T5" fmla="*/ 0 h 8"/>
                        <a:gd name="T6" fmla="*/ 2 w 9"/>
                        <a:gd name="T7" fmla="*/ 1 h 8"/>
                        <a:gd name="T8" fmla="*/ 0 w 9"/>
                        <a:gd name="T9" fmla="*/ 3 h 8"/>
                        <a:gd name="T10" fmla="*/ 0 w 9"/>
                        <a:gd name="T11" fmla="*/ 4 h 8"/>
                        <a:gd name="T12" fmla="*/ 2 w 9"/>
                        <a:gd name="T13" fmla="*/ 6 h 8"/>
                        <a:gd name="T14" fmla="*/ 3 w 9"/>
                        <a:gd name="T15" fmla="*/ 7 h 8"/>
                        <a:gd name="T16" fmla="*/ 4 w 9"/>
                        <a:gd name="T17" fmla="*/ 8 h 8"/>
                        <a:gd name="T18" fmla="*/ 4 w 9"/>
                        <a:gd name="T19" fmla="*/ 8 h 8"/>
                        <a:gd name="T20" fmla="*/ 6 w 9"/>
                        <a:gd name="T21" fmla="*/ 8 h 8"/>
                        <a:gd name="T22" fmla="*/ 7 w 9"/>
                        <a:gd name="T23" fmla="*/ 7 h 8"/>
                        <a:gd name="T24" fmla="*/ 9 w 9"/>
                        <a:gd name="T25" fmla="*/ 6 h 8"/>
                        <a:gd name="T26" fmla="*/ 9 w 9"/>
                        <a:gd name="T27" fmla="*/ 4 h 8"/>
                        <a:gd name="T28" fmla="*/ 9 w 9"/>
                        <a:gd name="T29" fmla="*/ 3 h 8"/>
                        <a:gd name="T30" fmla="*/ 9 w 9"/>
                        <a:gd name="T31" fmla="*/ 1 h 8"/>
                        <a:gd name="T32" fmla="*/ 7 w 9"/>
                        <a:gd name="T33" fmla="*/ 0 h 8"/>
                        <a:gd name="T34" fmla="*/ 6 w 9"/>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6" y="0"/>
                          </a:moveTo>
                          <a:lnTo>
                            <a:pt x="4" y="0"/>
                          </a:lnTo>
                          <a:lnTo>
                            <a:pt x="3" y="0"/>
                          </a:lnTo>
                          <a:lnTo>
                            <a:pt x="2" y="1"/>
                          </a:lnTo>
                          <a:lnTo>
                            <a:pt x="0" y="3"/>
                          </a:lnTo>
                          <a:lnTo>
                            <a:pt x="0" y="4"/>
                          </a:lnTo>
                          <a:lnTo>
                            <a:pt x="2" y="6"/>
                          </a:lnTo>
                          <a:lnTo>
                            <a:pt x="3" y="7"/>
                          </a:lnTo>
                          <a:lnTo>
                            <a:pt x="4" y="8"/>
                          </a:lnTo>
                          <a:lnTo>
                            <a:pt x="6" y="8"/>
                          </a:lnTo>
                          <a:lnTo>
                            <a:pt x="7" y="7"/>
                          </a:lnTo>
                          <a:lnTo>
                            <a:pt x="9" y="6"/>
                          </a:lnTo>
                          <a:lnTo>
                            <a:pt x="9" y="4"/>
                          </a:lnTo>
                          <a:lnTo>
                            <a:pt x="9" y="3"/>
                          </a:lnTo>
                          <a:lnTo>
                            <a:pt x="9" y="1"/>
                          </a:lnTo>
                          <a:lnTo>
                            <a:pt x="7" y="0"/>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23" name="Freeform 108"/>
                    <p:cNvSpPr>
                      <a:spLocks/>
                    </p:cNvSpPr>
                    <p:nvPr/>
                  </p:nvSpPr>
                  <p:spPr bwMode="auto">
                    <a:xfrm>
                      <a:off x="3808" y="2219"/>
                      <a:ext cx="9" cy="9"/>
                    </a:xfrm>
                    <a:custGeom>
                      <a:avLst/>
                      <a:gdLst>
                        <a:gd name="T0" fmla="*/ 5 w 9"/>
                        <a:gd name="T1" fmla="*/ 0 h 9"/>
                        <a:gd name="T2" fmla="*/ 3 w 9"/>
                        <a:gd name="T3" fmla="*/ 0 h 9"/>
                        <a:gd name="T4" fmla="*/ 2 w 9"/>
                        <a:gd name="T5" fmla="*/ 0 h 9"/>
                        <a:gd name="T6" fmla="*/ 0 w 9"/>
                        <a:gd name="T7" fmla="*/ 2 h 9"/>
                        <a:gd name="T8" fmla="*/ 0 w 9"/>
                        <a:gd name="T9" fmla="*/ 3 h 9"/>
                        <a:gd name="T10" fmla="*/ 0 w 9"/>
                        <a:gd name="T11" fmla="*/ 4 h 9"/>
                        <a:gd name="T12" fmla="*/ 0 w 9"/>
                        <a:gd name="T13" fmla="*/ 6 h 9"/>
                        <a:gd name="T14" fmla="*/ 2 w 9"/>
                        <a:gd name="T15" fmla="*/ 7 h 9"/>
                        <a:gd name="T16" fmla="*/ 3 w 9"/>
                        <a:gd name="T17" fmla="*/ 9 h 9"/>
                        <a:gd name="T18" fmla="*/ 3 w 9"/>
                        <a:gd name="T19" fmla="*/ 9 h 9"/>
                        <a:gd name="T20" fmla="*/ 5 w 9"/>
                        <a:gd name="T21" fmla="*/ 9 h 9"/>
                        <a:gd name="T22" fmla="*/ 6 w 9"/>
                        <a:gd name="T23" fmla="*/ 7 h 9"/>
                        <a:gd name="T24" fmla="*/ 8 w 9"/>
                        <a:gd name="T25" fmla="*/ 6 h 9"/>
                        <a:gd name="T26" fmla="*/ 9 w 9"/>
                        <a:gd name="T27" fmla="*/ 4 h 9"/>
                        <a:gd name="T28" fmla="*/ 9 w 9"/>
                        <a:gd name="T29" fmla="*/ 3 h 9"/>
                        <a:gd name="T30" fmla="*/ 8 w 9"/>
                        <a:gd name="T31" fmla="*/ 2 h 9"/>
                        <a:gd name="T32" fmla="*/ 6 w 9"/>
                        <a:gd name="T33" fmla="*/ 0 h 9"/>
                        <a:gd name="T34" fmla="*/ 5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5" y="0"/>
                          </a:moveTo>
                          <a:lnTo>
                            <a:pt x="3" y="0"/>
                          </a:lnTo>
                          <a:lnTo>
                            <a:pt x="2" y="0"/>
                          </a:lnTo>
                          <a:lnTo>
                            <a:pt x="0" y="2"/>
                          </a:lnTo>
                          <a:lnTo>
                            <a:pt x="0" y="3"/>
                          </a:lnTo>
                          <a:lnTo>
                            <a:pt x="0" y="4"/>
                          </a:lnTo>
                          <a:lnTo>
                            <a:pt x="0" y="6"/>
                          </a:lnTo>
                          <a:lnTo>
                            <a:pt x="2" y="7"/>
                          </a:lnTo>
                          <a:lnTo>
                            <a:pt x="3" y="9"/>
                          </a:lnTo>
                          <a:lnTo>
                            <a:pt x="5" y="9"/>
                          </a:lnTo>
                          <a:lnTo>
                            <a:pt x="6" y="7"/>
                          </a:lnTo>
                          <a:lnTo>
                            <a:pt x="8" y="6"/>
                          </a:lnTo>
                          <a:lnTo>
                            <a:pt x="9" y="4"/>
                          </a:lnTo>
                          <a:lnTo>
                            <a:pt x="9" y="3"/>
                          </a:lnTo>
                          <a:lnTo>
                            <a:pt x="8" y="2"/>
                          </a:lnTo>
                          <a:lnTo>
                            <a:pt x="6" y="0"/>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24" name="Freeform 109"/>
                    <p:cNvSpPr>
                      <a:spLocks/>
                    </p:cNvSpPr>
                    <p:nvPr/>
                  </p:nvSpPr>
                  <p:spPr bwMode="auto">
                    <a:xfrm>
                      <a:off x="3824" y="2225"/>
                      <a:ext cx="9" cy="9"/>
                    </a:xfrm>
                    <a:custGeom>
                      <a:avLst/>
                      <a:gdLst>
                        <a:gd name="T0" fmla="*/ 5 w 9"/>
                        <a:gd name="T1" fmla="*/ 0 h 9"/>
                        <a:gd name="T2" fmla="*/ 3 w 9"/>
                        <a:gd name="T3" fmla="*/ 0 h 9"/>
                        <a:gd name="T4" fmla="*/ 2 w 9"/>
                        <a:gd name="T5" fmla="*/ 1 h 9"/>
                        <a:gd name="T6" fmla="*/ 0 w 9"/>
                        <a:gd name="T7" fmla="*/ 3 h 9"/>
                        <a:gd name="T8" fmla="*/ 0 w 9"/>
                        <a:gd name="T9" fmla="*/ 4 h 9"/>
                        <a:gd name="T10" fmla="*/ 0 w 9"/>
                        <a:gd name="T11" fmla="*/ 6 h 9"/>
                        <a:gd name="T12" fmla="*/ 0 w 9"/>
                        <a:gd name="T13" fmla="*/ 7 h 9"/>
                        <a:gd name="T14" fmla="*/ 2 w 9"/>
                        <a:gd name="T15" fmla="*/ 9 h 9"/>
                        <a:gd name="T16" fmla="*/ 3 w 9"/>
                        <a:gd name="T17" fmla="*/ 9 h 9"/>
                        <a:gd name="T18" fmla="*/ 3 w 9"/>
                        <a:gd name="T19" fmla="*/ 9 h 9"/>
                        <a:gd name="T20" fmla="*/ 5 w 9"/>
                        <a:gd name="T21" fmla="*/ 9 h 9"/>
                        <a:gd name="T22" fmla="*/ 6 w 9"/>
                        <a:gd name="T23" fmla="*/ 9 h 9"/>
                        <a:gd name="T24" fmla="*/ 8 w 9"/>
                        <a:gd name="T25" fmla="*/ 7 h 9"/>
                        <a:gd name="T26" fmla="*/ 9 w 9"/>
                        <a:gd name="T27" fmla="*/ 6 h 9"/>
                        <a:gd name="T28" fmla="*/ 9 w 9"/>
                        <a:gd name="T29" fmla="*/ 4 h 9"/>
                        <a:gd name="T30" fmla="*/ 8 w 9"/>
                        <a:gd name="T31" fmla="*/ 3 h 9"/>
                        <a:gd name="T32" fmla="*/ 6 w 9"/>
                        <a:gd name="T33" fmla="*/ 1 h 9"/>
                        <a:gd name="T34" fmla="*/ 5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5" y="0"/>
                          </a:moveTo>
                          <a:lnTo>
                            <a:pt x="3" y="0"/>
                          </a:lnTo>
                          <a:lnTo>
                            <a:pt x="2" y="1"/>
                          </a:lnTo>
                          <a:lnTo>
                            <a:pt x="0" y="3"/>
                          </a:lnTo>
                          <a:lnTo>
                            <a:pt x="0" y="4"/>
                          </a:lnTo>
                          <a:lnTo>
                            <a:pt x="0" y="6"/>
                          </a:lnTo>
                          <a:lnTo>
                            <a:pt x="0" y="7"/>
                          </a:lnTo>
                          <a:lnTo>
                            <a:pt x="2" y="9"/>
                          </a:lnTo>
                          <a:lnTo>
                            <a:pt x="3" y="9"/>
                          </a:lnTo>
                          <a:lnTo>
                            <a:pt x="5" y="9"/>
                          </a:lnTo>
                          <a:lnTo>
                            <a:pt x="6" y="9"/>
                          </a:lnTo>
                          <a:lnTo>
                            <a:pt x="8" y="7"/>
                          </a:lnTo>
                          <a:lnTo>
                            <a:pt x="9" y="6"/>
                          </a:lnTo>
                          <a:lnTo>
                            <a:pt x="9" y="4"/>
                          </a:lnTo>
                          <a:lnTo>
                            <a:pt x="8" y="3"/>
                          </a:lnTo>
                          <a:lnTo>
                            <a:pt x="6"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25" name="Freeform 110"/>
                    <p:cNvSpPr>
                      <a:spLocks/>
                    </p:cNvSpPr>
                    <p:nvPr/>
                  </p:nvSpPr>
                  <p:spPr bwMode="auto">
                    <a:xfrm>
                      <a:off x="3840" y="2232"/>
                      <a:ext cx="9" cy="9"/>
                    </a:xfrm>
                    <a:custGeom>
                      <a:avLst/>
                      <a:gdLst>
                        <a:gd name="T0" fmla="*/ 5 w 9"/>
                        <a:gd name="T1" fmla="*/ 0 h 9"/>
                        <a:gd name="T2" fmla="*/ 3 w 9"/>
                        <a:gd name="T3" fmla="*/ 0 h 9"/>
                        <a:gd name="T4" fmla="*/ 2 w 9"/>
                        <a:gd name="T5" fmla="*/ 0 h 9"/>
                        <a:gd name="T6" fmla="*/ 0 w 9"/>
                        <a:gd name="T7" fmla="*/ 2 h 9"/>
                        <a:gd name="T8" fmla="*/ 0 w 9"/>
                        <a:gd name="T9" fmla="*/ 3 h 9"/>
                        <a:gd name="T10" fmla="*/ 0 w 9"/>
                        <a:gd name="T11" fmla="*/ 5 h 9"/>
                        <a:gd name="T12" fmla="*/ 0 w 9"/>
                        <a:gd name="T13" fmla="*/ 6 h 9"/>
                        <a:gd name="T14" fmla="*/ 2 w 9"/>
                        <a:gd name="T15" fmla="*/ 7 h 9"/>
                        <a:gd name="T16" fmla="*/ 3 w 9"/>
                        <a:gd name="T17" fmla="*/ 9 h 9"/>
                        <a:gd name="T18" fmla="*/ 3 w 9"/>
                        <a:gd name="T19" fmla="*/ 9 h 9"/>
                        <a:gd name="T20" fmla="*/ 5 w 9"/>
                        <a:gd name="T21" fmla="*/ 9 h 9"/>
                        <a:gd name="T22" fmla="*/ 6 w 9"/>
                        <a:gd name="T23" fmla="*/ 7 h 9"/>
                        <a:gd name="T24" fmla="*/ 8 w 9"/>
                        <a:gd name="T25" fmla="*/ 6 h 9"/>
                        <a:gd name="T26" fmla="*/ 9 w 9"/>
                        <a:gd name="T27" fmla="*/ 5 h 9"/>
                        <a:gd name="T28" fmla="*/ 9 w 9"/>
                        <a:gd name="T29" fmla="*/ 3 h 9"/>
                        <a:gd name="T30" fmla="*/ 8 w 9"/>
                        <a:gd name="T31" fmla="*/ 2 h 9"/>
                        <a:gd name="T32" fmla="*/ 6 w 9"/>
                        <a:gd name="T33" fmla="*/ 0 h 9"/>
                        <a:gd name="T34" fmla="*/ 5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5" y="0"/>
                          </a:moveTo>
                          <a:lnTo>
                            <a:pt x="3" y="0"/>
                          </a:lnTo>
                          <a:lnTo>
                            <a:pt x="2" y="0"/>
                          </a:lnTo>
                          <a:lnTo>
                            <a:pt x="0" y="2"/>
                          </a:lnTo>
                          <a:lnTo>
                            <a:pt x="0" y="3"/>
                          </a:lnTo>
                          <a:lnTo>
                            <a:pt x="0" y="5"/>
                          </a:lnTo>
                          <a:lnTo>
                            <a:pt x="0" y="6"/>
                          </a:lnTo>
                          <a:lnTo>
                            <a:pt x="2" y="7"/>
                          </a:lnTo>
                          <a:lnTo>
                            <a:pt x="3" y="9"/>
                          </a:lnTo>
                          <a:lnTo>
                            <a:pt x="5" y="9"/>
                          </a:lnTo>
                          <a:lnTo>
                            <a:pt x="6" y="7"/>
                          </a:lnTo>
                          <a:lnTo>
                            <a:pt x="8" y="6"/>
                          </a:lnTo>
                          <a:lnTo>
                            <a:pt x="9" y="5"/>
                          </a:lnTo>
                          <a:lnTo>
                            <a:pt x="9" y="3"/>
                          </a:lnTo>
                          <a:lnTo>
                            <a:pt x="8" y="2"/>
                          </a:lnTo>
                          <a:lnTo>
                            <a:pt x="6" y="0"/>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26" name="Freeform 111"/>
                    <p:cNvSpPr>
                      <a:spLocks/>
                    </p:cNvSpPr>
                    <p:nvPr/>
                  </p:nvSpPr>
                  <p:spPr bwMode="auto">
                    <a:xfrm>
                      <a:off x="3856" y="2239"/>
                      <a:ext cx="9" cy="9"/>
                    </a:xfrm>
                    <a:custGeom>
                      <a:avLst/>
                      <a:gdLst>
                        <a:gd name="T0" fmla="*/ 5 w 9"/>
                        <a:gd name="T1" fmla="*/ 0 h 9"/>
                        <a:gd name="T2" fmla="*/ 3 w 9"/>
                        <a:gd name="T3" fmla="*/ 0 h 9"/>
                        <a:gd name="T4" fmla="*/ 2 w 9"/>
                        <a:gd name="T5" fmla="*/ 0 h 9"/>
                        <a:gd name="T6" fmla="*/ 0 w 9"/>
                        <a:gd name="T7" fmla="*/ 2 h 9"/>
                        <a:gd name="T8" fmla="*/ 0 w 9"/>
                        <a:gd name="T9" fmla="*/ 3 h 9"/>
                        <a:gd name="T10" fmla="*/ 0 w 9"/>
                        <a:gd name="T11" fmla="*/ 5 h 9"/>
                        <a:gd name="T12" fmla="*/ 0 w 9"/>
                        <a:gd name="T13" fmla="*/ 6 h 9"/>
                        <a:gd name="T14" fmla="*/ 2 w 9"/>
                        <a:gd name="T15" fmla="*/ 8 h 9"/>
                        <a:gd name="T16" fmla="*/ 3 w 9"/>
                        <a:gd name="T17" fmla="*/ 9 h 9"/>
                        <a:gd name="T18" fmla="*/ 3 w 9"/>
                        <a:gd name="T19" fmla="*/ 9 h 9"/>
                        <a:gd name="T20" fmla="*/ 5 w 9"/>
                        <a:gd name="T21" fmla="*/ 9 h 9"/>
                        <a:gd name="T22" fmla="*/ 6 w 9"/>
                        <a:gd name="T23" fmla="*/ 8 h 9"/>
                        <a:gd name="T24" fmla="*/ 8 w 9"/>
                        <a:gd name="T25" fmla="*/ 6 h 9"/>
                        <a:gd name="T26" fmla="*/ 9 w 9"/>
                        <a:gd name="T27" fmla="*/ 5 h 9"/>
                        <a:gd name="T28" fmla="*/ 9 w 9"/>
                        <a:gd name="T29" fmla="*/ 3 h 9"/>
                        <a:gd name="T30" fmla="*/ 8 w 9"/>
                        <a:gd name="T31" fmla="*/ 2 h 9"/>
                        <a:gd name="T32" fmla="*/ 6 w 9"/>
                        <a:gd name="T33" fmla="*/ 0 h 9"/>
                        <a:gd name="T34" fmla="*/ 5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5" y="0"/>
                          </a:moveTo>
                          <a:lnTo>
                            <a:pt x="3" y="0"/>
                          </a:lnTo>
                          <a:lnTo>
                            <a:pt x="2" y="0"/>
                          </a:lnTo>
                          <a:lnTo>
                            <a:pt x="0" y="2"/>
                          </a:lnTo>
                          <a:lnTo>
                            <a:pt x="0" y="3"/>
                          </a:lnTo>
                          <a:lnTo>
                            <a:pt x="0" y="5"/>
                          </a:lnTo>
                          <a:lnTo>
                            <a:pt x="0" y="6"/>
                          </a:lnTo>
                          <a:lnTo>
                            <a:pt x="2" y="8"/>
                          </a:lnTo>
                          <a:lnTo>
                            <a:pt x="3" y="9"/>
                          </a:lnTo>
                          <a:lnTo>
                            <a:pt x="5" y="9"/>
                          </a:lnTo>
                          <a:lnTo>
                            <a:pt x="6" y="8"/>
                          </a:lnTo>
                          <a:lnTo>
                            <a:pt x="8" y="6"/>
                          </a:lnTo>
                          <a:lnTo>
                            <a:pt x="9" y="5"/>
                          </a:lnTo>
                          <a:lnTo>
                            <a:pt x="9" y="3"/>
                          </a:lnTo>
                          <a:lnTo>
                            <a:pt x="8" y="2"/>
                          </a:lnTo>
                          <a:lnTo>
                            <a:pt x="6" y="0"/>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27" name="Freeform 112"/>
                    <p:cNvSpPr>
                      <a:spLocks/>
                    </p:cNvSpPr>
                    <p:nvPr/>
                  </p:nvSpPr>
                  <p:spPr bwMode="auto">
                    <a:xfrm>
                      <a:off x="3872" y="2247"/>
                      <a:ext cx="9" cy="8"/>
                    </a:xfrm>
                    <a:custGeom>
                      <a:avLst/>
                      <a:gdLst>
                        <a:gd name="T0" fmla="*/ 6 w 9"/>
                        <a:gd name="T1" fmla="*/ 0 h 8"/>
                        <a:gd name="T2" fmla="*/ 5 w 9"/>
                        <a:gd name="T3" fmla="*/ 0 h 8"/>
                        <a:gd name="T4" fmla="*/ 3 w 9"/>
                        <a:gd name="T5" fmla="*/ 0 h 8"/>
                        <a:gd name="T6" fmla="*/ 2 w 9"/>
                        <a:gd name="T7" fmla="*/ 0 h 8"/>
                        <a:gd name="T8" fmla="*/ 0 w 9"/>
                        <a:gd name="T9" fmla="*/ 1 h 8"/>
                        <a:gd name="T10" fmla="*/ 0 w 9"/>
                        <a:gd name="T11" fmla="*/ 3 h 8"/>
                        <a:gd name="T12" fmla="*/ 0 w 9"/>
                        <a:gd name="T13" fmla="*/ 4 h 8"/>
                        <a:gd name="T14" fmla="*/ 0 w 9"/>
                        <a:gd name="T15" fmla="*/ 5 h 8"/>
                        <a:gd name="T16" fmla="*/ 2 w 9"/>
                        <a:gd name="T17" fmla="*/ 7 h 8"/>
                        <a:gd name="T18" fmla="*/ 2 w 9"/>
                        <a:gd name="T19" fmla="*/ 7 h 8"/>
                        <a:gd name="T20" fmla="*/ 3 w 9"/>
                        <a:gd name="T21" fmla="*/ 8 h 8"/>
                        <a:gd name="T22" fmla="*/ 5 w 9"/>
                        <a:gd name="T23" fmla="*/ 8 h 8"/>
                        <a:gd name="T24" fmla="*/ 6 w 9"/>
                        <a:gd name="T25" fmla="*/ 7 h 8"/>
                        <a:gd name="T26" fmla="*/ 8 w 9"/>
                        <a:gd name="T27" fmla="*/ 5 h 8"/>
                        <a:gd name="T28" fmla="*/ 9 w 9"/>
                        <a:gd name="T29" fmla="*/ 4 h 8"/>
                        <a:gd name="T30" fmla="*/ 9 w 9"/>
                        <a:gd name="T31" fmla="*/ 3 h 8"/>
                        <a:gd name="T32" fmla="*/ 8 w 9"/>
                        <a:gd name="T33" fmla="*/ 1 h 8"/>
                        <a:gd name="T34" fmla="*/ 6 w 9"/>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6" y="0"/>
                          </a:moveTo>
                          <a:lnTo>
                            <a:pt x="5" y="0"/>
                          </a:lnTo>
                          <a:lnTo>
                            <a:pt x="3" y="0"/>
                          </a:lnTo>
                          <a:lnTo>
                            <a:pt x="2" y="0"/>
                          </a:lnTo>
                          <a:lnTo>
                            <a:pt x="0" y="1"/>
                          </a:lnTo>
                          <a:lnTo>
                            <a:pt x="0" y="3"/>
                          </a:lnTo>
                          <a:lnTo>
                            <a:pt x="0" y="4"/>
                          </a:lnTo>
                          <a:lnTo>
                            <a:pt x="0" y="5"/>
                          </a:lnTo>
                          <a:lnTo>
                            <a:pt x="2" y="7"/>
                          </a:lnTo>
                          <a:lnTo>
                            <a:pt x="3" y="8"/>
                          </a:lnTo>
                          <a:lnTo>
                            <a:pt x="5" y="8"/>
                          </a:lnTo>
                          <a:lnTo>
                            <a:pt x="6" y="7"/>
                          </a:lnTo>
                          <a:lnTo>
                            <a:pt x="8" y="5"/>
                          </a:lnTo>
                          <a:lnTo>
                            <a:pt x="9" y="4"/>
                          </a:lnTo>
                          <a:lnTo>
                            <a:pt x="9" y="3"/>
                          </a:lnTo>
                          <a:lnTo>
                            <a:pt x="8" y="1"/>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28" name="Freeform 113"/>
                    <p:cNvSpPr>
                      <a:spLocks/>
                    </p:cNvSpPr>
                    <p:nvPr/>
                  </p:nvSpPr>
                  <p:spPr bwMode="auto">
                    <a:xfrm>
                      <a:off x="3887" y="2254"/>
                      <a:ext cx="9" cy="9"/>
                    </a:xfrm>
                    <a:custGeom>
                      <a:avLst/>
                      <a:gdLst>
                        <a:gd name="T0" fmla="*/ 7 w 9"/>
                        <a:gd name="T1" fmla="*/ 1 h 9"/>
                        <a:gd name="T2" fmla="*/ 6 w 9"/>
                        <a:gd name="T3" fmla="*/ 0 h 9"/>
                        <a:gd name="T4" fmla="*/ 4 w 9"/>
                        <a:gd name="T5" fmla="*/ 0 h 9"/>
                        <a:gd name="T6" fmla="*/ 3 w 9"/>
                        <a:gd name="T7" fmla="*/ 1 h 9"/>
                        <a:gd name="T8" fmla="*/ 1 w 9"/>
                        <a:gd name="T9" fmla="*/ 3 h 9"/>
                        <a:gd name="T10" fmla="*/ 0 w 9"/>
                        <a:gd name="T11" fmla="*/ 4 h 9"/>
                        <a:gd name="T12" fmla="*/ 0 w 9"/>
                        <a:gd name="T13" fmla="*/ 6 h 9"/>
                        <a:gd name="T14" fmla="*/ 1 w 9"/>
                        <a:gd name="T15" fmla="*/ 7 h 9"/>
                        <a:gd name="T16" fmla="*/ 3 w 9"/>
                        <a:gd name="T17" fmla="*/ 9 h 9"/>
                        <a:gd name="T18" fmla="*/ 3 w 9"/>
                        <a:gd name="T19" fmla="*/ 9 h 9"/>
                        <a:gd name="T20" fmla="*/ 4 w 9"/>
                        <a:gd name="T21" fmla="*/ 9 h 9"/>
                        <a:gd name="T22" fmla="*/ 6 w 9"/>
                        <a:gd name="T23" fmla="*/ 9 h 9"/>
                        <a:gd name="T24" fmla="*/ 7 w 9"/>
                        <a:gd name="T25" fmla="*/ 9 h 9"/>
                        <a:gd name="T26" fmla="*/ 9 w 9"/>
                        <a:gd name="T27" fmla="*/ 7 h 9"/>
                        <a:gd name="T28" fmla="*/ 9 w 9"/>
                        <a:gd name="T29" fmla="*/ 6 h 9"/>
                        <a:gd name="T30" fmla="*/ 9 w 9"/>
                        <a:gd name="T31" fmla="*/ 4 h 9"/>
                        <a:gd name="T32" fmla="*/ 9 w 9"/>
                        <a:gd name="T33" fmla="*/ 3 h 9"/>
                        <a:gd name="T34" fmla="*/ 7 w 9"/>
                        <a:gd name="T35" fmla="*/ 1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7" y="1"/>
                          </a:moveTo>
                          <a:lnTo>
                            <a:pt x="6" y="0"/>
                          </a:lnTo>
                          <a:lnTo>
                            <a:pt x="4" y="0"/>
                          </a:lnTo>
                          <a:lnTo>
                            <a:pt x="3" y="1"/>
                          </a:lnTo>
                          <a:lnTo>
                            <a:pt x="1" y="3"/>
                          </a:lnTo>
                          <a:lnTo>
                            <a:pt x="0" y="4"/>
                          </a:lnTo>
                          <a:lnTo>
                            <a:pt x="0" y="6"/>
                          </a:lnTo>
                          <a:lnTo>
                            <a:pt x="1" y="7"/>
                          </a:lnTo>
                          <a:lnTo>
                            <a:pt x="3" y="9"/>
                          </a:lnTo>
                          <a:lnTo>
                            <a:pt x="4" y="9"/>
                          </a:lnTo>
                          <a:lnTo>
                            <a:pt x="6" y="9"/>
                          </a:lnTo>
                          <a:lnTo>
                            <a:pt x="7" y="9"/>
                          </a:lnTo>
                          <a:lnTo>
                            <a:pt x="9" y="7"/>
                          </a:lnTo>
                          <a:lnTo>
                            <a:pt x="9" y="6"/>
                          </a:lnTo>
                          <a:lnTo>
                            <a:pt x="9" y="4"/>
                          </a:lnTo>
                          <a:lnTo>
                            <a:pt x="9" y="3"/>
                          </a:lnTo>
                          <a:lnTo>
                            <a:pt x="7"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29" name="Freeform 114"/>
                    <p:cNvSpPr>
                      <a:spLocks/>
                    </p:cNvSpPr>
                    <p:nvPr/>
                  </p:nvSpPr>
                  <p:spPr bwMode="auto">
                    <a:xfrm>
                      <a:off x="3903" y="2263"/>
                      <a:ext cx="9" cy="8"/>
                    </a:xfrm>
                    <a:custGeom>
                      <a:avLst/>
                      <a:gdLst>
                        <a:gd name="T0" fmla="*/ 6 w 9"/>
                        <a:gd name="T1" fmla="*/ 1 h 8"/>
                        <a:gd name="T2" fmla="*/ 4 w 9"/>
                        <a:gd name="T3" fmla="*/ 0 h 8"/>
                        <a:gd name="T4" fmla="*/ 3 w 9"/>
                        <a:gd name="T5" fmla="*/ 0 h 8"/>
                        <a:gd name="T6" fmla="*/ 1 w 9"/>
                        <a:gd name="T7" fmla="*/ 1 h 8"/>
                        <a:gd name="T8" fmla="*/ 0 w 9"/>
                        <a:gd name="T9" fmla="*/ 3 h 8"/>
                        <a:gd name="T10" fmla="*/ 0 w 9"/>
                        <a:gd name="T11" fmla="*/ 4 h 8"/>
                        <a:gd name="T12" fmla="*/ 0 w 9"/>
                        <a:gd name="T13" fmla="*/ 5 h 8"/>
                        <a:gd name="T14" fmla="*/ 0 w 9"/>
                        <a:gd name="T15" fmla="*/ 7 h 8"/>
                        <a:gd name="T16" fmla="*/ 1 w 9"/>
                        <a:gd name="T17" fmla="*/ 8 h 8"/>
                        <a:gd name="T18" fmla="*/ 1 w 9"/>
                        <a:gd name="T19" fmla="*/ 8 h 8"/>
                        <a:gd name="T20" fmla="*/ 3 w 9"/>
                        <a:gd name="T21" fmla="*/ 8 h 8"/>
                        <a:gd name="T22" fmla="*/ 4 w 9"/>
                        <a:gd name="T23" fmla="*/ 8 h 8"/>
                        <a:gd name="T24" fmla="*/ 6 w 9"/>
                        <a:gd name="T25" fmla="*/ 8 h 8"/>
                        <a:gd name="T26" fmla="*/ 7 w 9"/>
                        <a:gd name="T27" fmla="*/ 7 h 8"/>
                        <a:gd name="T28" fmla="*/ 9 w 9"/>
                        <a:gd name="T29" fmla="*/ 5 h 8"/>
                        <a:gd name="T30" fmla="*/ 9 w 9"/>
                        <a:gd name="T31" fmla="*/ 4 h 8"/>
                        <a:gd name="T32" fmla="*/ 7 w 9"/>
                        <a:gd name="T33" fmla="*/ 3 h 8"/>
                        <a:gd name="T34" fmla="*/ 6 w 9"/>
                        <a:gd name="T35" fmla="*/ 1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6" y="1"/>
                          </a:moveTo>
                          <a:lnTo>
                            <a:pt x="4" y="0"/>
                          </a:lnTo>
                          <a:lnTo>
                            <a:pt x="3" y="0"/>
                          </a:lnTo>
                          <a:lnTo>
                            <a:pt x="1" y="1"/>
                          </a:lnTo>
                          <a:lnTo>
                            <a:pt x="0" y="3"/>
                          </a:lnTo>
                          <a:lnTo>
                            <a:pt x="0" y="4"/>
                          </a:lnTo>
                          <a:lnTo>
                            <a:pt x="0" y="5"/>
                          </a:lnTo>
                          <a:lnTo>
                            <a:pt x="0" y="7"/>
                          </a:lnTo>
                          <a:lnTo>
                            <a:pt x="1" y="8"/>
                          </a:lnTo>
                          <a:lnTo>
                            <a:pt x="3" y="8"/>
                          </a:lnTo>
                          <a:lnTo>
                            <a:pt x="4" y="8"/>
                          </a:lnTo>
                          <a:lnTo>
                            <a:pt x="6" y="8"/>
                          </a:lnTo>
                          <a:lnTo>
                            <a:pt x="7" y="7"/>
                          </a:lnTo>
                          <a:lnTo>
                            <a:pt x="9" y="5"/>
                          </a:lnTo>
                          <a:lnTo>
                            <a:pt x="9" y="4"/>
                          </a:lnTo>
                          <a:lnTo>
                            <a:pt x="7" y="3"/>
                          </a:lnTo>
                          <a:lnTo>
                            <a:pt x="6"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30" name="Freeform 115"/>
                    <p:cNvSpPr>
                      <a:spLocks/>
                    </p:cNvSpPr>
                    <p:nvPr/>
                  </p:nvSpPr>
                  <p:spPr bwMode="auto">
                    <a:xfrm>
                      <a:off x="3917" y="2271"/>
                      <a:ext cx="9" cy="9"/>
                    </a:xfrm>
                    <a:custGeom>
                      <a:avLst/>
                      <a:gdLst>
                        <a:gd name="T0" fmla="*/ 8 w 9"/>
                        <a:gd name="T1" fmla="*/ 0 h 9"/>
                        <a:gd name="T2" fmla="*/ 6 w 9"/>
                        <a:gd name="T3" fmla="*/ 0 h 9"/>
                        <a:gd name="T4" fmla="*/ 5 w 9"/>
                        <a:gd name="T5" fmla="*/ 0 h 9"/>
                        <a:gd name="T6" fmla="*/ 3 w 9"/>
                        <a:gd name="T7" fmla="*/ 0 h 9"/>
                        <a:gd name="T8" fmla="*/ 2 w 9"/>
                        <a:gd name="T9" fmla="*/ 2 h 9"/>
                        <a:gd name="T10" fmla="*/ 0 w 9"/>
                        <a:gd name="T11" fmla="*/ 3 h 9"/>
                        <a:gd name="T12" fmla="*/ 0 w 9"/>
                        <a:gd name="T13" fmla="*/ 5 h 9"/>
                        <a:gd name="T14" fmla="*/ 2 w 9"/>
                        <a:gd name="T15" fmla="*/ 6 h 9"/>
                        <a:gd name="T16" fmla="*/ 3 w 9"/>
                        <a:gd name="T17" fmla="*/ 8 h 9"/>
                        <a:gd name="T18" fmla="*/ 3 w 9"/>
                        <a:gd name="T19" fmla="*/ 8 h 9"/>
                        <a:gd name="T20" fmla="*/ 5 w 9"/>
                        <a:gd name="T21" fmla="*/ 9 h 9"/>
                        <a:gd name="T22" fmla="*/ 6 w 9"/>
                        <a:gd name="T23" fmla="*/ 9 h 9"/>
                        <a:gd name="T24" fmla="*/ 8 w 9"/>
                        <a:gd name="T25" fmla="*/ 8 h 9"/>
                        <a:gd name="T26" fmla="*/ 9 w 9"/>
                        <a:gd name="T27" fmla="*/ 6 h 9"/>
                        <a:gd name="T28" fmla="*/ 9 w 9"/>
                        <a:gd name="T29" fmla="*/ 5 h 9"/>
                        <a:gd name="T30" fmla="*/ 9 w 9"/>
                        <a:gd name="T31" fmla="*/ 3 h 9"/>
                        <a:gd name="T32" fmla="*/ 9 w 9"/>
                        <a:gd name="T33" fmla="*/ 2 h 9"/>
                        <a:gd name="T34" fmla="*/ 8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8" y="0"/>
                          </a:moveTo>
                          <a:lnTo>
                            <a:pt x="6" y="0"/>
                          </a:lnTo>
                          <a:lnTo>
                            <a:pt x="5" y="0"/>
                          </a:lnTo>
                          <a:lnTo>
                            <a:pt x="3" y="0"/>
                          </a:lnTo>
                          <a:lnTo>
                            <a:pt x="2" y="2"/>
                          </a:lnTo>
                          <a:lnTo>
                            <a:pt x="0" y="3"/>
                          </a:lnTo>
                          <a:lnTo>
                            <a:pt x="0" y="5"/>
                          </a:lnTo>
                          <a:lnTo>
                            <a:pt x="2" y="6"/>
                          </a:lnTo>
                          <a:lnTo>
                            <a:pt x="3" y="8"/>
                          </a:lnTo>
                          <a:lnTo>
                            <a:pt x="5" y="9"/>
                          </a:lnTo>
                          <a:lnTo>
                            <a:pt x="6" y="9"/>
                          </a:lnTo>
                          <a:lnTo>
                            <a:pt x="8" y="8"/>
                          </a:lnTo>
                          <a:lnTo>
                            <a:pt x="9" y="6"/>
                          </a:lnTo>
                          <a:lnTo>
                            <a:pt x="9" y="5"/>
                          </a:lnTo>
                          <a:lnTo>
                            <a:pt x="9" y="3"/>
                          </a:lnTo>
                          <a:lnTo>
                            <a:pt x="9" y="2"/>
                          </a:lnTo>
                          <a:lnTo>
                            <a:pt x="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31" name="Freeform 116"/>
                    <p:cNvSpPr>
                      <a:spLocks/>
                    </p:cNvSpPr>
                    <p:nvPr/>
                  </p:nvSpPr>
                  <p:spPr bwMode="auto">
                    <a:xfrm>
                      <a:off x="3933" y="2279"/>
                      <a:ext cx="9" cy="8"/>
                    </a:xfrm>
                    <a:custGeom>
                      <a:avLst/>
                      <a:gdLst>
                        <a:gd name="T0" fmla="*/ 6 w 9"/>
                        <a:gd name="T1" fmla="*/ 0 h 8"/>
                        <a:gd name="T2" fmla="*/ 5 w 9"/>
                        <a:gd name="T3" fmla="*/ 0 h 8"/>
                        <a:gd name="T4" fmla="*/ 3 w 9"/>
                        <a:gd name="T5" fmla="*/ 0 h 8"/>
                        <a:gd name="T6" fmla="*/ 2 w 9"/>
                        <a:gd name="T7" fmla="*/ 1 h 8"/>
                        <a:gd name="T8" fmla="*/ 0 w 9"/>
                        <a:gd name="T9" fmla="*/ 3 h 8"/>
                        <a:gd name="T10" fmla="*/ 0 w 9"/>
                        <a:gd name="T11" fmla="*/ 4 h 8"/>
                        <a:gd name="T12" fmla="*/ 2 w 9"/>
                        <a:gd name="T13" fmla="*/ 5 h 8"/>
                        <a:gd name="T14" fmla="*/ 3 w 9"/>
                        <a:gd name="T15" fmla="*/ 7 h 8"/>
                        <a:gd name="T16" fmla="*/ 5 w 9"/>
                        <a:gd name="T17" fmla="*/ 8 h 8"/>
                        <a:gd name="T18" fmla="*/ 5 w 9"/>
                        <a:gd name="T19" fmla="*/ 8 h 8"/>
                        <a:gd name="T20" fmla="*/ 6 w 9"/>
                        <a:gd name="T21" fmla="*/ 8 h 8"/>
                        <a:gd name="T22" fmla="*/ 8 w 9"/>
                        <a:gd name="T23" fmla="*/ 7 h 8"/>
                        <a:gd name="T24" fmla="*/ 9 w 9"/>
                        <a:gd name="T25" fmla="*/ 5 h 8"/>
                        <a:gd name="T26" fmla="*/ 9 w 9"/>
                        <a:gd name="T27" fmla="*/ 4 h 8"/>
                        <a:gd name="T28" fmla="*/ 9 w 9"/>
                        <a:gd name="T29" fmla="*/ 3 h 8"/>
                        <a:gd name="T30" fmla="*/ 9 w 9"/>
                        <a:gd name="T31" fmla="*/ 1 h 8"/>
                        <a:gd name="T32" fmla="*/ 8 w 9"/>
                        <a:gd name="T33" fmla="*/ 0 h 8"/>
                        <a:gd name="T34" fmla="*/ 6 w 9"/>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6" y="0"/>
                          </a:moveTo>
                          <a:lnTo>
                            <a:pt x="5" y="0"/>
                          </a:lnTo>
                          <a:lnTo>
                            <a:pt x="3" y="0"/>
                          </a:lnTo>
                          <a:lnTo>
                            <a:pt x="2" y="1"/>
                          </a:lnTo>
                          <a:lnTo>
                            <a:pt x="0" y="3"/>
                          </a:lnTo>
                          <a:lnTo>
                            <a:pt x="0" y="4"/>
                          </a:lnTo>
                          <a:lnTo>
                            <a:pt x="2" y="5"/>
                          </a:lnTo>
                          <a:lnTo>
                            <a:pt x="3" y="7"/>
                          </a:lnTo>
                          <a:lnTo>
                            <a:pt x="5" y="8"/>
                          </a:lnTo>
                          <a:lnTo>
                            <a:pt x="6" y="8"/>
                          </a:lnTo>
                          <a:lnTo>
                            <a:pt x="8" y="7"/>
                          </a:lnTo>
                          <a:lnTo>
                            <a:pt x="9" y="5"/>
                          </a:lnTo>
                          <a:lnTo>
                            <a:pt x="9" y="4"/>
                          </a:lnTo>
                          <a:lnTo>
                            <a:pt x="9" y="3"/>
                          </a:lnTo>
                          <a:lnTo>
                            <a:pt x="9" y="1"/>
                          </a:lnTo>
                          <a:lnTo>
                            <a:pt x="8" y="0"/>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grpSp>
              <p:grpSp>
                <p:nvGrpSpPr>
                  <p:cNvPr id="31" name="Group 30"/>
                  <p:cNvGrpSpPr/>
                  <p:nvPr/>
                </p:nvGrpSpPr>
                <p:grpSpPr>
                  <a:xfrm>
                    <a:off x="2165350" y="2533650"/>
                    <a:ext cx="5284788" cy="1771650"/>
                    <a:chOff x="2165350" y="2533650"/>
                    <a:chExt cx="5284788" cy="1771650"/>
                  </a:xfrm>
                </p:grpSpPr>
                <p:grpSp>
                  <p:nvGrpSpPr>
                    <p:cNvPr id="32" name="Group 213"/>
                    <p:cNvGrpSpPr>
                      <a:grpSpLocks/>
                    </p:cNvGrpSpPr>
                    <p:nvPr/>
                  </p:nvGrpSpPr>
                  <p:grpSpPr bwMode="auto">
                    <a:xfrm>
                      <a:off x="5707063" y="3108325"/>
                      <a:ext cx="541337" cy="185738"/>
                      <a:chOff x="3607" y="1910"/>
                      <a:chExt cx="341" cy="117"/>
                    </a:xfrm>
                  </p:grpSpPr>
                  <p:sp>
                    <p:nvSpPr>
                      <p:cNvPr id="286" name="Freeform 214"/>
                      <p:cNvSpPr>
                        <a:spLocks/>
                      </p:cNvSpPr>
                      <p:nvPr/>
                    </p:nvSpPr>
                    <p:spPr bwMode="auto">
                      <a:xfrm>
                        <a:off x="3607" y="1910"/>
                        <a:ext cx="8" cy="8"/>
                      </a:xfrm>
                      <a:custGeom>
                        <a:avLst/>
                        <a:gdLst>
                          <a:gd name="T0" fmla="*/ 7 w 8"/>
                          <a:gd name="T1" fmla="*/ 1 h 8"/>
                          <a:gd name="T2" fmla="*/ 4 w 8"/>
                          <a:gd name="T3" fmla="*/ 0 h 8"/>
                          <a:gd name="T4" fmla="*/ 4 w 8"/>
                          <a:gd name="T5" fmla="*/ 0 h 8"/>
                          <a:gd name="T6" fmla="*/ 3 w 8"/>
                          <a:gd name="T7" fmla="*/ 1 h 8"/>
                          <a:gd name="T8" fmla="*/ 1 w 8"/>
                          <a:gd name="T9" fmla="*/ 3 h 8"/>
                          <a:gd name="T10" fmla="*/ 0 w 8"/>
                          <a:gd name="T11" fmla="*/ 4 h 8"/>
                          <a:gd name="T12" fmla="*/ 0 w 8"/>
                          <a:gd name="T13" fmla="*/ 4 h 8"/>
                          <a:gd name="T14" fmla="*/ 1 w 8"/>
                          <a:gd name="T15" fmla="*/ 5 h 8"/>
                          <a:gd name="T16" fmla="*/ 3 w 8"/>
                          <a:gd name="T17" fmla="*/ 8 h 8"/>
                          <a:gd name="T18" fmla="*/ 3 w 8"/>
                          <a:gd name="T19" fmla="*/ 8 h 8"/>
                          <a:gd name="T20" fmla="*/ 4 w 8"/>
                          <a:gd name="T21" fmla="*/ 8 h 8"/>
                          <a:gd name="T22" fmla="*/ 4 w 8"/>
                          <a:gd name="T23" fmla="*/ 8 h 8"/>
                          <a:gd name="T24" fmla="*/ 5 w 8"/>
                          <a:gd name="T25" fmla="*/ 7 h 8"/>
                          <a:gd name="T26" fmla="*/ 7 w 8"/>
                          <a:gd name="T27" fmla="*/ 5 h 8"/>
                          <a:gd name="T28" fmla="*/ 8 w 8"/>
                          <a:gd name="T29" fmla="*/ 4 h 8"/>
                          <a:gd name="T30" fmla="*/ 8 w 8"/>
                          <a:gd name="T31" fmla="*/ 4 h 8"/>
                          <a:gd name="T32" fmla="*/ 7 w 8"/>
                          <a:gd name="T33" fmla="*/ 3 h 8"/>
                          <a:gd name="T34" fmla="*/ 7 w 8"/>
                          <a:gd name="T35" fmla="*/ 1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8"/>
                          <a:gd name="T56" fmla="*/ 8 w 8"/>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8">
                            <a:moveTo>
                              <a:pt x="7" y="1"/>
                            </a:moveTo>
                            <a:lnTo>
                              <a:pt x="4" y="0"/>
                            </a:lnTo>
                            <a:lnTo>
                              <a:pt x="3" y="1"/>
                            </a:lnTo>
                            <a:lnTo>
                              <a:pt x="1" y="3"/>
                            </a:lnTo>
                            <a:lnTo>
                              <a:pt x="0" y="4"/>
                            </a:lnTo>
                            <a:lnTo>
                              <a:pt x="1" y="5"/>
                            </a:lnTo>
                            <a:lnTo>
                              <a:pt x="3" y="8"/>
                            </a:lnTo>
                            <a:lnTo>
                              <a:pt x="4" y="8"/>
                            </a:lnTo>
                            <a:lnTo>
                              <a:pt x="5" y="7"/>
                            </a:lnTo>
                            <a:lnTo>
                              <a:pt x="7" y="5"/>
                            </a:lnTo>
                            <a:lnTo>
                              <a:pt x="8" y="4"/>
                            </a:lnTo>
                            <a:lnTo>
                              <a:pt x="7" y="3"/>
                            </a:lnTo>
                            <a:lnTo>
                              <a:pt x="7"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87" name="Freeform 215"/>
                      <p:cNvSpPr>
                        <a:spLocks/>
                      </p:cNvSpPr>
                      <p:nvPr/>
                    </p:nvSpPr>
                    <p:spPr bwMode="auto">
                      <a:xfrm>
                        <a:off x="3620" y="1920"/>
                        <a:ext cx="8" cy="9"/>
                      </a:xfrm>
                      <a:custGeom>
                        <a:avLst/>
                        <a:gdLst>
                          <a:gd name="T0" fmla="*/ 7 w 8"/>
                          <a:gd name="T1" fmla="*/ 1 h 9"/>
                          <a:gd name="T2" fmla="*/ 6 w 8"/>
                          <a:gd name="T3" fmla="*/ 0 h 9"/>
                          <a:gd name="T4" fmla="*/ 4 w 8"/>
                          <a:gd name="T5" fmla="*/ 0 h 9"/>
                          <a:gd name="T6" fmla="*/ 3 w 8"/>
                          <a:gd name="T7" fmla="*/ 1 h 9"/>
                          <a:gd name="T8" fmla="*/ 1 w 8"/>
                          <a:gd name="T9" fmla="*/ 3 h 9"/>
                          <a:gd name="T10" fmla="*/ 0 w 8"/>
                          <a:gd name="T11" fmla="*/ 4 h 9"/>
                          <a:gd name="T12" fmla="*/ 0 w 8"/>
                          <a:gd name="T13" fmla="*/ 6 h 9"/>
                          <a:gd name="T14" fmla="*/ 1 w 8"/>
                          <a:gd name="T15" fmla="*/ 7 h 9"/>
                          <a:gd name="T16" fmla="*/ 3 w 8"/>
                          <a:gd name="T17" fmla="*/ 9 h 9"/>
                          <a:gd name="T18" fmla="*/ 3 w 8"/>
                          <a:gd name="T19" fmla="*/ 9 h 9"/>
                          <a:gd name="T20" fmla="*/ 4 w 8"/>
                          <a:gd name="T21" fmla="*/ 9 h 9"/>
                          <a:gd name="T22" fmla="*/ 6 w 8"/>
                          <a:gd name="T23" fmla="*/ 9 h 9"/>
                          <a:gd name="T24" fmla="*/ 7 w 8"/>
                          <a:gd name="T25" fmla="*/ 9 h 9"/>
                          <a:gd name="T26" fmla="*/ 8 w 8"/>
                          <a:gd name="T27" fmla="*/ 7 h 9"/>
                          <a:gd name="T28" fmla="*/ 8 w 8"/>
                          <a:gd name="T29" fmla="*/ 6 h 9"/>
                          <a:gd name="T30" fmla="*/ 8 w 8"/>
                          <a:gd name="T31" fmla="*/ 4 h 9"/>
                          <a:gd name="T32" fmla="*/ 8 w 8"/>
                          <a:gd name="T33" fmla="*/ 3 h 9"/>
                          <a:gd name="T34" fmla="*/ 7 w 8"/>
                          <a:gd name="T35" fmla="*/ 1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7" y="1"/>
                            </a:moveTo>
                            <a:lnTo>
                              <a:pt x="6" y="0"/>
                            </a:lnTo>
                            <a:lnTo>
                              <a:pt x="4" y="0"/>
                            </a:lnTo>
                            <a:lnTo>
                              <a:pt x="3" y="1"/>
                            </a:lnTo>
                            <a:lnTo>
                              <a:pt x="1" y="3"/>
                            </a:lnTo>
                            <a:lnTo>
                              <a:pt x="0" y="4"/>
                            </a:lnTo>
                            <a:lnTo>
                              <a:pt x="0" y="6"/>
                            </a:lnTo>
                            <a:lnTo>
                              <a:pt x="1" y="7"/>
                            </a:lnTo>
                            <a:lnTo>
                              <a:pt x="3" y="9"/>
                            </a:lnTo>
                            <a:lnTo>
                              <a:pt x="4" y="9"/>
                            </a:lnTo>
                            <a:lnTo>
                              <a:pt x="6" y="9"/>
                            </a:lnTo>
                            <a:lnTo>
                              <a:pt x="7" y="9"/>
                            </a:lnTo>
                            <a:lnTo>
                              <a:pt x="8" y="7"/>
                            </a:lnTo>
                            <a:lnTo>
                              <a:pt x="8" y="6"/>
                            </a:lnTo>
                            <a:lnTo>
                              <a:pt x="8" y="4"/>
                            </a:lnTo>
                            <a:lnTo>
                              <a:pt x="8" y="3"/>
                            </a:lnTo>
                            <a:lnTo>
                              <a:pt x="7"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88" name="Freeform 216"/>
                      <p:cNvSpPr>
                        <a:spLocks/>
                      </p:cNvSpPr>
                      <p:nvPr/>
                    </p:nvSpPr>
                    <p:spPr bwMode="auto">
                      <a:xfrm>
                        <a:off x="3633" y="1931"/>
                        <a:ext cx="8" cy="9"/>
                      </a:xfrm>
                      <a:custGeom>
                        <a:avLst/>
                        <a:gdLst>
                          <a:gd name="T0" fmla="*/ 7 w 8"/>
                          <a:gd name="T1" fmla="*/ 2 h 9"/>
                          <a:gd name="T2" fmla="*/ 6 w 8"/>
                          <a:gd name="T3" fmla="*/ 0 h 9"/>
                          <a:gd name="T4" fmla="*/ 4 w 8"/>
                          <a:gd name="T5" fmla="*/ 0 h 9"/>
                          <a:gd name="T6" fmla="*/ 3 w 8"/>
                          <a:gd name="T7" fmla="*/ 2 h 9"/>
                          <a:gd name="T8" fmla="*/ 1 w 8"/>
                          <a:gd name="T9" fmla="*/ 3 h 9"/>
                          <a:gd name="T10" fmla="*/ 0 w 8"/>
                          <a:gd name="T11" fmla="*/ 5 h 9"/>
                          <a:gd name="T12" fmla="*/ 0 w 8"/>
                          <a:gd name="T13" fmla="*/ 6 h 9"/>
                          <a:gd name="T14" fmla="*/ 1 w 8"/>
                          <a:gd name="T15" fmla="*/ 8 h 9"/>
                          <a:gd name="T16" fmla="*/ 3 w 8"/>
                          <a:gd name="T17" fmla="*/ 9 h 9"/>
                          <a:gd name="T18" fmla="*/ 3 w 8"/>
                          <a:gd name="T19" fmla="*/ 9 h 9"/>
                          <a:gd name="T20" fmla="*/ 4 w 8"/>
                          <a:gd name="T21" fmla="*/ 9 h 9"/>
                          <a:gd name="T22" fmla="*/ 6 w 8"/>
                          <a:gd name="T23" fmla="*/ 9 h 9"/>
                          <a:gd name="T24" fmla="*/ 7 w 8"/>
                          <a:gd name="T25" fmla="*/ 9 h 9"/>
                          <a:gd name="T26" fmla="*/ 8 w 8"/>
                          <a:gd name="T27" fmla="*/ 8 h 9"/>
                          <a:gd name="T28" fmla="*/ 8 w 8"/>
                          <a:gd name="T29" fmla="*/ 6 h 9"/>
                          <a:gd name="T30" fmla="*/ 8 w 8"/>
                          <a:gd name="T31" fmla="*/ 5 h 9"/>
                          <a:gd name="T32" fmla="*/ 8 w 8"/>
                          <a:gd name="T33" fmla="*/ 3 h 9"/>
                          <a:gd name="T34" fmla="*/ 7 w 8"/>
                          <a:gd name="T35" fmla="*/ 2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7" y="2"/>
                            </a:moveTo>
                            <a:lnTo>
                              <a:pt x="6" y="0"/>
                            </a:lnTo>
                            <a:lnTo>
                              <a:pt x="4" y="0"/>
                            </a:lnTo>
                            <a:lnTo>
                              <a:pt x="3" y="2"/>
                            </a:lnTo>
                            <a:lnTo>
                              <a:pt x="1" y="3"/>
                            </a:lnTo>
                            <a:lnTo>
                              <a:pt x="0" y="5"/>
                            </a:lnTo>
                            <a:lnTo>
                              <a:pt x="0" y="6"/>
                            </a:lnTo>
                            <a:lnTo>
                              <a:pt x="1" y="8"/>
                            </a:lnTo>
                            <a:lnTo>
                              <a:pt x="3" y="9"/>
                            </a:lnTo>
                            <a:lnTo>
                              <a:pt x="4" y="9"/>
                            </a:lnTo>
                            <a:lnTo>
                              <a:pt x="6" y="9"/>
                            </a:lnTo>
                            <a:lnTo>
                              <a:pt x="7" y="9"/>
                            </a:lnTo>
                            <a:lnTo>
                              <a:pt x="8" y="8"/>
                            </a:lnTo>
                            <a:lnTo>
                              <a:pt x="8" y="6"/>
                            </a:lnTo>
                            <a:lnTo>
                              <a:pt x="8" y="5"/>
                            </a:lnTo>
                            <a:lnTo>
                              <a:pt x="8" y="3"/>
                            </a:lnTo>
                            <a:lnTo>
                              <a:pt x="7"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89" name="Freeform 217"/>
                      <p:cNvSpPr>
                        <a:spLocks/>
                      </p:cNvSpPr>
                      <p:nvPr/>
                    </p:nvSpPr>
                    <p:spPr bwMode="auto">
                      <a:xfrm>
                        <a:off x="3646" y="1943"/>
                        <a:ext cx="9" cy="9"/>
                      </a:xfrm>
                      <a:custGeom>
                        <a:avLst/>
                        <a:gdLst>
                          <a:gd name="T0" fmla="*/ 7 w 9"/>
                          <a:gd name="T1" fmla="*/ 1 h 9"/>
                          <a:gd name="T2" fmla="*/ 6 w 9"/>
                          <a:gd name="T3" fmla="*/ 0 h 9"/>
                          <a:gd name="T4" fmla="*/ 4 w 9"/>
                          <a:gd name="T5" fmla="*/ 0 h 9"/>
                          <a:gd name="T6" fmla="*/ 3 w 9"/>
                          <a:gd name="T7" fmla="*/ 1 h 9"/>
                          <a:gd name="T8" fmla="*/ 1 w 9"/>
                          <a:gd name="T9" fmla="*/ 3 h 9"/>
                          <a:gd name="T10" fmla="*/ 0 w 9"/>
                          <a:gd name="T11" fmla="*/ 4 h 9"/>
                          <a:gd name="T12" fmla="*/ 0 w 9"/>
                          <a:gd name="T13" fmla="*/ 6 h 9"/>
                          <a:gd name="T14" fmla="*/ 1 w 9"/>
                          <a:gd name="T15" fmla="*/ 7 h 9"/>
                          <a:gd name="T16" fmla="*/ 3 w 9"/>
                          <a:gd name="T17" fmla="*/ 9 h 9"/>
                          <a:gd name="T18" fmla="*/ 3 w 9"/>
                          <a:gd name="T19" fmla="*/ 9 h 9"/>
                          <a:gd name="T20" fmla="*/ 4 w 9"/>
                          <a:gd name="T21" fmla="*/ 9 h 9"/>
                          <a:gd name="T22" fmla="*/ 6 w 9"/>
                          <a:gd name="T23" fmla="*/ 9 h 9"/>
                          <a:gd name="T24" fmla="*/ 7 w 9"/>
                          <a:gd name="T25" fmla="*/ 9 h 9"/>
                          <a:gd name="T26" fmla="*/ 9 w 9"/>
                          <a:gd name="T27" fmla="*/ 7 h 9"/>
                          <a:gd name="T28" fmla="*/ 9 w 9"/>
                          <a:gd name="T29" fmla="*/ 6 h 9"/>
                          <a:gd name="T30" fmla="*/ 9 w 9"/>
                          <a:gd name="T31" fmla="*/ 4 h 9"/>
                          <a:gd name="T32" fmla="*/ 9 w 9"/>
                          <a:gd name="T33" fmla="*/ 3 h 9"/>
                          <a:gd name="T34" fmla="*/ 7 w 9"/>
                          <a:gd name="T35" fmla="*/ 1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7" y="1"/>
                            </a:moveTo>
                            <a:lnTo>
                              <a:pt x="6" y="0"/>
                            </a:lnTo>
                            <a:lnTo>
                              <a:pt x="4" y="0"/>
                            </a:lnTo>
                            <a:lnTo>
                              <a:pt x="3" y="1"/>
                            </a:lnTo>
                            <a:lnTo>
                              <a:pt x="1" y="3"/>
                            </a:lnTo>
                            <a:lnTo>
                              <a:pt x="0" y="4"/>
                            </a:lnTo>
                            <a:lnTo>
                              <a:pt x="0" y="6"/>
                            </a:lnTo>
                            <a:lnTo>
                              <a:pt x="1" y="7"/>
                            </a:lnTo>
                            <a:lnTo>
                              <a:pt x="3" y="9"/>
                            </a:lnTo>
                            <a:lnTo>
                              <a:pt x="4" y="9"/>
                            </a:lnTo>
                            <a:lnTo>
                              <a:pt x="6" y="9"/>
                            </a:lnTo>
                            <a:lnTo>
                              <a:pt x="7" y="9"/>
                            </a:lnTo>
                            <a:lnTo>
                              <a:pt x="9" y="7"/>
                            </a:lnTo>
                            <a:lnTo>
                              <a:pt x="9" y="6"/>
                            </a:lnTo>
                            <a:lnTo>
                              <a:pt x="9" y="4"/>
                            </a:lnTo>
                            <a:lnTo>
                              <a:pt x="9" y="3"/>
                            </a:lnTo>
                            <a:lnTo>
                              <a:pt x="7"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90" name="Freeform 218"/>
                      <p:cNvSpPr>
                        <a:spLocks/>
                      </p:cNvSpPr>
                      <p:nvPr/>
                    </p:nvSpPr>
                    <p:spPr bwMode="auto">
                      <a:xfrm>
                        <a:off x="3659" y="1955"/>
                        <a:ext cx="9" cy="8"/>
                      </a:xfrm>
                      <a:custGeom>
                        <a:avLst/>
                        <a:gdLst>
                          <a:gd name="T0" fmla="*/ 7 w 9"/>
                          <a:gd name="T1" fmla="*/ 1 h 8"/>
                          <a:gd name="T2" fmla="*/ 6 w 9"/>
                          <a:gd name="T3" fmla="*/ 0 h 8"/>
                          <a:gd name="T4" fmla="*/ 4 w 9"/>
                          <a:gd name="T5" fmla="*/ 0 h 8"/>
                          <a:gd name="T6" fmla="*/ 3 w 9"/>
                          <a:gd name="T7" fmla="*/ 1 h 8"/>
                          <a:gd name="T8" fmla="*/ 1 w 9"/>
                          <a:gd name="T9" fmla="*/ 3 h 8"/>
                          <a:gd name="T10" fmla="*/ 0 w 9"/>
                          <a:gd name="T11" fmla="*/ 4 h 8"/>
                          <a:gd name="T12" fmla="*/ 0 w 9"/>
                          <a:gd name="T13" fmla="*/ 5 h 8"/>
                          <a:gd name="T14" fmla="*/ 1 w 9"/>
                          <a:gd name="T15" fmla="*/ 7 h 8"/>
                          <a:gd name="T16" fmla="*/ 3 w 9"/>
                          <a:gd name="T17" fmla="*/ 8 h 8"/>
                          <a:gd name="T18" fmla="*/ 3 w 9"/>
                          <a:gd name="T19" fmla="*/ 8 h 8"/>
                          <a:gd name="T20" fmla="*/ 4 w 9"/>
                          <a:gd name="T21" fmla="*/ 8 h 8"/>
                          <a:gd name="T22" fmla="*/ 6 w 9"/>
                          <a:gd name="T23" fmla="*/ 8 h 8"/>
                          <a:gd name="T24" fmla="*/ 7 w 9"/>
                          <a:gd name="T25" fmla="*/ 8 h 8"/>
                          <a:gd name="T26" fmla="*/ 9 w 9"/>
                          <a:gd name="T27" fmla="*/ 7 h 8"/>
                          <a:gd name="T28" fmla="*/ 9 w 9"/>
                          <a:gd name="T29" fmla="*/ 5 h 8"/>
                          <a:gd name="T30" fmla="*/ 9 w 9"/>
                          <a:gd name="T31" fmla="*/ 4 h 8"/>
                          <a:gd name="T32" fmla="*/ 9 w 9"/>
                          <a:gd name="T33" fmla="*/ 3 h 8"/>
                          <a:gd name="T34" fmla="*/ 7 w 9"/>
                          <a:gd name="T35" fmla="*/ 1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7" y="1"/>
                            </a:moveTo>
                            <a:lnTo>
                              <a:pt x="6" y="0"/>
                            </a:lnTo>
                            <a:lnTo>
                              <a:pt x="4" y="0"/>
                            </a:lnTo>
                            <a:lnTo>
                              <a:pt x="3" y="1"/>
                            </a:lnTo>
                            <a:lnTo>
                              <a:pt x="1" y="3"/>
                            </a:lnTo>
                            <a:lnTo>
                              <a:pt x="0" y="4"/>
                            </a:lnTo>
                            <a:lnTo>
                              <a:pt x="0" y="5"/>
                            </a:lnTo>
                            <a:lnTo>
                              <a:pt x="1" y="7"/>
                            </a:lnTo>
                            <a:lnTo>
                              <a:pt x="3" y="8"/>
                            </a:lnTo>
                            <a:lnTo>
                              <a:pt x="4" y="8"/>
                            </a:lnTo>
                            <a:lnTo>
                              <a:pt x="6" y="8"/>
                            </a:lnTo>
                            <a:lnTo>
                              <a:pt x="7" y="8"/>
                            </a:lnTo>
                            <a:lnTo>
                              <a:pt x="9" y="7"/>
                            </a:lnTo>
                            <a:lnTo>
                              <a:pt x="9" y="5"/>
                            </a:lnTo>
                            <a:lnTo>
                              <a:pt x="9" y="4"/>
                            </a:lnTo>
                            <a:lnTo>
                              <a:pt x="9" y="3"/>
                            </a:lnTo>
                            <a:lnTo>
                              <a:pt x="7"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91" name="Freeform 219"/>
                      <p:cNvSpPr>
                        <a:spLocks/>
                      </p:cNvSpPr>
                      <p:nvPr/>
                    </p:nvSpPr>
                    <p:spPr bwMode="auto">
                      <a:xfrm>
                        <a:off x="3673" y="1966"/>
                        <a:ext cx="9" cy="9"/>
                      </a:xfrm>
                      <a:custGeom>
                        <a:avLst/>
                        <a:gdLst>
                          <a:gd name="T0" fmla="*/ 6 w 9"/>
                          <a:gd name="T1" fmla="*/ 2 h 9"/>
                          <a:gd name="T2" fmla="*/ 5 w 9"/>
                          <a:gd name="T3" fmla="*/ 0 h 9"/>
                          <a:gd name="T4" fmla="*/ 3 w 9"/>
                          <a:gd name="T5" fmla="*/ 0 h 9"/>
                          <a:gd name="T6" fmla="*/ 2 w 9"/>
                          <a:gd name="T7" fmla="*/ 2 h 9"/>
                          <a:gd name="T8" fmla="*/ 0 w 9"/>
                          <a:gd name="T9" fmla="*/ 3 h 9"/>
                          <a:gd name="T10" fmla="*/ 0 w 9"/>
                          <a:gd name="T11" fmla="*/ 5 h 9"/>
                          <a:gd name="T12" fmla="*/ 0 w 9"/>
                          <a:gd name="T13" fmla="*/ 6 h 9"/>
                          <a:gd name="T14" fmla="*/ 0 w 9"/>
                          <a:gd name="T15" fmla="*/ 8 h 9"/>
                          <a:gd name="T16" fmla="*/ 2 w 9"/>
                          <a:gd name="T17" fmla="*/ 9 h 9"/>
                          <a:gd name="T18" fmla="*/ 2 w 9"/>
                          <a:gd name="T19" fmla="*/ 9 h 9"/>
                          <a:gd name="T20" fmla="*/ 3 w 9"/>
                          <a:gd name="T21" fmla="*/ 9 h 9"/>
                          <a:gd name="T22" fmla="*/ 5 w 9"/>
                          <a:gd name="T23" fmla="*/ 9 h 9"/>
                          <a:gd name="T24" fmla="*/ 6 w 9"/>
                          <a:gd name="T25" fmla="*/ 9 h 9"/>
                          <a:gd name="T26" fmla="*/ 8 w 9"/>
                          <a:gd name="T27" fmla="*/ 8 h 9"/>
                          <a:gd name="T28" fmla="*/ 9 w 9"/>
                          <a:gd name="T29" fmla="*/ 6 h 9"/>
                          <a:gd name="T30" fmla="*/ 9 w 9"/>
                          <a:gd name="T31" fmla="*/ 5 h 9"/>
                          <a:gd name="T32" fmla="*/ 8 w 9"/>
                          <a:gd name="T33" fmla="*/ 3 h 9"/>
                          <a:gd name="T34" fmla="*/ 6 w 9"/>
                          <a:gd name="T35" fmla="*/ 2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6" y="2"/>
                            </a:moveTo>
                            <a:lnTo>
                              <a:pt x="5" y="0"/>
                            </a:lnTo>
                            <a:lnTo>
                              <a:pt x="3" y="0"/>
                            </a:lnTo>
                            <a:lnTo>
                              <a:pt x="2" y="2"/>
                            </a:lnTo>
                            <a:lnTo>
                              <a:pt x="0" y="3"/>
                            </a:lnTo>
                            <a:lnTo>
                              <a:pt x="0" y="5"/>
                            </a:lnTo>
                            <a:lnTo>
                              <a:pt x="0" y="6"/>
                            </a:lnTo>
                            <a:lnTo>
                              <a:pt x="0" y="8"/>
                            </a:lnTo>
                            <a:lnTo>
                              <a:pt x="2" y="9"/>
                            </a:lnTo>
                            <a:lnTo>
                              <a:pt x="3" y="9"/>
                            </a:lnTo>
                            <a:lnTo>
                              <a:pt x="5" y="9"/>
                            </a:lnTo>
                            <a:lnTo>
                              <a:pt x="6" y="9"/>
                            </a:lnTo>
                            <a:lnTo>
                              <a:pt x="8" y="8"/>
                            </a:lnTo>
                            <a:lnTo>
                              <a:pt x="9" y="6"/>
                            </a:lnTo>
                            <a:lnTo>
                              <a:pt x="9" y="5"/>
                            </a:lnTo>
                            <a:lnTo>
                              <a:pt x="8" y="3"/>
                            </a:lnTo>
                            <a:lnTo>
                              <a:pt x="6"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92" name="Freeform 220"/>
                      <p:cNvSpPr>
                        <a:spLocks/>
                      </p:cNvSpPr>
                      <p:nvPr/>
                    </p:nvSpPr>
                    <p:spPr bwMode="auto">
                      <a:xfrm>
                        <a:off x="3687" y="1976"/>
                        <a:ext cx="8" cy="9"/>
                      </a:xfrm>
                      <a:custGeom>
                        <a:avLst/>
                        <a:gdLst>
                          <a:gd name="T0" fmla="*/ 5 w 8"/>
                          <a:gd name="T1" fmla="*/ 2 h 9"/>
                          <a:gd name="T2" fmla="*/ 4 w 8"/>
                          <a:gd name="T3" fmla="*/ 0 h 9"/>
                          <a:gd name="T4" fmla="*/ 2 w 8"/>
                          <a:gd name="T5" fmla="*/ 0 h 9"/>
                          <a:gd name="T6" fmla="*/ 1 w 8"/>
                          <a:gd name="T7" fmla="*/ 2 h 9"/>
                          <a:gd name="T8" fmla="*/ 0 w 8"/>
                          <a:gd name="T9" fmla="*/ 3 h 9"/>
                          <a:gd name="T10" fmla="*/ 0 w 8"/>
                          <a:gd name="T11" fmla="*/ 5 h 9"/>
                          <a:gd name="T12" fmla="*/ 0 w 8"/>
                          <a:gd name="T13" fmla="*/ 6 h 9"/>
                          <a:gd name="T14" fmla="*/ 0 w 8"/>
                          <a:gd name="T15" fmla="*/ 8 h 9"/>
                          <a:gd name="T16" fmla="*/ 1 w 8"/>
                          <a:gd name="T17" fmla="*/ 9 h 9"/>
                          <a:gd name="T18" fmla="*/ 1 w 8"/>
                          <a:gd name="T19" fmla="*/ 9 h 9"/>
                          <a:gd name="T20" fmla="*/ 2 w 8"/>
                          <a:gd name="T21" fmla="*/ 9 h 9"/>
                          <a:gd name="T22" fmla="*/ 4 w 8"/>
                          <a:gd name="T23" fmla="*/ 9 h 9"/>
                          <a:gd name="T24" fmla="*/ 5 w 8"/>
                          <a:gd name="T25" fmla="*/ 9 h 9"/>
                          <a:gd name="T26" fmla="*/ 7 w 8"/>
                          <a:gd name="T27" fmla="*/ 8 h 9"/>
                          <a:gd name="T28" fmla="*/ 8 w 8"/>
                          <a:gd name="T29" fmla="*/ 6 h 9"/>
                          <a:gd name="T30" fmla="*/ 8 w 8"/>
                          <a:gd name="T31" fmla="*/ 5 h 9"/>
                          <a:gd name="T32" fmla="*/ 7 w 8"/>
                          <a:gd name="T33" fmla="*/ 3 h 9"/>
                          <a:gd name="T34" fmla="*/ 5 w 8"/>
                          <a:gd name="T35" fmla="*/ 2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5" y="2"/>
                            </a:moveTo>
                            <a:lnTo>
                              <a:pt x="4" y="0"/>
                            </a:lnTo>
                            <a:lnTo>
                              <a:pt x="2" y="0"/>
                            </a:lnTo>
                            <a:lnTo>
                              <a:pt x="1" y="2"/>
                            </a:lnTo>
                            <a:lnTo>
                              <a:pt x="0" y="3"/>
                            </a:lnTo>
                            <a:lnTo>
                              <a:pt x="0" y="5"/>
                            </a:lnTo>
                            <a:lnTo>
                              <a:pt x="0" y="6"/>
                            </a:lnTo>
                            <a:lnTo>
                              <a:pt x="0" y="8"/>
                            </a:lnTo>
                            <a:lnTo>
                              <a:pt x="1" y="9"/>
                            </a:lnTo>
                            <a:lnTo>
                              <a:pt x="2" y="9"/>
                            </a:lnTo>
                            <a:lnTo>
                              <a:pt x="4" y="9"/>
                            </a:lnTo>
                            <a:lnTo>
                              <a:pt x="5" y="9"/>
                            </a:lnTo>
                            <a:lnTo>
                              <a:pt x="7" y="8"/>
                            </a:lnTo>
                            <a:lnTo>
                              <a:pt x="8" y="6"/>
                            </a:lnTo>
                            <a:lnTo>
                              <a:pt x="8" y="5"/>
                            </a:lnTo>
                            <a:lnTo>
                              <a:pt x="7" y="3"/>
                            </a:lnTo>
                            <a:lnTo>
                              <a:pt x="5"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93" name="Freeform 221"/>
                      <p:cNvSpPr>
                        <a:spLocks/>
                      </p:cNvSpPr>
                      <p:nvPr/>
                    </p:nvSpPr>
                    <p:spPr bwMode="auto">
                      <a:xfrm>
                        <a:off x="3701" y="1988"/>
                        <a:ext cx="9" cy="9"/>
                      </a:xfrm>
                      <a:custGeom>
                        <a:avLst/>
                        <a:gdLst>
                          <a:gd name="T0" fmla="*/ 6 w 9"/>
                          <a:gd name="T1" fmla="*/ 0 h 9"/>
                          <a:gd name="T2" fmla="*/ 4 w 9"/>
                          <a:gd name="T3" fmla="*/ 0 h 9"/>
                          <a:gd name="T4" fmla="*/ 3 w 9"/>
                          <a:gd name="T5" fmla="*/ 0 h 9"/>
                          <a:gd name="T6" fmla="*/ 1 w 9"/>
                          <a:gd name="T7" fmla="*/ 0 h 9"/>
                          <a:gd name="T8" fmla="*/ 0 w 9"/>
                          <a:gd name="T9" fmla="*/ 2 h 9"/>
                          <a:gd name="T10" fmla="*/ 0 w 9"/>
                          <a:gd name="T11" fmla="*/ 3 h 9"/>
                          <a:gd name="T12" fmla="*/ 0 w 9"/>
                          <a:gd name="T13" fmla="*/ 4 h 9"/>
                          <a:gd name="T14" fmla="*/ 0 w 9"/>
                          <a:gd name="T15" fmla="*/ 6 h 9"/>
                          <a:gd name="T16" fmla="*/ 1 w 9"/>
                          <a:gd name="T17" fmla="*/ 7 h 9"/>
                          <a:gd name="T18" fmla="*/ 1 w 9"/>
                          <a:gd name="T19" fmla="*/ 7 h 9"/>
                          <a:gd name="T20" fmla="*/ 3 w 9"/>
                          <a:gd name="T21" fmla="*/ 9 h 9"/>
                          <a:gd name="T22" fmla="*/ 4 w 9"/>
                          <a:gd name="T23" fmla="*/ 9 h 9"/>
                          <a:gd name="T24" fmla="*/ 6 w 9"/>
                          <a:gd name="T25" fmla="*/ 7 h 9"/>
                          <a:gd name="T26" fmla="*/ 7 w 9"/>
                          <a:gd name="T27" fmla="*/ 6 h 9"/>
                          <a:gd name="T28" fmla="*/ 9 w 9"/>
                          <a:gd name="T29" fmla="*/ 4 h 9"/>
                          <a:gd name="T30" fmla="*/ 9 w 9"/>
                          <a:gd name="T31" fmla="*/ 3 h 9"/>
                          <a:gd name="T32" fmla="*/ 7 w 9"/>
                          <a:gd name="T33" fmla="*/ 2 h 9"/>
                          <a:gd name="T34" fmla="*/ 6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6" y="0"/>
                            </a:moveTo>
                            <a:lnTo>
                              <a:pt x="4" y="0"/>
                            </a:lnTo>
                            <a:lnTo>
                              <a:pt x="3" y="0"/>
                            </a:lnTo>
                            <a:lnTo>
                              <a:pt x="1" y="0"/>
                            </a:lnTo>
                            <a:lnTo>
                              <a:pt x="0" y="2"/>
                            </a:lnTo>
                            <a:lnTo>
                              <a:pt x="0" y="3"/>
                            </a:lnTo>
                            <a:lnTo>
                              <a:pt x="0" y="4"/>
                            </a:lnTo>
                            <a:lnTo>
                              <a:pt x="0" y="6"/>
                            </a:lnTo>
                            <a:lnTo>
                              <a:pt x="1" y="7"/>
                            </a:lnTo>
                            <a:lnTo>
                              <a:pt x="3" y="9"/>
                            </a:lnTo>
                            <a:lnTo>
                              <a:pt x="4" y="9"/>
                            </a:lnTo>
                            <a:lnTo>
                              <a:pt x="6" y="7"/>
                            </a:lnTo>
                            <a:lnTo>
                              <a:pt x="7" y="6"/>
                            </a:lnTo>
                            <a:lnTo>
                              <a:pt x="9" y="4"/>
                            </a:lnTo>
                            <a:lnTo>
                              <a:pt x="9" y="3"/>
                            </a:lnTo>
                            <a:lnTo>
                              <a:pt x="7" y="2"/>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94" name="Freeform 222"/>
                      <p:cNvSpPr>
                        <a:spLocks/>
                      </p:cNvSpPr>
                      <p:nvPr/>
                    </p:nvSpPr>
                    <p:spPr bwMode="auto">
                      <a:xfrm>
                        <a:off x="3716" y="1997"/>
                        <a:ext cx="8" cy="9"/>
                      </a:xfrm>
                      <a:custGeom>
                        <a:avLst/>
                        <a:gdLst>
                          <a:gd name="T0" fmla="*/ 5 w 8"/>
                          <a:gd name="T1" fmla="*/ 1 h 9"/>
                          <a:gd name="T2" fmla="*/ 4 w 8"/>
                          <a:gd name="T3" fmla="*/ 0 h 9"/>
                          <a:gd name="T4" fmla="*/ 2 w 8"/>
                          <a:gd name="T5" fmla="*/ 0 h 9"/>
                          <a:gd name="T6" fmla="*/ 1 w 8"/>
                          <a:gd name="T7" fmla="*/ 1 h 9"/>
                          <a:gd name="T8" fmla="*/ 0 w 8"/>
                          <a:gd name="T9" fmla="*/ 3 h 9"/>
                          <a:gd name="T10" fmla="*/ 0 w 8"/>
                          <a:gd name="T11" fmla="*/ 4 h 9"/>
                          <a:gd name="T12" fmla="*/ 0 w 8"/>
                          <a:gd name="T13" fmla="*/ 6 h 9"/>
                          <a:gd name="T14" fmla="*/ 0 w 8"/>
                          <a:gd name="T15" fmla="*/ 7 h 9"/>
                          <a:gd name="T16" fmla="*/ 1 w 8"/>
                          <a:gd name="T17" fmla="*/ 9 h 9"/>
                          <a:gd name="T18" fmla="*/ 1 w 8"/>
                          <a:gd name="T19" fmla="*/ 9 h 9"/>
                          <a:gd name="T20" fmla="*/ 2 w 8"/>
                          <a:gd name="T21" fmla="*/ 9 h 9"/>
                          <a:gd name="T22" fmla="*/ 4 w 8"/>
                          <a:gd name="T23" fmla="*/ 9 h 9"/>
                          <a:gd name="T24" fmla="*/ 5 w 8"/>
                          <a:gd name="T25" fmla="*/ 9 h 9"/>
                          <a:gd name="T26" fmla="*/ 7 w 8"/>
                          <a:gd name="T27" fmla="*/ 7 h 9"/>
                          <a:gd name="T28" fmla="*/ 8 w 8"/>
                          <a:gd name="T29" fmla="*/ 6 h 9"/>
                          <a:gd name="T30" fmla="*/ 8 w 8"/>
                          <a:gd name="T31" fmla="*/ 4 h 9"/>
                          <a:gd name="T32" fmla="*/ 7 w 8"/>
                          <a:gd name="T33" fmla="*/ 3 h 9"/>
                          <a:gd name="T34" fmla="*/ 5 w 8"/>
                          <a:gd name="T35" fmla="*/ 1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5" y="1"/>
                            </a:moveTo>
                            <a:lnTo>
                              <a:pt x="4" y="0"/>
                            </a:lnTo>
                            <a:lnTo>
                              <a:pt x="2" y="0"/>
                            </a:lnTo>
                            <a:lnTo>
                              <a:pt x="1" y="1"/>
                            </a:lnTo>
                            <a:lnTo>
                              <a:pt x="0" y="3"/>
                            </a:lnTo>
                            <a:lnTo>
                              <a:pt x="0" y="4"/>
                            </a:lnTo>
                            <a:lnTo>
                              <a:pt x="0" y="6"/>
                            </a:lnTo>
                            <a:lnTo>
                              <a:pt x="0" y="7"/>
                            </a:lnTo>
                            <a:lnTo>
                              <a:pt x="1" y="9"/>
                            </a:lnTo>
                            <a:lnTo>
                              <a:pt x="2" y="9"/>
                            </a:lnTo>
                            <a:lnTo>
                              <a:pt x="4" y="9"/>
                            </a:lnTo>
                            <a:lnTo>
                              <a:pt x="5" y="9"/>
                            </a:lnTo>
                            <a:lnTo>
                              <a:pt x="7" y="7"/>
                            </a:lnTo>
                            <a:lnTo>
                              <a:pt x="8" y="6"/>
                            </a:lnTo>
                            <a:lnTo>
                              <a:pt x="8" y="4"/>
                            </a:lnTo>
                            <a:lnTo>
                              <a:pt x="7" y="3"/>
                            </a:lnTo>
                            <a:lnTo>
                              <a:pt x="5"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95" name="Freeform 223"/>
                      <p:cNvSpPr>
                        <a:spLocks/>
                      </p:cNvSpPr>
                      <p:nvPr/>
                    </p:nvSpPr>
                    <p:spPr bwMode="auto">
                      <a:xfrm>
                        <a:off x="3730" y="2006"/>
                        <a:ext cx="9" cy="8"/>
                      </a:xfrm>
                      <a:custGeom>
                        <a:avLst/>
                        <a:gdLst>
                          <a:gd name="T0" fmla="*/ 4 w 9"/>
                          <a:gd name="T1" fmla="*/ 0 h 8"/>
                          <a:gd name="T2" fmla="*/ 3 w 9"/>
                          <a:gd name="T3" fmla="*/ 0 h 8"/>
                          <a:gd name="T4" fmla="*/ 2 w 9"/>
                          <a:gd name="T5" fmla="*/ 1 h 8"/>
                          <a:gd name="T6" fmla="*/ 0 w 9"/>
                          <a:gd name="T7" fmla="*/ 2 h 8"/>
                          <a:gd name="T8" fmla="*/ 0 w 9"/>
                          <a:gd name="T9" fmla="*/ 4 h 8"/>
                          <a:gd name="T10" fmla="*/ 0 w 9"/>
                          <a:gd name="T11" fmla="*/ 5 h 8"/>
                          <a:gd name="T12" fmla="*/ 0 w 9"/>
                          <a:gd name="T13" fmla="*/ 7 h 8"/>
                          <a:gd name="T14" fmla="*/ 2 w 9"/>
                          <a:gd name="T15" fmla="*/ 8 h 8"/>
                          <a:gd name="T16" fmla="*/ 3 w 9"/>
                          <a:gd name="T17" fmla="*/ 8 h 8"/>
                          <a:gd name="T18" fmla="*/ 3 w 9"/>
                          <a:gd name="T19" fmla="*/ 8 h 8"/>
                          <a:gd name="T20" fmla="*/ 4 w 9"/>
                          <a:gd name="T21" fmla="*/ 8 h 8"/>
                          <a:gd name="T22" fmla="*/ 6 w 9"/>
                          <a:gd name="T23" fmla="*/ 8 h 8"/>
                          <a:gd name="T24" fmla="*/ 7 w 9"/>
                          <a:gd name="T25" fmla="*/ 7 h 8"/>
                          <a:gd name="T26" fmla="*/ 9 w 9"/>
                          <a:gd name="T27" fmla="*/ 5 h 8"/>
                          <a:gd name="T28" fmla="*/ 9 w 9"/>
                          <a:gd name="T29" fmla="*/ 4 h 8"/>
                          <a:gd name="T30" fmla="*/ 7 w 9"/>
                          <a:gd name="T31" fmla="*/ 2 h 8"/>
                          <a:gd name="T32" fmla="*/ 6 w 9"/>
                          <a:gd name="T33" fmla="*/ 1 h 8"/>
                          <a:gd name="T34" fmla="*/ 4 w 9"/>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4" y="0"/>
                            </a:moveTo>
                            <a:lnTo>
                              <a:pt x="3" y="0"/>
                            </a:lnTo>
                            <a:lnTo>
                              <a:pt x="2" y="1"/>
                            </a:lnTo>
                            <a:lnTo>
                              <a:pt x="0" y="2"/>
                            </a:lnTo>
                            <a:lnTo>
                              <a:pt x="0" y="4"/>
                            </a:lnTo>
                            <a:lnTo>
                              <a:pt x="0" y="5"/>
                            </a:lnTo>
                            <a:lnTo>
                              <a:pt x="0" y="7"/>
                            </a:lnTo>
                            <a:lnTo>
                              <a:pt x="2" y="8"/>
                            </a:lnTo>
                            <a:lnTo>
                              <a:pt x="3" y="8"/>
                            </a:lnTo>
                            <a:lnTo>
                              <a:pt x="4" y="8"/>
                            </a:lnTo>
                            <a:lnTo>
                              <a:pt x="6" y="8"/>
                            </a:lnTo>
                            <a:lnTo>
                              <a:pt x="7" y="7"/>
                            </a:lnTo>
                            <a:lnTo>
                              <a:pt x="9" y="5"/>
                            </a:lnTo>
                            <a:lnTo>
                              <a:pt x="9" y="4"/>
                            </a:lnTo>
                            <a:lnTo>
                              <a:pt x="7" y="2"/>
                            </a:lnTo>
                            <a:lnTo>
                              <a:pt x="6" y="1"/>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96" name="Freeform 224"/>
                      <p:cNvSpPr>
                        <a:spLocks/>
                      </p:cNvSpPr>
                      <p:nvPr/>
                    </p:nvSpPr>
                    <p:spPr bwMode="auto">
                      <a:xfrm>
                        <a:off x="3746" y="2013"/>
                        <a:ext cx="9" cy="8"/>
                      </a:xfrm>
                      <a:custGeom>
                        <a:avLst/>
                        <a:gdLst>
                          <a:gd name="T0" fmla="*/ 4 w 9"/>
                          <a:gd name="T1" fmla="*/ 0 h 8"/>
                          <a:gd name="T2" fmla="*/ 3 w 9"/>
                          <a:gd name="T3" fmla="*/ 0 h 8"/>
                          <a:gd name="T4" fmla="*/ 1 w 9"/>
                          <a:gd name="T5" fmla="*/ 1 h 8"/>
                          <a:gd name="T6" fmla="*/ 0 w 9"/>
                          <a:gd name="T7" fmla="*/ 3 h 8"/>
                          <a:gd name="T8" fmla="*/ 0 w 9"/>
                          <a:gd name="T9" fmla="*/ 4 h 8"/>
                          <a:gd name="T10" fmla="*/ 0 w 9"/>
                          <a:gd name="T11" fmla="*/ 6 h 8"/>
                          <a:gd name="T12" fmla="*/ 0 w 9"/>
                          <a:gd name="T13" fmla="*/ 7 h 8"/>
                          <a:gd name="T14" fmla="*/ 1 w 9"/>
                          <a:gd name="T15" fmla="*/ 8 h 8"/>
                          <a:gd name="T16" fmla="*/ 3 w 9"/>
                          <a:gd name="T17" fmla="*/ 8 h 8"/>
                          <a:gd name="T18" fmla="*/ 3 w 9"/>
                          <a:gd name="T19" fmla="*/ 8 h 8"/>
                          <a:gd name="T20" fmla="*/ 4 w 9"/>
                          <a:gd name="T21" fmla="*/ 8 h 8"/>
                          <a:gd name="T22" fmla="*/ 6 w 9"/>
                          <a:gd name="T23" fmla="*/ 8 h 8"/>
                          <a:gd name="T24" fmla="*/ 7 w 9"/>
                          <a:gd name="T25" fmla="*/ 7 h 8"/>
                          <a:gd name="T26" fmla="*/ 9 w 9"/>
                          <a:gd name="T27" fmla="*/ 6 h 8"/>
                          <a:gd name="T28" fmla="*/ 9 w 9"/>
                          <a:gd name="T29" fmla="*/ 4 h 8"/>
                          <a:gd name="T30" fmla="*/ 7 w 9"/>
                          <a:gd name="T31" fmla="*/ 3 h 8"/>
                          <a:gd name="T32" fmla="*/ 6 w 9"/>
                          <a:gd name="T33" fmla="*/ 1 h 8"/>
                          <a:gd name="T34" fmla="*/ 4 w 9"/>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4" y="0"/>
                            </a:moveTo>
                            <a:lnTo>
                              <a:pt x="3" y="0"/>
                            </a:lnTo>
                            <a:lnTo>
                              <a:pt x="1" y="1"/>
                            </a:lnTo>
                            <a:lnTo>
                              <a:pt x="0" y="3"/>
                            </a:lnTo>
                            <a:lnTo>
                              <a:pt x="0" y="4"/>
                            </a:lnTo>
                            <a:lnTo>
                              <a:pt x="0" y="6"/>
                            </a:lnTo>
                            <a:lnTo>
                              <a:pt x="0" y="7"/>
                            </a:lnTo>
                            <a:lnTo>
                              <a:pt x="1" y="8"/>
                            </a:lnTo>
                            <a:lnTo>
                              <a:pt x="3" y="8"/>
                            </a:lnTo>
                            <a:lnTo>
                              <a:pt x="4" y="8"/>
                            </a:lnTo>
                            <a:lnTo>
                              <a:pt x="6" y="8"/>
                            </a:lnTo>
                            <a:lnTo>
                              <a:pt x="7" y="7"/>
                            </a:lnTo>
                            <a:lnTo>
                              <a:pt x="9" y="6"/>
                            </a:lnTo>
                            <a:lnTo>
                              <a:pt x="9" y="4"/>
                            </a:lnTo>
                            <a:lnTo>
                              <a:pt x="7" y="3"/>
                            </a:lnTo>
                            <a:lnTo>
                              <a:pt x="6" y="1"/>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97" name="Freeform 225"/>
                      <p:cNvSpPr>
                        <a:spLocks/>
                      </p:cNvSpPr>
                      <p:nvPr/>
                    </p:nvSpPr>
                    <p:spPr bwMode="auto">
                      <a:xfrm>
                        <a:off x="3762" y="2017"/>
                        <a:ext cx="9" cy="9"/>
                      </a:xfrm>
                      <a:custGeom>
                        <a:avLst/>
                        <a:gdLst>
                          <a:gd name="T0" fmla="*/ 6 w 9"/>
                          <a:gd name="T1" fmla="*/ 0 h 9"/>
                          <a:gd name="T2" fmla="*/ 4 w 9"/>
                          <a:gd name="T3" fmla="*/ 0 h 9"/>
                          <a:gd name="T4" fmla="*/ 3 w 9"/>
                          <a:gd name="T5" fmla="*/ 2 h 9"/>
                          <a:gd name="T6" fmla="*/ 1 w 9"/>
                          <a:gd name="T7" fmla="*/ 3 h 9"/>
                          <a:gd name="T8" fmla="*/ 0 w 9"/>
                          <a:gd name="T9" fmla="*/ 4 h 9"/>
                          <a:gd name="T10" fmla="*/ 0 w 9"/>
                          <a:gd name="T11" fmla="*/ 6 h 9"/>
                          <a:gd name="T12" fmla="*/ 1 w 9"/>
                          <a:gd name="T13" fmla="*/ 7 h 9"/>
                          <a:gd name="T14" fmla="*/ 3 w 9"/>
                          <a:gd name="T15" fmla="*/ 9 h 9"/>
                          <a:gd name="T16" fmla="*/ 4 w 9"/>
                          <a:gd name="T17" fmla="*/ 9 h 9"/>
                          <a:gd name="T18" fmla="*/ 4 w 9"/>
                          <a:gd name="T19" fmla="*/ 9 h 9"/>
                          <a:gd name="T20" fmla="*/ 6 w 9"/>
                          <a:gd name="T21" fmla="*/ 9 h 9"/>
                          <a:gd name="T22" fmla="*/ 7 w 9"/>
                          <a:gd name="T23" fmla="*/ 9 h 9"/>
                          <a:gd name="T24" fmla="*/ 9 w 9"/>
                          <a:gd name="T25" fmla="*/ 7 h 9"/>
                          <a:gd name="T26" fmla="*/ 9 w 9"/>
                          <a:gd name="T27" fmla="*/ 6 h 9"/>
                          <a:gd name="T28" fmla="*/ 9 w 9"/>
                          <a:gd name="T29" fmla="*/ 4 h 9"/>
                          <a:gd name="T30" fmla="*/ 9 w 9"/>
                          <a:gd name="T31" fmla="*/ 3 h 9"/>
                          <a:gd name="T32" fmla="*/ 7 w 9"/>
                          <a:gd name="T33" fmla="*/ 2 h 9"/>
                          <a:gd name="T34" fmla="*/ 6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6" y="0"/>
                            </a:moveTo>
                            <a:lnTo>
                              <a:pt x="4" y="0"/>
                            </a:lnTo>
                            <a:lnTo>
                              <a:pt x="3" y="2"/>
                            </a:lnTo>
                            <a:lnTo>
                              <a:pt x="1" y="3"/>
                            </a:lnTo>
                            <a:lnTo>
                              <a:pt x="0" y="4"/>
                            </a:lnTo>
                            <a:lnTo>
                              <a:pt x="0" y="6"/>
                            </a:lnTo>
                            <a:lnTo>
                              <a:pt x="1" y="7"/>
                            </a:lnTo>
                            <a:lnTo>
                              <a:pt x="3" y="9"/>
                            </a:lnTo>
                            <a:lnTo>
                              <a:pt x="4" y="9"/>
                            </a:lnTo>
                            <a:lnTo>
                              <a:pt x="6" y="9"/>
                            </a:lnTo>
                            <a:lnTo>
                              <a:pt x="7" y="9"/>
                            </a:lnTo>
                            <a:lnTo>
                              <a:pt x="9" y="7"/>
                            </a:lnTo>
                            <a:lnTo>
                              <a:pt x="9" y="6"/>
                            </a:lnTo>
                            <a:lnTo>
                              <a:pt x="9" y="4"/>
                            </a:lnTo>
                            <a:lnTo>
                              <a:pt x="9" y="3"/>
                            </a:lnTo>
                            <a:lnTo>
                              <a:pt x="7" y="2"/>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98" name="Freeform 226"/>
                      <p:cNvSpPr>
                        <a:spLocks/>
                      </p:cNvSpPr>
                      <p:nvPr/>
                    </p:nvSpPr>
                    <p:spPr bwMode="auto">
                      <a:xfrm>
                        <a:off x="3779" y="2019"/>
                        <a:ext cx="9" cy="8"/>
                      </a:xfrm>
                      <a:custGeom>
                        <a:avLst/>
                        <a:gdLst>
                          <a:gd name="T0" fmla="*/ 6 w 9"/>
                          <a:gd name="T1" fmla="*/ 0 h 8"/>
                          <a:gd name="T2" fmla="*/ 5 w 9"/>
                          <a:gd name="T3" fmla="*/ 0 h 8"/>
                          <a:gd name="T4" fmla="*/ 3 w 9"/>
                          <a:gd name="T5" fmla="*/ 0 h 8"/>
                          <a:gd name="T6" fmla="*/ 2 w 9"/>
                          <a:gd name="T7" fmla="*/ 1 h 8"/>
                          <a:gd name="T8" fmla="*/ 0 w 9"/>
                          <a:gd name="T9" fmla="*/ 2 h 8"/>
                          <a:gd name="T10" fmla="*/ 0 w 9"/>
                          <a:gd name="T11" fmla="*/ 4 h 8"/>
                          <a:gd name="T12" fmla="*/ 2 w 9"/>
                          <a:gd name="T13" fmla="*/ 5 h 8"/>
                          <a:gd name="T14" fmla="*/ 3 w 9"/>
                          <a:gd name="T15" fmla="*/ 7 h 8"/>
                          <a:gd name="T16" fmla="*/ 5 w 9"/>
                          <a:gd name="T17" fmla="*/ 8 h 8"/>
                          <a:gd name="T18" fmla="*/ 5 w 9"/>
                          <a:gd name="T19" fmla="*/ 8 h 8"/>
                          <a:gd name="T20" fmla="*/ 6 w 9"/>
                          <a:gd name="T21" fmla="*/ 8 h 8"/>
                          <a:gd name="T22" fmla="*/ 8 w 9"/>
                          <a:gd name="T23" fmla="*/ 7 h 8"/>
                          <a:gd name="T24" fmla="*/ 9 w 9"/>
                          <a:gd name="T25" fmla="*/ 5 h 8"/>
                          <a:gd name="T26" fmla="*/ 9 w 9"/>
                          <a:gd name="T27" fmla="*/ 4 h 8"/>
                          <a:gd name="T28" fmla="*/ 9 w 9"/>
                          <a:gd name="T29" fmla="*/ 2 h 8"/>
                          <a:gd name="T30" fmla="*/ 9 w 9"/>
                          <a:gd name="T31" fmla="*/ 1 h 8"/>
                          <a:gd name="T32" fmla="*/ 8 w 9"/>
                          <a:gd name="T33" fmla="*/ 0 h 8"/>
                          <a:gd name="T34" fmla="*/ 6 w 9"/>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6" y="0"/>
                            </a:moveTo>
                            <a:lnTo>
                              <a:pt x="5" y="0"/>
                            </a:lnTo>
                            <a:lnTo>
                              <a:pt x="3" y="0"/>
                            </a:lnTo>
                            <a:lnTo>
                              <a:pt x="2" y="1"/>
                            </a:lnTo>
                            <a:lnTo>
                              <a:pt x="0" y="2"/>
                            </a:lnTo>
                            <a:lnTo>
                              <a:pt x="0" y="4"/>
                            </a:lnTo>
                            <a:lnTo>
                              <a:pt x="2" y="5"/>
                            </a:lnTo>
                            <a:lnTo>
                              <a:pt x="3" y="7"/>
                            </a:lnTo>
                            <a:lnTo>
                              <a:pt x="5" y="8"/>
                            </a:lnTo>
                            <a:lnTo>
                              <a:pt x="6" y="8"/>
                            </a:lnTo>
                            <a:lnTo>
                              <a:pt x="8" y="7"/>
                            </a:lnTo>
                            <a:lnTo>
                              <a:pt x="9" y="5"/>
                            </a:lnTo>
                            <a:lnTo>
                              <a:pt x="9" y="4"/>
                            </a:lnTo>
                            <a:lnTo>
                              <a:pt x="9" y="2"/>
                            </a:lnTo>
                            <a:lnTo>
                              <a:pt x="9" y="1"/>
                            </a:lnTo>
                            <a:lnTo>
                              <a:pt x="8" y="0"/>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99" name="Freeform 227"/>
                      <p:cNvSpPr>
                        <a:spLocks/>
                      </p:cNvSpPr>
                      <p:nvPr/>
                    </p:nvSpPr>
                    <p:spPr bwMode="auto">
                      <a:xfrm>
                        <a:off x="3797" y="2014"/>
                        <a:ext cx="9" cy="9"/>
                      </a:xfrm>
                      <a:custGeom>
                        <a:avLst/>
                        <a:gdLst>
                          <a:gd name="T0" fmla="*/ 3 w 9"/>
                          <a:gd name="T1" fmla="*/ 0 h 9"/>
                          <a:gd name="T2" fmla="*/ 1 w 9"/>
                          <a:gd name="T3" fmla="*/ 0 h 9"/>
                          <a:gd name="T4" fmla="*/ 0 w 9"/>
                          <a:gd name="T5" fmla="*/ 2 h 9"/>
                          <a:gd name="T6" fmla="*/ 0 w 9"/>
                          <a:gd name="T7" fmla="*/ 3 h 9"/>
                          <a:gd name="T8" fmla="*/ 0 w 9"/>
                          <a:gd name="T9" fmla="*/ 5 h 9"/>
                          <a:gd name="T10" fmla="*/ 0 w 9"/>
                          <a:gd name="T11" fmla="*/ 6 h 9"/>
                          <a:gd name="T12" fmla="*/ 1 w 9"/>
                          <a:gd name="T13" fmla="*/ 7 h 9"/>
                          <a:gd name="T14" fmla="*/ 3 w 9"/>
                          <a:gd name="T15" fmla="*/ 9 h 9"/>
                          <a:gd name="T16" fmla="*/ 4 w 9"/>
                          <a:gd name="T17" fmla="*/ 9 h 9"/>
                          <a:gd name="T18" fmla="*/ 4 w 9"/>
                          <a:gd name="T19" fmla="*/ 9 h 9"/>
                          <a:gd name="T20" fmla="*/ 6 w 9"/>
                          <a:gd name="T21" fmla="*/ 7 h 9"/>
                          <a:gd name="T22" fmla="*/ 7 w 9"/>
                          <a:gd name="T23" fmla="*/ 6 h 9"/>
                          <a:gd name="T24" fmla="*/ 9 w 9"/>
                          <a:gd name="T25" fmla="*/ 5 h 9"/>
                          <a:gd name="T26" fmla="*/ 9 w 9"/>
                          <a:gd name="T27" fmla="*/ 3 h 9"/>
                          <a:gd name="T28" fmla="*/ 7 w 9"/>
                          <a:gd name="T29" fmla="*/ 2 h 9"/>
                          <a:gd name="T30" fmla="*/ 6 w 9"/>
                          <a:gd name="T31" fmla="*/ 0 h 9"/>
                          <a:gd name="T32" fmla="*/ 4 w 9"/>
                          <a:gd name="T33" fmla="*/ 0 h 9"/>
                          <a:gd name="T34" fmla="*/ 3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3" y="0"/>
                            </a:moveTo>
                            <a:lnTo>
                              <a:pt x="1" y="0"/>
                            </a:lnTo>
                            <a:lnTo>
                              <a:pt x="0" y="2"/>
                            </a:lnTo>
                            <a:lnTo>
                              <a:pt x="0" y="3"/>
                            </a:lnTo>
                            <a:lnTo>
                              <a:pt x="0" y="5"/>
                            </a:lnTo>
                            <a:lnTo>
                              <a:pt x="0" y="6"/>
                            </a:lnTo>
                            <a:lnTo>
                              <a:pt x="1" y="7"/>
                            </a:lnTo>
                            <a:lnTo>
                              <a:pt x="3" y="9"/>
                            </a:lnTo>
                            <a:lnTo>
                              <a:pt x="4" y="9"/>
                            </a:lnTo>
                            <a:lnTo>
                              <a:pt x="6" y="7"/>
                            </a:lnTo>
                            <a:lnTo>
                              <a:pt x="7" y="6"/>
                            </a:lnTo>
                            <a:lnTo>
                              <a:pt x="9" y="5"/>
                            </a:lnTo>
                            <a:lnTo>
                              <a:pt x="9" y="3"/>
                            </a:lnTo>
                            <a:lnTo>
                              <a:pt x="7" y="2"/>
                            </a:lnTo>
                            <a:lnTo>
                              <a:pt x="6" y="0"/>
                            </a:lnTo>
                            <a:lnTo>
                              <a:pt x="4"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00" name="Freeform 228"/>
                      <p:cNvSpPr>
                        <a:spLocks/>
                      </p:cNvSpPr>
                      <p:nvPr/>
                    </p:nvSpPr>
                    <p:spPr bwMode="auto">
                      <a:xfrm>
                        <a:off x="3813" y="2007"/>
                        <a:ext cx="9" cy="9"/>
                      </a:xfrm>
                      <a:custGeom>
                        <a:avLst/>
                        <a:gdLst>
                          <a:gd name="T0" fmla="*/ 4 w 9"/>
                          <a:gd name="T1" fmla="*/ 0 h 9"/>
                          <a:gd name="T2" fmla="*/ 3 w 9"/>
                          <a:gd name="T3" fmla="*/ 1 h 9"/>
                          <a:gd name="T4" fmla="*/ 1 w 9"/>
                          <a:gd name="T5" fmla="*/ 3 h 9"/>
                          <a:gd name="T6" fmla="*/ 0 w 9"/>
                          <a:gd name="T7" fmla="*/ 4 h 9"/>
                          <a:gd name="T8" fmla="*/ 0 w 9"/>
                          <a:gd name="T9" fmla="*/ 6 h 9"/>
                          <a:gd name="T10" fmla="*/ 1 w 9"/>
                          <a:gd name="T11" fmla="*/ 7 h 9"/>
                          <a:gd name="T12" fmla="*/ 3 w 9"/>
                          <a:gd name="T13" fmla="*/ 9 h 9"/>
                          <a:gd name="T14" fmla="*/ 4 w 9"/>
                          <a:gd name="T15" fmla="*/ 9 h 9"/>
                          <a:gd name="T16" fmla="*/ 6 w 9"/>
                          <a:gd name="T17" fmla="*/ 9 h 9"/>
                          <a:gd name="T18" fmla="*/ 6 w 9"/>
                          <a:gd name="T19" fmla="*/ 9 h 9"/>
                          <a:gd name="T20" fmla="*/ 7 w 9"/>
                          <a:gd name="T21" fmla="*/ 9 h 9"/>
                          <a:gd name="T22" fmla="*/ 9 w 9"/>
                          <a:gd name="T23" fmla="*/ 7 h 9"/>
                          <a:gd name="T24" fmla="*/ 9 w 9"/>
                          <a:gd name="T25" fmla="*/ 6 h 9"/>
                          <a:gd name="T26" fmla="*/ 9 w 9"/>
                          <a:gd name="T27" fmla="*/ 4 h 9"/>
                          <a:gd name="T28" fmla="*/ 9 w 9"/>
                          <a:gd name="T29" fmla="*/ 3 h 9"/>
                          <a:gd name="T30" fmla="*/ 7 w 9"/>
                          <a:gd name="T31" fmla="*/ 1 h 9"/>
                          <a:gd name="T32" fmla="*/ 6 w 9"/>
                          <a:gd name="T33" fmla="*/ 0 h 9"/>
                          <a:gd name="T34" fmla="*/ 4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4" y="0"/>
                            </a:moveTo>
                            <a:lnTo>
                              <a:pt x="3" y="1"/>
                            </a:lnTo>
                            <a:lnTo>
                              <a:pt x="1" y="3"/>
                            </a:lnTo>
                            <a:lnTo>
                              <a:pt x="0" y="4"/>
                            </a:lnTo>
                            <a:lnTo>
                              <a:pt x="0" y="6"/>
                            </a:lnTo>
                            <a:lnTo>
                              <a:pt x="1" y="7"/>
                            </a:lnTo>
                            <a:lnTo>
                              <a:pt x="3" y="9"/>
                            </a:lnTo>
                            <a:lnTo>
                              <a:pt x="4" y="9"/>
                            </a:lnTo>
                            <a:lnTo>
                              <a:pt x="6" y="9"/>
                            </a:lnTo>
                            <a:lnTo>
                              <a:pt x="7" y="9"/>
                            </a:lnTo>
                            <a:lnTo>
                              <a:pt x="9" y="7"/>
                            </a:lnTo>
                            <a:lnTo>
                              <a:pt x="9" y="6"/>
                            </a:lnTo>
                            <a:lnTo>
                              <a:pt x="9" y="4"/>
                            </a:lnTo>
                            <a:lnTo>
                              <a:pt x="9" y="3"/>
                            </a:lnTo>
                            <a:lnTo>
                              <a:pt x="7" y="1"/>
                            </a:lnTo>
                            <a:lnTo>
                              <a:pt x="6"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01" name="Freeform 229"/>
                      <p:cNvSpPr>
                        <a:spLocks/>
                      </p:cNvSpPr>
                      <p:nvPr/>
                    </p:nvSpPr>
                    <p:spPr bwMode="auto">
                      <a:xfrm>
                        <a:off x="3829" y="1998"/>
                        <a:ext cx="9" cy="9"/>
                      </a:xfrm>
                      <a:custGeom>
                        <a:avLst/>
                        <a:gdLst>
                          <a:gd name="T0" fmla="*/ 1 w 9"/>
                          <a:gd name="T1" fmla="*/ 2 h 9"/>
                          <a:gd name="T2" fmla="*/ 0 w 9"/>
                          <a:gd name="T3" fmla="*/ 3 h 9"/>
                          <a:gd name="T4" fmla="*/ 0 w 9"/>
                          <a:gd name="T5" fmla="*/ 5 h 9"/>
                          <a:gd name="T6" fmla="*/ 0 w 9"/>
                          <a:gd name="T7" fmla="*/ 6 h 9"/>
                          <a:gd name="T8" fmla="*/ 0 w 9"/>
                          <a:gd name="T9" fmla="*/ 8 h 9"/>
                          <a:gd name="T10" fmla="*/ 1 w 9"/>
                          <a:gd name="T11" fmla="*/ 9 h 9"/>
                          <a:gd name="T12" fmla="*/ 3 w 9"/>
                          <a:gd name="T13" fmla="*/ 9 h 9"/>
                          <a:gd name="T14" fmla="*/ 4 w 9"/>
                          <a:gd name="T15" fmla="*/ 9 h 9"/>
                          <a:gd name="T16" fmla="*/ 6 w 9"/>
                          <a:gd name="T17" fmla="*/ 9 h 9"/>
                          <a:gd name="T18" fmla="*/ 6 w 9"/>
                          <a:gd name="T19" fmla="*/ 9 h 9"/>
                          <a:gd name="T20" fmla="*/ 7 w 9"/>
                          <a:gd name="T21" fmla="*/ 8 h 9"/>
                          <a:gd name="T22" fmla="*/ 9 w 9"/>
                          <a:gd name="T23" fmla="*/ 6 h 9"/>
                          <a:gd name="T24" fmla="*/ 9 w 9"/>
                          <a:gd name="T25" fmla="*/ 5 h 9"/>
                          <a:gd name="T26" fmla="*/ 7 w 9"/>
                          <a:gd name="T27" fmla="*/ 3 h 9"/>
                          <a:gd name="T28" fmla="*/ 6 w 9"/>
                          <a:gd name="T29" fmla="*/ 2 h 9"/>
                          <a:gd name="T30" fmla="*/ 4 w 9"/>
                          <a:gd name="T31" fmla="*/ 0 h 9"/>
                          <a:gd name="T32" fmla="*/ 3 w 9"/>
                          <a:gd name="T33" fmla="*/ 0 h 9"/>
                          <a:gd name="T34" fmla="*/ 1 w 9"/>
                          <a:gd name="T35" fmla="*/ 2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1" y="2"/>
                            </a:moveTo>
                            <a:lnTo>
                              <a:pt x="0" y="3"/>
                            </a:lnTo>
                            <a:lnTo>
                              <a:pt x="0" y="5"/>
                            </a:lnTo>
                            <a:lnTo>
                              <a:pt x="0" y="6"/>
                            </a:lnTo>
                            <a:lnTo>
                              <a:pt x="0" y="8"/>
                            </a:lnTo>
                            <a:lnTo>
                              <a:pt x="1" y="9"/>
                            </a:lnTo>
                            <a:lnTo>
                              <a:pt x="3" y="9"/>
                            </a:lnTo>
                            <a:lnTo>
                              <a:pt x="4" y="9"/>
                            </a:lnTo>
                            <a:lnTo>
                              <a:pt x="6" y="9"/>
                            </a:lnTo>
                            <a:lnTo>
                              <a:pt x="7" y="8"/>
                            </a:lnTo>
                            <a:lnTo>
                              <a:pt x="9" y="6"/>
                            </a:lnTo>
                            <a:lnTo>
                              <a:pt x="9" y="5"/>
                            </a:lnTo>
                            <a:lnTo>
                              <a:pt x="7" y="3"/>
                            </a:lnTo>
                            <a:lnTo>
                              <a:pt x="6" y="2"/>
                            </a:lnTo>
                            <a:lnTo>
                              <a:pt x="4" y="0"/>
                            </a:lnTo>
                            <a:lnTo>
                              <a:pt x="3" y="0"/>
                            </a:lnTo>
                            <a:lnTo>
                              <a:pt x="1"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02" name="Freeform 230"/>
                      <p:cNvSpPr>
                        <a:spLocks/>
                      </p:cNvSpPr>
                      <p:nvPr/>
                    </p:nvSpPr>
                    <p:spPr bwMode="auto">
                      <a:xfrm>
                        <a:off x="3843" y="1990"/>
                        <a:ext cx="9" cy="8"/>
                      </a:xfrm>
                      <a:custGeom>
                        <a:avLst/>
                        <a:gdLst>
                          <a:gd name="T0" fmla="*/ 2 w 9"/>
                          <a:gd name="T1" fmla="*/ 1 h 8"/>
                          <a:gd name="T2" fmla="*/ 0 w 9"/>
                          <a:gd name="T3" fmla="*/ 2 h 8"/>
                          <a:gd name="T4" fmla="*/ 0 w 9"/>
                          <a:gd name="T5" fmla="*/ 4 h 8"/>
                          <a:gd name="T6" fmla="*/ 0 w 9"/>
                          <a:gd name="T7" fmla="*/ 5 h 8"/>
                          <a:gd name="T8" fmla="*/ 0 w 9"/>
                          <a:gd name="T9" fmla="*/ 7 h 8"/>
                          <a:gd name="T10" fmla="*/ 2 w 9"/>
                          <a:gd name="T11" fmla="*/ 8 h 8"/>
                          <a:gd name="T12" fmla="*/ 3 w 9"/>
                          <a:gd name="T13" fmla="*/ 8 h 8"/>
                          <a:gd name="T14" fmla="*/ 5 w 9"/>
                          <a:gd name="T15" fmla="*/ 8 h 8"/>
                          <a:gd name="T16" fmla="*/ 6 w 9"/>
                          <a:gd name="T17" fmla="*/ 8 h 8"/>
                          <a:gd name="T18" fmla="*/ 6 w 9"/>
                          <a:gd name="T19" fmla="*/ 8 h 8"/>
                          <a:gd name="T20" fmla="*/ 8 w 9"/>
                          <a:gd name="T21" fmla="*/ 7 h 8"/>
                          <a:gd name="T22" fmla="*/ 9 w 9"/>
                          <a:gd name="T23" fmla="*/ 5 h 8"/>
                          <a:gd name="T24" fmla="*/ 9 w 9"/>
                          <a:gd name="T25" fmla="*/ 4 h 8"/>
                          <a:gd name="T26" fmla="*/ 8 w 9"/>
                          <a:gd name="T27" fmla="*/ 2 h 8"/>
                          <a:gd name="T28" fmla="*/ 6 w 9"/>
                          <a:gd name="T29" fmla="*/ 1 h 8"/>
                          <a:gd name="T30" fmla="*/ 5 w 9"/>
                          <a:gd name="T31" fmla="*/ 0 h 8"/>
                          <a:gd name="T32" fmla="*/ 3 w 9"/>
                          <a:gd name="T33" fmla="*/ 0 h 8"/>
                          <a:gd name="T34" fmla="*/ 2 w 9"/>
                          <a:gd name="T35" fmla="*/ 1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2" y="1"/>
                            </a:moveTo>
                            <a:lnTo>
                              <a:pt x="0" y="2"/>
                            </a:lnTo>
                            <a:lnTo>
                              <a:pt x="0" y="4"/>
                            </a:lnTo>
                            <a:lnTo>
                              <a:pt x="0" y="5"/>
                            </a:lnTo>
                            <a:lnTo>
                              <a:pt x="0" y="7"/>
                            </a:lnTo>
                            <a:lnTo>
                              <a:pt x="2" y="8"/>
                            </a:lnTo>
                            <a:lnTo>
                              <a:pt x="3" y="8"/>
                            </a:lnTo>
                            <a:lnTo>
                              <a:pt x="5" y="8"/>
                            </a:lnTo>
                            <a:lnTo>
                              <a:pt x="6" y="8"/>
                            </a:lnTo>
                            <a:lnTo>
                              <a:pt x="8" y="7"/>
                            </a:lnTo>
                            <a:lnTo>
                              <a:pt x="9" y="5"/>
                            </a:lnTo>
                            <a:lnTo>
                              <a:pt x="9" y="4"/>
                            </a:lnTo>
                            <a:lnTo>
                              <a:pt x="8" y="2"/>
                            </a:lnTo>
                            <a:lnTo>
                              <a:pt x="6" y="1"/>
                            </a:lnTo>
                            <a:lnTo>
                              <a:pt x="5" y="0"/>
                            </a:lnTo>
                            <a:lnTo>
                              <a:pt x="3" y="0"/>
                            </a:lnTo>
                            <a:lnTo>
                              <a:pt x="2"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03" name="Freeform 231"/>
                      <p:cNvSpPr>
                        <a:spLocks/>
                      </p:cNvSpPr>
                      <p:nvPr/>
                    </p:nvSpPr>
                    <p:spPr bwMode="auto">
                      <a:xfrm>
                        <a:off x="3856" y="1979"/>
                        <a:ext cx="9" cy="9"/>
                      </a:xfrm>
                      <a:custGeom>
                        <a:avLst/>
                        <a:gdLst>
                          <a:gd name="T0" fmla="*/ 3 w 9"/>
                          <a:gd name="T1" fmla="*/ 2 h 9"/>
                          <a:gd name="T2" fmla="*/ 2 w 9"/>
                          <a:gd name="T3" fmla="*/ 3 h 9"/>
                          <a:gd name="T4" fmla="*/ 0 w 9"/>
                          <a:gd name="T5" fmla="*/ 5 h 9"/>
                          <a:gd name="T6" fmla="*/ 0 w 9"/>
                          <a:gd name="T7" fmla="*/ 6 h 9"/>
                          <a:gd name="T8" fmla="*/ 2 w 9"/>
                          <a:gd name="T9" fmla="*/ 8 h 9"/>
                          <a:gd name="T10" fmla="*/ 3 w 9"/>
                          <a:gd name="T11" fmla="*/ 9 h 9"/>
                          <a:gd name="T12" fmla="*/ 5 w 9"/>
                          <a:gd name="T13" fmla="*/ 9 h 9"/>
                          <a:gd name="T14" fmla="*/ 6 w 9"/>
                          <a:gd name="T15" fmla="*/ 9 h 9"/>
                          <a:gd name="T16" fmla="*/ 8 w 9"/>
                          <a:gd name="T17" fmla="*/ 9 h 9"/>
                          <a:gd name="T18" fmla="*/ 8 w 9"/>
                          <a:gd name="T19" fmla="*/ 9 h 9"/>
                          <a:gd name="T20" fmla="*/ 9 w 9"/>
                          <a:gd name="T21" fmla="*/ 8 h 9"/>
                          <a:gd name="T22" fmla="*/ 9 w 9"/>
                          <a:gd name="T23" fmla="*/ 6 h 9"/>
                          <a:gd name="T24" fmla="*/ 9 w 9"/>
                          <a:gd name="T25" fmla="*/ 5 h 9"/>
                          <a:gd name="T26" fmla="*/ 9 w 9"/>
                          <a:gd name="T27" fmla="*/ 3 h 9"/>
                          <a:gd name="T28" fmla="*/ 8 w 9"/>
                          <a:gd name="T29" fmla="*/ 2 h 9"/>
                          <a:gd name="T30" fmla="*/ 6 w 9"/>
                          <a:gd name="T31" fmla="*/ 0 h 9"/>
                          <a:gd name="T32" fmla="*/ 5 w 9"/>
                          <a:gd name="T33" fmla="*/ 0 h 9"/>
                          <a:gd name="T34" fmla="*/ 3 w 9"/>
                          <a:gd name="T35" fmla="*/ 2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3" y="2"/>
                            </a:moveTo>
                            <a:lnTo>
                              <a:pt x="2" y="3"/>
                            </a:lnTo>
                            <a:lnTo>
                              <a:pt x="0" y="5"/>
                            </a:lnTo>
                            <a:lnTo>
                              <a:pt x="0" y="6"/>
                            </a:lnTo>
                            <a:lnTo>
                              <a:pt x="2" y="8"/>
                            </a:lnTo>
                            <a:lnTo>
                              <a:pt x="3" y="9"/>
                            </a:lnTo>
                            <a:lnTo>
                              <a:pt x="5" y="9"/>
                            </a:lnTo>
                            <a:lnTo>
                              <a:pt x="6" y="9"/>
                            </a:lnTo>
                            <a:lnTo>
                              <a:pt x="8" y="9"/>
                            </a:lnTo>
                            <a:lnTo>
                              <a:pt x="9" y="8"/>
                            </a:lnTo>
                            <a:lnTo>
                              <a:pt x="9" y="6"/>
                            </a:lnTo>
                            <a:lnTo>
                              <a:pt x="9" y="5"/>
                            </a:lnTo>
                            <a:lnTo>
                              <a:pt x="9" y="3"/>
                            </a:lnTo>
                            <a:lnTo>
                              <a:pt x="8" y="2"/>
                            </a:lnTo>
                            <a:lnTo>
                              <a:pt x="6" y="0"/>
                            </a:lnTo>
                            <a:lnTo>
                              <a:pt x="5" y="0"/>
                            </a:lnTo>
                            <a:lnTo>
                              <a:pt x="3"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04" name="Freeform 232"/>
                      <p:cNvSpPr>
                        <a:spLocks/>
                      </p:cNvSpPr>
                      <p:nvPr/>
                    </p:nvSpPr>
                    <p:spPr bwMode="auto">
                      <a:xfrm>
                        <a:off x="3871" y="1969"/>
                        <a:ext cx="9" cy="9"/>
                      </a:xfrm>
                      <a:custGeom>
                        <a:avLst/>
                        <a:gdLst>
                          <a:gd name="T0" fmla="*/ 3 w 9"/>
                          <a:gd name="T1" fmla="*/ 0 h 9"/>
                          <a:gd name="T2" fmla="*/ 1 w 9"/>
                          <a:gd name="T3" fmla="*/ 2 h 9"/>
                          <a:gd name="T4" fmla="*/ 0 w 9"/>
                          <a:gd name="T5" fmla="*/ 3 h 9"/>
                          <a:gd name="T6" fmla="*/ 0 w 9"/>
                          <a:gd name="T7" fmla="*/ 5 h 9"/>
                          <a:gd name="T8" fmla="*/ 1 w 9"/>
                          <a:gd name="T9" fmla="*/ 6 h 9"/>
                          <a:gd name="T10" fmla="*/ 3 w 9"/>
                          <a:gd name="T11" fmla="*/ 7 h 9"/>
                          <a:gd name="T12" fmla="*/ 4 w 9"/>
                          <a:gd name="T13" fmla="*/ 9 h 9"/>
                          <a:gd name="T14" fmla="*/ 6 w 9"/>
                          <a:gd name="T15" fmla="*/ 9 h 9"/>
                          <a:gd name="T16" fmla="*/ 7 w 9"/>
                          <a:gd name="T17" fmla="*/ 7 h 9"/>
                          <a:gd name="T18" fmla="*/ 7 w 9"/>
                          <a:gd name="T19" fmla="*/ 7 h 9"/>
                          <a:gd name="T20" fmla="*/ 9 w 9"/>
                          <a:gd name="T21" fmla="*/ 6 h 9"/>
                          <a:gd name="T22" fmla="*/ 9 w 9"/>
                          <a:gd name="T23" fmla="*/ 5 h 9"/>
                          <a:gd name="T24" fmla="*/ 9 w 9"/>
                          <a:gd name="T25" fmla="*/ 3 h 9"/>
                          <a:gd name="T26" fmla="*/ 9 w 9"/>
                          <a:gd name="T27" fmla="*/ 2 h 9"/>
                          <a:gd name="T28" fmla="*/ 7 w 9"/>
                          <a:gd name="T29" fmla="*/ 0 h 9"/>
                          <a:gd name="T30" fmla="*/ 6 w 9"/>
                          <a:gd name="T31" fmla="*/ 0 h 9"/>
                          <a:gd name="T32" fmla="*/ 4 w 9"/>
                          <a:gd name="T33" fmla="*/ 0 h 9"/>
                          <a:gd name="T34" fmla="*/ 3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3" y="0"/>
                            </a:moveTo>
                            <a:lnTo>
                              <a:pt x="1" y="2"/>
                            </a:lnTo>
                            <a:lnTo>
                              <a:pt x="0" y="3"/>
                            </a:lnTo>
                            <a:lnTo>
                              <a:pt x="0" y="5"/>
                            </a:lnTo>
                            <a:lnTo>
                              <a:pt x="1" y="6"/>
                            </a:lnTo>
                            <a:lnTo>
                              <a:pt x="3" y="7"/>
                            </a:lnTo>
                            <a:lnTo>
                              <a:pt x="4" y="9"/>
                            </a:lnTo>
                            <a:lnTo>
                              <a:pt x="6" y="9"/>
                            </a:lnTo>
                            <a:lnTo>
                              <a:pt x="7" y="7"/>
                            </a:lnTo>
                            <a:lnTo>
                              <a:pt x="9" y="6"/>
                            </a:lnTo>
                            <a:lnTo>
                              <a:pt x="9" y="5"/>
                            </a:lnTo>
                            <a:lnTo>
                              <a:pt x="9" y="3"/>
                            </a:lnTo>
                            <a:lnTo>
                              <a:pt x="9" y="2"/>
                            </a:lnTo>
                            <a:lnTo>
                              <a:pt x="7" y="0"/>
                            </a:lnTo>
                            <a:lnTo>
                              <a:pt x="6" y="0"/>
                            </a:lnTo>
                            <a:lnTo>
                              <a:pt x="4"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05" name="Freeform 233"/>
                      <p:cNvSpPr>
                        <a:spLocks/>
                      </p:cNvSpPr>
                      <p:nvPr/>
                    </p:nvSpPr>
                    <p:spPr bwMode="auto">
                      <a:xfrm>
                        <a:off x="3884" y="1958"/>
                        <a:ext cx="9" cy="8"/>
                      </a:xfrm>
                      <a:custGeom>
                        <a:avLst/>
                        <a:gdLst>
                          <a:gd name="T0" fmla="*/ 3 w 9"/>
                          <a:gd name="T1" fmla="*/ 1 h 8"/>
                          <a:gd name="T2" fmla="*/ 1 w 9"/>
                          <a:gd name="T3" fmla="*/ 2 h 8"/>
                          <a:gd name="T4" fmla="*/ 0 w 9"/>
                          <a:gd name="T5" fmla="*/ 4 h 8"/>
                          <a:gd name="T6" fmla="*/ 0 w 9"/>
                          <a:gd name="T7" fmla="*/ 5 h 8"/>
                          <a:gd name="T8" fmla="*/ 1 w 9"/>
                          <a:gd name="T9" fmla="*/ 7 h 8"/>
                          <a:gd name="T10" fmla="*/ 3 w 9"/>
                          <a:gd name="T11" fmla="*/ 8 h 8"/>
                          <a:gd name="T12" fmla="*/ 4 w 9"/>
                          <a:gd name="T13" fmla="*/ 8 h 8"/>
                          <a:gd name="T14" fmla="*/ 6 w 9"/>
                          <a:gd name="T15" fmla="*/ 8 h 8"/>
                          <a:gd name="T16" fmla="*/ 7 w 9"/>
                          <a:gd name="T17" fmla="*/ 8 h 8"/>
                          <a:gd name="T18" fmla="*/ 7 w 9"/>
                          <a:gd name="T19" fmla="*/ 8 h 8"/>
                          <a:gd name="T20" fmla="*/ 9 w 9"/>
                          <a:gd name="T21" fmla="*/ 7 h 8"/>
                          <a:gd name="T22" fmla="*/ 9 w 9"/>
                          <a:gd name="T23" fmla="*/ 5 h 8"/>
                          <a:gd name="T24" fmla="*/ 9 w 9"/>
                          <a:gd name="T25" fmla="*/ 4 h 8"/>
                          <a:gd name="T26" fmla="*/ 9 w 9"/>
                          <a:gd name="T27" fmla="*/ 2 h 8"/>
                          <a:gd name="T28" fmla="*/ 7 w 9"/>
                          <a:gd name="T29" fmla="*/ 1 h 8"/>
                          <a:gd name="T30" fmla="*/ 6 w 9"/>
                          <a:gd name="T31" fmla="*/ 0 h 8"/>
                          <a:gd name="T32" fmla="*/ 4 w 9"/>
                          <a:gd name="T33" fmla="*/ 0 h 8"/>
                          <a:gd name="T34" fmla="*/ 3 w 9"/>
                          <a:gd name="T35" fmla="*/ 1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3" y="1"/>
                            </a:moveTo>
                            <a:lnTo>
                              <a:pt x="1" y="2"/>
                            </a:lnTo>
                            <a:lnTo>
                              <a:pt x="0" y="4"/>
                            </a:lnTo>
                            <a:lnTo>
                              <a:pt x="0" y="5"/>
                            </a:lnTo>
                            <a:lnTo>
                              <a:pt x="1" y="7"/>
                            </a:lnTo>
                            <a:lnTo>
                              <a:pt x="3" y="8"/>
                            </a:lnTo>
                            <a:lnTo>
                              <a:pt x="4" y="8"/>
                            </a:lnTo>
                            <a:lnTo>
                              <a:pt x="6" y="8"/>
                            </a:lnTo>
                            <a:lnTo>
                              <a:pt x="7" y="8"/>
                            </a:lnTo>
                            <a:lnTo>
                              <a:pt x="9" y="7"/>
                            </a:lnTo>
                            <a:lnTo>
                              <a:pt x="9" y="5"/>
                            </a:lnTo>
                            <a:lnTo>
                              <a:pt x="9" y="4"/>
                            </a:lnTo>
                            <a:lnTo>
                              <a:pt x="9" y="2"/>
                            </a:lnTo>
                            <a:lnTo>
                              <a:pt x="7" y="1"/>
                            </a:lnTo>
                            <a:lnTo>
                              <a:pt x="6" y="0"/>
                            </a:lnTo>
                            <a:lnTo>
                              <a:pt x="4" y="0"/>
                            </a:lnTo>
                            <a:lnTo>
                              <a:pt x="3"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06" name="Freeform 234"/>
                      <p:cNvSpPr>
                        <a:spLocks/>
                      </p:cNvSpPr>
                      <p:nvPr/>
                    </p:nvSpPr>
                    <p:spPr bwMode="auto">
                      <a:xfrm>
                        <a:off x="3899" y="1947"/>
                        <a:ext cx="8" cy="9"/>
                      </a:xfrm>
                      <a:custGeom>
                        <a:avLst/>
                        <a:gdLst>
                          <a:gd name="T0" fmla="*/ 1 w 8"/>
                          <a:gd name="T1" fmla="*/ 0 h 9"/>
                          <a:gd name="T2" fmla="*/ 0 w 8"/>
                          <a:gd name="T3" fmla="*/ 2 h 9"/>
                          <a:gd name="T4" fmla="*/ 0 w 8"/>
                          <a:gd name="T5" fmla="*/ 3 h 9"/>
                          <a:gd name="T6" fmla="*/ 0 w 8"/>
                          <a:gd name="T7" fmla="*/ 5 h 9"/>
                          <a:gd name="T8" fmla="*/ 0 w 8"/>
                          <a:gd name="T9" fmla="*/ 6 h 9"/>
                          <a:gd name="T10" fmla="*/ 1 w 8"/>
                          <a:gd name="T11" fmla="*/ 8 h 9"/>
                          <a:gd name="T12" fmla="*/ 2 w 8"/>
                          <a:gd name="T13" fmla="*/ 9 h 9"/>
                          <a:gd name="T14" fmla="*/ 4 w 8"/>
                          <a:gd name="T15" fmla="*/ 9 h 9"/>
                          <a:gd name="T16" fmla="*/ 5 w 8"/>
                          <a:gd name="T17" fmla="*/ 8 h 9"/>
                          <a:gd name="T18" fmla="*/ 5 w 8"/>
                          <a:gd name="T19" fmla="*/ 8 h 9"/>
                          <a:gd name="T20" fmla="*/ 7 w 8"/>
                          <a:gd name="T21" fmla="*/ 6 h 9"/>
                          <a:gd name="T22" fmla="*/ 8 w 8"/>
                          <a:gd name="T23" fmla="*/ 5 h 9"/>
                          <a:gd name="T24" fmla="*/ 8 w 8"/>
                          <a:gd name="T25" fmla="*/ 3 h 9"/>
                          <a:gd name="T26" fmla="*/ 7 w 8"/>
                          <a:gd name="T27" fmla="*/ 2 h 9"/>
                          <a:gd name="T28" fmla="*/ 5 w 8"/>
                          <a:gd name="T29" fmla="*/ 0 h 9"/>
                          <a:gd name="T30" fmla="*/ 4 w 8"/>
                          <a:gd name="T31" fmla="*/ 0 h 9"/>
                          <a:gd name="T32" fmla="*/ 2 w 8"/>
                          <a:gd name="T33" fmla="*/ 0 h 9"/>
                          <a:gd name="T34" fmla="*/ 1 w 8"/>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1" y="0"/>
                            </a:moveTo>
                            <a:lnTo>
                              <a:pt x="0" y="2"/>
                            </a:lnTo>
                            <a:lnTo>
                              <a:pt x="0" y="3"/>
                            </a:lnTo>
                            <a:lnTo>
                              <a:pt x="0" y="5"/>
                            </a:lnTo>
                            <a:lnTo>
                              <a:pt x="0" y="6"/>
                            </a:lnTo>
                            <a:lnTo>
                              <a:pt x="1" y="8"/>
                            </a:lnTo>
                            <a:lnTo>
                              <a:pt x="2" y="9"/>
                            </a:lnTo>
                            <a:lnTo>
                              <a:pt x="4" y="9"/>
                            </a:lnTo>
                            <a:lnTo>
                              <a:pt x="5" y="8"/>
                            </a:lnTo>
                            <a:lnTo>
                              <a:pt x="7" y="6"/>
                            </a:lnTo>
                            <a:lnTo>
                              <a:pt x="8" y="5"/>
                            </a:lnTo>
                            <a:lnTo>
                              <a:pt x="8" y="3"/>
                            </a:lnTo>
                            <a:lnTo>
                              <a:pt x="7" y="2"/>
                            </a:lnTo>
                            <a:lnTo>
                              <a:pt x="5" y="0"/>
                            </a:lnTo>
                            <a:lnTo>
                              <a:pt x="4" y="0"/>
                            </a:lnTo>
                            <a:lnTo>
                              <a:pt x="2" y="0"/>
                            </a:lnTo>
                            <a:lnTo>
                              <a:pt x="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07" name="Freeform 235"/>
                      <p:cNvSpPr>
                        <a:spLocks/>
                      </p:cNvSpPr>
                      <p:nvPr/>
                    </p:nvSpPr>
                    <p:spPr bwMode="auto">
                      <a:xfrm>
                        <a:off x="3912" y="1936"/>
                        <a:ext cx="8" cy="8"/>
                      </a:xfrm>
                      <a:custGeom>
                        <a:avLst/>
                        <a:gdLst>
                          <a:gd name="T0" fmla="*/ 3 w 8"/>
                          <a:gd name="T1" fmla="*/ 1 h 8"/>
                          <a:gd name="T2" fmla="*/ 1 w 8"/>
                          <a:gd name="T3" fmla="*/ 3 h 8"/>
                          <a:gd name="T4" fmla="*/ 0 w 8"/>
                          <a:gd name="T5" fmla="*/ 4 h 8"/>
                          <a:gd name="T6" fmla="*/ 0 w 8"/>
                          <a:gd name="T7" fmla="*/ 6 h 8"/>
                          <a:gd name="T8" fmla="*/ 1 w 8"/>
                          <a:gd name="T9" fmla="*/ 7 h 8"/>
                          <a:gd name="T10" fmla="*/ 3 w 8"/>
                          <a:gd name="T11" fmla="*/ 8 h 8"/>
                          <a:gd name="T12" fmla="*/ 4 w 8"/>
                          <a:gd name="T13" fmla="*/ 8 h 8"/>
                          <a:gd name="T14" fmla="*/ 5 w 8"/>
                          <a:gd name="T15" fmla="*/ 8 h 8"/>
                          <a:gd name="T16" fmla="*/ 7 w 8"/>
                          <a:gd name="T17" fmla="*/ 8 h 8"/>
                          <a:gd name="T18" fmla="*/ 7 w 8"/>
                          <a:gd name="T19" fmla="*/ 8 h 8"/>
                          <a:gd name="T20" fmla="*/ 8 w 8"/>
                          <a:gd name="T21" fmla="*/ 7 h 8"/>
                          <a:gd name="T22" fmla="*/ 8 w 8"/>
                          <a:gd name="T23" fmla="*/ 6 h 8"/>
                          <a:gd name="T24" fmla="*/ 8 w 8"/>
                          <a:gd name="T25" fmla="*/ 4 h 8"/>
                          <a:gd name="T26" fmla="*/ 8 w 8"/>
                          <a:gd name="T27" fmla="*/ 3 h 8"/>
                          <a:gd name="T28" fmla="*/ 7 w 8"/>
                          <a:gd name="T29" fmla="*/ 1 h 8"/>
                          <a:gd name="T30" fmla="*/ 5 w 8"/>
                          <a:gd name="T31" fmla="*/ 0 h 8"/>
                          <a:gd name="T32" fmla="*/ 4 w 8"/>
                          <a:gd name="T33" fmla="*/ 0 h 8"/>
                          <a:gd name="T34" fmla="*/ 3 w 8"/>
                          <a:gd name="T35" fmla="*/ 1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8"/>
                          <a:gd name="T56" fmla="*/ 8 w 8"/>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8">
                            <a:moveTo>
                              <a:pt x="3" y="1"/>
                            </a:moveTo>
                            <a:lnTo>
                              <a:pt x="1" y="3"/>
                            </a:lnTo>
                            <a:lnTo>
                              <a:pt x="0" y="4"/>
                            </a:lnTo>
                            <a:lnTo>
                              <a:pt x="0" y="6"/>
                            </a:lnTo>
                            <a:lnTo>
                              <a:pt x="1" y="7"/>
                            </a:lnTo>
                            <a:lnTo>
                              <a:pt x="3" y="8"/>
                            </a:lnTo>
                            <a:lnTo>
                              <a:pt x="4" y="8"/>
                            </a:lnTo>
                            <a:lnTo>
                              <a:pt x="5" y="8"/>
                            </a:lnTo>
                            <a:lnTo>
                              <a:pt x="7" y="8"/>
                            </a:lnTo>
                            <a:lnTo>
                              <a:pt x="8" y="7"/>
                            </a:lnTo>
                            <a:lnTo>
                              <a:pt x="8" y="6"/>
                            </a:lnTo>
                            <a:lnTo>
                              <a:pt x="8" y="4"/>
                            </a:lnTo>
                            <a:lnTo>
                              <a:pt x="8" y="3"/>
                            </a:lnTo>
                            <a:lnTo>
                              <a:pt x="7" y="1"/>
                            </a:lnTo>
                            <a:lnTo>
                              <a:pt x="5" y="0"/>
                            </a:lnTo>
                            <a:lnTo>
                              <a:pt x="4" y="0"/>
                            </a:lnTo>
                            <a:lnTo>
                              <a:pt x="3"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08" name="Freeform 236"/>
                      <p:cNvSpPr>
                        <a:spLocks/>
                      </p:cNvSpPr>
                      <p:nvPr/>
                    </p:nvSpPr>
                    <p:spPr bwMode="auto">
                      <a:xfrm>
                        <a:off x="3925" y="1926"/>
                        <a:ext cx="8" cy="8"/>
                      </a:xfrm>
                      <a:custGeom>
                        <a:avLst/>
                        <a:gdLst>
                          <a:gd name="T0" fmla="*/ 3 w 8"/>
                          <a:gd name="T1" fmla="*/ 0 h 8"/>
                          <a:gd name="T2" fmla="*/ 1 w 8"/>
                          <a:gd name="T3" fmla="*/ 1 h 8"/>
                          <a:gd name="T4" fmla="*/ 0 w 8"/>
                          <a:gd name="T5" fmla="*/ 3 h 8"/>
                          <a:gd name="T6" fmla="*/ 0 w 8"/>
                          <a:gd name="T7" fmla="*/ 4 h 8"/>
                          <a:gd name="T8" fmla="*/ 1 w 8"/>
                          <a:gd name="T9" fmla="*/ 5 h 8"/>
                          <a:gd name="T10" fmla="*/ 3 w 8"/>
                          <a:gd name="T11" fmla="*/ 7 h 8"/>
                          <a:gd name="T12" fmla="*/ 4 w 8"/>
                          <a:gd name="T13" fmla="*/ 8 h 8"/>
                          <a:gd name="T14" fmla="*/ 5 w 8"/>
                          <a:gd name="T15" fmla="*/ 8 h 8"/>
                          <a:gd name="T16" fmla="*/ 7 w 8"/>
                          <a:gd name="T17" fmla="*/ 7 h 8"/>
                          <a:gd name="T18" fmla="*/ 7 w 8"/>
                          <a:gd name="T19" fmla="*/ 7 h 8"/>
                          <a:gd name="T20" fmla="*/ 8 w 8"/>
                          <a:gd name="T21" fmla="*/ 5 h 8"/>
                          <a:gd name="T22" fmla="*/ 8 w 8"/>
                          <a:gd name="T23" fmla="*/ 4 h 8"/>
                          <a:gd name="T24" fmla="*/ 8 w 8"/>
                          <a:gd name="T25" fmla="*/ 3 h 8"/>
                          <a:gd name="T26" fmla="*/ 8 w 8"/>
                          <a:gd name="T27" fmla="*/ 1 h 8"/>
                          <a:gd name="T28" fmla="*/ 7 w 8"/>
                          <a:gd name="T29" fmla="*/ 0 h 8"/>
                          <a:gd name="T30" fmla="*/ 5 w 8"/>
                          <a:gd name="T31" fmla="*/ 0 h 8"/>
                          <a:gd name="T32" fmla="*/ 4 w 8"/>
                          <a:gd name="T33" fmla="*/ 0 h 8"/>
                          <a:gd name="T34" fmla="*/ 3 w 8"/>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8"/>
                          <a:gd name="T56" fmla="*/ 8 w 8"/>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8">
                            <a:moveTo>
                              <a:pt x="3" y="0"/>
                            </a:moveTo>
                            <a:lnTo>
                              <a:pt x="1" y="1"/>
                            </a:lnTo>
                            <a:lnTo>
                              <a:pt x="0" y="3"/>
                            </a:lnTo>
                            <a:lnTo>
                              <a:pt x="0" y="4"/>
                            </a:lnTo>
                            <a:lnTo>
                              <a:pt x="1" y="5"/>
                            </a:lnTo>
                            <a:lnTo>
                              <a:pt x="3" y="7"/>
                            </a:lnTo>
                            <a:lnTo>
                              <a:pt x="4" y="8"/>
                            </a:lnTo>
                            <a:lnTo>
                              <a:pt x="5" y="8"/>
                            </a:lnTo>
                            <a:lnTo>
                              <a:pt x="7" y="7"/>
                            </a:lnTo>
                            <a:lnTo>
                              <a:pt x="8" y="5"/>
                            </a:lnTo>
                            <a:lnTo>
                              <a:pt x="8" y="4"/>
                            </a:lnTo>
                            <a:lnTo>
                              <a:pt x="8" y="3"/>
                            </a:lnTo>
                            <a:lnTo>
                              <a:pt x="8" y="1"/>
                            </a:lnTo>
                            <a:lnTo>
                              <a:pt x="7" y="0"/>
                            </a:lnTo>
                            <a:lnTo>
                              <a:pt x="5" y="0"/>
                            </a:lnTo>
                            <a:lnTo>
                              <a:pt x="4"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09" name="Freeform 237"/>
                      <p:cNvSpPr>
                        <a:spLocks/>
                      </p:cNvSpPr>
                      <p:nvPr/>
                    </p:nvSpPr>
                    <p:spPr bwMode="auto">
                      <a:xfrm>
                        <a:off x="3939" y="1914"/>
                        <a:ext cx="9" cy="9"/>
                      </a:xfrm>
                      <a:custGeom>
                        <a:avLst/>
                        <a:gdLst>
                          <a:gd name="T0" fmla="*/ 2 w 9"/>
                          <a:gd name="T1" fmla="*/ 1 h 9"/>
                          <a:gd name="T2" fmla="*/ 0 w 9"/>
                          <a:gd name="T3" fmla="*/ 3 h 9"/>
                          <a:gd name="T4" fmla="*/ 0 w 9"/>
                          <a:gd name="T5" fmla="*/ 4 h 9"/>
                          <a:gd name="T6" fmla="*/ 0 w 9"/>
                          <a:gd name="T7" fmla="*/ 6 h 9"/>
                          <a:gd name="T8" fmla="*/ 0 w 9"/>
                          <a:gd name="T9" fmla="*/ 7 h 9"/>
                          <a:gd name="T10" fmla="*/ 2 w 9"/>
                          <a:gd name="T11" fmla="*/ 9 h 9"/>
                          <a:gd name="T12" fmla="*/ 3 w 9"/>
                          <a:gd name="T13" fmla="*/ 9 h 9"/>
                          <a:gd name="T14" fmla="*/ 5 w 9"/>
                          <a:gd name="T15" fmla="*/ 9 h 9"/>
                          <a:gd name="T16" fmla="*/ 6 w 9"/>
                          <a:gd name="T17" fmla="*/ 9 h 9"/>
                          <a:gd name="T18" fmla="*/ 6 w 9"/>
                          <a:gd name="T19" fmla="*/ 9 h 9"/>
                          <a:gd name="T20" fmla="*/ 7 w 9"/>
                          <a:gd name="T21" fmla="*/ 7 h 9"/>
                          <a:gd name="T22" fmla="*/ 9 w 9"/>
                          <a:gd name="T23" fmla="*/ 6 h 9"/>
                          <a:gd name="T24" fmla="*/ 9 w 9"/>
                          <a:gd name="T25" fmla="*/ 4 h 9"/>
                          <a:gd name="T26" fmla="*/ 7 w 9"/>
                          <a:gd name="T27" fmla="*/ 3 h 9"/>
                          <a:gd name="T28" fmla="*/ 6 w 9"/>
                          <a:gd name="T29" fmla="*/ 1 h 9"/>
                          <a:gd name="T30" fmla="*/ 5 w 9"/>
                          <a:gd name="T31" fmla="*/ 0 h 9"/>
                          <a:gd name="T32" fmla="*/ 3 w 9"/>
                          <a:gd name="T33" fmla="*/ 0 h 9"/>
                          <a:gd name="T34" fmla="*/ 2 w 9"/>
                          <a:gd name="T35" fmla="*/ 1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2" y="1"/>
                            </a:moveTo>
                            <a:lnTo>
                              <a:pt x="0" y="3"/>
                            </a:lnTo>
                            <a:lnTo>
                              <a:pt x="0" y="4"/>
                            </a:lnTo>
                            <a:lnTo>
                              <a:pt x="0" y="6"/>
                            </a:lnTo>
                            <a:lnTo>
                              <a:pt x="0" y="7"/>
                            </a:lnTo>
                            <a:lnTo>
                              <a:pt x="2" y="9"/>
                            </a:lnTo>
                            <a:lnTo>
                              <a:pt x="3" y="9"/>
                            </a:lnTo>
                            <a:lnTo>
                              <a:pt x="5" y="9"/>
                            </a:lnTo>
                            <a:lnTo>
                              <a:pt x="6" y="9"/>
                            </a:lnTo>
                            <a:lnTo>
                              <a:pt x="7" y="7"/>
                            </a:lnTo>
                            <a:lnTo>
                              <a:pt x="9" y="6"/>
                            </a:lnTo>
                            <a:lnTo>
                              <a:pt x="9" y="4"/>
                            </a:lnTo>
                            <a:lnTo>
                              <a:pt x="7" y="3"/>
                            </a:lnTo>
                            <a:lnTo>
                              <a:pt x="6" y="1"/>
                            </a:lnTo>
                            <a:lnTo>
                              <a:pt x="5" y="0"/>
                            </a:lnTo>
                            <a:lnTo>
                              <a:pt x="3" y="0"/>
                            </a:lnTo>
                            <a:lnTo>
                              <a:pt x="2"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grpSp>
                <p:grpSp>
                  <p:nvGrpSpPr>
                    <p:cNvPr id="33" name="Group 32"/>
                    <p:cNvGrpSpPr/>
                    <p:nvPr/>
                  </p:nvGrpSpPr>
                  <p:grpSpPr>
                    <a:xfrm>
                      <a:off x="2165350" y="2533650"/>
                      <a:ext cx="5284788" cy="1771650"/>
                      <a:chOff x="2165350" y="2533650"/>
                      <a:chExt cx="5284788" cy="1771650"/>
                    </a:xfrm>
                  </p:grpSpPr>
                  <p:grpSp>
                    <p:nvGrpSpPr>
                      <p:cNvPr id="34" name="Group 261"/>
                      <p:cNvGrpSpPr>
                        <a:grpSpLocks/>
                      </p:cNvGrpSpPr>
                      <p:nvPr/>
                    </p:nvGrpSpPr>
                    <p:grpSpPr bwMode="auto">
                      <a:xfrm>
                        <a:off x="5657850" y="3414713"/>
                        <a:ext cx="652463" cy="246062"/>
                        <a:chOff x="3576" y="2103"/>
                        <a:chExt cx="411" cy="155"/>
                      </a:xfrm>
                    </p:grpSpPr>
                    <p:sp>
                      <p:nvSpPr>
                        <p:cNvPr id="256" name="Freeform 262"/>
                        <p:cNvSpPr>
                          <a:spLocks/>
                        </p:cNvSpPr>
                        <p:nvPr/>
                      </p:nvSpPr>
                      <p:spPr bwMode="auto">
                        <a:xfrm>
                          <a:off x="3576" y="2250"/>
                          <a:ext cx="9" cy="8"/>
                        </a:xfrm>
                        <a:custGeom>
                          <a:avLst/>
                          <a:gdLst>
                            <a:gd name="T0" fmla="*/ 3 w 9"/>
                            <a:gd name="T1" fmla="*/ 1 h 8"/>
                            <a:gd name="T2" fmla="*/ 2 w 9"/>
                            <a:gd name="T3" fmla="*/ 2 h 8"/>
                            <a:gd name="T4" fmla="*/ 0 w 9"/>
                            <a:gd name="T5" fmla="*/ 4 h 8"/>
                            <a:gd name="T6" fmla="*/ 0 w 9"/>
                            <a:gd name="T7" fmla="*/ 4 h 8"/>
                            <a:gd name="T8" fmla="*/ 2 w 9"/>
                            <a:gd name="T9" fmla="*/ 5 h 8"/>
                            <a:gd name="T10" fmla="*/ 3 w 9"/>
                            <a:gd name="T11" fmla="*/ 7 h 8"/>
                            <a:gd name="T12" fmla="*/ 4 w 9"/>
                            <a:gd name="T13" fmla="*/ 8 h 8"/>
                            <a:gd name="T14" fmla="*/ 4 w 9"/>
                            <a:gd name="T15" fmla="*/ 8 h 8"/>
                            <a:gd name="T16" fmla="*/ 7 w 9"/>
                            <a:gd name="T17" fmla="*/ 8 h 8"/>
                            <a:gd name="T18" fmla="*/ 7 w 9"/>
                            <a:gd name="T19" fmla="*/ 7 h 8"/>
                            <a:gd name="T20" fmla="*/ 9 w 9"/>
                            <a:gd name="T21" fmla="*/ 5 h 8"/>
                            <a:gd name="T22" fmla="*/ 9 w 9"/>
                            <a:gd name="T23" fmla="*/ 4 h 8"/>
                            <a:gd name="T24" fmla="*/ 9 w 9"/>
                            <a:gd name="T25" fmla="*/ 2 h 8"/>
                            <a:gd name="T26" fmla="*/ 9 w 9"/>
                            <a:gd name="T27" fmla="*/ 1 h 8"/>
                            <a:gd name="T28" fmla="*/ 7 w 9"/>
                            <a:gd name="T29" fmla="*/ 0 h 8"/>
                            <a:gd name="T30" fmla="*/ 6 w 9"/>
                            <a:gd name="T31" fmla="*/ 0 h 8"/>
                            <a:gd name="T32" fmla="*/ 4 w 9"/>
                            <a:gd name="T33" fmla="*/ 0 h 8"/>
                            <a:gd name="T34" fmla="*/ 3 w 9"/>
                            <a:gd name="T35" fmla="*/ 0 h 8"/>
                            <a:gd name="T36" fmla="*/ 3 w 9"/>
                            <a:gd name="T37" fmla="*/ 1 h 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9"/>
                            <a:gd name="T58" fmla="*/ 0 h 8"/>
                            <a:gd name="T59" fmla="*/ 9 w 9"/>
                            <a:gd name="T60" fmla="*/ 8 h 8"/>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9" h="8">
                              <a:moveTo>
                                <a:pt x="3" y="1"/>
                              </a:moveTo>
                              <a:lnTo>
                                <a:pt x="2" y="2"/>
                              </a:lnTo>
                              <a:lnTo>
                                <a:pt x="0" y="4"/>
                              </a:lnTo>
                              <a:lnTo>
                                <a:pt x="2" y="5"/>
                              </a:lnTo>
                              <a:lnTo>
                                <a:pt x="3" y="7"/>
                              </a:lnTo>
                              <a:lnTo>
                                <a:pt x="4" y="8"/>
                              </a:lnTo>
                              <a:lnTo>
                                <a:pt x="7" y="8"/>
                              </a:lnTo>
                              <a:lnTo>
                                <a:pt x="7" y="7"/>
                              </a:lnTo>
                              <a:lnTo>
                                <a:pt x="9" y="5"/>
                              </a:lnTo>
                              <a:lnTo>
                                <a:pt x="9" y="4"/>
                              </a:lnTo>
                              <a:lnTo>
                                <a:pt x="9" y="2"/>
                              </a:lnTo>
                              <a:lnTo>
                                <a:pt x="9" y="1"/>
                              </a:lnTo>
                              <a:lnTo>
                                <a:pt x="7" y="0"/>
                              </a:lnTo>
                              <a:lnTo>
                                <a:pt x="6" y="0"/>
                              </a:lnTo>
                              <a:lnTo>
                                <a:pt x="4" y="0"/>
                              </a:lnTo>
                              <a:lnTo>
                                <a:pt x="3" y="0"/>
                              </a:lnTo>
                              <a:lnTo>
                                <a:pt x="3"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57" name="Freeform 263"/>
                        <p:cNvSpPr>
                          <a:spLocks/>
                        </p:cNvSpPr>
                        <p:nvPr/>
                      </p:nvSpPr>
                      <p:spPr bwMode="auto">
                        <a:xfrm>
                          <a:off x="3589" y="2238"/>
                          <a:ext cx="9" cy="9"/>
                        </a:xfrm>
                        <a:custGeom>
                          <a:avLst/>
                          <a:gdLst>
                            <a:gd name="T0" fmla="*/ 2 w 9"/>
                            <a:gd name="T1" fmla="*/ 0 h 9"/>
                            <a:gd name="T2" fmla="*/ 0 w 9"/>
                            <a:gd name="T3" fmla="*/ 1 h 9"/>
                            <a:gd name="T4" fmla="*/ 0 w 9"/>
                            <a:gd name="T5" fmla="*/ 3 h 9"/>
                            <a:gd name="T6" fmla="*/ 0 w 9"/>
                            <a:gd name="T7" fmla="*/ 4 h 9"/>
                            <a:gd name="T8" fmla="*/ 0 w 9"/>
                            <a:gd name="T9" fmla="*/ 6 h 9"/>
                            <a:gd name="T10" fmla="*/ 2 w 9"/>
                            <a:gd name="T11" fmla="*/ 7 h 9"/>
                            <a:gd name="T12" fmla="*/ 3 w 9"/>
                            <a:gd name="T13" fmla="*/ 9 h 9"/>
                            <a:gd name="T14" fmla="*/ 5 w 9"/>
                            <a:gd name="T15" fmla="*/ 9 h 9"/>
                            <a:gd name="T16" fmla="*/ 6 w 9"/>
                            <a:gd name="T17" fmla="*/ 7 h 9"/>
                            <a:gd name="T18" fmla="*/ 6 w 9"/>
                            <a:gd name="T19" fmla="*/ 7 h 9"/>
                            <a:gd name="T20" fmla="*/ 7 w 9"/>
                            <a:gd name="T21" fmla="*/ 6 h 9"/>
                            <a:gd name="T22" fmla="*/ 9 w 9"/>
                            <a:gd name="T23" fmla="*/ 4 h 9"/>
                            <a:gd name="T24" fmla="*/ 9 w 9"/>
                            <a:gd name="T25" fmla="*/ 3 h 9"/>
                            <a:gd name="T26" fmla="*/ 7 w 9"/>
                            <a:gd name="T27" fmla="*/ 1 h 9"/>
                            <a:gd name="T28" fmla="*/ 6 w 9"/>
                            <a:gd name="T29" fmla="*/ 0 h 9"/>
                            <a:gd name="T30" fmla="*/ 5 w 9"/>
                            <a:gd name="T31" fmla="*/ 0 h 9"/>
                            <a:gd name="T32" fmla="*/ 3 w 9"/>
                            <a:gd name="T33" fmla="*/ 0 h 9"/>
                            <a:gd name="T34" fmla="*/ 2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2" y="0"/>
                              </a:moveTo>
                              <a:lnTo>
                                <a:pt x="0" y="1"/>
                              </a:lnTo>
                              <a:lnTo>
                                <a:pt x="0" y="3"/>
                              </a:lnTo>
                              <a:lnTo>
                                <a:pt x="0" y="4"/>
                              </a:lnTo>
                              <a:lnTo>
                                <a:pt x="0" y="6"/>
                              </a:lnTo>
                              <a:lnTo>
                                <a:pt x="2" y="7"/>
                              </a:lnTo>
                              <a:lnTo>
                                <a:pt x="3" y="9"/>
                              </a:lnTo>
                              <a:lnTo>
                                <a:pt x="5" y="9"/>
                              </a:lnTo>
                              <a:lnTo>
                                <a:pt x="6" y="7"/>
                              </a:lnTo>
                              <a:lnTo>
                                <a:pt x="7" y="6"/>
                              </a:lnTo>
                              <a:lnTo>
                                <a:pt x="9" y="4"/>
                              </a:lnTo>
                              <a:lnTo>
                                <a:pt x="9" y="3"/>
                              </a:lnTo>
                              <a:lnTo>
                                <a:pt x="7" y="1"/>
                              </a:lnTo>
                              <a:lnTo>
                                <a:pt x="6" y="0"/>
                              </a:lnTo>
                              <a:lnTo>
                                <a:pt x="5" y="0"/>
                              </a:lnTo>
                              <a:lnTo>
                                <a:pt x="3" y="0"/>
                              </a:lnTo>
                              <a:lnTo>
                                <a:pt x="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58" name="Freeform 264"/>
                        <p:cNvSpPr>
                          <a:spLocks/>
                        </p:cNvSpPr>
                        <p:nvPr/>
                      </p:nvSpPr>
                      <p:spPr bwMode="auto">
                        <a:xfrm>
                          <a:off x="3601" y="2226"/>
                          <a:ext cx="9" cy="9"/>
                        </a:xfrm>
                        <a:custGeom>
                          <a:avLst/>
                          <a:gdLst>
                            <a:gd name="T0" fmla="*/ 1 w 9"/>
                            <a:gd name="T1" fmla="*/ 2 h 9"/>
                            <a:gd name="T2" fmla="*/ 0 w 9"/>
                            <a:gd name="T3" fmla="*/ 3 h 9"/>
                            <a:gd name="T4" fmla="*/ 0 w 9"/>
                            <a:gd name="T5" fmla="*/ 5 h 9"/>
                            <a:gd name="T6" fmla="*/ 1 w 9"/>
                            <a:gd name="T7" fmla="*/ 6 h 9"/>
                            <a:gd name="T8" fmla="*/ 3 w 9"/>
                            <a:gd name="T9" fmla="*/ 8 h 9"/>
                            <a:gd name="T10" fmla="*/ 4 w 9"/>
                            <a:gd name="T11" fmla="*/ 9 h 9"/>
                            <a:gd name="T12" fmla="*/ 6 w 9"/>
                            <a:gd name="T13" fmla="*/ 9 h 9"/>
                            <a:gd name="T14" fmla="*/ 7 w 9"/>
                            <a:gd name="T15" fmla="*/ 8 h 9"/>
                            <a:gd name="T16" fmla="*/ 9 w 9"/>
                            <a:gd name="T17" fmla="*/ 6 h 9"/>
                            <a:gd name="T18" fmla="*/ 9 w 9"/>
                            <a:gd name="T19" fmla="*/ 6 h 9"/>
                            <a:gd name="T20" fmla="*/ 9 w 9"/>
                            <a:gd name="T21" fmla="*/ 5 h 9"/>
                            <a:gd name="T22" fmla="*/ 9 w 9"/>
                            <a:gd name="T23" fmla="*/ 3 h 9"/>
                            <a:gd name="T24" fmla="*/ 9 w 9"/>
                            <a:gd name="T25" fmla="*/ 2 h 9"/>
                            <a:gd name="T26" fmla="*/ 7 w 9"/>
                            <a:gd name="T27" fmla="*/ 0 h 9"/>
                            <a:gd name="T28" fmla="*/ 6 w 9"/>
                            <a:gd name="T29" fmla="*/ 0 h 9"/>
                            <a:gd name="T30" fmla="*/ 4 w 9"/>
                            <a:gd name="T31" fmla="*/ 0 h 9"/>
                            <a:gd name="T32" fmla="*/ 3 w 9"/>
                            <a:gd name="T33" fmla="*/ 0 h 9"/>
                            <a:gd name="T34" fmla="*/ 1 w 9"/>
                            <a:gd name="T35" fmla="*/ 2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1" y="2"/>
                              </a:moveTo>
                              <a:lnTo>
                                <a:pt x="0" y="3"/>
                              </a:lnTo>
                              <a:lnTo>
                                <a:pt x="0" y="5"/>
                              </a:lnTo>
                              <a:lnTo>
                                <a:pt x="1" y="6"/>
                              </a:lnTo>
                              <a:lnTo>
                                <a:pt x="3" y="8"/>
                              </a:lnTo>
                              <a:lnTo>
                                <a:pt x="4" y="9"/>
                              </a:lnTo>
                              <a:lnTo>
                                <a:pt x="6" y="9"/>
                              </a:lnTo>
                              <a:lnTo>
                                <a:pt x="7" y="8"/>
                              </a:lnTo>
                              <a:lnTo>
                                <a:pt x="9" y="6"/>
                              </a:lnTo>
                              <a:lnTo>
                                <a:pt x="9" y="5"/>
                              </a:lnTo>
                              <a:lnTo>
                                <a:pt x="9" y="3"/>
                              </a:lnTo>
                              <a:lnTo>
                                <a:pt x="9" y="2"/>
                              </a:lnTo>
                              <a:lnTo>
                                <a:pt x="7" y="0"/>
                              </a:lnTo>
                              <a:lnTo>
                                <a:pt x="6" y="0"/>
                              </a:lnTo>
                              <a:lnTo>
                                <a:pt x="4" y="0"/>
                              </a:lnTo>
                              <a:lnTo>
                                <a:pt x="3" y="0"/>
                              </a:lnTo>
                              <a:lnTo>
                                <a:pt x="1"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59" name="Freeform 265"/>
                        <p:cNvSpPr>
                          <a:spLocks/>
                        </p:cNvSpPr>
                        <p:nvPr/>
                      </p:nvSpPr>
                      <p:spPr bwMode="auto">
                        <a:xfrm>
                          <a:off x="3614" y="2213"/>
                          <a:ext cx="9" cy="9"/>
                        </a:xfrm>
                        <a:custGeom>
                          <a:avLst/>
                          <a:gdLst>
                            <a:gd name="T0" fmla="*/ 0 w 9"/>
                            <a:gd name="T1" fmla="*/ 3 h 9"/>
                            <a:gd name="T2" fmla="*/ 0 w 9"/>
                            <a:gd name="T3" fmla="*/ 5 h 9"/>
                            <a:gd name="T4" fmla="*/ 0 w 9"/>
                            <a:gd name="T5" fmla="*/ 6 h 9"/>
                            <a:gd name="T6" fmla="*/ 0 w 9"/>
                            <a:gd name="T7" fmla="*/ 8 h 9"/>
                            <a:gd name="T8" fmla="*/ 1 w 9"/>
                            <a:gd name="T9" fmla="*/ 9 h 9"/>
                            <a:gd name="T10" fmla="*/ 3 w 9"/>
                            <a:gd name="T11" fmla="*/ 9 h 9"/>
                            <a:gd name="T12" fmla="*/ 4 w 9"/>
                            <a:gd name="T13" fmla="*/ 9 h 9"/>
                            <a:gd name="T14" fmla="*/ 6 w 9"/>
                            <a:gd name="T15" fmla="*/ 9 h 9"/>
                            <a:gd name="T16" fmla="*/ 7 w 9"/>
                            <a:gd name="T17" fmla="*/ 8 h 9"/>
                            <a:gd name="T18" fmla="*/ 7 w 9"/>
                            <a:gd name="T19" fmla="*/ 8 h 9"/>
                            <a:gd name="T20" fmla="*/ 9 w 9"/>
                            <a:gd name="T21" fmla="*/ 6 h 9"/>
                            <a:gd name="T22" fmla="*/ 9 w 9"/>
                            <a:gd name="T23" fmla="*/ 5 h 9"/>
                            <a:gd name="T24" fmla="*/ 7 w 9"/>
                            <a:gd name="T25" fmla="*/ 3 h 9"/>
                            <a:gd name="T26" fmla="*/ 6 w 9"/>
                            <a:gd name="T27" fmla="*/ 2 h 9"/>
                            <a:gd name="T28" fmla="*/ 4 w 9"/>
                            <a:gd name="T29" fmla="*/ 0 h 9"/>
                            <a:gd name="T30" fmla="*/ 3 w 9"/>
                            <a:gd name="T31" fmla="*/ 0 h 9"/>
                            <a:gd name="T32" fmla="*/ 1 w 9"/>
                            <a:gd name="T33" fmla="*/ 2 h 9"/>
                            <a:gd name="T34" fmla="*/ 0 w 9"/>
                            <a:gd name="T35" fmla="*/ 3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0" y="3"/>
                              </a:moveTo>
                              <a:lnTo>
                                <a:pt x="0" y="5"/>
                              </a:lnTo>
                              <a:lnTo>
                                <a:pt x="0" y="6"/>
                              </a:lnTo>
                              <a:lnTo>
                                <a:pt x="0" y="8"/>
                              </a:lnTo>
                              <a:lnTo>
                                <a:pt x="1" y="9"/>
                              </a:lnTo>
                              <a:lnTo>
                                <a:pt x="3" y="9"/>
                              </a:lnTo>
                              <a:lnTo>
                                <a:pt x="4" y="9"/>
                              </a:lnTo>
                              <a:lnTo>
                                <a:pt x="6" y="9"/>
                              </a:lnTo>
                              <a:lnTo>
                                <a:pt x="7" y="8"/>
                              </a:lnTo>
                              <a:lnTo>
                                <a:pt x="9" y="6"/>
                              </a:lnTo>
                              <a:lnTo>
                                <a:pt x="9" y="5"/>
                              </a:lnTo>
                              <a:lnTo>
                                <a:pt x="7" y="3"/>
                              </a:lnTo>
                              <a:lnTo>
                                <a:pt x="6" y="2"/>
                              </a:lnTo>
                              <a:lnTo>
                                <a:pt x="4" y="0"/>
                              </a:lnTo>
                              <a:lnTo>
                                <a:pt x="3" y="0"/>
                              </a:lnTo>
                              <a:lnTo>
                                <a:pt x="1" y="2"/>
                              </a:lnTo>
                              <a:lnTo>
                                <a:pt x="0"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60" name="Freeform 266"/>
                        <p:cNvSpPr>
                          <a:spLocks/>
                        </p:cNvSpPr>
                        <p:nvPr/>
                      </p:nvSpPr>
                      <p:spPr bwMode="auto">
                        <a:xfrm>
                          <a:off x="3626" y="2202"/>
                          <a:ext cx="8" cy="8"/>
                        </a:xfrm>
                        <a:custGeom>
                          <a:avLst/>
                          <a:gdLst>
                            <a:gd name="T0" fmla="*/ 1 w 8"/>
                            <a:gd name="T1" fmla="*/ 1 h 8"/>
                            <a:gd name="T2" fmla="*/ 0 w 8"/>
                            <a:gd name="T3" fmla="*/ 3 h 8"/>
                            <a:gd name="T4" fmla="*/ 0 w 8"/>
                            <a:gd name="T5" fmla="*/ 4 h 8"/>
                            <a:gd name="T6" fmla="*/ 1 w 8"/>
                            <a:gd name="T7" fmla="*/ 5 h 8"/>
                            <a:gd name="T8" fmla="*/ 2 w 8"/>
                            <a:gd name="T9" fmla="*/ 7 h 8"/>
                            <a:gd name="T10" fmla="*/ 4 w 8"/>
                            <a:gd name="T11" fmla="*/ 8 h 8"/>
                            <a:gd name="T12" fmla="*/ 5 w 8"/>
                            <a:gd name="T13" fmla="*/ 8 h 8"/>
                            <a:gd name="T14" fmla="*/ 7 w 8"/>
                            <a:gd name="T15" fmla="*/ 7 h 8"/>
                            <a:gd name="T16" fmla="*/ 8 w 8"/>
                            <a:gd name="T17" fmla="*/ 5 h 8"/>
                            <a:gd name="T18" fmla="*/ 8 w 8"/>
                            <a:gd name="T19" fmla="*/ 5 h 8"/>
                            <a:gd name="T20" fmla="*/ 8 w 8"/>
                            <a:gd name="T21" fmla="*/ 4 h 8"/>
                            <a:gd name="T22" fmla="*/ 8 w 8"/>
                            <a:gd name="T23" fmla="*/ 3 h 8"/>
                            <a:gd name="T24" fmla="*/ 8 w 8"/>
                            <a:gd name="T25" fmla="*/ 1 h 8"/>
                            <a:gd name="T26" fmla="*/ 7 w 8"/>
                            <a:gd name="T27" fmla="*/ 0 h 8"/>
                            <a:gd name="T28" fmla="*/ 5 w 8"/>
                            <a:gd name="T29" fmla="*/ 0 h 8"/>
                            <a:gd name="T30" fmla="*/ 4 w 8"/>
                            <a:gd name="T31" fmla="*/ 0 h 8"/>
                            <a:gd name="T32" fmla="*/ 2 w 8"/>
                            <a:gd name="T33" fmla="*/ 0 h 8"/>
                            <a:gd name="T34" fmla="*/ 1 w 8"/>
                            <a:gd name="T35" fmla="*/ 1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8"/>
                            <a:gd name="T56" fmla="*/ 8 w 8"/>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8">
                              <a:moveTo>
                                <a:pt x="1" y="1"/>
                              </a:moveTo>
                              <a:lnTo>
                                <a:pt x="0" y="3"/>
                              </a:lnTo>
                              <a:lnTo>
                                <a:pt x="0" y="4"/>
                              </a:lnTo>
                              <a:lnTo>
                                <a:pt x="1" y="5"/>
                              </a:lnTo>
                              <a:lnTo>
                                <a:pt x="2" y="7"/>
                              </a:lnTo>
                              <a:lnTo>
                                <a:pt x="4" y="8"/>
                              </a:lnTo>
                              <a:lnTo>
                                <a:pt x="5" y="8"/>
                              </a:lnTo>
                              <a:lnTo>
                                <a:pt x="7" y="7"/>
                              </a:lnTo>
                              <a:lnTo>
                                <a:pt x="8" y="5"/>
                              </a:lnTo>
                              <a:lnTo>
                                <a:pt x="8" y="4"/>
                              </a:lnTo>
                              <a:lnTo>
                                <a:pt x="8" y="3"/>
                              </a:lnTo>
                              <a:lnTo>
                                <a:pt x="8" y="1"/>
                              </a:lnTo>
                              <a:lnTo>
                                <a:pt x="7" y="0"/>
                              </a:lnTo>
                              <a:lnTo>
                                <a:pt x="5" y="0"/>
                              </a:lnTo>
                              <a:lnTo>
                                <a:pt x="4" y="0"/>
                              </a:lnTo>
                              <a:lnTo>
                                <a:pt x="2" y="0"/>
                              </a:lnTo>
                              <a:lnTo>
                                <a:pt x="1"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61" name="Freeform 267"/>
                        <p:cNvSpPr>
                          <a:spLocks/>
                        </p:cNvSpPr>
                        <p:nvPr/>
                      </p:nvSpPr>
                      <p:spPr bwMode="auto">
                        <a:xfrm>
                          <a:off x="3639" y="2189"/>
                          <a:ext cx="8" cy="8"/>
                        </a:xfrm>
                        <a:custGeom>
                          <a:avLst/>
                          <a:gdLst>
                            <a:gd name="T0" fmla="*/ 1 w 8"/>
                            <a:gd name="T1" fmla="*/ 1 h 8"/>
                            <a:gd name="T2" fmla="*/ 0 w 8"/>
                            <a:gd name="T3" fmla="*/ 2 h 8"/>
                            <a:gd name="T4" fmla="*/ 0 w 8"/>
                            <a:gd name="T5" fmla="*/ 4 h 8"/>
                            <a:gd name="T6" fmla="*/ 0 w 8"/>
                            <a:gd name="T7" fmla="*/ 5 h 8"/>
                            <a:gd name="T8" fmla="*/ 0 w 8"/>
                            <a:gd name="T9" fmla="*/ 7 h 8"/>
                            <a:gd name="T10" fmla="*/ 1 w 8"/>
                            <a:gd name="T11" fmla="*/ 8 h 8"/>
                            <a:gd name="T12" fmla="*/ 2 w 8"/>
                            <a:gd name="T13" fmla="*/ 8 h 8"/>
                            <a:gd name="T14" fmla="*/ 4 w 8"/>
                            <a:gd name="T15" fmla="*/ 8 h 8"/>
                            <a:gd name="T16" fmla="*/ 5 w 8"/>
                            <a:gd name="T17" fmla="*/ 8 h 8"/>
                            <a:gd name="T18" fmla="*/ 5 w 8"/>
                            <a:gd name="T19" fmla="*/ 8 h 8"/>
                            <a:gd name="T20" fmla="*/ 7 w 8"/>
                            <a:gd name="T21" fmla="*/ 7 h 8"/>
                            <a:gd name="T22" fmla="*/ 8 w 8"/>
                            <a:gd name="T23" fmla="*/ 5 h 8"/>
                            <a:gd name="T24" fmla="*/ 8 w 8"/>
                            <a:gd name="T25" fmla="*/ 4 h 8"/>
                            <a:gd name="T26" fmla="*/ 7 w 8"/>
                            <a:gd name="T27" fmla="*/ 2 h 8"/>
                            <a:gd name="T28" fmla="*/ 5 w 8"/>
                            <a:gd name="T29" fmla="*/ 1 h 8"/>
                            <a:gd name="T30" fmla="*/ 4 w 8"/>
                            <a:gd name="T31" fmla="*/ 0 h 8"/>
                            <a:gd name="T32" fmla="*/ 2 w 8"/>
                            <a:gd name="T33" fmla="*/ 0 h 8"/>
                            <a:gd name="T34" fmla="*/ 1 w 8"/>
                            <a:gd name="T35" fmla="*/ 1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8"/>
                            <a:gd name="T56" fmla="*/ 8 w 8"/>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8">
                              <a:moveTo>
                                <a:pt x="1" y="1"/>
                              </a:moveTo>
                              <a:lnTo>
                                <a:pt x="0" y="2"/>
                              </a:lnTo>
                              <a:lnTo>
                                <a:pt x="0" y="4"/>
                              </a:lnTo>
                              <a:lnTo>
                                <a:pt x="0" y="5"/>
                              </a:lnTo>
                              <a:lnTo>
                                <a:pt x="0" y="7"/>
                              </a:lnTo>
                              <a:lnTo>
                                <a:pt x="1" y="8"/>
                              </a:lnTo>
                              <a:lnTo>
                                <a:pt x="2" y="8"/>
                              </a:lnTo>
                              <a:lnTo>
                                <a:pt x="4" y="8"/>
                              </a:lnTo>
                              <a:lnTo>
                                <a:pt x="5" y="8"/>
                              </a:lnTo>
                              <a:lnTo>
                                <a:pt x="7" y="7"/>
                              </a:lnTo>
                              <a:lnTo>
                                <a:pt x="8" y="5"/>
                              </a:lnTo>
                              <a:lnTo>
                                <a:pt x="8" y="4"/>
                              </a:lnTo>
                              <a:lnTo>
                                <a:pt x="7" y="2"/>
                              </a:lnTo>
                              <a:lnTo>
                                <a:pt x="5" y="1"/>
                              </a:lnTo>
                              <a:lnTo>
                                <a:pt x="4" y="0"/>
                              </a:lnTo>
                              <a:lnTo>
                                <a:pt x="2" y="0"/>
                              </a:lnTo>
                              <a:lnTo>
                                <a:pt x="1"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62" name="Freeform 268"/>
                        <p:cNvSpPr>
                          <a:spLocks/>
                        </p:cNvSpPr>
                        <p:nvPr/>
                      </p:nvSpPr>
                      <p:spPr bwMode="auto">
                        <a:xfrm>
                          <a:off x="3652" y="2177"/>
                          <a:ext cx="8" cy="9"/>
                        </a:xfrm>
                        <a:custGeom>
                          <a:avLst/>
                          <a:gdLst>
                            <a:gd name="T0" fmla="*/ 1 w 8"/>
                            <a:gd name="T1" fmla="*/ 0 h 9"/>
                            <a:gd name="T2" fmla="*/ 0 w 8"/>
                            <a:gd name="T3" fmla="*/ 1 h 9"/>
                            <a:gd name="T4" fmla="*/ 0 w 8"/>
                            <a:gd name="T5" fmla="*/ 3 h 9"/>
                            <a:gd name="T6" fmla="*/ 0 w 8"/>
                            <a:gd name="T7" fmla="*/ 4 h 9"/>
                            <a:gd name="T8" fmla="*/ 0 w 8"/>
                            <a:gd name="T9" fmla="*/ 6 h 9"/>
                            <a:gd name="T10" fmla="*/ 1 w 8"/>
                            <a:gd name="T11" fmla="*/ 7 h 9"/>
                            <a:gd name="T12" fmla="*/ 3 w 8"/>
                            <a:gd name="T13" fmla="*/ 9 h 9"/>
                            <a:gd name="T14" fmla="*/ 4 w 8"/>
                            <a:gd name="T15" fmla="*/ 9 h 9"/>
                            <a:gd name="T16" fmla="*/ 5 w 8"/>
                            <a:gd name="T17" fmla="*/ 7 h 9"/>
                            <a:gd name="T18" fmla="*/ 5 w 8"/>
                            <a:gd name="T19" fmla="*/ 7 h 9"/>
                            <a:gd name="T20" fmla="*/ 7 w 8"/>
                            <a:gd name="T21" fmla="*/ 6 h 9"/>
                            <a:gd name="T22" fmla="*/ 8 w 8"/>
                            <a:gd name="T23" fmla="*/ 4 h 9"/>
                            <a:gd name="T24" fmla="*/ 8 w 8"/>
                            <a:gd name="T25" fmla="*/ 3 h 9"/>
                            <a:gd name="T26" fmla="*/ 7 w 8"/>
                            <a:gd name="T27" fmla="*/ 1 h 9"/>
                            <a:gd name="T28" fmla="*/ 5 w 8"/>
                            <a:gd name="T29" fmla="*/ 0 h 9"/>
                            <a:gd name="T30" fmla="*/ 4 w 8"/>
                            <a:gd name="T31" fmla="*/ 0 h 9"/>
                            <a:gd name="T32" fmla="*/ 3 w 8"/>
                            <a:gd name="T33" fmla="*/ 0 h 9"/>
                            <a:gd name="T34" fmla="*/ 1 w 8"/>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1" y="0"/>
                              </a:moveTo>
                              <a:lnTo>
                                <a:pt x="0" y="1"/>
                              </a:lnTo>
                              <a:lnTo>
                                <a:pt x="0" y="3"/>
                              </a:lnTo>
                              <a:lnTo>
                                <a:pt x="0" y="4"/>
                              </a:lnTo>
                              <a:lnTo>
                                <a:pt x="0" y="6"/>
                              </a:lnTo>
                              <a:lnTo>
                                <a:pt x="1" y="7"/>
                              </a:lnTo>
                              <a:lnTo>
                                <a:pt x="3" y="9"/>
                              </a:lnTo>
                              <a:lnTo>
                                <a:pt x="4" y="9"/>
                              </a:lnTo>
                              <a:lnTo>
                                <a:pt x="5" y="7"/>
                              </a:lnTo>
                              <a:lnTo>
                                <a:pt x="7" y="6"/>
                              </a:lnTo>
                              <a:lnTo>
                                <a:pt x="8" y="4"/>
                              </a:lnTo>
                              <a:lnTo>
                                <a:pt x="8" y="3"/>
                              </a:lnTo>
                              <a:lnTo>
                                <a:pt x="7" y="1"/>
                              </a:lnTo>
                              <a:lnTo>
                                <a:pt x="5" y="0"/>
                              </a:lnTo>
                              <a:lnTo>
                                <a:pt x="4" y="0"/>
                              </a:lnTo>
                              <a:lnTo>
                                <a:pt x="3" y="0"/>
                              </a:lnTo>
                              <a:lnTo>
                                <a:pt x="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63" name="Freeform 269"/>
                        <p:cNvSpPr>
                          <a:spLocks/>
                        </p:cNvSpPr>
                        <p:nvPr/>
                      </p:nvSpPr>
                      <p:spPr bwMode="auto">
                        <a:xfrm>
                          <a:off x="3663" y="2165"/>
                          <a:ext cx="9" cy="9"/>
                        </a:xfrm>
                        <a:custGeom>
                          <a:avLst/>
                          <a:gdLst>
                            <a:gd name="T0" fmla="*/ 3 w 9"/>
                            <a:gd name="T1" fmla="*/ 0 h 9"/>
                            <a:gd name="T2" fmla="*/ 2 w 9"/>
                            <a:gd name="T3" fmla="*/ 2 h 9"/>
                            <a:gd name="T4" fmla="*/ 0 w 9"/>
                            <a:gd name="T5" fmla="*/ 3 h 9"/>
                            <a:gd name="T6" fmla="*/ 0 w 9"/>
                            <a:gd name="T7" fmla="*/ 5 h 9"/>
                            <a:gd name="T8" fmla="*/ 2 w 9"/>
                            <a:gd name="T9" fmla="*/ 6 h 9"/>
                            <a:gd name="T10" fmla="*/ 3 w 9"/>
                            <a:gd name="T11" fmla="*/ 8 h 9"/>
                            <a:gd name="T12" fmla="*/ 5 w 9"/>
                            <a:gd name="T13" fmla="*/ 9 h 9"/>
                            <a:gd name="T14" fmla="*/ 6 w 9"/>
                            <a:gd name="T15" fmla="*/ 9 h 9"/>
                            <a:gd name="T16" fmla="*/ 8 w 9"/>
                            <a:gd name="T17" fmla="*/ 8 h 9"/>
                            <a:gd name="T18" fmla="*/ 8 w 9"/>
                            <a:gd name="T19" fmla="*/ 8 h 9"/>
                            <a:gd name="T20" fmla="*/ 9 w 9"/>
                            <a:gd name="T21" fmla="*/ 6 h 9"/>
                            <a:gd name="T22" fmla="*/ 9 w 9"/>
                            <a:gd name="T23" fmla="*/ 5 h 9"/>
                            <a:gd name="T24" fmla="*/ 9 w 9"/>
                            <a:gd name="T25" fmla="*/ 3 h 9"/>
                            <a:gd name="T26" fmla="*/ 9 w 9"/>
                            <a:gd name="T27" fmla="*/ 2 h 9"/>
                            <a:gd name="T28" fmla="*/ 8 w 9"/>
                            <a:gd name="T29" fmla="*/ 0 h 9"/>
                            <a:gd name="T30" fmla="*/ 6 w 9"/>
                            <a:gd name="T31" fmla="*/ 0 h 9"/>
                            <a:gd name="T32" fmla="*/ 5 w 9"/>
                            <a:gd name="T33" fmla="*/ 0 h 9"/>
                            <a:gd name="T34" fmla="*/ 3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3" y="0"/>
                              </a:moveTo>
                              <a:lnTo>
                                <a:pt x="2" y="2"/>
                              </a:lnTo>
                              <a:lnTo>
                                <a:pt x="0" y="3"/>
                              </a:lnTo>
                              <a:lnTo>
                                <a:pt x="0" y="5"/>
                              </a:lnTo>
                              <a:lnTo>
                                <a:pt x="2" y="6"/>
                              </a:lnTo>
                              <a:lnTo>
                                <a:pt x="3" y="8"/>
                              </a:lnTo>
                              <a:lnTo>
                                <a:pt x="5" y="9"/>
                              </a:lnTo>
                              <a:lnTo>
                                <a:pt x="6" y="9"/>
                              </a:lnTo>
                              <a:lnTo>
                                <a:pt x="8" y="8"/>
                              </a:lnTo>
                              <a:lnTo>
                                <a:pt x="9" y="6"/>
                              </a:lnTo>
                              <a:lnTo>
                                <a:pt x="9" y="5"/>
                              </a:lnTo>
                              <a:lnTo>
                                <a:pt x="9" y="3"/>
                              </a:lnTo>
                              <a:lnTo>
                                <a:pt x="9" y="2"/>
                              </a:lnTo>
                              <a:lnTo>
                                <a:pt x="8" y="0"/>
                              </a:lnTo>
                              <a:lnTo>
                                <a:pt x="6" y="0"/>
                              </a:lnTo>
                              <a:lnTo>
                                <a:pt x="5"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64" name="Freeform 270"/>
                        <p:cNvSpPr>
                          <a:spLocks/>
                        </p:cNvSpPr>
                        <p:nvPr/>
                      </p:nvSpPr>
                      <p:spPr bwMode="auto">
                        <a:xfrm>
                          <a:off x="3676" y="2154"/>
                          <a:ext cx="9" cy="8"/>
                        </a:xfrm>
                        <a:custGeom>
                          <a:avLst/>
                          <a:gdLst>
                            <a:gd name="T0" fmla="*/ 3 w 9"/>
                            <a:gd name="T1" fmla="*/ 0 h 8"/>
                            <a:gd name="T2" fmla="*/ 2 w 9"/>
                            <a:gd name="T3" fmla="*/ 1 h 8"/>
                            <a:gd name="T4" fmla="*/ 0 w 9"/>
                            <a:gd name="T5" fmla="*/ 3 h 8"/>
                            <a:gd name="T6" fmla="*/ 0 w 9"/>
                            <a:gd name="T7" fmla="*/ 4 h 8"/>
                            <a:gd name="T8" fmla="*/ 2 w 9"/>
                            <a:gd name="T9" fmla="*/ 6 h 8"/>
                            <a:gd name="T10" fmla="*/ 3 w 9"/>
                            <a:gd name="T11" fmla="*/ 7 h 8"/>
                            <a:gd name="T12" fmla="*/ 5 w 9"/>
                            <a:gd name="T13" fmla="*/ 8 h 8"/>
                            <a:gd name="T14" fmla="*/ 6 w 9"/>
                            <a:gd name="T15" fmla="*/ 8 h 8"/>
                            <a:gd name="T16" fmla="*/ 8 w 9"/>
                            <a:gd name="T17" fmla="*/ 7 h 8"/>
                            <a:gd name="T18" fmla="*/ 8 w 9"/>
                            <a:gd name="T19" fmla="*/ 7 h 8"/>
                            <a:gd name="T20" fmla="*/ 9 w 9"/>
                            <a:gd name="T21" fmla="*/ 6 h 8"/>
                            <a:gd name="T22" fmla="*/ 9 w 9"/>
                            <a:gd name="T23" fmla="*/ 4 h 8"/>
                            <a:gd name="T24" fmla="*/ 9 w 9"/>
                            <a:gd name="T25" fmla="*/ 3 h 8"/>
                            <a:gd name="T26" fmla="*/ 9 w 9"/>
                            <a:gd name="T27" fmla="*/ 1 h 8"/>
                            <a:gd name="T28" fmla="*/ 8 w 9"/>
                            <a:gd name="T29" fmla="*/ 0 h 8"/>
                            <a:gd name="T30" fmla="*/ 6 w 9"/>
                            <a:gd name="T31" fmla="*/ 0 h 8"/>
                            <a:gd name="T32" fmla="*/ 5 w 9"/>
                            <a:gd name="T33" fmla="*/ 0 h 8"/>
                            <a:gd name="T34" fmla="*/ 3 w 9"/>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3" y="0"/>
                              </a:moveTo>
                              <a:lnTo>
                                <a:pt x="2" y="1"/>
                              </a:lnTo>
                              <a:lnTo>
                                <a:pt x="0" y="3"/>
                              </a:lnTo>
                              <a:lnTo>
                                <a:pt x="0" y="4"/>
                              </a:lnTo>
                              <a:lnTo>
                                <a:pt x="2" y="6"/>
                              </a:lnTo>
                              <a:lnTo>
                                <a:pt x="3" y="7"/>
                              </a:lnTo>
                              <a:lnTo>
                                <a:pt x="5" y="8"/>
                              </a:lnTo>
                              <a:lnTo>
                                <a:pt x="6" y="8"/>
                              </a:lnTo>
                              <a:lnTo>
                                <a:pt x="8" y="7"/>
                              </a:lnTo>
                              <a:lnTo>
                                <a:pt x="9" y="6"/>
                              </a:lnTo>
                              <a:lnTo>
                                <a:pt x="9" y="4"/>
                              </a:lnTo>
                              <a:lnTo>
                                <a:pt x="9" y="3"/>
                              </a:lnTo>
                              <a:lnTo>
                                <a:pt x="9" y="1"/>
                              </a:lnTo>
                              <a:lnTo>
                                <a:pt x="8" y="0"/>
                              </a:lnTo>
                              <a:lnTo>
                                <a:pt x="6" y="0"/>
                              </a:lnTo>
                              <a:lnTo>
                                <a:pt x="5"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65" name="Freeform 271"/>
                        <p:cNvSpPr>
                          <a:spLocks/>
                        </p:cNvSpPr>
                        <p:nvPr/>
                      </p:nvSpPr>
                      <p:spPr bwMode="auto">
                        <a:xfrm>
                          <a:off x="3691" y="2142"/>
                          <a:ext cx="9" cy="9"/>
                        </a:xfrm>
                        <a:custGeom>
                          <a:avLst/>
                          <a:gdLst>
                            <a:gd name="T0" fmla="*/ 1 w 9"/>
                            <a:gd name="T1" fmla="*/ 0 h 9"/>
                            <a:gd name="T2" fmla="*/ 0 w 9"/>
                            <a:gd name="T3" fmla="*/ 2 h 9"/>
                            <a:gd name="T4" fmla="*/ 0 w 9"/>
                            <a:gd name="T5" fmla="*/ 3 h 9"/>
                            <a:gd name="T6" fmla="*/ 0 w 9"/>
                            <a:gd name="T7" fmla="*/ 4 h 9"/>
                            <a:gd name="T8" fmla="*/ 0 w 9"/>
                            <a:gd name="T9" fmla="*/ 6 h 9"/>
                            <a:gd name="T10" fmla="*/ 1 w 9"/>
                            <a:gd name="T11" fmla="*/ 7 h 9"/>
                            <a:gd name="T12" fmla="*/ 3 w 9"/>
                            <a:gd name="T13" fmla="*/ 9 h 9"/>
                            <a:gd name="T14" fmla="*/ 4 w 9"/>
                            <a:gd name="T15" fmla="*/ 9 h 9"/>
                            <a:gd name="T16" fmla="*/ 6 w 9"/>
                            <a:gd name="T17" fmla="*/ 7 h 9"/>
                            <a:gd name="T18" fmla="*/ 6 w 9"/>
                            <a:gd name="T19" fmla="*/ 7 h 9"/>
                            <a:gd name="T20" fmla="*/ 7 w 9"/>
                            <a:gd name="T21" fmla="*/ 6 h 9"/>
                            <a:gd name="T22" fmla="*/ 9 w 9"/>
                            <a:gd name="T23" fmla="*/ 4 h 9"/>
                            <a:gd name="T24" fmla="*/ 9 w 9"/>
                            <a:gd name="T25" fmla="*/ 3 h 9"/>
                            <a:gd name="T26" fmla="*/ 7 w 9"/>
                            <a:gd name="T27" fmla="*/ 2 h 9"/>
                            <a:gd name="T28" fmla="*/ 6 w 9"/>
                            <a:gd name="T29" fmla="*/ 0 h 9"/>
                            <a:gd name="T30" fmla="*/ 4 w 9"/>
                            <a:gd name="T31" fmla="*/ 0 h 9"/>
                            <a:gd name="T32" fmla="*/ 3 w 9"/>
                            <a:gd name="T33" fmla="*/ 0 h 9"/>
                            <a:gd name="T34" fmla="*/ 1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1" y="0"/>
                              </a:moveTo>
                              <a:lnTo>
                                <a:pt x="0" y="2"/>
                              </a:lnTo>
                              <a:lnTo>
                                <a:pt x="0" y="3"/>
                              </a:lnTo>
                              <a:lnTo>
                                <a:pt x="0" y="4"/>
                              </a:lnTo>
                              <a:lnTo>
                                <a:pt x="0" y="6"/>
                              </a:lnTo>
                              <a:lnTo>
                                <a:pt x="1" y="7"/>
                              </a:lnTo>
                              <a:lnTo>
                                <a:pt x="3" y="9"/>
                              </a:lnTo>
                              <a:lnTo>
                                <a:pt x="4" y="9"/>
                              </a:lnTo>
                              <a:lnTo>
                                <a:pt x="6" y="7"/>
                              </a:lnTo>
                              <a:lnTo>
                                <a:pt x="7" y="6"/>
                              </a:lnTo>
                              <a:lnTo>
                                <a:pt x="9" y="4"/>
                              </a:lnTo>
                              <a:lnTo>
                                <a:pt x="9" y="3"/>
                              </a:lnTo>
                              <a:lnTo>
                                <a:pt x="7" y="2"/>
                              </a:lnTo>
                              <a:lnTo>
                                <a:pt x="6" y="0"/>
                              </a:lnTo>
                              <a:lnTo>
                                <a:pt x="4" y="0"/>
                              </a:lnTo>
                              <a:lnTo>
                                <a:pt x="3" y="0"/>
                              </a:lnTo>
                              <a:lnTo>
                                <a:pt x="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66" name="Freeform 272"/>
                        <p:cNvSpPr>
                          <a:spLocks/>
                        </p:cNvSpPr>
                        <p:nvPr/>
                      </p:nvSpPr>
                      <p:spPr bwMode="auto">
                        <a:xfrm>
                          <a:off x="3704" y="2132"/>
                          <a:ext cx="9" cy="9"/>
                        </a:xfrm>
                        <a:custGeom>
                          <a:avLst/>
                          <a:gdLst>
                            <a:gd name="T0" fmla="*/ 3 w 9"/>
                            <a:gd name="T1" fmla="*/ 0 h 9"/>
                            <a:gd name="T2" fmla="*/ 1 w 9"/>
                            <a:gd name="T3" fmla="*/ 1 h 9"/>
                            <a:gd name="T4" fmla="*/ 0 w 9"/>
                            <a:gd name="T5" fmla="*/ 3 h 9"/>
                            <a:gd name="T6" fmla="*/ 0 w 9"/>
                            <a:gd name="T7" fmla="*/ 4 h 9"/>
                            <a:gd name="T8" fmla="*/ 1 w 9"/>
                            <a:gd name="T9" fmla="*/ 6 h 9"/>
                            <a:gd name="T10" fmla="*/ 3 w 9"/>
                            <a:gd name="T11" fmla="*/ 7 h 9"/>
                            <a:gd name="T12" fmla="*/ 4 w 9"/>
                            <a:gd name="T13" fmla="*/ 9 h 9"/>
                            <a:gd name="T14" fmla="*/ 6 w 9"/>
                            <a:gd name="T15" fmla="*/ 9 h 9"/>
                            <a:gd name="T16" fmla="*/ 7 w 9"/>
                            <a:gd name="T17" fmla="*/ 7 h 9"/>
                            <a:gd name="T18" fmla="*/ 7 w 9"/>
                            <a:gd name="T19" fmla="*/ 7 h 9"/>
                            <a:gd name="T20" fmla="*/ 9 w 9"/>
                            <a:gd name="T21" fmla="*/ 6 h 9"/>
                            <a:gd name="T22" fmla="*/ 9 w 9"/>
                            <a:gd name="T23" fmla="*/ 4 h 9"/>
                            <a:gd name="T24" fmla="*/ 9 w 9"/>
                            <a:gd name="T25" fmla="*/ 3 h 9"/>
                            <a:gd name="T26" fmla="*/ 9 w 9"/>
                            <a:gd name="T27" fmla="*/ 1 h 9"/>
                            <a:gd name="T28" fmla="*/ 7 w 9"/>
                            <a:gd name="T29" fmla="*/ 0 h 9"/>
                            <a:gd name="T30" fmla="*/ 6 w 9"/>
                            <a:gd name="T31" fmla="*/ 0 h 9"/>
                            <a:gd name="T32" fmla="*/ 4 w 9"/>
                            <a:gd name="T33" fmla="*/ 0 h 9"/>
                            <a:gd name="T34" fmla="*/ 3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3" y="0"/>
                              </a:moveTo>
                              <a:lnTo>
                                <a:pt x="1" y="1"/>
                              </a:lnTo>
                              <a:lnTo>
                                <a:pt x="0" y="3"/>
                              </a:lnTo>
                              <a:lnTo>
                                <a:pt x="0" y="4"/>
                              </a:lnTo>
                              <a:lnTo>
                                <a:pt x="1" y="6"/>
                              </a:lnTo>
                              <a:lnTo>
                                <a:pt x="3" y="7"/>
                              </a:lnTo>
                              <a:lnTo>
                                <a:pt x="4" y="9"/>
                              </a:lnTo>
                              <a:lnTo>
                                <a:pt x="6" y="9"/>
                              </a:lnTo>
                              <a:lnTo>
                                <a:pt x="7" y="7"/>
                              </a:lnTo>
                              <a:lnTo>
                                <a:pt x="9" y="6"/>
                              </a:lnTo>
                              <a:lnTo>
                                <a:pt x="9" y="4"/>
                              </a:lnTo>
                              <a:lnTo>
                                <a:pt x="9" y="3"/>
                              </a:lnTo>
                              <a:lnTo>
                                <a:pt x="9" y="1"/>
                              </a:lnTo>
                              <a:lnTo>
                                <a:pt x="7" y="0"/>
                              </a:lnTo>
                              <a:lnTo>
                                <a:pt x="6" y="0"/>
                              </a:lnTo>
                              <a:lnTo>
                                <a:pt x="4"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67" name="Freeform 273"/>
                        <p:cNvSpPr>
                          <a:spLocks/>
                        </p:cNvSpPr>
                        <p:nvPr/>
                      </p:nvSpPr>
                      <p:spPr bwMode="auto">
                        <a:xfrm>
                          <a:off x="3718" y="2122"/>
                          <a:ext cx="9" cy="8"/>
                        </a:xfrm>
                        <a:custGeom>
                          <a:avLst/>
                          <a:gdLst>
                            <a:gd name="T0" fmla="*/ 3 w 9"/>
                            <a:gd name="T1" fmla="*/ 1 h 8"/>
                            <a:gd name="T2" fmla="*/ 2 w 9"/>
                            <a:gd name="T3" fmla="*/ 3 h 8"/>
                            <a:gd name="T4" fmla="*/ 0 w 9"/>
                            <a:gd name="T5" fmla="*/ 4 h 8"/>
                            <a:gd name="T6" fmla="*/ 0 w 9"/>
                            <a:gd name="T7" fmla="*/ 6 h 8"/>
                            <a:gd name="T8" fmla="*/ 2 w 9"/>
                            <a:gd name="T9" fmla="*/ 7 h 8"/>
                            <a:gd name="T10" fmla="*/ 3 w 9"/>
                            <a:gd name="T11" fmla="*/ 8 h 8"/>
                            <a:gd name="T12" fmla="*/ 5 w 9"/>
                            <a:gd name="T13" fmla="*/ 8 h 8"/>
                            <a:gd name="T14" fmla="*/ 6 w 9"/>
                            <a:gd name="T15" fmla="*/ 8 h 8"/>
                            <a:gd name="T16" fmla="*/ 8 w 9"/>
                            <a:gd name="T17" fmla="*/ 8 h 8"/>
                            <a:gd name="T18" fmla="*/ 8 w 9"/>
                            <a:gd name="T19" fmla="*/ 8 h 8"/>
                            <a:gd name="T20" fmla="*/ 9 w 9"/>
                            <a:gd name="T21" fmla="*/ 7 h 8"/>
                            <a:gd name="T22" fmla="*/ 9 w 9"/>
                            <a:gd name="T23" fmla="*/ 6 h 8"/>
                            <a:gd name="T24" fmla="*/ 9 w 9"/>
                            <a:gd name="T25" fmla="*/ 4 h 8"/>
                            <a:gd name="T26" fmla="*/ 9 w 9"/>
                            <a:gd name="T27" fmla="*/ 3 h 8"/>
                            <a:gd name="T28" fmla="*/ 8 w 9"/>
                            <a:gd name="T29" fmla="*/ 1 h 8"/>
                            <a:gd name="T30" fmla="*/ 6 w 9"/>
                            <a:gd name="T31" fmla="*/ 0 h 8"/>
                            <a:gd name="T32" fmla="*/ 5 w 9"/>
                            <a:gd name="T33" fmla="*/ 0 h 8"/>
                            <a:gd name="T34" fmla="*/ 3 w 9"/>
                            <a:gd name="T35" fmla="*/ 1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3" y="1"/>
                              </a:moveTo>
                              <a:lnTo>
                                <a:pt x="2" y="3"/>
                              </a:lnTo>
                              <a:lnTo>
                                <a:pt x="0" y="4"/>
                              </a:lnTo>
                              <a:lnTo>
                                <a:pt x="0" y="6"/>
                              </a:lnTo>
                              <a:lnTo>
                                <a:pt x="2" y="7"/>
                              </a:lnTo>
                              <a:lnTo>
                                <a:pt x="3" y="8"/>
                              </a:lnTo>
                              <a:lnTo>
                                <a:pt x="5" y="8"/>
                              </a:lnTo>
                              <a:lnTo>
                                <a:pt x="6" y="8"/>
                              </a:lnTo>
                              <a:lnTo>
                                <a:pt x="8" y="8"/>
                              </a:lnTo>
                              <a:lnTo>
                                <a:pt x="9" y="7"/>
                              </a:lnTo>
                              <a:lnTo>
                                <a:pt x="9" y="6"/>
                              </a:lnTo>
                              <a:lnTo>
                                <a:pt x="9" y="4"/>
                              </a:lnTo>
                              <a:lnTo>
                                <a:pt x="9" y="3"/>
                              </a:lnTo>
                              <a:lnTo>
                                <a:pt x="8" y="1"/>
                              </a:lnTo>
                              <a:lnTo>
                                <a:pt x="6" y="0"/>
                              </a:lnTo>
                              <a:lnTo>
                                <a:pt x="5" y="0"/>
                              </a:lnTo>
                              <a:lnTo>
                                <a:pt x="3"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68" name="Freeform 274"/>
                        <p:cNvSpPr>
                          <a:spLocks/>
                        </p:cNvSpPr>
                        <p:nvPr/>
                      </p:nvSpPr>
                      <p:spPr bwMode="auto">
                        <a:xfrm>
                          <a:off x="3733" y="2113"/>
                          <a:ext cx="10" cy="9"/>
                        </a:xfrm>
                        <a:custGeom>
                          <a:avLst/>
                          <a:gdLst>
                            <a:gd name="T0" fmla="*/ 3 w 10"/>
                            <a:gd name="T1" fmla="*/ 1 h 9"/>
                            <a:gd name="T2" fmla="*/ 1 w 10"/>
                            <a:gd name="T3" fmla="*/ 3 h 9"/>
                            <a:gd name="T4" fmla="*/ 0 w 10"/>
                            <a:gd name="T5" fmla="*/ 4 h 9"/>
                            <a:gd name="T6" fmla="*/ 0 w 10"/>
                            <a:gd name="T7" fmla="*/ 6 h 9"/>
                            <a:gd name="T8" fmla="*/ 1 w 10"/>
                            <a:gd name="T9" fmla="*/ 7 h 9"/>
                            <a:gd name="T10" fmla="*/ 3 w 10"/>
                            <a:gd name="T11" fmla="*/ 9 h 9"/>
                            <a:gd name="T12" fmla="*/ 4 w 10"/>
                            <a:gd name="T13" fmla="*/ 9 h 9"/>
                            <a:gd name="T14" fmla="*/ 6 w 10"/>
                            <a:gd name="T15" fmla="*/ 9 h 9"/>
                            <a:gd name="T16" fmla="*/ 7 w 10"/>
                            <a:gd name="T17" fmla="*/ 9 h 9"/>
                            <a:gd name="T18" fmla="*/ 7 w 10"/>
                            <a:gd name="T19" fmla="*/ 9 h 9"/>
                            <a:gd name="T20" fmla="*/ 9 w 10"/>
                            <a:gd name="T21" fmla="*/ 7 h 9"/>
                            <a:gd name="T22" fmla="*/ 10 w 10"/>
                            <a:gd name="T23" fmla="*/ 6 h 9"/>
                            <a:gd name="T24" fmla="*/ 10 w 10"/>
                            <a:gd name="T25" fmla="*/ 4 h 9"/>
                            <a:gd name="T26" fmla="*/ 9 w 10"/>
                            <a:gd name="T27" fmla="*/ 3 h 9"/>
                            <a:gd name="T28" fmla="*/ 7 w 10"/>
                            <a:gd name="T29" fmla="*/ 1 h 9"/>
                            <a:gd name="T30" fmla="*/ 6 w 10"/>
                            <a:gd name="T31" fmla="*/ 0 h 9"/>
                            <a:gd name="T32" fmla="*/ 4 w 10"/>
                            <a:gd name="T33" fmla="*/ 0 h 9"/>
                            <a:gd name="T34" fmla="*/ 3 w 10"/>
                            <a:gd name="T35" fmla="*/ 1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
                            <a:gd name="T55" fmla="*/ 0 h 9"/>
                            <a:gd name="T56" fmla="*/ 10 w 10"/>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 h="9">
                              <a:moveTo>
                                <a:pt x="3" y="1"/>
                              </a:moveTo>
                              <a:lnTo>
                                <a:pt x="1" y="3"/>
                              </a:lnTo>
                              <a:lnTo>
                                <a:pt x="0" y="4"/>
                              </a:lnTo>
                              <a:lnTo>
                                <a:pt x="0" y="6"/>
                              </a:lnTo>
                              <a:lnTo>
                                <a:pt x="1" y="7"/>
                              </a:lnTo>
                              <a:lnTo>
                                <a:pt x="3" y="9"/>
                              </a:lnTo>
                              <a:lnTo>
                                <a:pt x="4" y="9"/>
                              </a:lnTo>
                              <a:lnTo>
                                <a:pt x="6" y="9"/>
                              </a:lnTo>
                              <a:lnTo>
                                <a:pt x="7" y="9"/>
                              </a:lnTo>
                              <a:lnTo>
                                <a:pt x="9" y="7"/>
                              </a:lnTo>
                              <a:lnTo>
                                <a:pt x="10" y="6"/>
                              </a:lnTo>
                              <a:lnTo>
                                <a:pt x="10" y="4"/>
                              </a:lnTo>
                              <a:lnTo>
                                <a:pt x="9" y="3"/>
                              </a:lnTo>
                              <a:lnTo>
                                <a:pt x="7" y="1"/>
                              </a:lnTo>
                              <a:lnTo>
                                <a:pt x="6" y="0"/>
                              </a:lnTo>
                              <a:lnTo>
                                <a:pt x="4" y="0"/>
                              </a:lnTo>
                              <a:lnTo>
                                <a:pt x="3"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69" name="Freeform 275"/>
                        <p:cNvSpPr>
                          <a:spLocks/>
                        </p:cNvSpPr>
                        <p:nvPr/>
                      </p:nvSpPr>
                      <p:spPr bwMode="auto">
                        <a:xfrm>
                          <a:off x="3750" y="2106"/>
                          <a:ext cx="9" cy="8"/>
                        </a:xfrm>
                        <a:custGeom>
                          <a:avLst/>
                          <a:gdLst>
                            <a:gd name="T0" fmla="*/ 3 w 9"/>
                            <a:gd name="T1" fmla="*/ 0 h 8"/>
                            <a:gd name="T2" fmla="*/ 2 w 9"/>
                            <a:gd name="T3" fmla="*/ 1 h 8"/>
                            <a:gd name="T4" fmla="*/ 0 w 9"/>
                            <a:gd name="T5" fmla="*/ 3 h 8"/>
                            <a:gd name="T6" fmla="*/ 0 w 9"/>
                            <a:gd name="T7" fmla="*/ 4 h 8"/>
                            <a:gd name="T8" fmla="*/ 0 w 9"/>
                            <a:gd name="T9" fmla="*/ 6 h 8"/>
                            <a:gd name="T10" fmla="*/ 0 w 9"/>
                            <a:gd name="T11" fmla="*/ 7 h 8"/>
                            <a:gd name="T12" fmla="*/ 2 w 9"/>
                            <a:gd name="T13" fmla="*/ 8 h 8"/>
                            <a:gd name="T14" fmla="*/ 3 w 9"/>
                            <a:gd name="T15" fmla="*/ 8 h 8"/>
                            <a:gd name="T16" fmla="*/ 5 w 9"/>
                            <a:gd name="T17" fmla="*/ 8 h 8"/>
                            <a:gd name="T18" fmla="*/ 5 w 9"/>
                            <a:gd name="T19" fmla="*/ 8 h 8"/>
                            <a:gd name="T20" fmla="*/ 6 w 9"/>
                            <a:gd name="T21" fmla="*/ 8 h 8"/>
                            <a:gd name="T22" fmla="*/ 8 w 9"/>
                            <a:gd name="T23" fmla="*/ 7 h 8"/>
                            <a:gd name="T24" fmla="*/ 9 w 9"/>
                            <a:gd name="T25" fmla="*/ 6 h 8"/>
                            <a:gd name="T26" fmla="*/ 9 w 9"/>
                            <a:gd name="T27" fmla="*/ 4 h 8"/>
                            <a:gd name="T28" fmla="*/ 8 w 9"/>
                            <a:gd name="T29" fmla="*/ 3 h 8"/>
                            <a:gd name="T30" fmla="*/ 6 w 9"/>
                            <a:gd name="T31" fmla="*/ 1 h 8"/>
                            <a:gd name="T32" fmla="*/ 5 w 9"/>
                            <a:gd name="T33" fmla="*/ 0 h 8"/>
                            <a:gd name="T34" fmla="*/ 3 w 9"/>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3" y="0"/>
                              </a:moveTo>
                              <a:lnTo>
                                <a:pt x="2" y="1"/>
                              </a:lnTo>
                              <a:lnTo>
                                <a:pt x="0" y="3"/>
                              </a:lnTo>
                              <a:lnTo>
                                <a:pt x="0" y="4"/>
                              </a:lnTo>
                              <a:lnTo>
                                <a:pt x="0" y="6"/>
                              </a:lnTo>
                              <a:lnTo>
                                <a:pt x="0" y="7"/>
                              </a:lnTo>
                              <a:lnTo>
                                <a:pt x="2" y="8"/>
                              </a:lnTo>
                              <a:lnTo>
                                <a:pt x="3" y="8"/>
                              </a:lnTo>
                              <a:lnTo>
                                <a:pt x="5" y="8"/>
                              </a:lnTo>
                              <a:lnTo>
                                <a:pt x="6" y="8"/>
                              </a:lnTo>
                              <a:lnTo>
                                <a:pt x="8" y="7"/>
                              </a:lnTo>
                              <a:lnTo>
                                <a:pt x="9" y="6"/>
                              </a:lnTo>
                              <a:lnTo>
                                <a:pt x="9" y="4"/>
                              </a:lnTo>
                              <a:lnTo>
                                <a:pt x="8" y="3"/>
                              </a:lnTo>
                              <a:lnTo>
                                <a:pt x="6" y="1"/>
                              </a:lnTo>
                              <a:lnTo>
                                <a:pt x="5"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70" name="Freeform 276"/>
                        <p:cNvSpPr>
                          <a:spLocks/>
                        </p:cNvSpPr>
                        <p:nvPr/>
                      </p:nvSpPr>
                      <p:spPr bwMode="auto">
                        <a:xfrm>
                          <a:off x="3766" y="2103"/>
                          <a:ext cx="9" cy="9"/>
                        </a:xfrm>
                        <a:custGeom>
                          <a:avLst/>
                          <a:gdLst>
                            <a:gd name="T0" fmla="*/ 6 w 9"/>
                            <a:gd name="T1" fmla="*/ 0 h 9"/>
                            <a:gd name="T2" fmla="*/ 5 w 9"/>
                            <a:gd name="T3" fmla="*/ 0 h 9"/>
                            <a:gd name="T4" fmla="*/ 3 w 9"/>
                            <a:gd name="T5" fmla="*/ 0 h 9"/>
                            <a:gd name="T6" fmla="*/ 2 w 9"/>
                            <a:gd name="T7" fmla="*/ 1 h 9"/>
                            <a:gd name="T8" fmla="*/ 0 w 9"/>
                            <a:gd name="T9" fmla="*/ 3 h 9"/>
                            <a:gd name="T10" fmla="*/ 0 w 9"/>
                            <a:gd name="T11" fmla="*/ 4 h 9"/>
                            <a:gd name="T12" fmla="*/ 2 w 9"/>
                            <a:gd name="T13" fmla="*/ 6 h 9"/>
                            <a:gd name="T14" fmla="*/ 3 w 9"/>
                            <a:gd name="T15" fmla="*/ 7 h 9"/>
                            <a:gd name="T16" fmla="*/ 5 w 9"/>
                            <a:gd name="T17" fmla="*/ 9 h 9"/>
                            <a:gd name="T18" fmla="*/ 5 w 9"/>
                            <a:gd name="T19" fmla="*/ 9 h 9"/>
                            <a:gd name="T20" fmla="*/ 6 w 9"/>
                            <a:gd name="T21" fmla="*/ 9 h 9"/>
                            <a:gd name="T22" fmla="*/ 8 w 9"/>
                            <a:gd name="T23" fmla="*/ 7 h 9"/>
                            <a:gd name="T24" fmla="*/ 9 w 9"/>
                            <a:gd name="T25" fmla="*/ 6 h 9"/>
                            <a:gd name="T26" fmla="*/ 9 w 9"/>
                            <a:gd name="T27" fmla="*/ 4 h 9"/>
                            <a:gd name="T28" fmla="*/ 9 w 9"/>
                            <a:gd name="T29" fmla="*/ 3 h 9"/>
                            <a:gd name="T30" fmla="*/ 9 w 9"/>
                            <a:gd name="T31" fmla="*/ 1 h 9"/>
                            <a:gd name="T32" fmla="*/ 8 w 9"/>
                            <a:gd name="T33" fmla="*/ 0 h 9"/>
                            <a:gd name="T34" fmla="*/ 6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6" y="0"/>
                              </a:moveTo>
                              <a:lnTo>
                                <a:pt x="5" y="0"/>
                              </a:lnTo>
                              <a:lnTo>
                                <a:pt x="3" y="0"/>
                              </a:lnTo>
                              <a:lnTo>
                                <a:pt x="2" y="1"/>
                              </a:lnTo>
                              <a:lnTo>
                                <a:pt x="0" y="3"/>
                              </a:lnTo>
                              <a:lnTo>
                                <a:pt x="0" y="4"/>
                              </a:lnTo>
                              <a:lnTo>
                                <a:pt x="2" y="6"/>
                              </a:lnTo>
                              <a:lnTo>
                                <a:pt x="3" y="7"/>
                              </a:lnTo>
                              <a:lnTo>
                                <a:pt x="5" y="9"/>
                              </a:lnTo>
                              <a:lnTo>
                                <a:pt x="6" y="9"/>
                              </a:lnTo>
                              <a:lnTo>
                                <a:pt x="8" y="7"/>
                              </a:lnTo>
                              <a:lnTo>
                                <a:pt x="9" y="6"/>
                              </a:lnTo>
                              <a:lnTo>
                                <a:pt x="9" y="4"/>
                              </a:lnTo>
                              <a:lnTo>
                                <a:pt x="9" y="3"/>
                              </a:lnTo>
                              <a:lnTo>
                                <a:pt x="9" y="1"/>
                              </a:lnTo>
                              <a:lnTo>
                                <a:pt x="8" y="0"/>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71" name="Freeform 277"/>
                        <p:cNvSpPr>
                          <a:spLocks/>
                        </p:cNvSpPr>
                        <p:nvPr/>
                      </p:nvSpPr>
                      <p:spPr bwMode="auto">
                        <a:xfrm>
                          <a:off x="3784" y="2103"/>
                          <a:ext cx="9" cy="9"/>
                        </a:xfrm>
                        <a:custGeom>
                          <a:avLst/>
                          <a:gdLst>
                            <a:gd name="T0" fmla="*/ 6 w 9"/>
                            <a:gd name="T1" fmla="*/ 0 h 9"/>
                            <a:gd name="T2" fmla="*/ 4 w 9"/>
                            <a:gd name="T3" fmla="*/ 0 h 9"/>
                            <a:gd name="T4" fmla="*/ 3 w 9"/>
                            <a:gd name="T5" fmla="*/ 0 h 9"/>
                            <a:gd name="T6" fmla="*/ 1 w 9"/>
                            <a:gd name="T7" fmla="*/ 1 h 9"/>
                            <a:gd name="T8" fmla="*/ 0 w 9"/>
                            <a:gd name="T9" fmla="*/ 3 h 9"/>
                            <a:gd name="T10" fmla="*/ 0 w 9"/>
                            <a:gd name="T11" fmla="*/ 4 h 9"/>
                            <a:gd name="T12" fmla="*/ 1 w 9"/>
                            <a:gd name="T13" fmla="*/ 6 h 9"/>
                            <a:gd name="T14" fmla="*/ 3 w 9"/>
                            <a:gd name="T15" fmla="*/ 7 h 9"/>
                            <a:gd name="T16" fmla="*/ 4 w 9"/>
                            <a:gd name="T17" fmla="*/ 9 h 9"/>
                            <a:gd name="T18" fmla="*/ 4 w 9"/>
                            <a:gd name="T19" fmla="*/ 9 h 9"/>
                            <a:gd name="T20" fmla="*/ 6 w 9"/>
                            <a:gd name="T21" fmla="*/ 9 h 9"/>
                            <a:gd name="T22" fmla="*/ 7 w 9"/>
                            <a:gd name="T23" fmla="*/ 7 h 9"/>
                            <a:gd name="T24" fmla="*/ 9 w 9"/>
                            <a:gd name="T25" fmla="*/ 6 h 9"/>
                            <a:gd name="T26" fmla="*/ 9 w 9"/>
                            <a:gd name="T27" fmla="*/ 4 h 9"/>
                            <a:gd name="T28" fmla="*/ 9 w 9"/>
                            <a:gd name="T29" fmla="*/ 3 h 9"/>
                            <a:gd name="T30" fmla="*/ 9 w 9"/>
                            <a:gd name="T31" fmla="*/ 1 h 9"/>
                            <a:gd name="T32" fmla="*/ 7 w 9"/>
                            <a:gd name="T33" fmla="*/ 0 h 9"/>
                            <a:gd name="T34" fmla="*/ 6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6" y="0"/>
                              </a:moveTo>
                              <a:lnTo>
                                <a:pt x="4" y="0"/>
                              </a:lnTo>
                              <a:lnTo>
                                <a:pt x="3" y="0"/>
                              </a:lnTo>
                              <a:lnTo>
                                <a:pt x="1" y="1"/>
                              </a:lnTo>
                              <a:lnTo>
                                <a:pt x="0" y="3"/>
                              </a:lnTo>
                              <a:lnTo>
                                <a:pt x="0" y="4"/>
                              </a:lnTo>
                              <a:lnTo>
                                <a:pt x="1" y="6"/>
                              </a:lnTo>
                              <a:lnTo>
                                <a:pt x="3" y="7"/>
                              </a:lnTo>
                              <a:lnTo>
                                <a:pt x="4" y="9"/>
                              </a:lnTo>
                              <a:lnTo>
                                <a:pt x="6" y="9"/>
                              </a:lnTo>
                              <a:lnTo>
                                <a:pt x="7" y="7"/>
                              </a:lnTo>
                              <a:lnTo>
                                <a:pt x="9" y="6"/>
                              </a:lnTo>
                              <a:lnTo>
                                <a:pt x="9" y="4"/>
                              </a:lnTo>
                              <a:lnTo>
                                <a:pt x="9" y="3"/>
                              </a:lnTo>
                              <a:lnTo>
                                <a:pt x="9" y="1"/>
                              </a:lnTo>
                              <a:lnTo>
                                <a:pt x="7" y="0"/>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72" name="Freeform 278"/>
                        <p:cNvSpPr>
                          <a:spLocks/>
                        </p:cNvSpPr>
                        <p:nvPr/>
                      </p:nvSpPr>
                      <p:spPr bwMode="auto">
                        <a:xfrm>
                          <a:off x="3801" y="2106"/>
                          <a:ext cx="9" cy="8"/>
                        </a:xfrm>
                        <a:custGeom>
                          <a:avLst/>
                          <a:gdLst>
                            <a:gd name="T0" fmla="*/ 5 w 9"/>
                            <a:gd name="T1" fmla="*/ 0 h 8"/>
                            <a:gd name="T2" fmla="*/ 3 w 9"/>
                            <a:gd name="T3" fmla="*/ 0 h 8"/>
                            <a:gd name="T4" fmla="*/ 2 w 9"/>
                            <a:gd name="T5" fmla="*/ 1 h 8"/>
                            <a:gd name="T6" fmla="*/ 0 w 9"/>
                            <a:gd name="T7" fmla="*/ 3 h 8"/>
                            <a:gd name="T8" fmla="*/ 0 w 9"/>
                            <a:gd name="T9" fmla="*/ 4 h 8"/>
                            <a:gd name="T10" fmla="*/ 0 w 9"/>
                            <a:gd name="T11" fmla="*/ 6 h 8"/>
                            <a:gd name="T12" fmla="*/ 0 w 9"/>
                            <a:gd name="T13" fmla="*/ 7 h 8"/>
                            <a:gd name="T14" fmla="*/ 2 w 9"/>
                            <a:gd name="T15" fmla="*/ 8 h 8"/>
                            <a:gd name="T16" fmla="*/ 3 w 9"/>
                            <a:gd name="T17" fmla="*/ 8 h 8"/>
                            <a:gd name="T18" fmla="*/ 3 w 9"/>
                            <a:gd name="T19" fmla="*/ 8 h 8"/>
                            <a:gd name="T20" fmla="*/ 5 w 9"/>
                            <a:gd name="T21" fmla="*/ 8 h 8"/>
                            <a:gd name="T22" fmla="*/ 6 w 9"/>
                            <a:gd name="T23" fmla="*/ 8 h 8"/>
                            <a:gd name="T24" fmla="*/ 7 w 9"/>
                            <a:gd name="T25" fmla="*/ 7 h 8"/>
                            <a:gd name="T26" fmla="*/ 9 w 9"/>
                            <a:gd name="T27" fmla="*/ 6 h 8"/>
                            <a:gd name="T28" fmla="*/ 9 w 9"/>
                            <a:gd name="T29" fmla="*/ 4 h 8"/>
                            <a:gd name="T30" fmla="*/ 7 w 9"/>
                            <a:gd name="T31" fmla="*/ 3 h 8"/>
                            <a:gd name="T32" fmla="*/ 6 w 9"/>
                            <a:gd name="T33" fmla="*/ 1 h 8"/>
                            <a:gd name="T34" fmla="*/ 5 w 9"/>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5" y="0"/>
                              </a:moveTo>
                              <a:lnTo>
                                <a:pt x="3" y="0"/>
                              </a:lnTo>
                              <a:lnTo>
                                <a:pt x="2" y="1"/>
                              </a:lnTo>
                              <a:lnTo>
                                <a:pt x="0" y="3"/>
                              </a:lnTo>
                              <a:lnTo>
                                <a:pt x="0" y="4"/>
                              </a:lnTo>
                              <a:lnTo>
                                <a:pt x="0" y="6"/>
                              </a:lnTo>
                              <a:lnTo>
                                <a:pt x="0" y="7"/>
                              </a:lnTo>
                              <a:lnTo>
                                <a:pt x="2" y="8"/>
                              </a:lnTo>
                              <a:lnTo>
                                <a:pt x="3" y="8"/>
                              </a:lnTo>
                              <a:lnTo>
                                <a:pt x="5" y="8"/>
                              </a:lnTo>
                              <a:lnTo>
                                <a:pt x="6" y="8"/>
                              </a:lnTo>
                              <a:lnTo>
                                <a:pt x="7" y="7"/>
                              </a:lnTo>
                              <a:lnTo>
                                <a:pt x="9" y="6"/>
                              </a:lnTo>
                              <a:lnTo>
                                <a:pt x="9" y="4"/>
                              </a:lnTo>
                              <a:lnTo>
                                <a:pt x="7" y="3"/>
                              </a:lnTo>
                              <a:lnTo>
                                <a:pt x="6"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73" name="Freeform 279"/>
                        <p:cNvSpPr>
                          <a:spLocks/>
                        </p:cNvSpPr>
                        <p:nvPr/>
                      </p:nvSpPr>
                      <p:spPr bwMode="auto">
                        <a:xfrm>
                          <a:off x="3817" y="2113"/>
                          <a:ext cx="9" cy="9"/>
                        </a:xfrm>
                        <a:custGeom>
                          <a:avLst/>
                          <a:gdLst>
                            <a:gd name="T0" fmla="*/ 6 w 9"/>
                            <a:gd name="T1" fmla="*/ 0 h 9"/>
                            <a:gd name="T2" fmla="*/ 5 w 9"/>
                            <a:gd name="T3" fmla="*/ 0 h 9"/>
                            <a:gd name="T4" fmla="*/ 3 w 9"/>
                            <a:gd name="T5" fmla="*/ 0 h 9"/>
                            <a:gd name="T6" fmla="*/ 2 w 9"/>
                            <a:gd name="T7" fmla="*/ 0 h 9"/>
                            <a:gd name="T8" fmla="*/ 0 w 9"/>
                            <a:gd name="T9" fmla="*/ 1 h 9"/>
                            <a:gd name="T10" fmla="*/ 0 w 9"/>
                            <a:gd name="T11" fmla="*/ 3 h 9"/>
                            <a:gd name="T12" fmla="*/ 0 w 9"/>
                            <a:gd name="T13" fmla="*/ 4 h 9"/>
                            <a:gd name="T14" fmla="*/ 0 w 9"/>
                            <a:gd name="T15" fmla="*/ 6 h 9"/>
                            <a:gd name="T16" fmla="*/ 2 w 9"/>
                            <a:gd name="T17" fmla="*/ 7 h 9"/>
                            <a:gd name="T18" fmla="*/ 2 w 9"/>
                            <a:gd name="T19" fmla="*/ 7 h 9"/>
                            <a:gd name="T20" fmla="*/ 3 w 9"/>
                            <a:gd name="T21" fmla="*/ 9 h 9"/>
                            <a:gd name="T22" fmla="*/ 5 w 9"/>
                            <a:gd name="T23" fmla="*/ 9 h 9"/>
                            <a:gd name="T24" fmla="*/ 6 w 9"/>
                            <a:gd name="T25" fmla="*/ 7 h 9"/>
                            <a:gd name="T26" fmla="*/ 7 w 9"/>
                            <a:gd name="T27" fmla="*/ 6 h 9"/>
                            <a:gd name="T28" fmla="*/ 9 w 9"/>
                            <a:gd name="T29" fmla="*/ 4 h 9"/>
                            <a:gd name="T30" fmla="*/ 9 w 9"/>
                            <a:gd name="T31" fmla="*/ 3 h 9"/>
                            <a:gd name="T32" fmla="*/ 7 w 9"/>
                            <a:gd name="T33" fmla="*/ 1 h 9"/>
                            <a:gd name="T34" fmla="*/ 6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6" y="0"/>
                              </a:moveTo>
                              <a:lnTo>
                                <a:pt x="5" y="0"/>
                              </a:lnTo>
                              <a:lnTo>
                                <a:pt x="3" y="0"/>
                              </a:lnTo>
                              <a:lnTo>
                                <a:pt x="2" y="0"/>
                              </a:lnTo>
                              <a:lnTo>
                                <a:pt x="0" y="1"/>
                              </a:lnTo>
                              <a:lnTo>
                                <a:pt x="0" y="3"/>
                              </a:lnTo>
                              <a:lnTo>
                                <a:pt x="0" y="4"/>
                              </a:lnTo>
                              <a:lnTo>
                                <a:pt x="0" y="6"/>
                              </a:lnTo>
                              <a:lnTo>
                                <a:pt x="2" y="7"/>
                              </a:lnTo>
                              <a:lnTo>
                                <a:pt x="3" y="9"/>
                              </a:lnTo>
                              <a:lnTo>
                                <a:pt x="5" y="9"/>
                              </a:lnTo>
                              <a:lnTo>
                                <a:pt x="6" y="7"/>
                              </a:lnTo>
                              <a:lnTo>
                                <a:pt x="7" y="6"/>
                              </a:lnTo>
                              <a:lnTo>
                                <a:pt x="9" y="4"/>
                              </a:lnTo>
                              <a:lnTo>
                                <a:pt x="9" y="3"/>
                              </a:lnTo>
                              <a:lnTo>
                                <a:pt x="7" y="1"/>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74" name="Freeform 280"/>
                        <p:cNvSpPr>
                          <a:spLocks/>
                        </p:cNvSpPr>
                        <p:nvPr/>
                      </p:nvSpPr>
                      <p:spPr bwMode="auto">
                        <a:xfrm>
                          <a:off x="3832" y="2122"/>
                          <a:ext cx="8" cy="8"/>
                        </a:xfrm>
                        <a:custGeom>
                          <a:avLst/>
                          <a:gdLst>
                            <a:gd name="T0" fmla="*/ 7 w 8"/>
                            <a:gd name="T1" fmla="*/ 0 h 8"/>
                            <a:gd name="T2" fmla="*/ 6 w 8"/>
                            <a:gd name="T3" fmla="*/ 0 h 8"/>
                            <a:gd name="T4" fmla="*/ 4 w 8"/>
                            <a:gd name="T5" fmla="*/ 0 h 8"/>
                            <a:gd name="T6" fmla="*/ 3 w 8"/>
                            <a:gd name="T7" fmla="*/ 0 h 8"/>
                            <a:gd name="T8" fmla="*/ 1 w 8"/>
                            <a:gd name="T9" fmla="*/ 1 h 8"/>
                            <a:gd name="T10" fmla="*/ 0 w 8"/>
                            <a:gd name="T11" fmla="*/ 3 h 8"/>
                            <a:gd name="T12" fmla="*/ 0 w 8"/>
                            <a:gd name="T13" fmla="*/ 4 h 8"/>
                            <a:gd name="T14" fmla="*/ 1 w 8"/>
                            <a:gd name="T15" fmla="*/ 6 h 8"/>
                            <a:gd name="T16" fmla="*/ 3 w 8"/>
                            <a:gd name="T17" fmla="*/ 7 h 8"/>
                            <a:gd name="T18" fmla="*/ 3 w 8"/>
                            <a:gd name="T19" fmla="*/ 7 h 8"/>
                            <a:gd name="T20" fmla="*/ 4 w 8"/>
                            <a:gd name="T21" fmla="*/ 8 h 8"/>
                            <a:gd name="T22" fmla="*/ 6 w 8"/>
                            <a:gd name="T23" fmla="*/ 8 h 8"/>
                            <a:gd name="T24" fmla="*/ 7 w 8"/>
                            <a:gd name="T25" fmla="*/ 7 h 8"/>
                            <a:gd name="T26" fmla="*/ 8 w 8"/>
                            <a:gd name="T27" fmla="*/ 6 h 8"/>
                            <a:gd name="T28" fmla="*/ 8 w 8"/>
                            <a:gd name="T29" fmla="*/ 4 h 8"/>
                            <a:gd name="T30" fmla="*/ 8 w 8"/>
                            <a:gd name="T31" fmla="*/ 3 h 8"/>
                            <a:gd name="T32" fmla="*/ 8 w 8"/>
                            <a:gd name="T33" fmla="*/ 1 h 8"/>
                            <a:gd name="T34" fmla="*/ 7 w 8"/>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8"/>
                            <a:gd name="T56" fmla="*/ 8 w 8"/>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8">
                              <a:moveTo>
                                <a:pt x="7" y="0"/>
                              </a:moveTo>
                              <a:lnTo>
                                <a:pt x="6" y="0"/>
                              </a:lnTo>
                              <a:lnTo>
                                <a:pt x="4" y="0"/>
                              </a:lnTo>
                              <a:lnTo>
                                <a:pt x="3" y="0"/>
                              </a:lnTo>
                              <a:lnTo>
                                <a:pt x="1" y="1"/>
                              </a:lnTo>
                              <a:lnTo>
                                <a:pt x="0" y="3"/>
                              </a:lnTo>
                              <a:lnTo>
                                <a:pt x="0" y="4"/>
                              </a:lnTo>
                              <a:lnTo>
                                <a:pt x="1" y="6"/>
                              </a:lnTo>
                              <a:lnTo>
                                <a:pt x="3" y="7"/>
                              </a:lnTo>
                              <a:lnTo>
                                <a:pt x="4" y="8"/>
                              </a:lnTo>
                              <a:lnTo>
                                <a:pt x="6" y="8"/>
                              </a:lnTo>
                              <a:lnTo>
                                <a:pt x="7" y="7"/>
                              </a:lnTo>
                              <a:lnTo>
                                <a:pt x="8" y="6"/>
                              </a:lnTo>
                              <a:lnTo>
                                <a:pt x="8" y="4"/>
                              </a:lnTo>
                              <a:lnTo>
                                <a:pt x="8" y="3"/>
                              </a:lnTo>
                              <a:lnTo>
                                <a:pt x="8" y="1"/>
                              </a:lnTo>
                              <a:lnTo>
                                <a:pt x="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75" name="Freeform 281"/>
                        <p:cNvSpPr>
                          <a:spLocks/>
                        </p:cNvSpPr>
                        <p:nvPr/>
                      </p:nvSpPr>
                      <p:spPr bwMode="auto">
                        <a:xfrm>
                          <a:off x="3846" y="2130"/>
                          <a:ext cx="9" cy="9"/>
                        </a:xfrm>
                        <a:custGeom>
                          <a:avLst/>
                          <a:gdLst>
                            <a:gd name="T0" fmla="*/ 8 w 9"/>
                            <a:gd name="T1" fmla="*/ 2 h 9"/>
                            <a:gd name="T2" fmla="*/ 6 w 9"/>
                            <a:gd name="T3" fmla="*/ 0 h 9"/>
                            <a:gd name="T4" fmla="*/ 5 w 9"/>
                            <a:gd name="T5" fmla="*/ 0 h 9"/>
                            <a:gd name="T6" fmla="*/ 3 w 9"/>
                            <a:gd name="T7" fmla="*/ 2 h 9"/>
                            <a:gd name="T8" fmla="*/ 2 w 9"/>
                            <a:gd name="T9" fmla="*/ 3 h 9"/>
                            <a:gd name="T10" fmla="*/ 0 w 9"/>
                            <a:gd name="T11" fmla="*/ 5 h 9"/>
                            <a:gd name="T12" fmla="*/ 0 w 9"/>
                            <a:gd name="T13" fmla="*/ 6 h 9"/>
                            <a:gd name="T14" fmla="*/ 2 w 9"/>
                            <a:gd name="T15" fmla="*/ 8 h 9"/>
                            <a:gd name="T16" fmla="*/ 3 w 9"/>
                            <a:gd name="T17" fmla="*/ 9 h 9"/>
                            <a:gd name="T18" fmla="*/ 3 w 9"/>
                            <a:gd name="T19" fmla="*/ 9 h 9"/>
                            <a:gd name="T20" fmla="*/ 5 w 9"/>
                            <a:gd name="T21" fmla="*/ 9 h 9"/>
                            <a:gd name="T22" fmla="*/ 6 w 9"/>
                            <a:gd name="T23" fmla="*/ 9 h 9"/>
                            <a:gd name="T24" fmla="*/ 8 w 9"/>
                            <a:gd name="T25" fmla="*/ 9 h 9"/>
                            <a:gd name="T26" fmla="*/ 9 w 9"/>
                            <a:gd name="T27" fmla="*/ 8 h 9"/>
                            <a:gd name="T28" fmla="*/ 9 w 9"/>
                            <a:gd name="T29" fmla="*/ 6 h 9"/>
                            <a:gd name="T30" fmla="*/ 9 w 9"/>
                            <a:gd name="T31" fmla="*/ 5 h 9"/>
                            <a:gd name="T32" fmla="*/ 9 w 9"/>
                            <a:gd name="T33" fmla="*/ 3 h 9"/>
                            <a:gd name="T34" fmla="*/ 8 w 9"/>
                            <a:gd name="T35" fmla="*/ 2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8" y="2"/>
                              </a:moveTo>
                              <a:lnTo>
                                <a:pt x="6" y="0"/>
                              </a:lnTo>
                              <a:lnTo>
                                <a:pt x="5" y="0"/>
                              </a:lnTo>
                              <a:lnTo>
                                <a:pt x="3" y="2"/>
                              </a:lnTo>
                              <a:lnTo>
                                <a:pt x="2" y="3"/>
                              </a:lnTo>
                              <a:lnTo>
                                <a:pt x="0" y="5"/>
                              </a:lnTo>
                              <a:lnTo>
                                <a:pt x="0" y="6"/>
                              </a:lnTo>
                              <a:lnTo>
                                <a:pt x="2" y="8"/>
                              </a:lnTo>
                              <a:lnTo>
                                <a:pt x="3" y="9"/>
                              </a:lnTo>
                              <a:lnTo>
                                <a:pt x="5" y="9"/>
                              </a:lnTo>
                              <a:lnTo>
                                <a:pt x="6" y="9"/>
                              </a:lnTo>
                              <a:lnTo>
                                <a:pt x="8" y="9"/>
                              </a:lnTo>
                              <a:lnTo>
                                <a:pt x="9" y="8"/>
                              </a:lnTo>
                              <a:lnTo>
                                <a:pt x="9" y="6"/>
                              </a:lnTo>
                              <a:lnTo>
                                <a:pt x="9" y="5"/>
                              </a:lnTo>
                              <a:lnTo>
                                <a:pt x="9" y="3"/>
                              </a:lnTo>
                              <a:lnTo>
                                <a:pt x="8"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76" name="Freeform 282"/>
                        <p:cNvSpPr>
                          <a:spLocks/>
                        </p:cNvSpPr>
                        <p:nvPr/>
                      </p:nvSpPr>
                      <p:spPr bwMode="auto">
                        <a:xfrm>
                          <a:off x="3861" y="2141"/>
                          <a:ext cx="8" cy="8"/>
                        </a:xfrm>
                        <a:custGeom>
                          <a:avLst/>
                          <a:gdLst>
                            <a:gd name="T0" fmla="*/ 7 w 8"/>
                            <a:gd name="T1" fmla="*/ 1 h 8"/>
                            <a:gd name="T2" fmla="*/ 6 w 8"/>
                            <a:gd name="T3" fmla="*/ 0 h 8"/>
                            <a:gd name="T4" fmla="*/ 4 w 8"/>
                            <a:gd name="T5" fmla="*/ 0 h 8"/>
                            <a:gd name="T6" fmla="*/ 3 w 8"/>
                            <a:gd name="T7" fmla="*/ 1 h 8"/>
                            <a:gd name="T8" fmla="*/ 1 w 8"/>
                            <a:gd name="T9" fmla="*/ 3 h 8"/>
                            <a:gd name="T10" fmla="*/ 0 w 8"/>
                            <a:gd name="T11" fmla="*/ 4 h 8"/>
                            <a:gd name="T12" fmla="*/ 0 w 8"/>
                            <a:gd name="T13" fmla="*/ 5 h 8"/>
                            <a:gd name="T14" fmla="*/ 1 w 8"/>
                            <a:gd name="T15" fmla="*/ 7 h 8"/>
                            <a:gd name="T16" fmla="*/ 3 w 8"/>
                            <a:gd name="T17" fmla="*/ 8 h 8"/>
                            <a:gd name="T18" fmla="*/ 3 w 8"/>
                            <a:gd name="T19" fmla="*/ 8 h 8"/>
                            <a:gd name="T20" fmla="*/ 4 w 8"/>
                            <a:gd name="T21" fmla="*/ 8 h 8"/>
                            <a:gd name="T22" fmla="*/ 6 w 8"/>
                            <a:gd name="T23" fmla="*/ 8 h 8"/>
                            <a:gd name="T24" fmla="*/ 7 w 8"/>
                            <a:gd name="T25" fmla="*/ 8 h 8"/>
                            <a:gd name="T26" fmla="*/ 8 w 8"/>
                            <a:gd name="T27" fmla="*/ 7 h 8"/>
                            <a:gd name="T28" fmla="*/ 8 w 8"/>
                            <a:gd name="T29" fmla="*/ 5 h 8"/>
                            <a:gd name="T30" fmla="*/ 8 w 8"/>
                            <a:gd name="T31" fmla="*/ 4 h 8"/>
                            <a:gd name="T32" fmla="*/ 8 w 8"/>
                            <a:gd name="T33" fmla="*/ 3 h 8"/>
                            <a:gd name="T34" fmla="*/ 7 w 8"/>
                            <a:gd name="T35" fmla="*/ 1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8"/>
                            <a:gd name="T56" fmla="*/ 8 w 8"/>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8">
                              <a:moveTo>
                                <a:pt x="7" y="1"/>
                              </a:moveTo>
                              <a:lnTo>
                                <a:pt x="6" y="0"/>
                              </a:lnTo>
                              <a:lnTo>
                                <a:pt x="4" y="0"/>
                              </a:lnTo>
                              <a:lnTo>
                                <a:pt x="3" y="1"/>
                              </a:lnTo>
                              <a:lnTo>
                                <a:pt x="1" y="3"/>
                              </a:lnTo>
                              <a:lnTo>
                                <a:pt x="0" y="4"/>
                              </a:lnTo>
                              <a:lnTo>
                                <a:pt x="0" y="5"/>
                              </a:lnTo>
                              <a:lnTo>
                                <a:pt x="1" y="7"/>
                              </a:lnTo>
                              <a:lnTo>
                                <a:pt x="3" y="8"/>
                              </a:lnTo>
                              <a:lnTo>
                                <a:pt x="4" y="8"/>
                              </a:lnTo>
                              <a:lnTo>
                                <a:pt x="6" y="8"/>
                              </a:lnTo>
                              <a:lnTo>
                                <a:pt x="7" y="8"/>
                              </a:lnTo>
                              <a:lnTo>
                                <a:pt x="8" y="7"/>
                              </a:lnTo>
                              <a:lnTo>
                                <a:pt x="8" y="5"/>
                              </a:lnTo>
                              <a:lnTo>
                                <a:pt x="8" y="4"/>
                              </a:lnTo>
                              <a:lnTo>
                                <a:pt x="8" y="3"/>
                              </a:lnTo>
                              <a:lnTo>
                                <a:pt x="7"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77" name="Freeform 283"/>
                        <p:cNvSpPr>
                          <a:spLocks/>
                        </p:cNvSpPr>
                        <p:nvPr/>
                      </p:nvSpPr>
                      <p:spPr bwMode="auto">
                        <a:xfrm>
                          <a:off x="3874" y="2152"/>
                          <a:ext cx="9" cy="9"/>
                        </a:xfrm>
                        <a:custGeom>
                          <a:avLst/>
                          <a:gdLst>
                            <a:gd name="T0" fmla="*/ 7 w 9"/>
                            <a:gd name="T1" fmla="*/ 0 h 9"/>
                            <a:gd name="T2" fmla="*/ 6 w 9"/>
                            <a:gd name="T3" fmla="*/ 0 h 9"/>
                            <a:gd name="T4" fmla="*/ 4 w 9"/>
                            <a:gd name="T5" fmla="*/ 0 h 9"/>
                            <a:gd name="T6" fmla="*/ 3 w 9"/>
                            <a:gd name="T7" fmla="*/ 0 h 9"/>
                            <a:gd name="T8" fmla="*/ 1 w 9"/>
                            <a:gd name="T9" fmla="*/ 2 h 9"/>
                            <a:gd name="T10" fmla="*/ 0 w 9"/>
                            <a:gd name="T11" fmla="*/ 3 h 9"/>
                            <a:gd name="T12" fmla="*/ 0 w 9"/>
                            <a:gd name="T13" fmla="*/ 5 h 9"/>
                            <a:gd name="T14" fmla="*/ 1 w 9"/>
                            <a:gd name="T15" fmla="*/ 6 h 9"/>
                            <a:gd name="T16" fmla="*/ 3 w 9"/>
                            <a:gd name="T17" fmla="*/ 8 h 9"/>
                            <a:gd name="T18" fmla="*/ 3 w 9"/>
                            <a:gd name="T19" fmla="*/ 8 h 9"/>
                            <a:gd name="T20" fmla="*/ 4 w 9"/>
                            <a:gd name="T21" fmla="*/ 9 h 9"/>
                            <a:gd name="T22" fmla="*/ 6 w 9"/>
                            <a:gd name="T23" fmla="*/ 9 h 9"/>
                            <a:gd name="T24" fmla="*/ 7 w 9"/>
                            <a:gd name="T25" fmla="*/ 8 h 9"/>
                            <a:gd name="T26" fmla="*/ 9 w 9"/>
                            <a:gd name="T27" fmla="*/ 6 h 9"/>
                            <a:gd name="T28" fmla="*/ 9 w 9"/>
                            <a:gd name="T29" fmla="*/ 5 h 9"/>
                            <a:gd name="T30" fmla="*/ 9 w 9"/>
                            <a:gd name="T31" fmla="*/ 3 h 9"/>
                            <a:gd name="T32" fmla="*/ 9 w 9"/>
                            <a:gd name="T33" fmla="*/ 2 h 9"/>
                            <a:gd name="T34" fmla="*/ 7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7" y="0"/>
                              </a:moveTo>
                              <a:lnTo>
                                <a:pt x="6" y="0"/>
                              </a:lnTo>
                              <a:lnTo>
                                <a:pt x="4" y="0"/>
                              </a:lnTo>
                              <a:lnTo>
                                <a:pt x="3" y="0"/>
                              </a:lnTo>
                              <a:lnTo>
                                <a:pt x="1" y="2"/>
                              </a:lnTo>
                              <a:lnTo>
                                <a:pt x="0" y="3"/>
                              </a:lnTo>
                              <a:lnTo>
                                <a:pt x="0" y="5"/>
                              </a:lnTo>
                              <a:lnTo>
                                <a:pt x="1" y="6"/>
                              </a:lnTo>
                              <a:lnTo>
                                <a:pt x="3" y="8"/>
                              </a:lnTo>
                              <a:lnTo>
                                <a:pt x="4" y="9"/>
                              </a:lnTo>
                              <a:lnTo>
                                <a:pt x="6" y="9"/>
                              </a:lnTo>
                              <a:lnTo>
                                <a:pt x="7" y="8"/>
                              </a:lnTo>
                              <a:lnTo>
                                <a:pt x="9" y="6"/>
                              </a:lnTo>
                              <a:lnTo>
                                <a:pt x="9" y="5"/>
                              </a:lnTo>
                              <a:lnTo>
                                <a:pt x="9" y="3"/>
                              </a:lnTo>
                              <a:lnTo>
                                <a:pt x="9" y="2"/>
                              </a:lnTo>
                              <a:lnTo>
                                <a:pt x="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78" name="Freeform 284"/>
                        <p:cNvSpPr>
                          <a:spLocks/>
                        </p:cNvSpPr>
                        <p:nvPr/>
                      </p:nvSpPr>
                      <p:spPr bwMode="auto">
                        <a:xfrm>
                          <a:off x="3888" y="2164"/>
                          <a:ext cx="9" cy="9"/>
                        </a:xfrm>
                        <a:custGeom>
                          <a:avLst/>
                          <a:gdLst>
                            <a:gd name="T0" fmla="*/ 6 w 9"/>
                            <a:gd name="T1" fmla="*/ 0 h 9"/>
                            <a:gd name="T2" fmla="*/ 5 w 9"/>
                            <a:gd name="T3" fmla="*/ 0 h 9"/>
                            <a:gd name="T4" fmla="*/ 3 w 9"/>
                            <a:gd name="T5" fmla="*/ 0 h 9"/>
                            <a:gd name="T6" fmla="*/ 2 w 9"/>
                            <a:gd name="T7" fmla="*/ 0 h 9"/>
                            <a:gd name="T8" fmla="*/ 0 w 9"/>
                            <a:gd name="T9" fmla="*/ 1 h 9"/>
                            <a:gd name="T10" fmla="*/ 0 w 9"/>
                            <a:gd name="T11" fmla="*/ 3 h 9"/>
                            <a:gd name="T12" fmla="*/ 0 w 9"/>
                            <a:gd name="T13" fmla="*/ 4 h 9"/>
                            <a:gd name="T14" fmla="*/ 0 w 9"/>
                            <a:gd name="T15" fmla="*/ 6 h 9"/>
                            <a:gd name="T16" fmla="*/ 2 w 9"/>
                            <a:gd name="T17" fmla="*/ 7 h 9"/>
                            <a:gd name="T18" fmla="*/ 2 w 9"/>
                            <a:gd name="T19" fmla="*/ 7 h 9"/>
                            <a:gd name="T20" fmla="*/ 3 w 9"/>
                            <a:gd name="T21" fmla="*/ 9 h 9"/>
                            <a:gd name="T22" fmla="*/ 5 w 9"/>
                            <a:gd name="T23" fmla="*/ 9 h 9"/>
                            <a:gd name="T24" fmla="*/ 6 w 9"/>
                            <a:gd name="T25" fmla="*/ 7 h 9"/>
                            <a:gd name="T26" fmla="*/ 8 w 9"/>
                            <a:gd name="T27" fmla="*/ 6 h 9"/>
                            <a:gd name="T28" fmla="*/ 9 w 9"/>
                            <a:gd name="T29" fmla="*/ 4 h 9"/>
                            <a:gd name="T30" fmla="*/ 9 w 9"/>
                            <a:gd name="T31" fmla="*/ 3 h 9"/>
                            <a:gd name="T32" fmla="*/ 8 w 9"/>
                            <a:gd name="T33" fmla="*/ 1 h 9"/>
                            <a:gd name="T34" fmla="*/ 6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6" y="0"/>
                              </a:moveTo>
                              <a:lnTo>
                                <a:pt x="5" y="0"/>
                              </a:lnTo>
                              <a:lnTo>
                                <a:pt x="3" y="0"/>
                              </a:lnTo>
                              <a:lnTo>
                                <a:pt x="2" y="0"/>
                              </a:lnTo>
                              <a:lnTo>
                                <a:pt x="0" y="1"/>
                              </a:lnTo>
                              <a:lnTo>
                                <a:pt x="0" y="3"/>
                              </a:lnTo>
                              <a:lnTo>
                                <a:pt x="0" y="4"/>
                              </a:lnTo>
                              <a:lnTo>
                                <a:pt x="0" y="6"/>
                              </a:lnTo>
                              <a:lnTo>
                                <a:pt x="2" y="7"/>
                              </a:lnTo>
                              <a:lnTo>
                                <a:pt x="3" y="9"/>
                              </a:lnTo>
                              <a:lnTo>
                                <a:pt x="5" y="9"/>
                              </a:lnTo>
                              <a:lnTo>
                                <a:pt x="6" y="7"/>
                              </a:lnTo>
                              <a:lnTo>
                                <a:pt x="8" y="6"/>
                              </a:lnTo>
                              <a:lnTo>
                                <a:pt x="9" y="4"/>
                              </a:lnTo>
                              <a:lnTo>
                                <a:pt x="9" y="3"/>
                              </a:lnTo>
                              <a:lnTo>
                                <a:pt x="8" y="1"/>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79" name="Freeform 285"/>
                        <p:cNvSpPr>
                          <a:spLocks/>
                        </p:cNvSpPr>
                        <p:nvPr/>
                      </p:nvSpPr>
                      <p:spPr bwMode="auto">
                        <a:xfrm>
                          <a:off x="3901" y="2174"/>
                          <a:ext cx="9" cy="9"/>
                        </a:xfrm>
                        <a:custGeom>
                          <a:avLst/>
                          <a:gdLst>
                            <a:gd name="T0" fmla="*/ 6 w 9"/>
                            <a:gd name="T1" fmla="*/ 1 h 9"/>
                            <a:gd name="T2" fmla="*/ 5 w 9"/>
                            <a:gd name="T3" fmla="*/ 0 h 9"/>
                            <a:gd name="T4" fmla="*/ 3 w 9"/>
                            <a:gd name="T5" fmla="*/ 0 h 9"/>
                            <a:gd name="T6" fmla="*/ 2 w 9"/>
                            <a:gd name="T7" fmla="*/ 1 h 9"/>
                            <a:gd name="T8" fmla="*/ 0 w 9"/>
                            <a:gd name="T9" fmla="*/ 3 h 9"/>
                            <a:gd name="T10" fmla="*/ 0 w 9"/>
                            <a:gd name="T11" fmla="*/ 4 h 9"/>
                            <a:gd name="T12" fmla="*/ 0 w 9"/>
                            <a:gd name="T13" fmla="*/ 6 h 9"/>
                            <a:gd name="T14" fmla="*/ 0 w 9"/>
                            <a:gd name="T15" fmla="*/ 7 h 9"/>
                            <a:gd name="T16" fmla="*/ 2 w 9"/>
                            <a:gd name="T17" fmla="*/ 9 h 9"/>
                            <a:gd name="T18" fmla="*/ 2 w 9"/>
                            <a:gd name="T19" fmla="*/ 9 h 9"/>
                            <a:gd name="T20" fmla="*/ 3 w 9"/>
                            <a:gd name="T21" fmla="*/ 9 h 9"/>
                            <a:gd name="T22" fmla="*/ 5 w 9"/>
                            <a:gd name="T23" fmla="*/ 9 h 9"/>
                            <a:gd name="T24" fmla="*/ 6 w 9"/>
                            <a:gd name="T25" fmla="*/ 9 h 9"/>
                            <a:gd name="T26" fmla="*/ 8 w 9"/>
                            <a:gd name="T27" fmla="*/ 7 h 9"/>
                            <a:gd name="T28" fmla="*/ 9 w 9"/>
                            <a:gd name="T29" fmla="*/ 6 h 9"/>
                            <a:gd name="T30" fmla="*/ 9 w 9"/>
                            <a:gd name="T31" fmla="*/ 4 h 9"/>
                            <a:gd name="T32" fmla="*/ 8 w 9"/>
                            <a:gd name="T33" fmla="*/ 3 h 9"/>
                            <a:gd name="T34" fmla="*/ 6 w 9"/>
                            <a:gd name="T35" fmla="*/ 1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6" y="1"/>
                              </a:moveTo>
                              <a:lnTo>
                                <a:pt x="5" y="0"/>
                              </a:lnTo>
                              <a:lnTo>
                                <a:pt x="3" y="0"/>
                              </a:lnTo>
                              <a:lnTo>
                                <a:pt x="2" y="1"/>
                              </a:lnTo>
                              <a:lnTo>
                                <a:pt x="0" y="3"/>
                              </a:lnTo>
                              <a:lnTo>
                                <a:pt x="0" y="4"/>
                              </a:lnTo>
                              <a:lnTo>
                                <a:pt x="0" y="6"/>
                              </a:lnTo>
                              <a:lnTo>
                                <a:pt x="0" y="7"/>
                              </a:lnTo>
                              <a:lnTo>
                                <a:pt x="2" y="9"/>
                              </a:lnTo>
                              <a:lnTo>
                                <a:pt x="3" y="9"/>
                              </a:lnTo>
                              <a:lnTo>
                                <a:pt x="5" y="9"/>
                              </a:lnTo>
                              <a:lnTo>
                                <a:pt x="6" y="9"/>
                              </a:lnTo>
                              <a:lnTo>
                                <a:pt x="8" y="7"/>
                              </a:lnTo>
                              <a:lnTo>
                                <a:pt x="9" y="6"/>
                              </a:lnTo>
                              <a:lnTo>
                                <a:pt x="9" y="4"/>
                              </a:lnTo>
                              <a:lnTo>
                                <a:pt x="8" y="3"/>
                              </a:lnTo>
                              <a:lnTo>
                                <a:pt x="6"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80" name="Freeform 286"/>
                        <p:cNvSpPr>
                          <a:spLocks/>
                        </p:cNvSpPr>
                        <p:nvPr/>
                      </p:nvSpPr>
                      <p:spPr bwMode="auto">
                        <a:xfrm>
                          <a:off x="3915" y="2187"/>
                          <a:ext cx="8" cy="9"/>
                        </a:xfrm>
                        <a:custGeom>
                          <a:avLst/>
                          <a:gdLst>
                            <a:gd name="T0" fmla="*/ 5 w 8"/>
                            <a:gd name="T1" fmla="*/ 0 h 9"/>
                            <a:gd name="T2" fmla="*/ 4 w 8"/>
                            <a:gd name="T3" fmla="*/ 0 h 9"/>
                            <a:gd name="T4" fmla="*/ 2 w 8"/>
                            <a:gd name="T5" fmla="*/ 0 h 9"/>
                            <a:gd name="T6" fmla="*/ 1 w 8"/>
                            <a:gd name="T7" fmla="*/ 0 h 9"/>
                            <a:gd name="T8" fmla="*/ 0 w 8"/>
                            <a:gd name="T9" fmla="*/ 2 h 9"/>
                            <a:gd name="T10" fmla="*/ 0 w 8"/>
                            <a:gd name="T11" fmla="*/ 3 h 9"/>
                            <a:gd name="T12" fmla="*/ 0 w 8"/>
                            <a:gd name="T13" fmla="*/ 4 h 9"/>
                            <a:gd name="T14" fmla="*/ 0 w 8"/>
                            <a:gd name="T15" fmla="*/ 6 h 9"/>
                            <a:gd name="T16" fmla="*/ 1 w 8"/>
                            <a:gd name="T17" fmla="*/ 7 h 9"/>
                            <a:gd name="T18" fmla="*/ 1 w 8"/>
                            <a:gd name="T19" fmla="*/ 7 h 9"/>
                            <a:gd name="T20" fmla="*/ 2 w 8"/>
                            <a:gd name="T21" fmla="*/ 9 h 9"/>
                            <a:gd name="T22" fmla="*/ 4 w 8"/>
                            <a:gd name="T23" fmla="*/ 9 h 9"/>
                            <a:gd name="T24" fmla="*/ 5 w 8"/>
                            <a:gd name="T25" fmla="*/ 7 h 9"/>
                            <a:gd name="T26" fmla="*/ 7 w 8"/>
                            <a:gd name="T27" fmla="*/ 6 h 9"/>
                            <a:gd name="T28" fmla="*/ 8 w 8"/>
                            <a:gd name="T29" fmla="*/ 4 h 9"/>
                            <a:gd name="T30" fmla="*/ 8 w 8"/>
                            <a:gd name="T31" fmla="*/ 3 h 9"/>
                            <a:gd name="T32" fmla="*/ 7 w 8"/>
                            <a:gd name="T33" fmla="*/ 2 h 9"/>
                            <a:gd name="T34" fmla="*/ 5 w 8"/>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5" y="0"/>
                              </a:moveTo>
                              <a:lnTo>
                                <a:pt x="4" y="0"/>
                              </a:lnTo>
                              <a:lnTo>
                                <a:pt x="2" y="0"/>
                              </a:lnTo>
                              <a:lnTo>
                                <a:pt x="1" y="0"/>
                              </a:lnTo>
                              <a:lnTo>
                                <a:pt x="0" y="2"/>
                              </a:lnTo>
                              <a:lnTo>
                                <a:pt x="0" y="3"/>
                              </a:lnTo>
                              <a:lnTo>
                                <a:pt x="0" y="4"/>
                              </a:lnTo>
                              <a:lnTo>
                                <a:pt x="0" y="6"/>
                              </a:lnTo>
                              <a:lnTo>
                                <a:pt x="1" y="7"/>
                              </a:lnTo>
                              <a:lnTo>
                                <a:pt x="2" y="9"/>
                              </a:lnTo>
                              <a:lnTo>
                                <a:pt x="4" y="9"/>
                              </a:lnTo>
                              <a:lnTo>
                                <a:pt x="5" y="7"/>
                              </a:lnTo>
                              <a:lnTo>
                                <a:pt x="7" y="6"/>
                              </a:lnTo>
                              <a:lnTo>
                                <a:pt x="8" y="4"/>
                              </a:lnTo>
                              <a:lnTo>
                                <a:pt x="8" y="3"/>
                              </a:lnTo>
                              <a:lnTo>
                                <a:pt x="7" y="2"/>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81" name="Freeform 287"/>
                        <p:cNvSpPr>
                          <a:spLocks/>
                        </p:cNvSpPr>
                        <p:nvPr/>
                      </p:nvSpPr>
                      <p:spPr bwMode="auto">
                        <a:xfrm>
                          <a:off x="3926" y="2199"/>
                          <a:ext cx="9" cy="8"/>
                        </a:xfrm>
                        <a:custGeom>
                          <a:avLst/>
                          <a:gdLst>
                            <a:gd name="T0" fmla="*/ 7 w 9"/>
                            <a:gd name="T1" fmla="*/ 0 h 8"/>
                            <a:gd name="T2" fmla="*/ 6 w 9"/>
                            <a:gd name="T3" fmla="*/ 0 h 8"/>
                            <a:gd name="T4" fmla="*/ 4 w 9"/>
                            <a:gd name="T5" fmla="*/ 0 h 8"/>
                            <a:gd name="T6" fmla="*/ 3 w 9"/>
                            <a:gd name="T7" fmla="*/ 0 h 8"/>
                            <a:gd name="T8" fmla="*/ 2 w 9"/>
                            <a:gd name="T9" fmla="*/ 1 h 8"/>
                            <a:gd name="T10" fmla="*/ 0 w 9"/>
                            <a:gd name="T11" fmla="*/ 3 h 8"/>
                            <a:gd name="T12" fmla="*/ 0 w 9"/>
                            <a:gd name="T13" fmla="*/ 4 h 8"/>
                            <a:gd name="T14" fmla="*/ 2 w 9"/>
                            <a:gd name="T15" fmla="*/ 6 h 8"/>
                            <a:gd name="T16" fmla="*/ 3 w 9"/>
                            <a:gd name="T17" fmla="*/ 7 h 8"/>
                            <a:gd name="T18" fmla="*/ 3 w 9"/>
                            <a:gd name="T19" fmla="*/ 7 h 8"/>
                            <a:gd name="T20" fmla="*/ 4 w 9"/>
                            <a:gd name="T21" fmla="*/ 8 h 8"/>
                            <a:gd name="T22" fmla="*/ 6 w 9"/>
                            <a:gd name="T23" fmla="*/ 8 h 8"/>
                            <a:gd name="T24" fmla="*/ 7 w 9"/>
                            <a:gd name="T25" fmla="*/ 7 h 8"/>
                            <a:gd name="T26" fmla="*/ 9 w 9"/>
                            <a:gd name="T27" fmla="*/ 6 h 8"/>
                            <a:gd name="T28" fmla="*/ 9 w 9"/>
                            <a:gd name="T29" fmla="*/ 4 h 8"/>
                            <a:gd name="T30" fmla="*/ 9 w 9"/>
                            <a:gd name="T31" fmla="*/ 3 h 8"/>
                            <a:gd name="T32" fmla="*/ 9 w 9"/>
                            <a:gd name="T33" fmla="*/ 1 h 8"/>
                            <a:gd name="T34" fmla="*/ 7 w 9"/>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7" y="0"/>
                              </a:moveTo>
                              <a:lnTo>
                                <a:pt x="6" y="0"/>
                              </a:lnTo>
                              <a:lnTo>
                                <a:pt x="4" y="0"/>
                              </a:lnTo>
                              <a:lnTo>
                                <a:pt x="3" y="0"/>
                              </a:lnTo>
                              <a:lnTo>
                                <a:pt x="2" y="1"/>
                              </a:lnTo>
                              <a:lnTo>
                                <a:pt x="0" y="3"/>
                              </a:lnTo>
                              <a:lnTo>
                                <a:pt x="0" y="4"/>
                              </a:lnTo>
                              <a:lnTo>
                                <a:pt x="2" y="6"/>
                              </a:lnTo>
                              <a:lnTo>
                                <a:pt x="3" y="7"/>
                              </a:lnTo>
                              <a:lnTo>
                                <a:pt x="4" y="8"/>
                              </a:lnTo>
                              <a:lnTo>
                                <a:pt x="6" y="8"/>
                              </a:lnTo>
                              <a:lnTo>
                                <a:pt x="7" y="7"/>
                              </a:lnTo>
                              <a:lnTo>
                                <a:pt x="9" y="6"/>
                              </a:lnTo>
                              <a:lnTo>
                                <a:pt x="9" y="4"/>
                              </a:lnTo>
                              <a:lnTo>
                                <a:pt x="9" y="3"/>
                              </a:lnTo>
                              <a:lnTo>
                                <a:pt x="9" y="1"/>
                              </a:lnTo>
                              <a:lnTo>
                                <a:pt x="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82" name="Freeform 288"/>
                        <p:cNvSpPr>
                          <a:spLocks/>
                        </p:cNvSpPr>
                        <p:nvPr/>
                      </p:nvSpPr>
                      <p:spPr bwMode="auto">
                        <a:xfrm>
                          <a:off x="3939" y="2210"/>
                          <a:ext cx="9" cy="9"/>
                        </a:xfrm>
                        <a:custGeom>
                          <a:avLst/>
                          <a:gdLst>
                            <a:gd name="T0" fmla="*/ 7 w 9"/>
                            <a:gd name="T1" fmla="*/ 0 h 9"/>
                            <a:gd name="T2" fmla="*/ 6 w 9"/>
                            <a:gd name="T3" fmla="*/ 0 h 9"/>
                            <a:gd name="T4" fmla="*/ 5 w 9"/>
                            <a:gd name="T5" fmla="*/ 0 h 9"/>
                            <a:gd name="T6" fmla="*/ 3 w 9"/>
                            <a:gd name="T7" fmla="*/ 0 h 9"/>
                            <a:gd name="T8" fmla="*/ 2 w 9"/>
                            <a:gd name="T9" fmla="*/ 2 h 9"/>
                            <a:gd name="T10" fmla="*/ 0 w 9"/>
                            <a:gd name="T11" fmla="*/ 3 h 9"/>
                            <a:gd name="T12" fmla="*/ 0 w 9"/>
                            <a:gd name="T13" fmla="*/ 5 h 9"/>
                            <a:gd name="T14" fmla="*/ 2 w 9"/>
                            <a:gd name="T15" fmla="*/ 6 h 9"/>
                            <a:gd name="T16" fmla="*/ 3 w 9"/>
                            <a:gd name="T17" fmla="*/ 8 h 9"/>
                            <a:gd name="T18" fmla="*/ 3 w 9"/>
                            <a:gd name="T19" fmla="*/ 8 h 9"/>
                            <a:gd name="T20" fmla="*/ 5 w 9"/>
                            <a:gd name="T21" fmla="*/ 9 h 9"/>
                            <a:gd name="T22" fmla="*/ 6 w 9"/>
                            <a:gd name="T23" fmla="*/ 9 h 9"/>
                            <a:gd name="T24" fmla="*/ 7 w 9"/>
                            <a:gd name="T25" fmla="*/ 8 h 9"/>
                            <a:gd name="T26" fmla="*/ 9 w 9"/>
                            <a:gd name="T27" fmla="*/ 6 h 9"/>
                            <a:gd name="T28" fmla="*/ 9 w 9"/>
                            <a:gd name="T29" fmla="*/ 5 h 9"/>
                            <a:gd name="T30" fmla="*/ 9 w 9"/>
                            <a:gd name="T31" fmla="*/ 3 h 9"/>
                            <a:gd name="T32" fmla="*/ 9 w 9"/>
                            <a:gd name="T33" fmla="*/ 2 h 9"/>
                            <a:gd name="T34" fmla="*/ 7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7" y="0"/>
                              </a:moveTo>
                              <a:lnTo>
                                <a:pt x="6" y="0"/>
                              </a:lnTo>
                              <a:lnTo>
                                <a:pt x="5" y="0"/>
                              </a:lnTo>
                              <a:lnTo>
                                <a:pt x="3" y="0"/>
                              </a:lnTo>
                              <a:lnTo>
                                <a:pt x="2" y="2"/>
                              </a:lnTo>
                              <a:lnTo>
                                <a:pt x="0" y="3"/>
                              </a:lnTo>
                              <a:lnTo>
                                <a:pt x="0" y="5"/>
                              </a:lnTo>
                              <a:lnTo>
                                <a:pt x="2" y="6"/>
                              </a:lnTo>
                              <a:lnTo>
                                <a:pt x="3" y="8"/>
                              </a:lnTo>
                              <a:lnTo>
                                <a:pt x="5" y="9"/>
                              </a:lnTo>
                              <a:lnTo>
                                <a:pt x="6" y="9"/>
                              </a:lnTo>
                              <a:lnTo>
                                <a:pt x="7" y="8"/>
                              </a:lnTo>
                              <a:lnTo>
                                <a:pt x="9" y="6"/>
                              </a:lnTo>
                              <a:lnTo>
                                <a:pt x="9" y="5"/>
                              </a:lnTo>
                              <a:lnTo>
                                <a:pt x="9" y="3"/>
                              </a:lnTo>
                              <a:lnTo>
                                <a:pt x="9" y="2"/>
                              </a:lnTo>
                              <a:lnTo>
                                <a:pt x="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83" name="Freeform 289"/>
                        <p:cNvSpPr>
                          <a:spLocks/>
                        </p:cNvSpPr>
                        <p:nvPr/>
                      </p:nvSpPr>
                      <p:spPr bwMode="auto">
                        <a:xfrm>
                          <a:off x="3952" y="2222"/>
                          <a:ext cx="9" cy="9"/>
                        </a:xfrm>
                        <a:custGeom>
                          <a:avLst/>
                          <a:gdLst>
                            <a:gd name="T0" fmla="*/ 8 w 9"/>
                            <a:gd name="T1" fmla="*/ 0 h 9"/>
                            <a:gd name="T2" fmla="*/ 6 w 9"/>
                            <a:gd name="T3" fmla="*/ 0 h 9"/>
                            <a:gd name="T4" fmla="*/ 5 w 9"/>
                            <a:gd name="T5" fmla="*/ 0 h 9"/>
                            <a:gd name="T6" fmla="*/ 3 w 9"/>
                            <a:gd name="T7" fmla="*/ 0 h 9"/>
                            <a:gd name="T8" fmla="*/ 2 w 9"/>
                            <a:gd name="T9" fmla="*/ 1 h 9"/>
                            <a:gd name="T10" fmla="*/ 0 w 9"/>
                            <a:gd name="T11" fmla="*/ 3 h 9"/>
                            <a:gd name="T12" fmla="*/ 0 w 9"/>
                            <a:gd name="T13" fmla="*/ 4 h 9"/>
                            <a:gd name="T14" fmla="*/ 2 w 9"/>
                            <a:gd name="T15" fmla="*/ 6 h 9"/>
                            <a:gd name="T16" fmla="*/ 3 w 9"/>
                            <a:gd name="T17" fmla="*/ 7 h 9"/>
                            <a:gd name="T18" fmla="*/ 3 w 9"/>
                            <a:gd name="T19" fmla="*/ 7 h 9"/>
                            <a:gd name="T20" fmla="*/ 5 w 9"/>
                            <a:gd name="T21" fmla="*/ 9 h 9"/>
                            <a:gd name="T22" fmla="*/ 6 w 9"/>
                            <a:gd name="T23" fmla="*/ 9 h 9"/>
                            <a:gd name="T24" fmla="*/ 8 w 9"/>
                            <a:gd name="T25" fmla="*/ 7 h 9"/>
                            <a:gd name="T26" fmla="*/ 9 w 9"/>
                            <a:gd name="T27" fmla="*/ 6 h 9"/>
                            <a:gd name="T28" fmla="*/ 9 w 9"/>
                            <a:gd name="T29" fmla="*/ 4 h 9"/>
                            <a:gd name="T30" fmla="*/ 9 w 9"/>
                            <a:gd name="T31" fmla="*/ 3 h 9"/>
                            <a:gd name="T32" fmla="*/ 9 w 9"/>
                            <a:gd name="T33" fmla="*/ 1 h 9"/>
                            <a:gd name="T34" fmla="*/ 8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8" y="0"/>
                              </a:moveTo>
                              <a:lnTo>
                                <a:pt x="6" y="0"/>
                              </a:lnTo>
                              <a:lnTo>
                                <a:pt x="5" y="0"/>
                              </a:lnTo>
                              <a:lnTo>
                                <a:pt x="3" y="0"/>
                              </a:lnTo>
                              <a:lnTo>
                                <a:pt x="2" y="1"/>
                              </a:lnTo>
                              <a:lnTo>
                                <a:pt x="0" y="3"/>
                              </a:lnTo>
                              <a:lnTo>
                                <a:pt x="0" y="4"/>
                              </a:lnTo>
                              <a:lnTo>
                                <a:pt x="2" y="6"/>
                              </a:lnTo>
                              <a:lnTo>
                                <a:pt x="3" y="7"/>
                              </a:lnTo>
                              <a:lnTo>
                                <a:pt x="5" y="9"/>
                              </a:lnTo>
                              <a:lnTo>
                                <a:pt x="6" y="9"/>
                              </a:lnTo>
                              <a:lnTo>
                                <a:pt x="8" y="7"/>
                              </a:lnTo>
                              <a:lnTo>
                                <a:pt x="9" y="6"/>
                              </a:lnTo>
                              <a:lnTo>
                                <a:pt x="9" y="4"/>
                              </a:lnTo>
                              <a:lnTo>
                                <a:pt x="9" y="3"/>
                              </a:lnTo>
                              <a:lnTo>
                                <a:pt x="9" y="1"/>
                              </a:lnTo>
                              <a:lnTo>
                                <a:pt x="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84" name="Freeform 290"/>
                        <p:cNvSpPr>
                          <a:spLocks/>
                        </p:cNvSpPr>
                        <p:nvPr/>
                      </p:nvSpPr>
                      <p:spPr bwMode="auto">
                        <a:xfrm>
                          <a:off x="3965" y="2234"/>
                          <a:ext cx="9" cy="8"/>
                        </a:xfrm>
                        <a:custGeom>
                          <a:avLst/>
                          <a:gdLst>
                            <a:gd name="T0" fmla="*/ 6 w 9"/>
                            <a:gd name="T1" fmla="*/ 0 h 8"/>
                            <a:gd name="T2" fmla="*/ 5 w 9"/>
                            <a:gd name="T3" fmla="*/ 0 h 8"/>
                            <a:gd name="T4" fmla="*/ 3 w 9"/>
                            <a:gd name="T5" fmla="*/ 0 h 8"/>
                            <a:gd name="T6" fmla="*/ 2 w 9"/>
                            <a:gd name="T7" fmla="*/ 0 h 8"/>
                            <a:gd name="T8" fmla="*/ 0 w 9"/>
                            <a:gd name="T9" fmla="*/ 1 h 8"/>
                            <a:gd name="T10" fmla="*/ 0 w 9"/>
                            <a:gd name="T11" fmla="*/ 3 h 8"/>
                            <a:gd name="T12" fmla="*/ 0 w 9"/>
                            <a:gd name="T13" fmla="*/ 4 h 8"/>
                            <a:gd name="T14" fmla="*/ 0 w 9"/>
                            <a:gd name="T15" fmla="*/ 5 h 8"/>
                            <a:gd name="T16" fmla="*/ 2 w 9"/>
                            <a:gd name="T17" fmla="*/ 7 h 8"/>
                            <a:gd name="T18" fmla="*/ 2 w 9"/>
                            <a:gd name="T19" fmla="*/ 7 h 8"/>
                            <a:gd name="T20" fmla="*/ 3 w 9"/>
                            <a:gd name="T21" fmla="*/ 8 h 8"/>
                            <a:gd name="T22" fmla="*/ 5 w 9"/>
                            <a:gd name="T23" fmla="*/ 8 h 8"/>
                            <a:gd name="T24" fmla="*/ 6 w 9"/>
                            <a:gd name="T25" fmla="*/ 7 h 8"/>
                            <a:gd name="T26" fmla="*/ 8 w 9"/>
                            <a:gd name="T27" fmla="*/ 5 h 8"/>
                            <a:gd name="T28" fmla="*/ 9 w 9"/>
                            <a:gd name="T29" fmla="*/ 4 h 8"/>
                            <a:gd name="T30" fmla="*/ 9 w 9"/>
                            <a:gd name="T31" fmla="*/ 3 h 8"/>
                            <a:gd name="T32" fmla="*/ 8 w 9"/>
                            <a:gd name="T33" fmla="*/ 1 h 8"/>
                            <a:gd name="T34" fmla="*/ 6 w 9"/>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6" y="0"/>
                              </a:moveTo>
                              <a:lnTo>
                                <a:pt x="5" y="0"/>
                              </a:lnTo>
                              <a:lnTo>
                                <a:pt x="3" y="0"/>
                              </a:lnTo>
                              <a:lnTo>
                                <a:pt x="2" y="0"/>
                              </a:lnTo>
                              <a:lnTo>
                                <a:pt x="0" y="1"/>
                              </a:lnTo>
                              <a:lnTo>
                                <a:pt x="0" y="3"/>
                              </a:lnTo>
                              <a:lnTo>
                                <a:pt x="0" y="4"/>
                              </a:lnTo>
                              <a:lnTo>
                                <a:pt x="0" y="5"/>
                              </a:lnTo>
                              <a:lnTo>
                                <a:pt x="2" y="7"/>
                              </a:lnTo>
                              <a:lnTo>
                                <a:pt x="3" y="8"/>
                              </a:lnTo>
                              <a:lnTo>
                                <a:pt x="5" y="8"/>
                              </a:lnTo>
                              <a:lnTo>
                                <a:pt x="6" y="7"/>
                              </a:lnTo>
                              <a:lnTo>
                                <a:pt x="8" y="5"/>
                              </a:lnTo>
                              <a:lnTo>
                                <a:pt x="9" y="4"/>
                              </a:lnTo>
                              <a:lnTo>
                                <a:pt x="9" y="3"/>
                              </a:lnTo>
                              <a:lnTo>
                                <a:pt x="8" y="1"/>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85" name="Freeform 291"/>
                        <p:cNvSpPr>
                          <a:spLocks/>
                        </p:cNvSpPr>
                        <p:nvPr/>
                      </p:nvSpPr>
                      <p:spPr bwMode="auto">
                        <a:xfrm>
                          <a:off x="3978" y="2245"/>
                          <a:ext cx="9" cy="9"/>
                        </a:xfrm>
                        <a:custGeom>
                          <a:avLst/>
                          <a:gdLst>
                            <a:gd name="T0" fmla="*/ 8 w 9"/>
                            <a:gd name="T1" fmla="*/ 0 h 9"/>
                            <a:gd name="T2" fmla="*/ 6 w 9"/>
                            <a:gd name="T3" fmla="*/ 0 h 9"/>
                            <a:gd name="T4" fmla="*/ 5 w 9"/>
                            <a:gd name="T5" fmla="*/ 0 h 9"/>
                            <a:gd name="T6" fmla="*/ 3 w 9"/>
                            <a:gd name="T7" fmla="*/ 0 h 9"/>
                            <a:gd name="T8" fmla="*/ 2 w 9"/>
                            <a:gd name="T9" fmla="*/ 2 h 9"/>
                            <a:gd name="T10" fmla="*/ 0 w 9"/>
                            <a:gd name="T11" fmla="*/ 3 h 9"/>
                            <a:gd name="T12" fmla="*/ 0 w 9"/>
                            <a:gd name="T13" fmla="*/ 5 h 9"/>
                            <a:gd name="T14" fmla="*/ 2 w 9"/>
                            <a:gd name="T15" fmla="*/ 6 h 9"/>
                            <a:gd name="T16" fmla="*/ 3 w 9"/>
                            <a:gd name="T17" fmla="*/ 7 h 9"/>
                            <a:gd name="T18" fmla="*/ 3 w 9"/>
                            <a:gd name="T19" fmla="*/ 7 h 9"/>
                            <a:gd name="T20" fmla="*/ 5 w 9"/>
                            <a:gd name="T21" fmla="*/ 9 h 9"/>
                            <a:gd name="T22" fmla="*/ 6 w 9"/>
                            <a:gd name="T23" fmla="*/ 9 h 9"/>
                            <a:gd name="T24" fmla="*/ 8 w 9"/>
                            <a:gd name="T25" fmla="*/ 7 h 9"/>
                            <a:gd name="T26" fmla="*/ 9 w 9"/>
                            <a:gd name="T27" fmla="*/ 6 h 9"/>
                            <a:gd name="T28" fmla="*/ 9 w 9"/>
                            <a:gd name="T29" fmla="*/ 5 h 9"/>
                            <a:gd name="T30" fmla="*/ 9 w 9"/>
                            <a:gd name="T31" fmla="*/ 3 h 9"/>
                            <a:gd name="T32" fmla="*/ 9 w 9"/>
                            <a:gd name="T33" fmla="*/ 2 h 9"/>
                            <a:gd name="T34" fmla="*/ 8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8" y="0"/>
                              </a:moveTo>
                              <a:lnTo>
                                <a:pt x="6" y="0"/>
                              </a:lnTo>
                              <a:lnTo>
                                <a:pt x="5" y="0"/>
                              </a:lnTo>
                              <a:lnTo>
                                <a:pt x="3" y="0"/>
                              </a:lnTo>
                              <a:lnTo>
                                <a:pt x="2" y="2"/>
                              </a:lnTo>
                              <a:lnTo>
                                <a:pt x="0" y="3"/>
                              </a:lnTo>
                              <a:lnTo>
                                <a:pt x="0" y="5"/>
                              </a:lnTo>
                              <a:lnTo>
                                <a:pt x="2" y="6"/>
                              </a:lnTo>
                              <a:lnTo>
                                <a:pt x="3" y="7"/>
                              </a:lnTo>
                              <a:lnTo>
                                <a:pt x="5" y="9"/>
                              </a:lnTo>
                              <a:lnTo>
                                <a:pt x="6" y="9"/>
                              </a:lnTo>
                              <a:lnTo>
                                <a:pt x="8" y="7"/>
                              </a:lnTo>
                              <a:lnTo>
                                <a:pt x="9" y="6"/>
                              </a:lnTo>
                              <a:lnTo>
                                <a:pt x="9" y="5"/>
                              </a:lnTo>
                              <a:lnTo>
                                <a:pt x="9" y="3"/>
                              </a:lnTo>
                              <a:lnTo>
                                <a:pt x="9" y="2"/>
                              </a:lnTo>
                              <a:lnTo>
                                <a:pt x="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grpSp>
                  <p:grpSp>
                    <p:nvGrpSpPr>
                      <p:cNvPr id="35" name="Group 34"/>
                      <p:cNvGrpSpPr/>
                      <p:nvPr/>
                    </p:nvGrpSpPr>
                    <p:grpSpPr>
                      <a:xfrm>
                        <a:off x="2165350" y="2533650"/>
                        <a:ext cx="5284788" cy="1771650"/>
                        <a:chOff x="2165350" y="2533650"/>
                        <a:chExt cx="5284788" cy="1771650"/>
                      </a:xfrm>
                    </p:grpSpPr>
                    <p:grpSp>
                      <p:nvGrpSpPr>
                        <p:cNvPr id="36" name="Group 238"/>
                        <p:cNvGrpSpPr>
                          <a:grpSpLocks/>
                        </p:cNvGrpSpPr>
                        <p:nvPr/>
                      </p:nvGrpSpPr>
                      <p:grpSpPr bwMode="auto">
                        <a:xfrm>
                          <a:off x="5707063" y="3087688"/>
                          <a:ext cx="546100" cy="122237"/>
                          <a:chOff x="3607" y="1897"/>
                          <a:chExt cx="344" cy="77"/>
                        </a:xfrm>
                      </p:grpSpPr>
                      <p:sp>
                        <p:nvSpPr>
                          <p:cNvPr id="234" name="Freeform 239"/>
                          <p:cNvSpPr>
                            <a:spLocks/>
                          </p:cNvSpPr>
                          <p:nvPr/>
                        </p:nvSpPr>
                        <p:spPr bwMode="auto">
                          <a:xfrm>
                            <a:off x="3607" y="1897"/>
                            <a:ext cx="8" cy="8"/>
                          </a:xfrm>
                          <a:custGeom>
                            <a:avLst/>
                            <a:gdLst>
                              <a:gd name="T0" fmla="*/ 5 w 8"/>
                              <a:gd name="T1" fmla="*/ 0 h 8"/>
                              <a:gd name="T2" fmla="*/ 4 w 8"/>
                              <a:gd name="T3" fmla="*/ 0 h 8"/>
                              <a:gd name="T4" fmla="*/ 3 w 8"/>
                              <a:gd name="T5" fmla="*/ 1 h 8"/>
                              <a:gd name="T6" fmla="*/ 1 w 8"/>
                              <a:gd name="T7" fmla="*/ 2 h 8"/>
                              <a:gd name="T8" fmla="*/ 0 w 8"/>
                              <a:gd name="T9" fmla="*/ 4 h 8"/>
                              <a:gd name="T10" fmla="*/ 0 w 8"/>
                              <a:gd name="T11" fmla="*/ 4 h 8"/>
                              <a:gd name="T12" fmla="*/ 1 w 8"/>
                              <a:gd name="T13" fmla="*/ 5 h 8"/>
                              <a:gd name="T14" fmla="*/ 3 w 8"/>
                              <a:gd name="T15" fmla="*/ 7 h 8"/>
                              <a:gd name="T16" fmla="*/ 4 w 8"/>
                              <a:gd name="T17" fmla="*/ 8 h 8"/>
                              <a:gd name="T18" fmla="*/ 4 w 8"/>
                              <a:gd name="T19" fmla="*/ 8 h 8"/>
                              <a:gd name="T20" fmla="*/ 4 w 8"/>
                              <a:gd name="T21" fmla="*/ 8 h 8"/>
                              <a:gd name="T22" fmla="*/ 5 w 8"/>
                              <a:gd name="T23" fmla="*/ 7 h 8"/>
                              <a:gd name="T24" fmla="*/ 7 w 8"/>
                              <a:gd name="T25" fmla="*/ 5 h 8"/>
                              <a:gd name="T26" fmla="*/ 8 w 8"/>
                              <a:gd name="T27" fmla="*/ 4 h 8"/>
                              <a:gd name="T28" fmla="*/ 8 w 8"/>
                              <a:gd name="T29" fmla="*/ 4 h 8"/>
                              <a:gd name="T30" fmla="*/ 7 w 8"/>
                              <a:gd name="T31" fmla="*/ 2 h 8"/>
                              <a:gd name="T32" fmla="*/ 5 w 8"/>
                              <a:gd name="T33" fmla="*/ 1 h 8"/>
                              <a:gd name="T34" fmla="*/ 5 w 8"/>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8"/>
                              <a:gd name="T56" fmla="*/ 8 w 8"/>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8">
                                <a:moveTo>
                                  <a:pt x="5" y="0"/>
                                </a:moveTo>
                                <a:lnTo>
                                  <a:pt x="4" y="0"/>
                                </a:lnTo>
                                <a:lnTo>
                                  <a:pt x="3" y="1"/>
                                </a:lnTo>
                                <a:lnTo>
                                  <a:pt x="1" y="2"/>
                                </a:lnTo>
                                <a:lnTo>
                                  <a:pt x="0" y="4"/>
                                </a:lnTo>
                                <a:lnTo>
                                  <a:pt x="1" y="5"/>
                                </a:lnTo>
                                <a:lnTo>
                                  <a:pt x="3" y="7"/>
                                </a:lnTo>
                                <a:lnTo>
                                  <a:pt x="4" y="8"/>
                                </a:lnTo>
                                <a:lnTo>
                                  <a:pt x="5" y="7"/>
                                </a:lnTo>
                                <a:lnTo>
                                  <a:pt x="7" y="5"/>
                                </a:lnTo>
                                <a:lnTo>
                                  <a:pt x="8" y="4"/>
                                </a:lnTo>
                                <a:lnTo>
                                  <a:pt x="7" y="2"/>
                                </a:lnTo>
                                <a:lnTo>
                                  <a:pt x="5"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35" name="Freeform 240"/>
                          <p:cNvSpPr>
                            <a:spLocks/>
                          </p:cNvSpPr>
                          <p:nvPr/>
                        </p:nvSpPr>
                        <p:spPr bwMode="auto">
                          <a:xfrm>
                            <a:off x="3623" y="1904"/>
                            <a:ext cx="8" cy="9"/>
                          </a:xfrm>
                          <a:custGeom>
                            <a:avLst/>
                            <a:gdLst>
                              <a:gd name="T0" fmla="*/ 5 w 8"/>
                              <a:gd name="T1" fmla="*/ 1 h 9"/>
                              <a:gd name="T2" fmla="*/ 4 w 8"/>
                              <a:gd name="T3" fmla="*/ 0 h 9"/>
                              <a:gd name="T4" fmla="*/ 3 w 8"/>
                              <a:gd name="T5" fmla="*/ 0 h 9"/>
                              <a:gd name="T6" fmla="*/ 1 w 8"/>
                              <a:gd name="T7" fmla="*/ 1 h 9"/>
                              <a:gd name="T8" fmla="*/ 0 w 8"/>
                              <a:gd name="T9" fmla="*/ 3 h 9"/>
                              <a:gd name="T10" fmla="*/ 0 w 8"/>
                              <a:gd name="T11" fmla="*/ 4 h 9"/>
                              <a:gd name="T12" fmla="*/ 0 w 8"/>
                              <a:gd name="T13" fmla="*/ 6 h 9"/>
                              <a:gd name="T14" fmla="*/ 0 w 8"/>
                              <a:gd name="T15" fmla="*/ 7 h 9"/>
                              <a:gd name="T16" fmla="*/ 1 w 8"/>
                              <a:gd name="T17" fmla="*/ 9 h 9"/>
                              <a:gd name="T18" fmla="*/ 1 w 8"/>
                              <a:gd name="T19" fmla="*/ 9 h 9"/>
                              <a:gd name="T20" fmla="*/ 3 w 8"/>
                              <a:gd name="T21" fmla="*/ 9 h 9"/>
                              <a:gd name="T22" fmla="*/ 4 w 8"/>
                              <a:gd name="T23" fmla="*/ 9 h 9"/>
                              <a:gd name="T24" fmla="*/ 5 w 8"/>
                              <a:gd name="T25" fmla="*/ 9 h 9"/>
                              <a:gd name="T26" fmla="*/ 7 w 8"/>
                              <a:gd name="T27" fmla="*/ 7 h 9"/>
                              <a:gd name="T28" fmla="*/ 8 w 8"/>
                              <a:gd name="T29" fmla="*/ 6 h 9"/>
                              <a:gd name="T30" fmla="*/ 8 w 8"/>
                              <a:gd name="T31" fmla="*/ 4 h 9"/>
                              <a:gd name="T32" fmla="*/ 7 w 8"/>
                              <a:gd name="T33" fmla="*/ 3 h 9"/>
                              <a:gd name="T34" fmla="*/ 5 w 8"/>
                              <a:gd name="T35" fmla="*/ 1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5" y="1"/>
                                </a:moveTo>
                                <a:lnTo>
                                  <a:pt x="4" y="0"/>
                                </a:lnTo>
                                <a:lnTo>
                                  <a:pt x="3" y="0"/>
                                </a:lnTo>
                                <a:lnTo>
                                  <a:pt x="1" y="1"/>
                                </a:lnTo>
                                <a:lnTo>
                                  <a:pt x="0" y="3"/>
                                </a:lnTo>
                                <a:lnTo>
                                  <a:pt x="0" y="4"/>
                                </a:lnTo>
                                <a:lnTo>
                                  <a:pt x="0" y="6"/>
                                </a:lnTo>
                                <a:lnTo>
                                  <a:pt x="0" y="7"/>
                                </a:lnTo>
                                <a:lnTo>
                                  <a:pt x="1" y="9"/>
                                </a:lnTo>
                                <a:lnTo>
                                  <a:pt x="3" y="9"/>
                                </a:lnTo>
                                <a:lnTo>
                                  <a:pt x="4" y="9"/>
                                </a:lnTo>
                                <a:lnTo>
                                  <a:pt x="5" y="9"/>
                                </a:lnTo>
                                <a:lnTo>
                                  <a:pt x="7" y="7"/>
                                </a:lnTo>
                                <a:lnTo>
                                  <a:pt x="8" y="6"/>
                                </a:lnTo>
                                <a:lnTo>
                                  <a:pt x="8" y="4"/>
                                </a:lnTo>
                                <a:lnTo>
                                  <a:pt x="7" y="3"/>
                                </a:lnTo>
                                <a:lnTo>
                                  <a:pt x="5"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36" name="Freeform 241"/>
                          <p:cNvSpPr>
                            <a:spLocks/>
                          </p:cNvSpPr>
                          <p:nvPr/>
                        </p:nvSpPr>
                        <p:spPr bwMode="auto">
                          <a:xfrm>
                            <a:off x="3637" y="1913"/>
                            <a:ext cx="9" cy="8"/>
                          </a:xfrm>
                          <a:custGeom>
                            <a:avLst/>
                            <a:gdLst>
                              <a:gd name="T0" fmla="*/ 7 w 9"/>
                              <a:gd name="T1" fmla="*/ 1 h 8"/>
                              <a:gd name="T2" fmla="*/ 6 w 9"/>
                              <a:gd name="T3" fmla="*/ 0 h 8"/>
                              <a:gd name="T4" fmla="*/ 4 w 9"/>
                              <a:gd name="T5" fmla="*/ 0 h 8"/>
                              <a:gd name="T6" fmla="*/ 3 w 9"/>
                              <a:gd name="T7" fmla="*/ 1 h 8"/>
                              <a:gd name="T8" fmla="*/ 2 w 9"/>
                              <a:gd name="T9" fmla="*/ 2 h 8"/>
                              <a:gd name="T10" fmla="*/ 0 w 9"/>
                              <a:gd name="T11" fmla="*/ 4 h 8"/>
                              <a:gd name="T12" fmla="*/ 0 w 9"/>
                              <a:gd name="T13" fmla="*/ 5 h 8"/>
                              <a:gd name="T14" fmla="*/ 2 w 9"/>
                              <a:gd name="T15" fmla="*/ 7 h 8"/>
                              <a:gd name="T16" fmla="*/ 3 w 9"/>
                              <a:gd name="T17" fmla="*/ 8 h 8"/>
                              <a:gd name="T18" fmla="*/ 3 w 9"/>
                              <a:gd name="T19" fmla="*/ 8 h 8"/>
                              <a:gd name="T20" fmla="*/ 4 w 9"/>
                              <a:gd name="T21" fmla="*/ 8 h 8"/>
                              <a:gd name="T22" fmla="*/ 6 w 9"/>
                              <a:gd name="T23" fmla="*/ 8 h 8"/>
                              <a:gd name="T24" fmla="*/ 7 w 9"/>
                              <a:gd name="T25" fmla="*/ 8 h 8"/>
                              <a:gd name="T26" fmla="*/ 9 w 9"/>
                              <a:gd name="T27" fmla="*/ 7 h 8"/>
                              <a:gd name="T28" fmla="*/ 9 w 9"/>
                              <a:gd name="T29" fmla="*/ 5 h 8"/>
                              <a:gd name="T30" fmla="*/ 9 w 9"/>
                              <a:gd name="T31" fmla="*/ 4 h 8"/>
                              <a:gd name="T32" fmla="*/ 9 w 9"/>
                              <a:gd name="T33" fmla="*/ 2 h 8"/>
                              <a:gd name="T34" fmla="*/ 7 w 9"/>
                              <a:gd name="T35" fmla="*/ 1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7" y="1"/>
                                </a:moveTo>
                                <a:lnTo>
                                  <a:pt x="6" y="0"/>
                                </a:lnTo>
                                <a:lnTo>
                                  <a:pt x="4" y="0"/>
                                </a:lnTo>
                                <a:lnTo>
                                  <a:pt x="3" y="1"/>
                                </a:lnTo>
                                <a:lnTo>
                                  <a:pt x="2" y="2"/>
                                </a:lnTo>
                                <a:lnTo>
                                  <a:pt x="0" y="4"/>
                                </a:lnTo>
                                <a:lnTo>
                                  <a:pt x="0" y="5"/>
                                </a:lnTo>
                                <a:lnTo>
                                  <a:pt x="2" y="7"/>
                                </a:lnTo>
                                <a:lnTo>
                                  <a:pt x="3" y="8"/>
                                </a:lnTo>
                                <a:lnTo>
                                  <a:pt x="4" y="8"/>
                                </a:lnTo>
                                <a:lnTo>
                                  <a:pt x="6" y="8"/>
                                </a:lnTo>
                                <a:lnTo>
                                  <a:pt x="7" y="8"/>
                                </a:lnTo>
                                <a:lnTo>
                                  <a:pt x="9" y="7"/>
                                </a:lnTo>
                                <a:lnTo>
                                  <a:pt x="9" y="5"/>
                                </a:lnTo>
                                <a:lnTo>
                                  <a:pt x="9" y="4"/>
                                </a:lnTo>
                                <a:lnTo>
                                  <a:pt x="9" y="2"/>
                                </a:lnTo>
                                <a:lnTo>
                                  <a:pt x="7"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37" name="Freeform 242"/>
                          <p:cNvSpPr>
                            <a:spLocks/>
                          </p:cNvSpPr>
                          <p:nvPr/>
                        </p:nvSpPr>
                        <p:spPr bwMode="auto">
                          <a:xfrm>
                            <a:off x="3653" y="1921"/>
                            <a:ext cx="9" cy="9"/>
                          </a:xfrm>
                          <a:custGeom>
                            <a:avLst/>
                            <a:gdLst>
                              <a:gd name="T0" fmla="*/ 6 w 9"/>
                              <a:gd name="T1" fmla="*/ 2 h 9"/>
                              <a:gd name="T2" fmla="*/ 4 w 9"/>
                              <a:gd name="T3" fmla="*/ 0 h 9"/>
                              <a:gd name="T4" fmla="*/ 3 w 9"/>
                              <a:gd name="T5" fmla="*/ 0 h 9"/>
                              <a:gd name="T6" fmla="*/ 2 w 9"/>
                              <a:gd name="T7" fmla="*/ 2 h 9"/>
                              <a:gd name="T8" fmla="*/ 0 w 9"/>
                              <a:gd name="T9" fmla="*/ 3 h 9"/>
                              <a:gd name="T10" fmla="*/ 0 w 9"/>
                              <a:gd name="T11" fmla="*/ 5 h 9"/>
                              <a:gd name="T12" fmla="*/ 0 w 9"/>
                              <a:gd name="T13" fmla="*/ 6 h 9"/>
                              <a:gd name="T14" fmla="*/ 0 w 9"/>
                              <a:gd name="T15" fmla="*/ 8 h 9"/>
                              <a:gd name="T16" fmla="*/ 2 w 9"/>
                              <a:gd name="T17" fmla="*/ 9 h 9"/>
                              <a:gd name="T18" fmla="*/ 2 w 9"/>
                              <a:gd name="T19" fmla="*/ 9 h 9"/>
                              <a:gd name="T20" fmla="*/ 3 w 9"/>
                              <a:gd name="T21" fmla="*/ 9 h 9"/>
                              <a:gd name="T22" fmla="*/ 4 w 9"/>
                              <a:gd name="T23" fmla="*/ 9 h 9"/>
                              <a:gd name="T24" fmla="*/ 6 w 9"/>
                              <a:gd name="T25" fmla="*/ 9 h 9"/>
                              <a:gd name="T26" fmla="*/ 7 w 9"/>
                              <a:gd name="T27" fmla="*/ 8 h 9"/>
                              <a:gd name="T28" fmla="*/ 9 w 9"/>
                              <a:gd name="T29" fmla="*/ 6 h 9"/>
                              <a:gd name="T30" fmla="*/ 9 w 9"/>
                              <a:gd name="T31" fmla="*/ 5 h 9"/>
                              <a:gd name="T32" fmla="*/ 7 w 9"/>
                              <a:gd name="T33" fmla="*/ 3 h 9"/>
                              <a:gd name="T34" fmla="*/ 6 w 9"/>
                              <a:gd name="T35" fmla="*/ 2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6" y="2"/>
                                </a:moveTo>
                                <a:lnTo>
                                  <a:pt x="4" y="0"/>
                                </a:lnTo>
                                <a:lnTo>
                                  <a:pt x="3" y="0"/>
                                </a:lnTo>
                                <a:lnTo>
                                  <a:pt x="2" y="2"/>
                                </a:lnTo>
                                <a:lnTo>
                                  <a:pt x="0" y="3"/>
                                </a:lnTo>
                                <a:lnTo>
                                  <a:pt x="0" y="5"/>
                                </a:lnTo>
                                <a:lnTo>
                                  <a:pt x="0" y="6"/>
                                </a:lnTo>
                                <a:lnTo>
                                  <a:pt x="0" y="8"/>
                                </a:lnTo>
                                <a:lnTo>
                                  <a:pt x="2" y="9"/>
                                </a:lnTo>
                                <a:lnTo>
                                  <a:pt x="3" y="9"/>
                                </a:lnTo>
                                <a:lnTo>
                                  <a:pt x="4" y="9"/>
                                </a:lnTo>
                                <a:lnTo>
                                  <a:pt x="6" y="9"/>
                                </a:lnTo>
                                <a:lnTo>
                                  <a:pt x="7" y="8"/>
                                </a:lnTo>
                                <a:lnTo>
                                  <a:pt x="9" y="6"/>
                                </a:lnTo>
                                <a:lnTo>
                                  <a:pt x="9" y="5"/>
                                </a:lnTo>
                                <a:lnTo>
                                  <a:pt x="7" y="3"/>
                                </a:lnTo>
                                <a:lnTo>
                                  <a:pt x="6"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38" name="Freeform 243"/>
                          <p:cNvSpPr>
                            <a:spLocks/>
                          </p:cNvSpPr>
                          <p:nvPr/>
                        </p:nvSpPr>
                        <p:spPr bwMode="auto">
                          <a:xfrm>
                            <a:off x="3668" y="1930"/>
                            <a:ext cx="8" cy="9"/>
                          </a:xfrm>
                          <a:custGeom>
                            <a:avLst/>
                            <a:gdLst>
                              <a:gd name="T0" fmla="*/ 7 w 8"/>
                              <a:gd name="T1" fmla="*/ 1 h 9"/>
                              <a:gd name="T2" fmla="*/ 5 w 8"/>
                              <a:gd name="T3" fmla="*/ 0 h 9"/>
                              <a:gd name="T4" fmla="*/ 4 w 8"/>
                              <a:gd name="T5" fmla="*/ 0 h 9"/>
                              <a:gd name="T6" fmla="*/ 3 w 8"/>
                              <a:gd name="T7" fmla="*/ 1 h 9"/>
                              <a:gd name="T8" fmla="*/ 1 w 8"/>
                              <a:gd name="T9" fmla="*/ 3 h 9"/>
                              <a:gd name="T10" fmla="*/ 0 w 8"/>
                              <a:gd name="T11" fmla="*/ 4 h 9"/>
                              <a:gd name="T12" fmla="*/ 0 w 8"/>
                              <a:gd name="T13" fmla="*/ 6 h 9"/>
                              <a:gd name="T14" fmla="*/ 1 w 8"/>
                              <a:gd name="T15" fmla="*/ 7 h 9"/>
                              <a:gd name="T16" fmla="*/ 3 w 8"/>
                              <a:gd name="T17" fmla="*/ 9 h 9"/>
                              <a:gd name="T18" fmla="*/ 3 w 8"/>
                              <a:gd name="T19" fmla="*/ 9 h 9"/>
                              <a:gd name="T20" fmla="*/ 4 w 8"/>
                              <a:gd name="T21" fmla="*/ 9 h 9"/>
                              <a:gd name="T22" fmla="*/ 5 w 8"/>
                              <a:gd name="T23" fmla="*/ 9 h 9"/>
                              <a:gd name="T24" fmla="*/ 7 w 8"/>
                              <a:gd name="T25" fmla="*/ 9 h 9"/>
                              <a:gd name="T26" fmla="*/ 8 w 8"/>
                              <a:gd name="T27" fmla="*/ 7 h 9"/>
                              <a:gd name="T28" fmla="*/ 8 w 8"/>
                              <a:gd name="T29" fmla="*/ 6 h 9"/>
                              <a:gd name="T30" fmla="*/ 8 w 8"/>
                              <a:gd name="T31" fmla="*/ 4 h 9"/>
                              <a:gd name="T32" fmla="*/ 8 w 8"/>
                              <a:gd name="T33" fmla="*/ 3 h 9"/>
                              <a:gd name="T34" fmla="*/ 7 w 8"/>
                              <a:gd name="T35" fmla="*/ 1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7" y="1"/>
                                </a:moveTo>
                                <a:lnTo>
                                  <a:pt x="5" y="0"/>
                                </a:lnTo>
                                <a:lnTo>
                                  <a:pt x="4" y="0"/>
                                </a:lnTo>
                                <a:lnTo>
                                  <a:pt x="3" y="1"/>
                                </a:lnTo>
                                <a:lnTo>
                                  <a:pt x="1" y="3"/>
                                </a:lnTo>
                                <a:lnTo>
                                  <a:pt x="0" y="4"/>
                                </a:lnTo>
                                <a:lnTo>
                                  <a:pt x="0" y="6"/>
                                </a:lnTo>
                                <a:lnTo>
                                  <a:pt x="1" y="7"/>
                                </a:lnTo>
                                <a:lnTo>
                                  <a:pt x="3" y="9"/>
                                </a:lnTo>
                                <a:lnTo>
                                  <a:pt x="4" y="9"/>
                                </a:lnTo>
                                <a:lnTo>
                                  <a:pt x="5" y="9"/>
                                </a:lnTo>
                                <a:lnTo>
                                  <a:pt x="7" y="9"/>
                                </a:lnTo>
                                <a:lnTo>
                                  <a:pt x="8" y="7"/>
                                </a:lnTo>
                                <a:lnTo>
                                  <a:pt x="8" y="6"/>
                                </a:lnTo>
                                <a:lnTo>
                                  <a:pt x="8" y="4"/>
                                </a:lnTo>
                                <a:lnTo>
                                  <a:pt x="8" y="3"/>
                                </a:lnTo>
                                <a:lnTo>
                                  <a:pt x="7"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39" name="Freeform 244"/>
                          <p:cNvSpPr>
                            <a:spLocks/>
                          </p:cNvSpPr>
                          <p:nvPr/>
                        </p:nvSpPr>
                        <p:spPr bwMode="auto">
                          <a:xfrm>
                            <a:off x="3684" y="1939"/>
                            <a:ext cx="8" cy="8"/>
                          </a:xfrm>
                          <a:custGeom>
                            <a:avLst/>
                            <a:gdLst>
                              <a:gd name="T0" fmla="*/ 4 w 8"/>
                              <a:gd name="T1" fmla="*/ 0 h 8"/>
                              <a:gd name="T2" fmla="*/ 3 w 8"/>
                              <a:gd name="T3" fmla="*/ 0 h 8"/>
                              <a:gd name="T4" fmla="*/ 1 w 8"/>
                              <a:gd name="T5" fmla="*/ 0 h 8"/>
                              <a:gd name="T6" fmla="*/ 0 w 8"/>
                              <a:gd name="T7" fmla="*/ 1 h 8"/>
                              <a:gd name="T8" fmla="*/ 0 w 8"/>
                              <a:gd name="T9" fmla="*/ 3 h 8"/>
                              <a:gd name="T10" fmla="*/ 0 w 8"/>
                              <a:gd name="T11" fmla="*/ 4 h 8"/>
                              <a:gd name="T12" fmla="*/ 0 w 8"/>
                              <a:gd name="T13" fmla="*/ 5 h 8"/>
                              <a:gd name="T14" fmla="*/ 1 w 8"/>
                              <a:gd name="T15" fmla="*/ 7 h 8"/>
                              <a:gd name="T16" fmla="*/ 3 w 8"/>
                              <a:gd name="T17" fmla="*/ 8 h 8"/>
                              <a:gd name="T18" fmla="*/ 3 w 8"/>
                              <a:gd name="T19" fmla="*/ 8 h 8"/>
                              <a:gd name="T20" fmla="*/ 4 w 8"/>
                              <a:gd name="T21" fmla="*/ 8 h 8"/>
                              <a:gd name="T22" fmla="*/ 5 w 8"/>
                              <a:gd name="T23" fmla="*/ 7 h 8"/>
                              <a:gd name="T24" fmla="*/ 7 w 8"/>
                              <a:gd name="T25" fmla="*/ 5 h 8"/>
                              <a:gd name="T26" fmla="*/ 8 w 8"/>
                              <a:gd name="T27" fmla="*/ 4 h 8"/>
                              <a:gd name="T28" fmla="*/ 8 w 8"/>
                              <a:gd name="T29" fmla="*/ 3 h 8"/>
                              <a:gd name="T30" fmla="*/ 7 w 8"/>
                              <a:gd name="T31" fmla="*/ 1 h 8"/>
                              <a:gd name="T32" fmla="*/ 5 w 8"/>
                              <a:gd name="T33" fmla="*/ 0 h 8"/>
                              <a:gd name="T34" fmla="*/ 4 w 8"/>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8"/>
                              <a:gd name="T56" fmla="*/ 8 w 8"/>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8">
                                <a:moveTo>
                                  <a:pt x="4" y="0"/>
                                </a:moveTo>
                                <a:lnTo>
                                  <a:pt x="3" y="0"/>
                                </a:lnTo>
                                <a:lnTo>
                                  <a:pt x="1" y="0"/>
                                </a:lnTo>
                                <a:lnTo>
                                  <a:pt x="0" y="1"/>
                                </a:lnTo>
                                <a:lnTo>
                                  <a:pt x="0" y="3"/>
                                </a:lnTo>
                                <a:lnTo>
                                  <a:pt x="0" y="4"/>
                                </a:lnTo>
                                <a:lnTo>
                                  <a:pt x="0" y="5"/>
                                </a:lnTo>
                                <a:lnTo>
                                  <a:pt x="1" y="7"/>
                                </a:lnTo>
                                <a:lnTo>
                                  <a:pt x="3" y="8"/>
                                </a:lnTo>
                                <a:lnTo>
                                  <a:pt x="4" y="8"/>
                                </a:lnTo>
                                <a:lnTo>
                                  <a:pt x="5" y="7"/>
                                </a:lnTo>
                                <a:lnTo>
                                  <a:pt x="7" y="5"/>
                                </a:lnTo>
                                <a:lnTo>
                                  <a:pt x="8" y="4"/>
                                </a:lnTo>
                                <a:lnTo>
                                  <a:pt x="8" y="3"/>
                                </a:lnTo>
                                <a:lnTo>
                                  <a:pt x="7" y="1"/>
                                </a:lnTo>
                                <a:lnTo>
                                  <a:pt x="5"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40" name="Freeform 245"/>
                          <p:cNvSpPr>
                            <a:spLocks/>
                          </p:cNvSpPr>
                          <p:nvPr/>
                        </p:nvSpPr>
                        <p:spPr bwMode="auto">
                          <a:xfrm>
                            <a:off x="3700" y="1946"/>
                            <a:ext cx="8" cy="9"/>
                          </a:xfrm>
                          <a:custGeom>
                            <a:avLst/>
                            <a:gdLst>
                              <a:gd name="T0" fmla="*/ 4 w 8"/>
                              <a:gd name="T1" fmla="*/ 0 h 9"/>
                              <a:gd name="T2" fmla="*/ 2 w 8"/>
                              <a:gd name="T3" fmla="*/ 0 h 9"/>
                              <a:gd name="T4" fmla="*/ 1 w 8"/>
                              <a:gd name="T5" fmla="*/ 0 h 9"/>
                              <a:gd name="T6" fmla="*/ 0 w 8"/>
                              <a:gd name="T7" fmla="*/ 1 h 9"/>
                              <a:gd name="T8" fmla="*/ 0 w 8"/>
                              <a:gd name="T9" fmla="*/ 3 h 9"/>
                              <a:gd name="T10" fmla="*/ 0 w 8"/>
                              <a:gd name="T11" fmla="*/ 4 h 9"/>
                              <a:gd name="T12" fmla="*/ 0 w 8"/>
                              <a:gd name="T13" fmla="*/ 6 h 9"/>
                              <a:gd name="T14" fmla="*/ 1 w 8"/>
                              <a:gd name="T15" fmla="*/ 7 h 9"/>
                              <a:gd name="T16" fmla="*/ 2 w 8"/>
                              <a:gd name="T17" fmla="*/ 9 h 9"/>
                              <a:gd name="T18" fmla="*/ 2 w 8"/>
                              <a:gd name="T19" fmla="*/ 9 h 9"/>
                              <a:gd name="T20" fmla="*/ 4 w 8"/>
                              <a:gd name="T21" fmla="*/ 9 h 9"/>
                              <a:gd name="T22" fmla="*/ 5 w 8"/>
                              <a:gd name="T23" fmla="*/ 7 h 9"/>
                              <a:gd name="T24" fmla="*/ 7 w 8"/>
                              <a:gd name="T25" fmla="*/ 6 h 9"/>
                              <a:gd name="T26" fmla="*/ 8 w 8"/>
                              <a:gd name="T27" fmla="*/ 4 h 9"/>
                              <a:gd name="T28" fmla="*/ 8 w 8"/>
                              <a:gd name="T29" fmla="*/ 3 h 9"/>
                              <a:gd name="T30" fmla="*/ 7 w 8"/>
                              <a:gd name="T31" fmla="*/ 1 h 9"/>
                              <a:gd name="T32" fmla="*/ 5 w 8"/>
                              <a:gd name="T33" fmla="*/ 0 h 9"/>
                              <a:gd name="T34" fmla="*/ 4 w 8"/>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4" y="0"/>
                                </a:moveTo>
                                <a:lnTo>
                                  <a:pt x="2" y="0"/>
                                </a:lnTo>
                                <a:lnTo>
                                  <a:pt x="1" y="0"/>
                                </a:lnTo>
                                <a:lnTo>
                                  <a:pt x="0" y="1"/>
                                </a:lnTo>
                                <a:lnTo>
                                  <a:pt x="0" y="3"/>
                                </a:lnTo>
                                <a:lnTo>
                                  <a:pt x="0" y="4"/>
                                </a:lnTo>
                                <a:lnTo>
                                  <a:pt x="0" y="6"/>
                                </a:lnTo>
                                <a:lnTo>
                                  <a:pt x="1" y="7"/>
                                </a:lnTo>
                                <a:lnTo>
                                  <a:pt x="2" y="9"/>
                                </a:lnTo>
                                <a:lnTo>
                                  <a:pt x="4" y="9"/>
                                </a:lnTo>
                                <a:lnTo>
                                  <a:pt x="5" y="7"/>
                                </a:lnTo>
                                <a:lnTo>
                                  <a:pt x="7" y="6"/>
                                </a:lnTo>
                                <a:lnTo>
                                  <a:pt x="8" y="4"/>
                                </a:lnTo>
                                <a:lnTo>
                                  <a:pt x="8" y="3"/>
                                </a:lnTo>
                                <a:lnTo>
                                  <a:pt x="7" y="1"/>
                                </a:lnTo>
                                <a:lnTo>
                                  <a:pt x="5"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41" name="Freeform 246"/>
                          <p:cNvSpPr>
                            <a:spLocks/>
                          </p:cNvSpPr>
                          <p:nvPr/>
                        </p:nvSpPr>
                        <p:spPr bwMode="auto">
                          <a:xfrm>
                            <a:off x="3716" y="1952"/>
                            <a:ext cx="8" cy="8"/>
                          </a:xfrm>
                          <a:custGeom>
                            <a:avLst/>
                            <a:gdLst>
                              <a:gd name="T0" fmla="*/ 4 w 8"/>
                              <a:gd name="T1" fmla="*/ 0 h 8"/>
                              <a:gd name="T2" fmla="*/ 2 w 8"/>
                              <a:gd name="T3" fmla="*/ 0 h 8"/>
                              <a:gd name="T4" fmla="*/ 1 w 8"/>
                              <a:gd name="T5" fmla="*/ 1 h 8"/>
                              <a:gd name="T6" fmla="*/ 0 w 8"/>
                              <a:gd name="T7" fmla="*/ 3 h 8"/>
                              <a:gd name="T8" fmla="*/ 0 w 8"/>
                              <a:gd name="T9" fmla="*/ 4 h 8"/>
                              <a:gd name="T10" fmla="*/ 0 w 8"/>
                              <a:gd name="T11" fmla="*/ 6 h 8"/>
                              <a:gd name="T12" fmla="*/ 0 w 8"/>
                              <a:gd name="T13" fmla="*/ 7 h 8"/>
                              <a:gd name="T14" fmla="*/ 1 w 8"/>
                              <a:gd name="T15" fmla="*/ 8 h 8"/>
                              <a:gd name="T16" fmla="*/ 2 w 8"/>
                              <a:gd name="T17" fmla="*/ 8 h 8"/>
                              <a:gd name="T18" fmla="*/ 2 w 8"/>
                              <a:gd name="T19" fmla="*/ 8 h 8"/>
                              <a:gd name="T20" fmla="*/ 4 w 8"/>
                              <a:gd name="T21" fmla="*/ 8 h 8"/>
                              <a:gd name="T22" fmla="*/ 5 w 8"/>
                              <a:gd name="T23" fmla="*/ 8 h 8"/>
                              <a:gd name="T24" fmla="*/ 7 w 8"/>
                              <a:gd name="T25" fmla="*/ 7 h 8"/>
                              <a:gd name="T26" fmla="*/ 8 w 8"/>
                              <a:gd name="T27" fmla="*/ 6 h 8"/>
                              <a:gd name="T28" fmla="*/ 8 w 8"/>
                              <a:gd name="T29" fmla="*/ 4 h 8"/>
                              <a:gd name="T30" fmla="*/ 7 w 8"/>
                              <a:gd name="T31" fmla="*/ 3 h 8"/>
                              <a:gd name="T32" fmla="*/ 5 w 8"/>
                              <a:gd name="T33" fmla="*/ 1 h 8"/>
                              <a:gd name="T34" fmla="*/ 4 w 8"/>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8"/>
                              <a:gd name="T56" fmla="*/ 8 w 8"/>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8">
                                <a:moveTo>
                                  <a:pt x="4" y="0"/>
                                </a:moveTo>
                                <a:lnTo>
                                  <a:pt x="2" y="0"/>
                                </a:lnTo>
                                <a:lnTo>
                                  <a:pt x="1" y="1"/>
                                </a:lnTo>
                                <a:lnTo>
                                  <a:pt x="0" y="3"/>
                                </a:lnTo>
                                <a:lnTo>
                                  <a:pt x="0" y="4"/>
                                </a:lnTo>
                                <a:lnTo>
                                  <a:pt x="0" y="6"/>
                                </a:lnTo>
                                <a:lnTo>
                                  <a:pt x="0" y="7"/>
                                </a:lnTo>
                                <a:lnTo>
                                  <a:pt x="1" y="8"/>
                                </a:lnTo>
                                <a:lnTo>
                                  <a:pt x="2" y="8"/>
                                </a:lnTo>
                                <a:lnTo>
                                  <a:pt x="4" y="8"/>
                                </a:lnTo>
                                <a:lnTo>
                                  <a:pt x="5" y="8"/>
                                </a:lnTo>
                                <a:lnTo>
                                  <a:pt x="7" y="7"/>
                                </a:lnTo>
                                <a:lnTo>
                                  <a:pt x="8" y="6"/>
                                </a:lnTo>
                                <a:lnTo>
                                  <a:pt x="8" y="4"/>
                                </a:lnTo>
                                <a:lnTo>
                                  <a:pt x="7" y="3"/>
                                </a:lnTo>
                                <a:lnTo>
                                  <a:pt x="5" y="1"/>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42" name="Freeform 247"/>
                          <p:cNvSpPr>
                            <a:spLocks/>
                          </p:cNvSpPr>
                          <p:nvPr/>
                        </p:nvSpPr>
                        <p:spPr bwMode="auto">
                          <a:xfrm>
                            <a:off x="3732" y="1959"/>
                            <a:ext cx="8" cy="9"/>
                          </a:xfrm>
                          <a:custGeom>
                            <a:avLst/>
                            <a:gdLst>
                              <a:gd name="T0" fmla="*/ 4 w 8"/>
                              <a:gd name="T1" fmla="*/ 0 h 9"/>
                              <a:gd name="T2" fmla="*/ 2 w 8"/>
                              <a:gd name="T3" fmla="*/ 0 h 9"/>
                              <a:gd name="T4" fmla="*/ 1 w 8"/>
                              <a:gd name="T5" fmla="*/ 0 h 9"/>
                              <a:gd name="T6" fmla="*/ 0 w 8"/>
                              <a:gd name="T7" fmla="*/ 1 h 9"/>
                              <a:gd name="T8" fmla="*/ 0 w 8"/>
                              <a:gd name="T9" fmla="*/ 3 h 9"/>
                              <a:gd name="T10" fmla="*/ 0 w 8"/>
                              <a:gd name="T11" fmla="*/ 4 h 9"/>
                              <a:gd name="T12" fmla="*/ 0 w 8"/>
                              <a:gd name="T13" fmla="*/ 6 h 9"/>
                              <a:gd name="T14" fmla="*/ 1 w 8"/>
                              <a:gd name="T15" fmla="*/ 7 h 9"/>
                              <a:gd name="T16" fmla="*/ 2 w 8"/>
                              <a:gd name="T17" fmla="*/ 9 h 9"/>
                              <a:gd name="T18" fmla="*/ 2 w 8"/>
                              <a:gd name="T19" fmla="*/ 9 h 9"/>
                              <a:gd name="T20" fmla="*/ 4 w 8"/>
                              <a:gd name="T21" fmla="*/ 9 h 9"/>
                              <a:gd name="T22" fmla="*/ 5 w 8"/>
                              <a:gd name="T23" fmla="*/ 7 h 9"/>
                              <a:gd name="T24" fmla="*/ 7 w 8"/>
                              <a:gd name="T25" fmla="*/ 6 h 9"/>
                              <a:gd name="T26" fmla="*/ 8 w 8"/>
                              <a:gd name="T27" fmla="*/ 4 h 9"/>
                              <a:gd name="T28" fmla="*/ 8 w 8"/>
                              <a:gd name="T29" fmla="*/ 3 h 9"/>
                              <a:gd name="T30" fmla="*/ 7 w 8"/>
                              <a:gd name="T31" fmla="*/ 1 h 9"/>
                              <a:gd name="T32" fmla="*/ 5 w 8"/>
                              <a:gd name="T33" fmla="*/ 0 h 9"/>
                              <a:gd name="T34" fmla="*/ 4 w 8"/>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4" y="0"/>
                                </a:moveTo>
                                <a:lnTo>
                                  <a:pt x="2" y="0"/>
                                </a:lnTo>
                                <a:lnTo>
                                  <a:pt x="1" y="0"/>
                                </a:lnTo>
                                <a:lnTo>
                                  <a:pt x="0" y="1"/>
                                </a:lnTo>
                                <a:lnTo>
                                  <a:pt x="0" y="3"/>
                                </a:lnTo>
                                <a:lnTo>
                                  <a:pt x="0" y="4"/>
                                </a:lnTo>
                                <a:lnTo>
                                  <a:pt x="0" y="6"/>
                                </a:lnTo>
                                <a:lnTo>
                                  <a:pt x="1" y="7"/>
                                </a:lnTo>
                                <a:lnTo>
                                  <a:pt x="2" y="9"/>
                                </a:lnTo>
                                <a:lnTo>
                                  <a:pt x="4" y="9"/>
                                </a:lnTo>
                                <a:lnTo>
                                  <a:pt x="5" y="7"/>
                                </a:lnTo>
                                <a:lnTo>
                                  <a:pt x="7" y="6"/>
                                </a:lnTo>
                                <a:lnTo>
                                  <a:pt x="8" y="4"/>
                                </a:lnTo>
                                <a:lnTo>
                                  <a:pt x="8" y="3"/>
                                </a:lnTo>
                                <a:lnTo>
                                  <a:pt x="7" y="1"/>
                                </a:lnTo>
                                <a:lnTo>
                                  <a:pt x="5"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43" name="Freeform 248"/>
                          <p:cNvSpPr>
                            <a:spLocks/>
                          </p:cNvSpPr>
                          <p:nvPr/>
                        </p:nvSpPr>
                        <p:spPr bwMode="auto">
                          <a:xfrm>
                            <a:off x="3747" y="1963"/>
                            <a:ext cx="9" cy="9"/>
                          </a:xfrm>
                          <a:custGeom>
                            <a:avLst/>
                            <a:gdLst>
                              <a:gd name="T0" fmla="*/ 6 w 9"/>
                              <a:gd name="T1" fmla="*/ 0 h 9"/>
                              <a:gd name="T2" fmla="*/ 5 w 9"/>
                              <a:gd name="T3" fmla="*/ 0 h 9"/>
                              <a:gd name="T4" fmla="*/ 3 w 9"/>
                              <a:gd name="T5" fmla="*/ 0 h 9"/>
                              <a:gd name="T6" fmla="*/ 2 w 9"/>
                              <a:gd name="T7" fmla="*/ 2 h 9"/>
                              <a:gd name="T8" fmla="*/ 0 w 9"/>
                              <a:gd name="T9" fmla="*/ 3 h 9"/>
                              <a:gd name="T10" fmla="*/ 0 w 9"/>
                              <a:gd name="T11" fmla="*/ 5 h 9"/>
                              <a:gd name="T12" fmla="*/ 2 w 9"/>
                              <a:gd name="T13" fmla="*/ 6 h 9"/>
                              <a:gd name="T14" fmla="*/ 3 w 9"/>
                              <a:gd name="T15" fmla="*/ 8 h 9"/>
                              <a:gd name="T16" fmla="*/ 5 w 9"/>
                              <a:gd name="T17" fmla="*/ 9 h 9"/>
                              <a:gd name="T18" fmla="*/ 5 w 9"/>
                              <a:gd name="T19" fmla="*/ 9 h 9"/>
                              <a:gd name="T20" fmla="*/ 6 w 9"/>
                              <a:gd name="T21" fmla="*/ 9 h 9"/>
                              <a:gd name="T22" fmla="*/ 8 w 9"/>
                              <a:gd name="T23" fmla="*/ 8 h 9"/>
                              <a:gd name="T24" fmla="*/ 9 w 9"/>
                              <a:gd name="T25" fmla="*/ 6 h 9"/>
                              <a:gd name="T26" fmla="*/ 9 w 9"/>
                              <a:gd name="T27" fmla="*/ 5 h 9"/>
                              <a:gd name="T28" fmla="*/ 9 w 9"/>
                              <a:gd name="T29" fmla="*/ 3 h 9"/>
                              <a:gd name="T30" fmla="*/ 9 w 9"/>
                              <a:gd name="T31" fmla="*/ 2 h 9"/>
                              <a:gd name="T32" fmla="*/ 8 w 9"/>
                              <a:gd name="T33" fmla="*/ 0 h 9"/>
                              <a:gd name="T34" fmla="*/ 6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6" y="0"/>
                                </a:moveTo>
                                <a:lnTo>
                                  <a:pt x="5" y="0"/>
                                </a:lnTo>
                                <a:lnTo>
                                  <a:pt x="3" y="0"/>
                                </a:lnTo>
                                <a:lnTo>
                                  <a:pt x="2" y="2"/>
                                </a:lnTo>
                                <a:lnTo>
                                  <a:pt x="0" y="3"/>
                                </a:lnTo>
                                <a:lnTo>
                                  <a:pt x="0" y="5"/>
                                </a:lnTo>
                                <a:lnTo>
                                  <a:pt x="2" y="6"/>
                                </a:lnTo>
                                <a:lnTo>
                                  <a:pt x="3" y="8"/>
                                </a:lnTo>
                                <a:lnTo>
                                  <a:pt x="5" y="9"/>
                                </a:lnTo>
                                <a:lnTo>
                                  <a:pt x="6" y="9"/>
                                </a:lnTo>
                                <a:lnTo>
                                  <a:pt x="8" y="8"/>
                                </a:lnTo>
                                <a:lnTo>
                                  <a:pt x="9" y="6"/>
                                </a:lnTo>
                                <a:lnTo>
                                  <a:pt x="9" y="5"/>
                                </a:lnTo>
                                <a:lnTo>
                                  <a:pt x="9" y="3"/>
                                </a:lnTo>
                                <a:lnTo>
                                  <a:pt x="9" y="2"/>
                                </a:lnTo>
                                <a:lnTo>
                                  <a:pt x="8" y="0"/>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44" name="Freeform 249"/>
                          <p:cNvSpPr>
                            <a:spLocks/>
                          </p:cNvSpPr>
                          <p:nvPr/>
                        </p:nvSpPr>
                        <p:spPr bwMode="auto">
                          <a:xfrm>
                            <a:off x="3765" y="1965"/>
                            <a:ext cx="9" cy="9"/>
                          </a:xfrm>
                          <a:custGeom>
                            <a:avLst/>
                            <a:gdLst>
                              <a:gd name="T0" fmla="*/ 6 w 9"/>
                              <a:gd name="T1" fmla="*/ 0 h 9"/>
                              <a:gd name="T2" fmla="*/ 4 w 9"/>
                              <a:gd name="T3" fmla="*/ 0 h 9"/>
                              <a:gd name="T4" fmla="*/ 3 w 9"/>
                              <a:gd name="T5" fmla="*/ 1 h 9"/>
                              <a:gd name="T6" fmla="*/ 1 w 9"/>
                              <a:gd name="T7" fmla="*/ 3 h 9"/>
                              <a:gd name="T8" fmla="*/ 0 w 9"/>
                              <a:gd name="T9" fmla="*/ 4 h 9"/>
                              <a:gd name="T10" fmla="*/ 0 w 9"/>
                              <a:gd name="T11" fmla="*/ 6 h 9"/>
                              <a:gd name="T12" fmla="*/ 1 w 9"/>
                              <a:gd name="T13" fmla="*/ 7 h 9"/>
                              <a:gd name="T14" fmla="*/ 3 w 9"/>
                              <a:gd name="T15" fmla="*/ 9 h 9"/>
                              <a:gd name="T16" fmla="*/ 4 w 9"/>
                              <a:gd name="T17" fmla="*/ 9 h 9"/>
                              <a:gd name="T18" fmla="*/ 4 w 9"/>
                              <a:gd name="T19" fmla="*/ 9 h 9"/>
                              <a:gd name="T20" fmla="*/ 6 w 9"/>
                              <a:gd name="T21" fmla="*/ 9 h 9"/>
                              <a:gd name="T22" fmla="*/ 7 w 9"/>
                              <a:gd name="T23" fmla="*/ 9 h 9"/>
                              <a:gd name="T24" fmla="*/ 9 w 9"/>
                              <a:gd name="T25" fmla="*/ 7 h 9"/>
                              <a:gd name="T26" fmla="*/ 9 w 9"/>
                              <a:gd name="T27" fmla="*/ 6 h 9"/>
                              <a:gd name="T28" fmla="*/ 9 w 9"/>
                              <a:gd name="T29" fmla="*/ 4 h 9"/>
                              <a:gd name="T30" fmla="*/ 9 w 9"/>
                              <a:gd name="T31" fmla="*/ 3 h 9"/>
                              <a:gd name="T32" fmla="*/ 7 w 9"/>
                              <a:gd name="T33" fmla="*/ 1 h 9"/>
                              <a:gd name="T34" fmla="*/ 6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6" y="0"/>
                                </a:moveTo>
                                <a:lnTo>
                                  <a:pt x="4" y="0"/>
                                </a:lnTo>
                                <a:lnTo>
                                  <a:pt x="3" y="1"/>
                                </a:lnTo>
                                <a:lnTo>
                                  <a:pt x="1" y="3"/>
                                </a:lnTo>
                                <a:lnTo>
                                  <a:pt x="0" y="4"/>
                                </a:lnTo>
                                <a:lnTo>
                                  <a:pt x="0" y="6"/>
                                </a:lnTo>
                                <a:lnTo>
                                  <a:pt x="1" y="7"/>
                                </a:lnTo>
                                <a:lnTo>
                                  <a:pt x="3" y="9"/>
                                </a:lnTo>
                                <a:lnTo>
                                  <a:pt x="4" y="9"/>
                                </a:lnTo>
                                <a:lnTo>
                                  <a:pt x="6" y="9"/>
                                </a:lnTo>
                                <a:lnTo>
                                  <a:pt x="7" y="9"/>
                                </a:lnTo>
                                <a:lnTo>
                                  <a:pt x="9" y="7"/>
                                </a:lnTo>
                                <a:lnTo>
                                  <a:pt x="9" y="6"/>
                                </a:lnTo>
                                <a:lnTo>
                                  <a:pt x="9" y="4"/>
                                </a:lnTo>
                                <a:lnTo>
                                  <a:pt x="9" y="3"/>
                                </a:lnTo>
                                <a:lnTo>
                                  <a:pt x="7" y="1"/>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45" name="Freeform 250"/>
                          <p:cNvSpPr>
                            <a:spLocks/>
                          </p:cNvSpPr>
                          <p:nvPr/>
                        </p:nvSpPr>
                        <p:spPr bwMode="auto">
                          <a:xfrm>
                            <a:off x="3782" y="1965"/>
                            <a:ext cx="9" cy="9"/>
                          </a:xfrm>
                          <a:custGeom>
                            <a:avLst/>
                            <a:gdLst>
                              <a:gd name="T0" fmla="*/ 6 w 9"/>
                              <a:gd name="T1" fmla="*/ 0 h 9"/>
                              <a:gd name="T2" fmla="*/ 5 w 9"/>
                              <a:gd name="T3" fmla="*/ 0 h 9"/>
                              <a:gd name="T4" fmla="*/ 3 w 9"/>
                              <a:gd name="T5" fmla="*/ 1 h 9"/>
                              <a:gd name="T6" fmla="*/ 2 w 9"/>
                              <a:gd name="T7" fmla="*/ 3 h 9"/>
                              <a:gd name="T8" fmla="*/ 0 w 9"/>
                              <a:gd name="T9" fmla="*/ 4 h 9"/>
                              <a:gd name="T10" fmla="*/ 0 w 9"/>
                              <a:gd name="T11" fmla="*/ 6 h 9"/>
                              <a:gd name="T12" fmla="*/ 2 w 9"/>
                              <a:gd name="T13" fmla="*/ 7 h 9"/>
                              <a:gd name="T14" fmla="*/ 3 w 9"/>
                              <a:gd name="T15" fmla="*/ 9 h 9"/>
                              <a:gd name="T16" fmla="*/ 5 w 9"/>
                              <a:gd name="T17" fmla="*/ 9 h 9"/>
                              <a:gd name="T18" fmla="*/ 5 w 9"/>
                              <a:gd name="T19" fmla="*/ 9 h 9"/>
                              <a:gd name="T20" fmla="*/ 6 w 9"/>
                              <a:gd name="T21" fmla="*/ 9 h 9"/>
                              <a:gd name="T22" fmla="*/ 8 w 9"/>
                              <a:gd name="T23" fmla="*/ 9 h 9"/>
                              <a:gd name="T24" fmla="*/ 9 w 9"/>
                              <a:gd name="T25" fmla="*/ 7 h 9"/>
                              <a:gd name="T26" fmla="*/ 9 w 9"/>
                              <a:gd name="T27" fmla="*/ 6 h 9"/>
                              <a:gd name="T28" fmla="*/ 9 w 9"/>
                              <a:gd name="T29" fmla="*/ 4 h 9"/>
                              <a:gd name="T30" fmla="*/ 9 w 9"/>
                              <a:gd name="T31" fmla="*/ 3 h 9"/>
                              <a:gd name="T32" fmla="*/ 8 w 9"/>
                              <a:gd name="T33" fmla="*/ 1 h 9"/>
                              <a:gd name="T34" fmla="*/ 6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6" y="0"/>
                                </a:moveTo>
                                <a:lnTo>
                                  <a:pt x="5" y="0"/>
                                </a:lnTo>
                                <a:lnTo>
                                  <a:pt x="3" y="1"/>
                                </a:lnTo>
                                <a:lnTo>
                                  <a:pt x="2" y="3"/>
                                </a:lnTo>
                                <a:lnTo>
                                  <a:pt x="0" y="4"/>
                                </a:lnTo>
                                <a:lnTo>
                                  <a:pt x="0" y="6"/>
                                </a:lnTo>
                                <a:lnTo>
                                  <a:pt x="2" y="7"/>
                                </a:lnTo>
                                <a:lnTo>
                                  <a:pt x="3" y="9"/>
                                </a:lnTo>
                                <a:lnTo>
                                  <a:pt x="5" y="9"/>
                                </a:lnTo>
                                <a:lnTo>
                                  <a:pt x="6" y="9"/>
                                </a:lnTo>
                                <a:lnTo>
                                  <a:pt x="8" y="9"/>
                                </a:lnTo>
                                <a:lnTo>
                                  <a:pt x="9" y="7"/>
                                </a:lnTo>
                                <a:lnTo>
                                  <a:pt x="9" y="6"/>
                                </a:lnTo>
                                <a:lnTo>
                                  <a:pt x="9" y="4"/>
                                </a:lnTo>
                                <a:lnTo>
                                  <a:pt x="9" y="3"/>
                                </a:lnTo>
                                <a:lnTo>
                                  <a:pt x="8" y="1"/>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46" name="Freeform 251"/>
                          <p:cNvSpPr>
                            <a:spLocks/>
                          </p:cNvSpPr>
                          <p:nvPr/>
                        </p:nvSpPr>
                        <p:spPr bwMode="auto">
                          <a:xfrm>
                            <a:off x="3800" y="1962"/>
                            <a:ext cx="8" cy="9"/>
                          </a:xfrm>
                          <a:custGeom>
                            <a:avLst/>
                            <a:gdLst>
                              <a:gd name="T0" fmla="*/ 4 w 8"/>
                              <a:gd name="T1" fmla="*/ 0 h 9"/>
                              <a:gd name="T2" fmla="*/ 3 w 8"/>
                              <a:gd name="T3" fmla="*/ 1 h 9"/>
                              <a:gd name="T4" fmla="*/ 1 w 8"/>
                              <a:gd name="T5" fmla="*/ 3 h 9"/>
                              <a:gd name="T6" fmla="*/ 0 w 8"/>
                              <a:gd name="T7" fmla="*/ 4 h 9"/>
                              <a:gd name="T8" fmla="*/ 0 w 8"/>
                              <a:gd name="T9" fmla="*/ 6 h 9"/>
                              <a:gd name="T10" fmla="*/ 1 w 8"/>
                              <a:gd name="T11" fmla="*/ 7 h 9"/>
                              <a:gd name="T12" fmla="*/ 3 w 8"/>
                              <a:gd name="T13" fmla="*/ 9 h 9"/>
                              <a:gd name="T14" fmla="*/ 4 w 8"/>
                              <a:gd name="T15" fmla="*/ 9 h 9"/>
                              <a:gd name="T16" fmla="*/ 6 w 8"/>
                              <a:gd name="T17" fmla="*/ 9 h 9"/>
                              <a:gd name="T18" fmla="*/ 6 w 8"/>
                              <a:gd name="T19" fmla="*/ 9 h 9"/>
                              <a:gd name="T20" fmla="*/ 7 w 8"/>
                              <a:gd name="T21" fmla="*/ 9 h 9"/>
                              <a:gd name="T22" fmla="*/ 8 w 8"/>
                              <a:gd name="T23" fmla="*/ 7 h 9"/>
                              <a:gd name="T24" fmla="*/ 8 w 8"/>
                              <a:gd name="T25" fmla="*/ 6 h 9"/>
                              <a:gd name="T26" fmla="*/ 8 w 8"/>
                              <a:gd name="T27" fmla="*/ 4 h 9"/>
                              <a:gd name="T28" fmla="*/ 8 w 8"/>
                              <a:gd name="T29" fmla="*/ 3 h 9"/>
                              <a:gd name="T30" fmla="*/ 7 w 8"/>
                              <a:gd name="T31" fmla="*/ 1 h 9"/>
                              <a:gd name="T32" fmla="*/ 6 w 8"/>
                              <a:gd name="T33" fmla="*/ 0 h 9"/>
                              <a:gd name="T34" fmla="*/ 4 w 8"/>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4" y="0"/>
                                </a:moveTo>
                                <a:lnTo>
                                  <a:pt x="3" y="1"/>
                                </a:lnTo>
                                <a:lnTo>
                                  <a:pt x="1" y="3"/>
                                </a:lnTo>
                                <a:lnTo>
                                  <a:pt x="0" y="4"/>
                                </a:lnTo>
                                <a:lnTo>
                                  <a:pt x="0" y="6"/>
                                </a:lnTo>
                                <a:lnTo>
                                  <a:pt x="1" y="7"/>
                                </a:lnTo>
                                <a:lnTo>
                                  <a:pt x="3" y="9"/>
                                </a:lnTo>
                                <a:lnTo>
                                  <a:pt x="4" y="9"/>
                                </a:lnTo>
                                <a:lnTo>
                                  <a:pt x="6" y="9"/>
                                </a:lnTo>
                                <a:lnTo>
                                  <a:pt x="7" y="9"/>
                                </a:lnTo>
                                <a:lnTo>
                                  <a:pt x="8" y="7"/>
                                </a:lnTo>
                                <a:lnTo>
                                  <a:pt x="8" y="6"/>
                                </a:lnTo>
                                <a:lnTo>
                                  <a:pt x="8" y="4"/>
                                </a:lnTo>
                                <a:lnTo>
                                  <a:pt x="8" y="3"/>
                                </a:lnTo>
                                <a:lnTo>
                                  <a:pt x="7" y="1"/>
                                </a:lnTo>
                                <a:lnTo>
                                  <a:pt x="6"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47" name="Freeform 252"/>
                          <p:cNvSpPr>
                            <a:spLocks/>
                          </p:cNvSpPr>
                          <p:nvPr/>
                        </p:nvSpPr>
                        <p:spPr bwMode="auto">
                          <a:xfrm>
                            <a:off x="3817" y="1958"/>
                            <a:ext cx="9" cy="8"/>
                          </a:xfrm>
                          <a:custGeom>
                            <a:avLst/>
                            <a:gdLst>
                              <a:gd name="T0" fmla="*/ 3 w 9"/>
                              <a:gd name="T1" fmla="*/ 0 h 8"/>
                              <a:gd name="T2" fmla="*/ 2 w 9"/>
                              <a:gd name="T3" fmla="*/ 1 h 8"/>
                              <a:gd name="T4" fmla="*/ 0 w 9"/>
                              <a:gd name="T5" fmla="*/ 2 h 8"/>
                              <a:gd name="T6" fmla="*/ 0 w 9"/>
                              <a:gd name="T7" fmla="*/ 4 h 8"/>
                              <a:gd name="T8" fmla="*/ 0 w 9"/>
                              <a:gd name="T9" fmla="*/ 5 h 8"/>
                              <a:gd name="T10" fmla="*/ 0 w 9"/>
                              <a:gd name="T11" fmla="*/ 7 h 8"/>
                              <a:gd name="T12" fmla="*/ 2 w 9"/>
                              <a:gd name="T13" fmla="*/ 8 h 8"/>
                              <a:gd name="T14" fmla="*/ 3 w 9"/>
                              <a:gd name="T15" fmla="*/ 8 h 8"/>
                              <a:gd name="T16" fmla="*/ 5 w 9"/>
                              <a:gd name="T17" fmla="*/ 8 h 8"/>
                              <a:gd name="T18" fmla="*/ 5 w 9"/>
                              <a:gd name="T19" fmla="*/ 8 h 8"/>
                              <a:gd name="T20" fmla="*/ 6 w 9"/>
                              <a:gd name="T21" fmla="*/ 8 h 8"/>
                              <a:gd name="T22" fmla="*/ 7 w 9"/>
                              <a:gd name="T23" fmla="*/ 7 h 8"/>
                              <a:gd name="T24" fmla="*/ 9 w 9"/>
                              <a:gd name="T25" fmla="*/ 5 h 8"/>
                              <a:gd name="T26" fmla="*/ 9 w 9"/>
                              <a:gd name="T27" fmla="*/ 4 h 8"/>
                              <a:gd name="T28" fmla="*/ 7 w 9"/>
                              <a:gd name="T29" fmla="*/ 2 h 8"/>
                              <a:gd name="T30" fmla="*/ 6 w 9"/>
                              <a:gd name="T31" fmla="*/ 1 h 8"/>
                              <a:gd name="T32" fmla="*/ 5 w 9"/>
                              <a:gd name="T33" fmla="*/ 0 h 8"/>
                              <a:gd name="T34" fmla="*/ 3 w 9"/>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3" y="0"/>
                                </a:moveTo>
                                <a:lnTo>
                                  <a:pt x="2" y="1"/>
                                </a:lnTo>
                                <a:lnTo>
                                  <a:pt x="0" y="2"/>
                                </a:lnTo>
                                <a:lnTo>
                                  <a:pt x="0" y="4"/>
                                </a:lnTo>
                                <a:lnTo>
                                  <a:pt x="0" y="5"/>
                                </a:lnTo>
                                <a:lnTo>
                                  <a:pt x="0" y="7"/>
                                </a:lnTo>
                                <a:lnTo>
                                  <a:pt x="2" y="8"/>
                                </a:lnTo>
                                <a:lnTo>
                                  <a:pt x="3" y="8"/>
                                </a:lnTo>
                                <a:lnTo>
                                  <a:pt x="5" y="8"/>
                                </a:lnTo>
                                <a:lnTo>
                                  <a:pt x="6" y="8"/>
                                </a:lnTo>
                                <a:lnTo>
                                  <a:pt x="7" y="7"/>
                                </a:lnTo>
                                <a:lnTo>
                                  <a:pt x="9" y="5"/>
                                </a:lnTo>
                                <a:lnTo>
                                  <a:pt x="9" y="4"/>
                                </a:lnTo>
                                <a:lnTo>
                                  <a:pt x="7" y="2"/>
                                </a:lnTo>
                                <a:lnTo>
                                  <a:pt x="6" y="1"/>
                                </a:lnTo>
                                <a:lnTo>
                                  <a:pt x="5"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48" name="Freeform 253"/>
                          <p:cNvSpPr>
                            <a:spLocks/>
                          </p:cNvSpPr>
                          <p:nvPr/>
                        </p:nvSpPr>
                        <p:spPr bwMode="auto">
                          <a:xfrm>
                            <a:off x="3833" y="1952"/>
                            <a:ext cx="9" cy="8"/>
                          </a:xfrm>
                          <a:custGeom>
                            <a:avLst/>
                            <a:gdLst>
                              <a:gd name="T0" fmla="*/ 3 w 9"/>
                              <a:gd name="T1" fmla="*/ 0 h 8"/>
                              <a:gd name="T2" fmla="*/ 2 w 9"/>
                              <a:gd name="T3" fmla="*/ 1 h 8"/>
                              <a:gd name="T4" fmla="*/ 0 w 9"/>
                              <a:gd name="T5" fmla="*/ 3 h 8"/>
                              <a:gd name="T6" fmla="*/ 0 w 9"/>
                              <a:gd name="T7" fmla="*/ 4 h 8"/>
                              <a:gd name="T8" fmla="*/ 0 w 9"/>
                              <a:gd name="T9" fmla="*/ 6 h 8"/>
                              <a:gd name="T10" fmla="*/ 0 w 9"/>
                              <a:gd name="T11" fmla="*/ 7 h 8"/>
                              <a:gd name="T12" fmla="*/ 2 w 9"/>
                              <a:gd name="T13" fmla="*/ 8 h 8"/>
                              <a:gd name="T14" fmla="*/ 3 w 9"/>
                              <a:gd name="T15" fmla="*/ 8 h 8"/>
                              <a:gd name="T16" fmla="*/ 5 w 9"/>
                              <a:gd name="T17" fmla="*/ 8 h 8"/>
                              <a:gd name="T18" fmla="*/ 5 w 9"/>
                              <a:gd name="T19" fmla="*/ 8 h 8"/>
                              <a:gd name="T20" fmla="*/ 6 w 9"/>
                              <a:gd name="T21" fmla="*/ 8 h 8"/>
                              <a:gd name="T22" fmla="*/ 7 w 9"/>
                              <a:gd name="T23" fmla="*/ 7 h 8"/>
                              <a:gd name="T24" fmla="*/ 9 w 9"/>
                              <a:gd name="T25" fmla="*/ 6 h 8"/>
                              <a:gd name="T26" fmla="*/ 9 w 9"/>
                              <a:gd name="T27" fmla="*/ 4 h 8"/>
                              <a:gd name="T28" fmla="*/ 7 w 9"/>
                              <a:gd name="T29" fmla="*/ 3 h 8"/>
                              <a:gd name="T30" fmla="*/ 6 w 9"/>
                              <a:gd name="T31" fmla="*/ 1 h 8"/>
                              <a:gd name="T32" fmla="*/ 5 w 9"/>
                              <a:gd name="T33" fmla="*/ 0 h 8"/>
                              <a:gd name="T34" fmla="*/ 3 w 9"/>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3" y="0"/>
                                </a:moveTo>
                                <a:lnTo>
                                  <a:pt x="2" y="1"/>
                                </a:lnTo>
                                <a:lnTo>
                                  <a:pt x="0" y="3"/>
                                </a:lnTo>
                                <a:lnTo>
                                  <a:pt x="0" y="4"/>
                                </a:lnTo>
                                <a:lnTo>
                                  <a:pt x="0" y="6"/>
                                </a:lnTo>
                                <a:lnTo>
                                  <a:pt x="0" y="7"/>
                                </a:lnTo>
                                <a:lnTo>
                                  <a:pt x="2" y="8"/>
                                </a:lnTo>
                                <a:lnTo>
                                  <a:pt x="3" y="8"/>
                                </a:lnTo>
                                <a:lnTo>
                                  <a:pt x="5" y="8"/>
                                </a:lnTo>
                                <a:lnTo>
                                  <a:pt x="6" y="8"/>
                                </a:lnTo>
                                <a:lnTo>
                                  <a:pt x="7" y="7"/>
                                </a:lnTo>
                                <a:lnTo>
                                  <a:pt x="9" y="6"/>
                                </a:lnTo>
                                <a:lnTo>
                                  <a:pt x="9" y="4"/>
                                </a:lnTo>
                                <a:lnTo>
                                  <a:pt x="7" y="3"/>
                                </a:lnTo>
                                <a:lnTo>
                                  <a:pt x="6" y="1"/>
                                </a:lnTo>
                                <a:lnTo>
                                  <a:pt x="5"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49" name="Freeform 254"/>
                          <p:cNvSpPr>
                            <a:spLocks/>
                          </p:cNvSpPr>
                          <p:nvPr/>
                        </p:nvSpPr>
                        <p:spPr bwMode="auto">
                          <a:xfrm>
                            <a:off x="3849" y="1944"/>
                            <a:ext cx="9" cy="9"/>
                          </a:xfrm>
                          <a:custGeom>
                            <a:avLst/>
                            <a:gdLst>
                              <a:gd name="T0" fmla="*/ 3 w 9"/>
                              <a:gd name="T1" fmla="*/ 0 h 9"/>
                              <a:gd name="T2" fmla="*/ 2 w 9"/>
                              <a:gd name="T3" fmla="*/ 2 h 9"/>
                              <a:gd name="T4" fmla="*/ 0 w 9"/>
                              <a:gd name="T5" fmla="*/ 3 h 9"/>
                              <a:gd name="T6" fmla="*/ 0 w 9"/>
                              <a:gd name="T7" fmla="*/ 5 h 9"/>
                              <a:gd name="T8" fmla="*/ 0 w 9"/>
                              <a:gd name="T9" fmla="*/ 6 h 9"/>
                              <a:gd name="T10" fmla="*/ 0 w 9"/>
                              <a:gd name="T11" fmla="*/ 8 h 9"/>
                              <a:gd name="T12" fmla="*/ 2 w 9"/>
                              <a:gd name="T13" fmla="*/ 9 h 9"/>
                              <a:gd name="T14" fmla="*/ 3 w 9"/>
                              <a:gd name="T15" fmla="*/ 9 h 9"/>
                              <a:gd name="T16" fmla="*/ 5 w 9"/>
                              <a:gd name="T17" fmla="*/ 9 h 9"/>
                              <a:gd name="T18" fmla="*/ 5 w 9"/>
                              <a:gd name="T19" fmla="*/ 9 h 9"/>
                              <a:gd name="T20" fmla="*/ 6 w 9"/>
                              <a:gd name="T21" fmla="*/ 9 h 9"/>
                              <a:gd name="T22" fmla="*/ 7 w 9"/>
                              <a:gd name="T23" fmla="*/ 8 h 9"/>
                              <a:gd name="T24" fmla="*/ 9 w 9"/>
                              <a:gd name="T25" fmla="*/ 6 h 9"/>
                              <a:gd name="T26" fmla="*/ 9 w 9"/>
                              <a:gd name="T27" fmla="*/ 5 h 9"/>
                              <a:gd name="T28" fmla="*/ 7 w 9"/>
                              <a:gd name="T29" fmla="*/ 3 h 9"/>
                              <a:gd name="T30" fmla="*/ 6 w 9"/>
                              <a:gd name="T31" fmla="*/ 2 h 9"/>
                              <a:gd name="T32" fmla="*/ 5 w 9"/>
                              <a:gd name="T33" fmla="*/ 0 h 9"/>
                              <a:gd name="T34" fmla="*/ 3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3" y="0"/>
                                </a:moveTo>
                                <a:lnTo>
                                  <a:pt x="2" y="2"/>
                                </a:lnTo>
                                <a:lnTo>
                                  <a:pt x="0" y="3"/>
                                </a:lnTo>
                                <a:lnTo>
                                  <a:pt x="0" y="5"/>
                                </a:lnTo>
                                <a:lnTo>
                                  <a:pt x="0" y="6"/>
                                </a:lnTo>
                                <a:lnTo>
                                  <a:pt x="0" y="8"/>
                                </a:lnTo>
                                <a:lnTo>
                                  <a:pt x="2" y="9"/>
                                </a:lnTo>
                                <a:lnTo>
                                  <a:pt x="3" y="9"/>
                                </a:lnTo>
                                <a:lnTo>
                                  <a:pt x="5" y="9"/>
                                </a:lnTo>
                                <a:lnTo>
                                  <a:pt x="6" y="9"/>
                                </a:lnTo>
                                <a:lnTo>
                                  <a:pt x="7" y="8"/>
                                </a:lnTo>
                                <a:lnTo>
                                  <a:pt x="9" y="6"/>
                                </a:lnTo>
                                <a:lnTo>
                                  <a:pt x="9" y="5"/>
                                </a:lnTo>
                                <a:lnTo>
                                  <a:pt x="7" y="3"/>
                                </a:lnTo>
                                <a:lnTo>
                                  <a:pt x="6" y="2"/>
                                </a:lnTo>
                                <a:lnTo>
                                  <a:pt x="5"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50" name="Freeform 255"/>
                          <p:cNvSpPr>
                            <a:spLocks/>
                          </p:cNvSpPr>
                          <p:nvPr/>
                        </p:nvSpPr>
                        <p:spPr bwMode="auto">
                          <a:xfrm>
                            <a:off x="3865" y="1937"/>
                            <a:ext cx="9" cy="9"/>
                          </a:xfrm>
                          <a:custGeom>
                            <a:avLst/>
                            <a:gdLst>
                              <a:gd name="T0" fmla="*/ 3 w 9"/>
                              <a:gd name="T1" fmla="*/ 0 h 9"/>
                              <a:gd name="T2" fmla="*/ 2 w 9"/>
                              <a:gd name="T3" fmla="*/ 2 h 9"/>
                              <a:gd name="T4" fmla="*/ 0 w 9"/>
                              <a:gd name="T5" fmla="*/ 3 h 9"/>
                              <a:gd name="T6" fmla="*/ 0 w 9"/>
                              <a:gd name="T7" fmla="*/ 5 h 9"/>
                              <a:gd name="T8" fmla="*/ 0 w 9"/>
                              <a:gd name="T9" fmla="*/ 6 h 9"/>
                              <a:gd name="T10" fmla="*/ 0 w 9"/>
                              <a:gd name="T11" fmla="*/ 7 h 9"/>
                              <a:gd name="T12" fmla="*/ 2 w 9"/>
                              <a:gd name="T13" fmla="*/ 9 h 9"/>
                              <a:gd name="T14" fmla="*/ 3 w 9"/>
                              <a:gd name="T15" fmla="*/ 9 h 9"/>
                              <a:gd name="T16" fmla="*/ 4 w 9"/>
                              <a:gd name="T17" fmla="*/ 9 h 9"/>
                              <a:gd name="T18" fmla="*/ 4 w 9"/>
                              <a:gd name="T19" fmla="*/ 9 h 9"/>
                              <a:gd name="T20" fmla="*/ 6 w 9"/>
                              <a:gd name="T21" fmla="*/ 9 h 9"/>
                              <a:gd name="T22" fmla="*/ 7 w 9"/>
                              <a:gd name="T23" fmla="*/ 7 h 9"/>
                              <a:gd name="T24" fmla="*/ 9 w 9"/>
                              <a:gd name="T25" fmla="*/ 6 h 9"/>
                              <a:gd name="T26" fmla="*/ 9 w 9"/>
                              <a:gd name="T27" fmla="*/ 5 h 9"/>
                              <a:gd name="T28" fmla="*/ 7 w 9"/>
                              <a:gd name="T29" fmla="*/ 3 h 9"/>
                              <a:gd name="T30" fmla="*/ 6 w 9"/>
                              <a:gd name="T31" fmla="*/ 2 h 9"/>
                              <a:gd name="T32" fmla="*/ 4 w 9"/>
                              <a:gd name="T33" fmla="*/ 0 h 9"/>
                              <a:gd name="T34" fmla="*/ 3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3" y="0"/>
                                </a:moveTo>
                                <a:lnTo>
                                  <a:pt x="2" y="2"/>
                                </a:lnTo>
                                <a:lnTo>
                                  <a:pt x="0" y="3"/>
                                </a:lnTo>
                                <a:lnTo>
                                  <a:pt x="0" y="5"/>
                                </a:lnTo>
                                <a:lnTo>
                                  <a:pt x="0" y="6"/>
                                </a:lnTo>
                                <a:lnTo>
                                  <a:pt x="0" y="7"/>
                                </a:lnTo>
                                <a:lnTo>
                                  <a:pt x="2" y="9"/>
                                </a:lnTo>
                                <a:lnTo>
                                  <a:pt x="3" y="9"/>
                                </a:lnTo>
                                <a:lnTo>
                                  <a:pt x="4" y="9"/>
                                </a:lnTo>
                                <a:lnTo>
                                  <a:pt x="6" y="9"/>
                                </a:lnTo>
                                <a:lnTo>
                                  <a:pt x="7" y="7"/>
                                </a:lnTo>
                                <a:lnTo>
                                  <a:pt x="9" y="6"/>
                                </a:lnTo>
                                <a:lnTo>
                                  <a:pt x="9" y="5"/>
                                </a:lnTo>
                                <a:lnTo>
                                  <a:pt x="7" y="3"/>
                                </a:lnTo>
                                <a:lnTo>
                                  <a:pt x="6" y="2"/>
                                </a:lnTo>
                                <a:lnTo>
                                  <a:pt x="4"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51" name="Freeform 256"/>
                          <p:cNvSpPr>
                            <a:spLocks/>
                          </p:cNvSpPr>
                          <p:nvPr/>
                        </p:nvSpPr>
                        <p:spPr bwMode="auto">
                          <a:xfrm>
                            <a:off x="3881" y="1930"/>
                            <a:ext cx="9" cy="9"/>
                          </a:xfrm>
                          <a:custGeom>
                            <a:avLst/>
                            <a:gdLst>
                              <a:gd name="T0" fmla="*/ 2 w 9"/>
                              <a:gd name="T1" fmla="*/ 1 h 9"/>
                              <a:gd name="T2" fmla="*/ 0 w 9"/>
                              <a:gd name="T3" fmla="*/ 3 h 9"/>
                              <a:gd name="T4" fmla="*/ 0 w 9"/>
                              <a:gd name="T5" fmla="*/ 4 h 9"/>
                              <a:gd name="T6" fmla="*/ 0 w 9"/>
                              <a:gd name="T7" fmla="*/ 6 h 9"/>
                              <a:gd name="T8" fmla="*/ 0 w 9"/>
                              <a:gd name="T9" fmla="*/ 7 h 9"/>
                              <a:gd name="T10" fmla="*/ 2 w 9"/>
                              <a:gd name="T11" fmla="*/ 9 h 9"/>
                              <a:gd name="T12" fmla="*/ 3 w 9"/>
                              <a:gd name="T13" fmla="*/ 9 h 9"/>
                              <a:gd name="T14" fmla="*/ 4 w 9"/>
                              <a:gd name="T15" fmla="*/ 9 h 9"/>
                              <a:gd name="T16" fmla="*/ 6 w 9"/>
                              <a:gd name="T17" fmla="*/ 9 h 9"/>
                              <a:gd name="T18" fmla="*/ 6 w 9"/>
                              <a:gd name="T19" fmla="*/ 9 h 9"/>
                              <a:gd name="T20" fmla="*/ 7 w 9"/>
                              <a:gd name="T21" fmla="*/ 7 h 9"/>
                              <a:gd name="T22" fmla="*/ 9 w 9"/>
                              <a:gd name="T23" fmla="*/ 6 h 9"/>
                              <a:gd name="T24" fmla="*/ 9 w 9"/>
                              <a:gd name="T25" fmla="*/ 4 h 9"/>
                              <a:gd name="T26" fmla="*/ 7 w 9"/>
                              <a:gd name="T27" fmla="*/ 3 h 9"/>
                              <a:gd name="T28" fmla="*/ 6 w 9"/>
                              <a:gd name="T29" fmla="*/ 1 h 9"/>
                              <a:gd name="T30" fmla="*/ 4 w 9"/>
                              <a:gd name="T31" fmla="*/ 0 h 9"/>
                              <a:gd name="T32" fmla="*/ 3 w 9"/>
                              <a:gd name="T33" fmla="*/ 0 h 9"/>
                              <a:gd name="T34" fmla="*/ 2 w 9"/>
                              <a:gd name="T35" fmla="*/ 1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2" y="1"/>
                                </a:moveTo>
                                <a:lnTo>
                                  <a:pt x="0" y="3"/>
                                </a:lnTo>
                                <a:lnTo>
                                  <a:pt x="0" y="4"/>
                                </a:lnTo>
                                <a:lnTo>
                                  <a:pt x="0" y="6"/>
                                </a:lnTo>
                                <a:lnTo>
                                  <a:pt x="0" y="7"/>
                                </a:lnTo>
                                <a:lnTo>
                                  <a:pt x="2" y="9"/>
                                </a:lnTo>
                                <a:lnTo>
                                  <a:pt x="3" y="9"/>
                                </a:lnTo>
                                <a:lnTo>
                                  <a:pt x="4" y="9"/>
                                </a:lnTo>
                                <a:lnTo>
                                  <a:pt x="6" y="9"/>
                                </a:lnTo>
                                <a:lnTo>
                                  <a:pt x="7" y="7"/>
                                </a:lnTo>
                                <a:lnTo>
                                  <a:pt x="9" y="6"/>
                                </a:lnTo>
                                <a:lnTo>
                                  <a:pt x="9" y="4"/>
                                </a:lnTo>
                                <a:lnTo>
                                  <a:pt x="7" y="3"/>
                                </a:lnTo>
                                <a:lnTo>
                                  <a:pt x="6" y="1"/>
                                </a:lnTo>
                                <a:lnTo>
                                  <a:pt x="4" y="0"/>
                                </a:lnTo>
                                <a:lnTo>
                                  <a:pt x="3" y="0"/>
                                </a:lnTo>
                                <a:lnTo>
                                  <a:pt x="2"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52" name="Freeform 257"/>
                          <p:cNvSpPr>
                            <a:spLocks/>
                          </p:cNvSpPr>
                          <p:nvPr/>
                        </p:nvSpPr>
                        <p:spPr bwMode="auto">
                          <a:xfrm>
                            <a:off x="3896" y="1923"/>
                            <a:ext cx="8" cy="8"/>
                          </a:xfrm>
                          <a:custGeom>
                            <a:avLst/>
                            <a:gdLst>
                              <a:gd name="T0" fmla="*/ 3 w 8"/>
                              <a:gd name="T1" fmla="*/ 0 h 8"/>
                              <a:gd name="T2" fmla="*/ 1 w 8"/>
                              <a:gd name="T3" fmla="*/ 1 h 8"/>
                              <a:gd name="T4" fmla="*/ 0 w 8"/>
                              <a:gd name="T5" fmla="*/ 3 h 8"/>
                              <a:gd name="T6" fmla="*/ 0 w 8"/>
                              <a:gd name="T7" fmla="*/ 4 h 8"/>
                              <a:gd name="T8" fmla="*/ 1 w 8"/>
                              <a:gd name="T9" fmla="*/ 6 h 8"/>
                              <a:gd name="T10" fmla="*/ 3 w 8"/>
                              <a:gd name="T11" fmla="*/ 7 h 8"/>
                              <a:gd name="T12" fmla="*/ 4 w 8"/>
                              <a:gd name="T13" fmla="*/ 8 h 8"/>
                              <a:gd name="T14" fmla="*/ 5 w 8"/>
                              <a:gd name="T15" fmla="*/ 8 h 8"/>
                              <a:gd name="T16" fmla="*/ 7 w 8"/>
                              <a:gd name="T17" fmla="*/ 7 h 8"/>
                              <a:gd name="T18" fmla="*/ 7 w 8"/>
                              <a:gd name="T19" fmla="*/ 7 h 8"/>
                              <a:gd name="T20" fmla="*/ 8 w 8"/>
                              <a:gd name="T21" fmla="*/ 6 h 8"/>
                              <a:gd name="T22" fmla="*/ 8 w 8"/>
                              <a:gd name="T23" fmla="*/ 4 h 8"/>
                              <a:gd name="T24" fmla="*/ 8 w 8"/>
                              <a:gd name="T25" fmla="*/ 3 h 8"/>
                              <a:gd name="T26" fmla="*/ 8 w 8"/>
                              <a:gd name="T27" fmla="*/ 1 h 8"/>
                              <a:gd name="T28" fmla="*/ 7 w 8"/>
                              <a:gd name="T29" fmla="*/ 0 h 8"/>
                              <a:gd name="T30" fmla="*/ 5 w 8"/>
                              <a:gd name="T31" fmla="*/ 0 h 8"/>
                              <a:gd name="T32" fmla="*/ 4 w 8"/>
                              <a:gd name="T33" fmla="*/ 0 h 8"/>
                              <a:gd name="T34" fmla="*/ 3 w 8"/>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8"/>
                              <a:gd name="T56" fmla="*/ 8 w 8"/>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8">
                                <a:moveTo>
                                  <a:pt x="3" y="0"/>
                                </a:moveTo>
                                <a:lnTo>
                                  <a:pt x="1" y="1"/>
                                </a:lnTo>
                                <a:lnTo>
                                  <a:pt x="0" y="3"/>
                                </a:lnTo>
                                <a:lnTo>
                                  <a:pt x="0" y="4"/>
                                </a:lnTo>
                                <a:lnTo>
                                  <a:pt x="1" y="6"/>
                                </a:lnTo>
                                <a:lnTo>
                                  <a:pt x="3" y="7"/>
                                </a:lnTo>
                                <a:lnTo>
                                  <a:pt x="4" y="8"/>
                                </a:lnTo>
                                <a:lnTo>
                                  <a:pt x="5" y="8"/>
                                </a:lnTo>
                                <a:lnTo>
                                  <a:pt x="7" y="7"/>
                                </a:lnTo>
                                <a:lnTo>
                                  <a:pt x="8" y="6"/>
                                </a:lnTo>
                                <a:lnTo>
                                  <a:pt x="8" y="4"/>
                                </a:lnTo>
                                <a:lnTo>
                                  <a:pt x="8" y="3"/>
                                </a:lnTo>
                                <a:lnTo>
                                  <a:pt x="8" y="1"/>
                                </a:lnTo>
                                <a:lnTo>
                                  <a:pt x="7" y="0"/>
                                </a:lnTo>
                                <a:lnTo>
                                  <a:pt x="5" y="0"/>
                                </a:lnTo>
                                <a:lnTo>
                                  <a:pt x="4"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53" name="Freeform 258"/>
                          <p:cNvSpPr>
                            <a:spLocks/>
                          </p:cNvSpPr>
                          <p:nvPr/>
                        </p:nvSpPr>
                        <p:spPr bwMode="auto">
                          <a:xfrm>
                            <a:off x="3912" y="1914"/>
                            <a:ext cx="8" cy="9"/>
                          </a:xfrm>
                          <a:custGeom>
                            <a:avLst/>
                            <a:gdLst>
                              <a:gd name="T0" fmla="*/ 1 w 8"/>
                              <a:gd name="T1" fmla="*/ 0 h 9"/>
                              <a:gd name="T2" fmla="*/ 0 w 8"/>
                              <a:gd name="T3" fmla="*/ 1 h 9"/>
                              <a:gd name="T4" fmla="*/ 0 w 8"/>
                              <a:gd name="T5" fmla="*/ 3 h 9"/>
                              <a:gd name="T6" fmla="*/ 0 w 8"/>
                              <a:gd name="T7" fmla="*/ 4 h 9"/>
                              <a:gd name="T8" fmla="*/ 0 w 8"/>
                              <a:gd name="T9" fmla="*/ 6 h 9"/>
                              <a:gd name="T10" fmla="*/ 1 w 8"/>
                              <a:gd name="T11" fmla="*/ 7 h 9"/>
                              <a:gd name="T12" fmla="*/ 3 w 8"/>
                              <a:gd name="T13" fmla="*/ 9 h 9"/>
                              <a:gd name="T14" fmla="*/ 4 w 8"/>
                              <a:gd name="T15" fmla="*/ 9 h 9"/>
                              <a:gd name="T16" fmla="*/ 5 w 8"/>
                              <a:gd name="T17" fmla="*/ 7 h 9"/>
                              <a:gd name="T18" fmla="*/ 5 w 8"/>
                              <a:gd name="T19" fmla="*/ 7 h 9"/>
                              <a:gd name="T20" fmla="*/ 7 w 8"/>
                              <a:gd name="T21" fmla="*/ 6 h 9"/>
                              <a:gd name="T22" fmla="*/ 8 w 8"/>
                              <a:gd name="T23" fmla="*/ 4 h 9"/>
                              <a:gd name="T24" fmla="*/ 8 w 8"/>
                              <a:gd name="T25" fmla="*/ 3 h 9"/>
                              <a:gd name="T26" fmla="*/ 7 w 8"/>
                              <a:gd name="T27" fmla="*/ 1 h 9"/>
                              <a:gd name="T28" fmla="*/ 5 w 8"/>
                              <a:gd name="T29" fmla="*/ 0 h 9"/>
                              <a:gd name="T30" fmla="*/ 4 w 8"/>
                              <a:gd name="T31" fmla="*/ 0 h 9"/>
                              <a:gd name="T32" fmla="*/ 3 w 8"/>
                              <a:gd name="T33" fmla="*/ 0 h 9"/>
                              <a:gd name="T34" fmla="*/ 1 w 8"/>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1" y="0"/>
                                </a:moveTo>
                                <a:lnTo>
                                  <a:pt x="0" y="1"/>
                                </a:lnTo>
                                <a:lnTo>
                                  <a:pt x="0" y="3"/>
                                </a:lnTo>
                                <a:lnTo>
                                  <a:pt x="0" y="4"/>
                                </a:lnTo>
                                <a:lnTo>
                                  <a:pt x="0" y="6"/>
                                </a:lnTo>
                                <a:lnTo>
                                  <a:pt x="1" y="7"/>
                                </a:lnTo>
                                <a:lnTo>
                                  <a:pt x="3" y="9"/>
                                </a:lnTo>
                                <a:lnTo>
                                  <a:pt x="4" y="9"/>
                                </a:lnTo>
                                <a:lnTo>
                                  <a:pt x="5" y="7"/>
                                </a:lnTo>
                                <a:lnTo>
                                  <a:pt x="7" y="6"/>
                                </a:lnTo>
                                <a:lnTo>
                                  <a:pt x="8" y="4"/>
                                </a:lnTo>
                                <a:lnTo>
                                  <a:pt x="8" y="3"/>
                                </a:lnTo>
                                <a:lnTo>
                                  <a:pt x="7" y="1"/>
                                </a:lnTo>
                                <a:lnTo>
                                  <a:pt x="5" y="0"/>
                                </a:lnTo>
                                <a:lnTo>
                                  <a:pt x="4" y="0"/>
                                </a:lnTo>
                                <a:lnTo>
                                  <a:pt x="3" y="0"/>
                                </a:lnTo>
                                <a:lnTo>
                                  <a:pt x="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54" name="Freeform 259"/>
                          <p:cNvSpPr>
                            <a:spLocks/>
                          </p:cNvSpPr>
                          <p:nvPr/>
                        </p:nvSpPr>
                        <p:spPr bwMode="auto">
                          <a:xfrm>
                            <a:off x="3926" y="1905"/>
                            <a:ext cx="9" cy="9"/>
                          </a:xfrm>
                          <a:custGeom>
                            <a:avLst/>
                            <a:gdLst>
                              <a:gd name="T0" fmla="*/ 3 w 9"/>
                              <a:gd name="T1" fmla="*/ 2 h 9"/>
                              <a:gd name="T2" fmla="*/ 2 w 9"/>
                              <a:gd name="T3" fmla="*/ 3 h 9"/>
                              <a:gd name="T4" fmla="*/ 0 w 9"/>
                              <a:gd name="T5" fmla="*/ 5 h 9"/>
                              <a:gd name="T6" fmla="*/ 0 w 9"/>
                              <a:gd name="T7" fmla="*/ 6 h 9"/>
                              <a:gd name="T8" fmla="*/ 2 w 9"/>
                              <a:gd name="T9" fmla="*/ 8 h 9"/>
                              <a:gd name="T10" fmla="*/ 3 w 9"/>
                              <a:gd name="T11" fmla="*/ 9 h 9"/>
                              <a:gd name="T12" fmla="*/ 4 w 9"/>
                              <a:gd name="T13" fmla="*/ 9 h 9"/>
                              <a:gd name="T14" fmla="*/ 6 w 9"/>
                              <a:gd name="T15" fmla="*/ 9 h 9"/>
                              <a:gd name="T16" fmla="*/ 7 w 9"/>
                              <a:gd name="T17" fmla="*/ 9 h 9"/>
                              <a:gd name="T18" fmla="*/ 7 w 9"/>
                              <a:gd name="T19" fmla="*/ 9 h 9"/>
                              <a:gd name="T20" fmla="*/ 9 w 9"/>
                              <a:gd name="T21" fmla="*/ 8 h 9"/>
                              <a:gd name="T22" fmla="*/ 9 w 9"/>
                              <a:gd name="T23" fmla="*/ 6 h 9"/>
                              <a:gd name="T24" fmla="*/ 9 w 9"/>
                              <a:gd name="T25" fmla="*/ 5 h 9"/>
                              <a:gd name="T26" fmla="*/ 9 w 9"/>
                              <a:gd name="T27" fmla="*/ 3 h 9"/>
                              <a:gd name="T28" fmla="*/ 7 w 9"/>
                              <a:gd name="T29" fmla="*/ 2 h 9"/>
                              <a:gd name="T30" fmla="*/ 6 w 9"/>
                              <a:gd name="T31" fmla="*/ 0 h 9"/>
                              <a:gd name="T32" fmla="*/ 4 w 9"/>
                              <a:gd name="T33" fmla="*/ 0 h 9"/>
                              <a:gd name="T34" fmla="*/ 3 w 9"/>
                              <a:gd name="T35" fmla="*/ 2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3" y="2"/>
                                </a:moveTo>
                                <a:lnTo>
                                  <a:pt x="2" y="3"/>
                                </a:lnTo>
                                <a:lnTo>
                                  <a:pt x="0" y="5"/>
                                </a:lnTo>
                                <a:lnTo>
                                  <a:pt x="0" y="6"/>
                                </a:lnTo>
                                <a:lnTo>
                                  <a:pt x="2" y="8"/>
                                </a:lnTo>
                                <a:lnTo>
                                  <a:pt x="3" y="9"/>
                                </a:lnTo>
                                <a:lnTo>
                                  <a:pt x="4" y="9"/>
                                </a:lnTo>
                                <a:lnTo>
                                  <a:pt x="6" y="9"/>
                                </a:lnTo>
                                <a:lnTo>
                                  <a:pt x="7" y="9"/>
                                </a:lnTo>
                                <a:lnTo>
                                  <a:pt x="9" y="8"/>
                                </a:lnTo>
                                <a:lnTo>
                                  <a:pt x="9" y="6"/>
                                </a:lnTo>
                                <a:lnTo>
                                  <a:pt x="9" y="5"/>
                                </a:lnTo>
                                <a:lnTo>
                                  <a:pt x="9" y="3"/>
                                </a:lnTo>
                                <a:lnTo>
                                  <a:pt x="7" y="2"/>
                                </a:lnTo>
                                <a:lnTo>
                                  <a:pt x="6" y="0"/>
                                </a:lnTo>
                                <a:lnTo>
                                  <a:pt x="4" y="0"/>
                                </a:lnTo>
                                <a:lnTo>
                                  <a:pt x="3"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55" name="Freeform 260"/>
                          <p:cNvSpPr>
                            <a:spLocks/>
                          </p:cNvSpPr>
                          <p:nvPr/>
                        </p:nvSpPr>
                        <p:spPr bwMode="auto">
                          <a:xfrm>
                            <a:off x="3942" y="1898"/>
                            <a:ext cx="9" cy="9"/>
                          </a:xfrm>
                          <a:custGeom>
                            <a:avLst/>
                            <a:gdLst>
                              <a:gd name="T0" fmla="*/ 4 w 9"/>
                              <a:gd name="T1" fmla="*/ 0 h 9"/>
                              <a:gd name="T2" fmla="*/ 3 w 9"/>
                              <a:gd name="T3" fmla="*/ 1 h 9"/>
                              <a:gd name="T4" fmla="*/ 2 w 9"/>
                              <a:gd name="T5" fmla="*/ 3 h 9"/>
                              <a:gd name="T6" fmla="*/ 0 w 9"/>
                              <a:gd name="T7" fmla="*/ 4 h 9"/>
                              <a:gd name="T8" fmla="*/ 0 w 9"/>
                              <a:gd name="T9" fmla="*/ 6 h 9"/>
                              <a:gd name="T10" fmla="*/ 2 w 9"/>
                              <a:gd name="T11" fmla="*/ 7 h 9"/>
                              <a:gd name="T12" fmla="*/ 3 w 9"/>
                              <a:gd name="T13" fmla="*/ 9 h 9"/>
                              <a:gd name="T14" fmla="*/ 4 w 9"/>
                              <a:gd name="T15" fmla="*/ 9 h 9"/>
                              <a:gd name="T16" fmla="*/ 6 w 9"/>
                              <a:gd name="T17" fmla="*/ 9 h 9"/>
                              <a:gd name="T18" fmla="*/ 6 w 9"/>
                              <a:gd name="T19" fmla="*/ 9 h 9"/>
                              <a:gd name="T20" fmla="*/ 7 w 9"/>
                              <a:gd name="T21" fmla="*/ 9 h 9"/>
                              <a:gd name="T22" fmla="*/ 9 w 9"/>
                              <a:gd name="T23" fmla="*/ 7 h 9"/>
                              <a:gd name="T24" fmla="*/ 9 w 9"/>
                              <a:gd name="T25" fmla="*/ 6 h 9"/>
                              <a:gd name="T26" fmla="*/ 9 w 9"/>
                              <a:gd name="T27" fmla="*/ 4 h 9"/>
                              <a:gd name="T28" fmla="*/ 9 w 9"/>
                              <a:gd name="T29" fmla="*/ 3 h 9"/>
                              <a:gd name="T30" fmla="*/ 7 w 9"/>
                              <a:gd name="T31" fmla="*/ 1 h 9"/>
                              <a:gd name="T32" fmla="*/ 6 w 9"/>
                              <a:gd name="T33" fmla="*/ 0 h 9"/>
                              <a:gd name="T34" fmla="*/ 4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4" y="0"/>
                                </a:moveTo>
                                <a:lnTo>
                                  <a:pt x="3" y="1"/>
                                </a:lnTo>
                                <a:lnTo>
                                  <a:pt x="2" y="3"/>
                                </a:lnTo>
                                <a:lnTo>
                                  <a:pt x="0" y="4"/>
                                </a:lnTo>
                                <a:lnTo>
                                  <a:pt x="0" y="6"/>
                                </a:lnTo>
                                <a:lnTo>
                                  <a:pt x="2" y="7"/>
                                </a:lnTo>
                                <a:lnTo>
                                  <a:pt x="3" y="9"/>
                                </a:lnTo>
                                <a:lnTo>
                                  <a:pt x="4" y="9"/>
                                </a:lnTo>
                                <a:lnTo>
                                  <a:pt x="6" y="9"/>
                                </a:lnTo>
                                <a:lnTo>
                                  <a:pt x="7" y="9"/>
                                </a:lnTo>
                                <a:lnTo>
                                  <a:pt x="9" y="7"/>
                                </a:lnTo>
                                <a:lnTo>
                                  <a:pt x="9" y="6"/>
                                </a:lnTo>
                                <a:lnTo>
                                  <a:pt x="9" y="4"/>
                                </a:lnTo>
                                <a:lnTo>
                                  <a:pt x="9" y="3"/>
                                </a:lnTo>
                                <a:lnTo>
                                  <a:pt x="7" y="1"/>
                                </a:lnTo>
                                <a:lnTo>
                                  <a:pt x="6"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grpSp>
                    <p:grpSp>
                      <p:nvGrpSpPr>
                        <p:cNvPr id="37" name="Group 36"/>
                        <p:cNvGrpSpPr/>
                        <p:nvPr/>
                      </p:nvGrpSpPr>
                      <p:grpSpPr>
                        <a:xfrm>
                          <a:off x="2165350" y="2533650"/>
                          <a:ext cx="5284788" cy="1771650"/>
                          <a:chOff x="2165350" y="2533650"/>
                          <a:chExt cx="5284788" cy="1771650"/>
                        </a:xfrm>
                      </p:grpSpPr>
                      <p:grpSp>
                        <p:nvGrpSpPr>
                          <p:cNvPr id="38" name="Group 10"/>
                          <p:cNvGrpSpPr>
                            <a:grpSpLocks/>
                          </p:cNvGrpSpPr>
                          <p:nvPr/>
                        </p:nvGrpSpPr>
                        <p:grpSpPr bwMode="auto">
                          <a:xfrm>
                            <a:off x="2414588" y="3411538"/>
                            <a:ext cx="4951412" cy="14287"/>
                            <a:chOff x="1533" y="2101"/>
                            <a:chExt cx="3119" cy="9"/>
                          </a:xfrm>
                        </p:grpSpPr>
                        <p:sp>
                          <p:nvSpPr>
                            <p:cNvPr id="186" name="Freeform 11"/>
                            <p:cNvSpPr>
                              <a:spLocks/>
                            </p:cNvSpPr>
                            <p:nvPr/>
                          </p:nvSpPr>
                          <p:spPr bwMode="auto">
                            <a:xfrm>
                              <a:off x="1533" y="2101"/>
                              <a:ext cx="78" cy="9"/>
                            </a:xfrm>
                            <a:custGeom>
                              <a:avLst/>
                              <a:gdLst>
                                <a:gd name="T0" fmla="*/ 6 w 78"/>
                                <a:gd name="T1" fmla="*/ 0 h 9"/>
                                <a:gd name="T2" fmla="*/ 4 w 78"/>
                                <a:gd name="T3" fmla="*/ 0 h 9"/>
                                <a:gd name="T4" fmla="*/ 3 w 78"/>
                                <a:gd name="T5" fmla="*/ 2 h 9"/>
                                <a:gd name="T6" fmla="*/ 1 w 78"/>
                                <a:gd name="T7" fmla="*/ 3 h 9"/>
                                <a:gd name="T8" fmla="*/ 0 w 78"/>
                                <a:gd name="T9" fmla="*/ 5 h 9"/>
                                <a:gd name="T10" fmla="*/ 0 w 78"/>
                                <a:gd name="T11" fmla="*/ 5 h 9"/>
                                <a:gd name="T12" fmla="*/ 1 w 78"/>
                                <a:gd name="T13" fmla="*/ 6 h 9"/>
                                <a:gd name="T14" fmla="*/ 3 w 78"/>
                                <a:gd name="T15" fmla="*/ 8 h 9"/>
                                <a:gd name="T16" fmla="*/ 4 w 78"/>
                                <a:gd name="T17" fmla="*/ 9 h 9"/>
                                <a:gd name="T18" fmla="*/ 72 w 78"/>
                                <a:gd name="T19" fmla="*/ 9 h 9"/>
                                <a:gd name="T20" fmla="*/ 74 w 78"/>
                                <a:gd name="T21" fmla="*/ 9 h 9"/>
                                <a:gd name="T22" fmla="*/ 75 w 78"/>
                                <a:gd name="T23" fmla="*/ 9 h 9"/>
                                <a:gd name="T24" fmla="*/ 77 w 78"/>
                                <a:gd name="T25" fmla="*/ 8 h 9"/>
                                <a:gd name="T26" fmla="*/ 78 w 78"/>
                                <a:gd name="T27" fmla="*/ 6 h 9"/>
                                <a:gd name="T28" fmla="*/ 78 w 78"/>
                                <a:gd name="T29" fmla="*/ 5 h 9"/>
                                <a:gd name="T30" fmla="*/ 77 w 78"/>
                                <a:gd name="T31" fmla="*/ 3 h 9"/>
                                <a:gd name="T32" fmla="*/ 75 w 78"/>
                                <a:gd name="T33" fmla="*/ 2 h 9"/>
                                <a:gd name="T34" fmla="*/ 74 w 78"/>
                                <a:gd name="T35" fmla="*/ 0 h 9"/>
                                <a:gd name="T36" fmla="*/ 6 w 78"/>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78"/>
                                <a:gd name="T58" fmla="*/ 0 h 9"/>
                                <a:gd name="T59" fmla="*/ 78 w 78"/>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78" h="9">
                                  <a:moveTo>
                                    <a:pt x="6" y="0"/>
                                  </a:moveTo>
                                  <a:lnTo>
                                    <a:pt x="4" y="0"/>
                                  </a:lnTo>
                                  <a:lnTo>
                                    <a:pt x="3" y="2"/>
                                  </a:lnTo>
                                  <a:lnTo>
                                    <a:pt x="1" y="3"/>
                                  </a:lnTo>
                                  <a:lnTo>
                                    <a:pt x="0" y="5"/>
                                  </a:lnTo>
                                  <a:lnTo>
                                    <a:pt x="1" y="6"/>
                                  </a:lnTo>
                                  <a:lnTo>
                                    <a:pt x="3" y="8"/>
                                  </a:lnTo>
                                  <a:lnTo>
                                    <a:pt x="4" y="9"/>
                                  </a:lnTo>
                                  <a:lnTo>
                                    <a:pt x="72" y="9"/>
                                  </a:lnTo>
                                  <a:lnTo>
                                    <a:pt x="74" y="9"/>
                                  </a:lnTo>
                                  <a:lnTo>
                                    <a:pt x="75" y="9"/>
                                  </a:lnTo>
                                  <a:lnTo>
                                    <a:pt x="77" y="8"/>
                                  </a:lnTo>
                                  <a:lnTo>
                                    <a:pt x="78" y="6"/>
                                  </a:lnTo>
                                  <a:lnTo>
                                    <a:pt x="78" y="5"/>
                                  </a:lnTo>
                                  <a:lnTo>
                                    <a:pt x="77" y="3"/>
                                  </a:lnTo>
                                  <a:lnTo>
                                    <a:pt x="75" y="2"/>
                                  </a:lnTo>
                                  <a:lnTo>
                                    <a:pt x="74" y="0"/>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87" name="Freeform 12"/>
                            <p:cNvSpPr>
                              <a:spLocks/>
                            </p:cNvSpPr>
                            <p:nvPr/>
                          </p:nvSpPr>
                          <p:spPr bwMode="auto">
                            <a:xfrm>
                              <a:off x="1629" y="2101"/>
                              <a:ext cx="17" cy="9"/>
                            </a:xfrm>
                            <a:custGeom>
                              <a:avLst/>
                              <a:gdLst>
                                <a:gd name="T0" fmla="*/ 4 w 17"/>
                                <a:gd name="T1" fmla="*/ 0 h 9"/>
                                <a:gd name="T2" fmla="*/ 2 w 17"/>
                                <a:gd name="T3" fmla="*/ 0 h 9"/>
                                <a:gd name="T4" fmla="*/ 1 w 17"/>
                                <a:gd name="T5" fmla="*/ 2 h 9"/>
                                <a:gd name="T6" fmla="*/ 0 w 17"/>
                                <a:gd name="T7" fmla="*/ 3 h 9"/>
                                <a:gd name="T8" fmla="*/ 0 w 17"/>
                                <a:gd name="T9" fmla="*/ 5 h 9"/>
                                <a:gd name="T10" fmla="*/ 0 w 17"/>
                                <a:gd name="T11" fmla="*/ 6 h 9"/>
                                <a:gd name="T12" fmla="*/ 0 w 17"/>
                                <a:gd name="T13" fmla="*/ 8 h 9"/>
                                <a:gd name="T14" fmla="*/ 1 w 17"/>
                                <a:gd name="T15" fmla="*/ 9 h 9"/>
                                <a:gd name="T16" fmla="*/ 2 w 17"/>
                                <a:gd name="T17" fmla="*/ 9 h 9"/>
                                <a:gd name="T18" fmla="*/ 11 w 17"/>
                                <a:gd name="T19" fmla="*/ 9 h 9"/>
                                <a:gd name="T20" fmla="*/ 13 w 17"/>
                                <a:gd name="T21" fmla="*/ 9 h 9"/>
                                <a:gd name="T22" fmla="*/ 14 w 17"/>
                                <a:gd name="T23" fmla="*/ 9 h 9"/>
                                <a:gd name="T24" fmla="*/ 16 w 17"/>
                                <a:gd name="T25" fmla="*/ 8 h 9"/>
                                <a:gd name="T26" fmla="*/ 17 w 17"/>
                                <a:gd name="T27" fmla="*/ 6 h 9"/>
                                <a:gd name="T28" fmla="*/ 17 w 17"/>
                                <a:gd name="T29" fmla="*/ 5 h 9"/>
                                <a:gd name="T30" fmla="*/ 16 w 17"/>
                                <a:gd name="T31" fmla="*/ 3 h 9"/>
                                <a:gd name="T32" fmla="*/ 14 w 17"/>
                                <a:gd name="T33" fmla="*/ 2 h 9"/>
                                <a:gd name="T34" fmla="*/ 13 w 17"/>
                                <a:gd name="T35" fmla="*/ 0 h 9"/>
                                <a:gd name="T36" fmla="*/ 4 w 17"/>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7"/>
                                <a:gd name="T58" fmla="*/ 0 h 9"/>
                                <a:gd name="T59" fmla="*/ 17 w 17"/>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7" h="9">
                                  <a:moveTo>
                                    <a:pt x="4" y="0"/>
                                  </a:moveTo>
                                  <a:lnTo>
                                    <a:pt x="2" y="0"/>
                                  </a:lnTo>
                                  <a:lnTo>
                                    <a:pt x="1" y="2"/>
                                  </a:lnTo>
                                  <a:lnTo>
                                    <a:pt x="0" y="3"/>
                                  </a:lnTo>
                                  <a:lnTo>
                                    <a:pt x="0" y="5"/>
                                  </a:lnTo>
                                  <a:lnTo>
                                    <a:pt x="0" y="6"/>
                                  </a:lnTo>
                                  <a:lnTo>
                                    <a:pt x="0" y="8"/>
                                  </a:lnTo>
                                  <a:lnTo>
                                    <a:pt x="1" y="9"/>
                                  </a:lnTo>
                                  <a:lnTo>
                                    <a:pt x="2" y="9"/>
                                  </a:lnTo>
                                  <a:lnTo>
                                    <a:pt x="11" y="9"/>
                                  </a:lnTo>
                                  <a:lnTo>
                                    <a:pt x="13" y="9"/>
                                  </a:lnTo>
                                  <a:lnTo>
                                    <a:pt x="14" y="9"/>
                                  </a:lnTo>
                                  <a:lnTo>
                                    <a:pt x="16" y="8"/>
                                  </a:lnTo>
                                  <a:lnTo>
                                    <a:pt x="17" y="6"/>
                                  </a:lnTo>
                                  <a:lnTo>
                                    <a:pt x="17" y="5"/>
                                  </a:lnTo>
                                  <a:lnTo>
                                    <a:pt x="16" y="3"/>
                                  </a:lnTo>
                                  <a:lnTo>
                                    <a:pt x="14" y="2"/>
                                  </a:lnTo>
                                  <a:lnTo>
                                    <a:pt x="13"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88" name="Freeform 13"/>
                            <p:cNvSpPr>
                              <a:spLocks/>
                            </p:cNvSpPr>
                            <p:nvPr/>
                          </p:nvSpPr>
                          <p:spPr bwMode="auto">
                            <a:xfrm>
                              <a:off x="1663" y="2101"/>
                              <a:ext cx="79" cy="9"/>
                            </a:xfrm>
                            <a:custGeom>
                              <a:avLst/>
                              <a:gdLst>
                                <a:gd name="T0" fmla="*/ 5 w 79"/>
                                <a:gd name="T1" fmla="*/ 0 h 9"/>
                                <a:gd name="T2" fmla="*/ 3 w 79"/>
                                <a:gd name="T3" fmla="*/ 0 h 9"/>
                                <a:gd name="T4" fmla="*/ 2 w 79"/>
                                <a:gd name="T5" fmla="*/ 2 h 9"/>
                                <a:gd name="T6" fmla="*/ 0 w 79"/>
                                <a:gd name="T7" fmla="*/ 3 h 9"/>
                                <a:gd name="T8" fmla="*/ 0 w 79"/>
                                <a:gd name="T9" fmla="*/ 5 h 9"/>
                                <a:gd name="T10" fmla="*/ 0 w 79"/>
                                <a:gd name="T11" fmla="*/ 6 h 9"/>
                                <a:gd name="T12" fmla="*/ 0 w 79"/>
                                <a:gd name="T13" fmla="*/ 8 h 9"/>
                                <a:gd name="T14" fmla="*/ 2 w 79"/>
                                <a:gd name="T15" fmla="*/ 9 h 9"/>
                                <a:gd name="T16" fmla="*/ 3 w 79"/>
                                <a:gd name="T17" fmla="*/ 9 h 9"/>
                                <a:gd name="T18" fmla="*/ 73 w 79"/>
                                <a:gd name="T19" fmla="*/ 9 h 9"/>
                                <a:gd name="T20" fmla="*/ 75 w 79"/>
                                <a:gd name="T21" fmla="*/ 9 h 9"/>
                                <a:gd name="T22" fmla="*/ 76 w 79"/>
                                <a:gd name="T23" fmla="*/ 9 h 9"/>
                                <a:gd name="T24" fmla="*/ 77 w 79"/>
                                <a:gd name="T25" fmla="*/ 8 h 9"/>
                                <a:gd name="T26" fmla="*/ 79 w 79"/>
                                <a:gd name="T27" fmla="*/ 6 h 9"/>
                                <a:gd name="T28" fmla="*/ 79 w 79"/>
                                <a:gd name="T29" fmla="*/ 5 h 9"/>
                                <a:gd name="T30" fmla="*/ 77 w 79"/>
                                <a:gd name="T31" fmla="*/ 3 h 9"/>
                                <a:gd name="T32" fmla="*/ 76 w 79"/>
                                <a:gd name="T33" fmla="*/ 2 h 9"/>
                                <a:gd name="T34" fmla="*/ 75 w 79"/>
                                <a:gd name="T35" fmla="*/ 0 h 9"/>
                                <a:gd name="T36" fmla="*/ 5 w 79"/>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79"/>
                                <a:gd name="T58" fmla="*/ 0 h 9"/>
                                <a:gd name="T59" fmla="*/ 79 w 79"/>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79" h="9">
                                  <a:moveTo>
                                    <a:pt x="5" y="0"/>
                                  </a:moveTo>
                                  <a:lnTo>
                                    <a:pt x="3" y="0"/>
                                  </a:lnTo>
                                  <a:lnTo>
                                    <a:pt x="2" y="2"/>
                                  </a:lnTo>
                                  <a:lnTo>
                                    <a:pt x="0" y="3"/>
                                  </a:lnTo>
                                  <a:lnTo>
                                    <a:pt x="0" y="5"/>
                                  </a:lnTo>
                                  <a:lnTo>
                                    <a:pt x="0" y="6"/>
                                  </a:lnTo>
                                  <a:lnTo>
                                    <a:pt x="0" y="8"/>
                                  </a:lnTo>
                                  <a:lnTo>
                                    <a:pt x="2" y="9"/>
                                  </a:lnTo>
                                  <a:lnTo>
                                    <a:pt x="3" y="9"/>
                                  </a:lnTo>
                                  <a:lnTo>
                                    <a:pt x="73" y="9"/>
                                  </a:lnTo>
                                  <a:lnTo>
                                    <a:pt x="75" y="9"/>
                                  </a:lnTo>
                                  <a:lnTo>
                                    <a:pt x="76" y="9"/>
                                  </a:lnTo>
                                  <a:lnTo>
                                    <a:pt x="77" y="8"/>
                                  </a:lnTo>
                                  <a:lnTo>
                                    <a:pt x="79" y="6"/>
                                  </a:lnTo>
                                  <a:lnTo>
                                    <a:pt x="79" y="5"/>
                                  </a:lnTo>
                                  <a:lnTo>
                                    <a:pt x="77" y="3"/>
                                  </a:lnTo>
                                  <a:lnTo>
                                    <a:pt x="76" y="2"/>
                                  </a:lnTo>
                                  <a:lnTo>
                                    <a:pt x="75" y="0"/>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89" name="Freeform 14"/>
                            <p:cNvSpPr>
                              <a:spLocks/>
                            </p:cNvSpPr>
                            <p:nvPr/>
                          </p:nvSpPr>
                          <p:spPr bwMode="auto">
                            <a:xfrm>
                              <a:off x="1759" y="2101"/>
                              <a:ext cx="18" cy="9"/>
                            </a:xfrm>
                            <a:custGeom>
                              <a:avLst/>
                              <a:gdLst>
                                <a:gd name="T0" fmla="*/ 5 w 18"/>
                                <a:gd name="T1" fmla="*/ 0 h 9"/>
                                <a:gd name="T2" fmla="*/ 3 w 18"/>
                                <a:gd name="T3" fmla="*/ 0 h 9"/>
                                <a:gd name="T4" fmla="*/ 2 w 18"/>
                                <a:gd name="T5" fmla="*/ 2 h 9"/>
                                <a:gd name="T6" fmla="*/ 0 w 18"/>
                                <a:gd name="T7" fmla="*/ 3 h 9"/>
                                <a:gd name="T8" fmla="*/ 0 w 18"/>
                                <a:gd name="T9" fmla="*/ 5 h 9"/>
                                <a:gd name="T10" fmla="*/ 0 w 18"/>
                                <a:gd name="T11" fmla="*/ 6 h 9"/>
                                <a:gd name="T12" fmla="*/ 0 w 18"/>
                                <a:gd name="T13" fmla="*/ 8 h 9"/>
                                <a:gd name="T14" fmla="*/ 2 w 18"/>
                                <a:gd name="T15" fmla="*/ 9 h 9"/>
                                <a:gd name="T16" fmla="*/ 3 w 18"/>
                                <a:gd name="T17" fmla="*/ 9 h 9"/>
                                <a:gd name="T18" fmla="*/ 12 w 18"/>
                                <a:gd name="T19" fmla="*/ 9 h 9"/>
                                <a:gd name="T20" fmla="*/ 13 w 18"/>
                                <a:gd name="T21" fmla="*/ 9 h 9"/>
                                <a:gd name="T22" fmla="*/ 15 w 18"/>
                                <a:gd name="T23" fmla="*/ 9 h 9"/>
                                <a:gd name="T24" fmla="*/ 16 w 18"/>
                                <a:gd name="T25" fmla="*/ 8 h 9"/>
                                <a:gd name="T26" fmla="*/ 18 w 18"/>
                                <a:gd name="T27" fmla="*/ 6 h 9"/>
                                <a:gd name="T28" fmla="*/ 18 w 18"/>
                                <a:gd name="T29" fmla="*/ 5 h 9"/>
                                <a:gd name="T30" fmla="*/ 16 w 18"/>
                                <a:gd name="T31" fmla="*/ 3 h 9"/>
                                <a:gd name="T32" fmla="*/ 15 w 18"/>
                                <a:gd name="T33" fmla="*/ 2 h 9"/>
                                <a:gd name="T34" fmla="*/ 13 w 18"/>
                                <a:gd name="T35" fmla="*/ 0 h 9"/>
                                <a:gd name="T36" fmla="*/ 5 w 18"/>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8"/>
                                <a:gd name="T58" fmla="*/ 0 h 9"/>
                                <a:gd name="T59" fmla="*/ 18 w 18"/>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8" h="9">
                                  <a:moveTo>
                                    <a:pt x="5" y="0"/>
                                  </a:moveTo>
                                  <a:lnTo>
                                    <a:pt x="3" y="0"/>
                                  </a:lnTo>
                                  <a:lnTo>
                                    <a:pt x="2" y="2"/>
                                  </a:lnTo>
                                  <a:lnTo>
                                    <a:pt x="0" y="3"/>
                                  </a:lnTo>
                                  <a:lnTo>
                                    <a:pt x="0" y="5"/>
                                  </a:lnTo>
                                  <a:lnTo>
                                    <a:pt x="0" y="6"/>
                                  </a:lnTo>
                                  <a:lnTo>
                                    <a:pt x="0" y="8"/>
                                  </a:lnTo>
                                  <a:lnTo>
                                    <a:pt x="2" y="9"/>
                                  </a:lnTo>
                                  <a:lnTo>
                                    <a:pt x="3" y="9"/>
                                  </a:lnTo>
                                  <a:lnTo>
                                    <a:pt x="12" y="9"/>
                                  </a:lnTo>
                                  <a:lnTo>
                                    <a:pt x="13" y="9"/>
                                  </a:lnTo>
                                  <a:lnTo>
                                    <a:pt x="15" y="9"/>
                                  </a:lnTo>
                                  <a:lnTo>
                                    <a:pt x="16" y="8"/>
                                  </a:lnTo>
                                  <a:lnTo>
                                    <a:pt x="18" y="6"/>
                                  </a:lnTo>
                                  <a:lnTo>
                                    <a:pt x="18" y="5"/>
                                  </a:lnTo>
                                  <a:lnTo>
                                    <a:pt x="16" y="3"/>
                                  </a:lnTo>
                                  <a:lnTo>
                                    <a:pt x="15" y="2"/>
                                  </a:lnTo>
                                  <a:lnTo>
                                    <a:pt x="13" y="0"/>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90" name="Freeform 15"/>
                            <p:cNvSpPr>
                              <a:spLocks/>
                            </p:cNvSpPr>
                            <p:nvPr/>
                          </p:nvSpPr>
                          <p:spPr bwMode="auto">
                            <a:xfrm>
                              <a:off x="1794" y="2101"/>
                              <a:ext cx="79" cy="9"/>
                            </a:xfrm>
                            <a:custGeom>
                              <a:avLst/>
                              <a:gdLst>
                                <a:gd name="T0" fmla="*/ 5 w 79"/>
                                <a:gd name="T1" fmla="*/ 0 h 9"/>
                                <a:gd name="T2" fmla="*/ 3 w 79"/>
                                <a:gd name="T3" fmla="*/ 0 h 9"/>
                                <a:gd name="T4" fmla="*/ 2 w 79"/>
                                <a:gd name="T5" fmla="*/ 2 h 9"/>
                                <a:gd name="T6" fmla="*/ 0 w 79"/>
                                <a:gd name="T7" fmla="*/ 3 h 9"/>
                                <a:gd name="T8" fmla="*/ 0 w 79"/>
                                <a:gd name="T9" fmla="*/ 5 h 9"/>
                                <a:gd name="T10" fmla="*/ 0 w 79"/>
                                <a:gd name="T11" fmla="*/ 6 h 9"/>
                                <a:gd name="T12" fmla="*/ 0 w 79"/>
                                <a:gd name="T13" fmla="*/ 8 h 9"/>
                                <a:gd name="T14" fmla="*/ 2 w 79"/>
                                <a:gd name="T15" fmla="*/ 9 h 9"/>
                                <a:gd name="T16" fmla="*/ 3 w 79"/>
                                <a:gd name="T17" fmla="*/ 9 h 9"/>
                                <a:gd name="T18" fmla="*/ 73 w 79"/>
                                <a:gd name="T19" fmla="*/ 9 h 9"/>
                                <a:gd name="T20" fmla="*/ 74 w 79"/>
                                <a:gd name="T21" fmla="*/ 9 h 9"/>
                                <a:gd name="T22" fmla="*/ 76 w 79"/>
                                <a:gd name="T23" fmla="*/ 9 h 9"/>
                                <a:gd name="T24" fmla="*/ 77 w 79"/>
                                <a:gd name="T25" fmla="*/ 8 h 9"/>
                                <a:gd name="T26" fmla="*/ 79 w 79"/>
                                <a:gd name="T27" fmla="*/ 6 h 9"/>
                                <a:gd name="T28" fmla="*/ 79 w 79"/>
                                <a:gd name="T29" fmla="*/ 5 h 9"/>
                                <a:gd name="T30" fmla="*/ 77 w 79"/>
                                <a:gd name="T31" fmla="*/ 3 h 9"/>
                                <a:gd name="T32" fmla="*/ 76 w 79"/>
                                <a:gd name="T33" fmla="*/ 2 h 9"/>
                                <a:gd name="T34" fmla="*/ 74 w 79"/>
                                <a:gd name="T35" fmla="*/ 0 h 9"/>
                                <a:gd name="T36" fmla="*/ 5 w 79"/>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79"/>
                                <a:gd name="T58" fmla="*/ 0 h 9"/>
                                <a:gd name="T59" fmla="*/ 79 w 79"/>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79" h="9">
                                  <a:moveTo>
                                    <a:pt x="5" y="0"/>
                                  </a:moveTo>
                                  <a:lnTo>
                                    <a:pt x="3" y="0"/>
                                  </a:lnTo>
                                  <a:lnTo>
                                    <a:pt x="2" y="2"/>
                                  </a:lnTo>
                                  <a:lnTo>
                                    <a:pt x="0" y="3"/>
                                  </a:lnTo>
                                  <a:lnTo>
                                    <a:pt x="0" y="5"/>
                                  </a:lnTo>
                                  <a:lnTo>
                                    <a:pt x="0" y="6"/>
                                  </a:lnTo>
                                  <a:lnTo>
                                    <a:pt x="0" y="8"/>
                                  </a:lnTo>
                                  <a:lnTo>
                                    <a:pt x="2" y="9"/>
                                  </a:lnTo>
                                  <a:lnTo>
                                    <a:pt x="3" y="9"/>
                                  </a:lnTo>
                                  <a:lnTo>
                                    <a:pt x="73" y="9"/>
                                  </a:lnTo>
                                  <a:lnTo>
                                    <a:pt x="74" y="9"/>
                                  </a:lnTo>
                                  <a:lnTo>
                                    <a:pt x="76" y="9"/>
                                  </a:lnTo>
                                  <a:lnTo>
                                    <a:pt x="77" y="8"/>
                                  </a:lnTo>
                                  <a:lnTo>
                                    <a:pt x="79" y="6"/>
                                  </a:lnTo>
                                  <a:lnTo>
                                    <a:pt x="79" y="5"/>
                                  </a:lnTo>
                                  <a:lnTo>
                                    <a:pt x="77" y="3"/>
                                  </a:lnTo>
                                  <a:lnTo>
                                    <a:pt x="76" y="2"/>
                                  </a:lnTo>
                                  <a:lnTo>
                                    <a:pt x="74" y="0"/>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91" name="Freeform 16"/>
                            <p:cNvSpPr>
                              <a:spLocks/>
                            </p:cNvSpPr>
                            <p:nvPr/>
                          </p:nvSpPr>
                          <p:spPr bwMode="auto">
                            <a:xfrm>
                              <a:off x="1890" y="2101"/>
                              <a:ext cx="17" cy="9"/>
                            </a:xfrm>
                            <a:custGeom>
                              <a:avLst/>
                              <a:gdLst>
                                <a:gd name="T0" fmla="*/ 4 w 17"/>
                                <a:gd name="T1" fmla="*/ 0 h 9"/>
                                <a:gd name="T2" fmla="*/ 3 w 17"/>
                                <a:gd name="T3" fmla="*/ 0 h 9"/>
                                <a:gd name="T4" fmla="*/ 1 w 17"/>
                                <a:gd name="T5" fmla="*/ 2 h 9"/>
                                <a:gd name="T6" fmla="*/ 0 w 17"/>
                                <a:gd name="T7" fmla="*/ 3 h 9"/>
                                <a:gd name="T8" fmla="*/ 0 w 17"/>
                                <a:gd name="T9" fmla="*/ 5 h 9"/>
                                <a:gd name="T10" fmla="*/ 0 w 17"/>
                                <a:gd name="T11" fmla="*/ 6 h 9"/>
                                <a:gd name="T12" fmla="*/ 0 w 17"/>
                                <a:gd name="T13" fmla="*/ 8 h 9"/>
                                <a:gd name="T14" fmla="*/ 1 w 17"/>
                                <a:gd name="T15" fmla="*/ 9 h 9"/>
                                <a:gd name="T16" fmla="*/ 3 w 17"/>
                                <a:gd name="T17" fmla="*/ 9 h 9"/>
                                <a:gd name="T18" fmla="*/ 12 w 17"/>
                                <a:gd name="T19" fmla="*/ 9 h 9"/>
                                <a:gd name="T20" fmla="*/ 13 w 17"/>
                                <a:gd name="T21" fmla="*/ 9 h 9"/>
                                <a:gd name="T22" fmla="*/ 15 w 17"/>
                                <a:gd name="T23" fmla="*/ 9 h 9"/>
                                <a:gd name="T24" fmla="*/ 16 w 17"/>
                                <a:gd name="T25" fmla="*/ 8 h 9"/>
                                <a:gd name="T26" fmla="*/ 17 w 17"/>
                                <a:gd name="T27" fmla="*/ 6 h 9"/>
                                <a:gd name="T28" fmla="*/ 17 w 17"/>
                                <a:gd name="T29" fmla="*/ 5 h 9"/>
                                <a:gd name="T30" fmla="*/ 16 w 17"/>
                                <a:gd name="T31" fmla="*/ 3 h 9"/>
                                <a:gd name="T32" fmla="*/ 15 w 17"/>
                                <a:gd name="T33" fmla="*/ 2 h 9"/>
                                <a:gd name="T34" fmla="*/ 13 w 17"/>
                                <a:gd name="T35" fmla="*/ 0 h 9"/>
                                <a:gd name="T36" fmla="*/ 4 w 17"/>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7"/>
                                <a:gd name="T58" fmla="*/ 0 h 9"/>
                                <a:gd name="T59" fmla="*/ 17 w 17"/>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7" h="9">
                                  <a:moveTo>
                                    <a:pt x="4" y="0"/>
                                  </a:moveTo>
                                  <a:lnTo>
                                    <a:pt x="3" y="0"/>
                                  </a:lnTo>
                                  <a:lnTo>
                                    <a:pt x="1" y="2"/>
                                  </a:lnTo>
                                  <a:lnTo>
                                    <a:pt x="0" y="3"/>
                                  </a:lnTo>
                                  <a:lnTo>
                                    <a:pt x="0" y="5"/>
                                  </a:lnTo>
                                  <a:lnTo>
                                    <a:pt x="0" y="6"/>
                                  </a:lnTo>
                                  <a:lnTo>
                                    <a:pt x="0" y="8"/>
                                  </a:lnTo>
                                  <a:lnTo>
                                    <a:pt x="1" y="9"/>
                                  </a:lnTo>
                                  <a:lnTo>
                                    <a:pt x="3" y="9"/>
                                  </a:lnTo>
                                  <a:lnTo>
                                    <a:pt x="12" y="9"/>
                                  </a:lnTo>
                                  <a:lnTo>
                                    <a:pt x="13" y="9"/>
                                  </a:lnTo>
                                  <a:lnTo>
                                    <a:pt x="15" y="9"/>
                                  </a:lnTo>
                                  <a:lnTo>
                                    <a:pt x="16" y="8"/>
                                  </a:lnTo>
                                  <a:lnTo>
                                    <a:pt x="17" y="6"/>
                                  </a:lnTo>
                                  <a:lnTo>
                                    <a:pt x="17" y="5"/>
                                  </a:lnTo>
                                  <a:lnTo>
                                    <a:pt x="16" y="3"/>
                                  </a:lnTo>
                                  <a:lnTo>
                                    <a:pt x="15" y="2"/>
                                  </a:lnTo>
                                  <a:lnTo>
                                    <a:pt x="13"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92" name="Freeform 17"/>
                            <p:cNvSpPr>
                              <a:spLocks/>
                            </p:cNvSpPr>
                            <p:nvPr/>
                          </p:nvSpPr>
                          <p:spPr bwMode="auto">
                            <a:xfrm>
                              <a:off x="1925" y="2101"/>
                              <a:ext cx="78" cy="9"/>
                            </a:xfrm>
                            <a:custGeom>
                              <a:avLst/>
                              <a:gdLst>
                                <a:gd name="T0" fmla="*/ 4 w 78"/>
                                <a:gd name="T1" fmla="*/ 0 h 9"/>
                                <a:gd name="T2" fmla="*/ 3 w 78"/>
                                <a:gd name="T3" fmla="*/ 0 h 9"/>
                                <a:gd name="T4" fmla="*/ 1 w 78"/>
                                <a:gd name="T5" fmla="*/ 2 h 9"/>
                                <a:gd name="T6" fmla="*/ 0 w 78"/>
                                <a:gd name="T7" fmla="*/ 3 h 9"/>
                                <a:gd name="T8" fmla="*/ 0 w 78"/>
                                <a:gd name="T9" fmla="*/ 5 h 9"/>
                                <a:gd name="T10" fmla="*/ 0 w 78"/>
                                <a:gd name="T11" fmla="*/ 6 h 9"/>
                                <a:gd name="T12" fmla="*/ 0 w 78"/>
                                <a:gd name="T13" fmla="*/ 8 h 9"/>
                                <a:gd name="T14" fmla="*/ 1 w 78"/>
                                <a:gd name="T15" fmla="*/ 9 h 9"/>
                                <a:gd name="T16" fmla="*/ 3 w 78"/>
                                <a:gd name="T17" fmla="*/ 9 h 9"/>
                                <a:gd name="T18" fmla="*/ 72 w 78"/>
                                <a:gd name="T19" fmla="*/ 9 h 9"/>
                                <a:gd name="T20" fmla="*/ 74 w 78"/>
                                <a:gd name="T21" fmla="*/ 9 h 9"/>
                                <a:gd name="T22" fmla="*/ 75 w 78"/>
                                <a:gd name="T23" fmla="*/ 9 h 9"/>
                                <a:gd name="T24" fmla="*/ 77 w 78"/>
                                <a:gd name="T25" fmla="*/ 8 h 9"/>
                                <a:gd name="T26" fmla="*/ 78 w 78"/>
                                <a:gd name="T27" fmla="*/ 6 h 9"/>
                                <a:gd name="T28" fmla="*/ 78 w 78"/>
                                <a:gd name="T29" fmla="*/ 5 h 9"/>
                                <a:gd name="T30" fmla="*/ 77 w 78"/>
                                <a:gd name="T31" fmla="*/ 3 h 9"/>
                                <a:gd name="T32" fmla="*/ 75 w 78"/>
                                <a:gd name="T33" fmla="*/ 2 h 9"/>
                                <a:gd name="T34" fmla="*/ 74 w 78"/>
                                <a:gd name="T35" fmla="*/ 0 h 9"/>
                                <a:gd name="T36" fmla="*/ 4 w 78"/>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78"/>
                                <a:gd name="T58" fmla="*/ 0 h 9"/>
                                <a:gd name="T59" fmla="*/ 78 w 78"/>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78" h="9">
                                  <a:moveTo>
                                    <a:pt x="4" y="0"/>
                                  </a:moveTo>
                                  <a:lnTo>
                                    <a:pt x="3" y="0"/>
                                  </a:lnTo>
                                  <a:lnTo>
                                    <a:pt x="1" y="2"/>
                                  </a:lnTo>
                                  <a:lnTo>
                                    <a:pt x="0" y="3"/>
                                  </a:lnTo>
                                  <a:lnTo>
                                    <a:pt x="0" y="5"/>
                                  </a:lnTo>
                                  <a:lnTo>
                                    <a:pt x="0" y="6"/>
                                  </a:lnTo>
                                  <a:lnTo>
                                    <a:pt x="0" y="8"/>
                                  </a:lnTo>
                                  <a:lnTo>
                                    <a:pt x="1" y="9"/>
                                  </a:lnTo>
                                  <a:lnTo>
                                    <a:pt x="3" y="9"/>
                                  </a:lnTo>
                                  <a:lnTo>
                                    <a:pt x="72" y="9"/>
                                  </a:lnTo>
                                  <a:lnTo>
                                    <a:pt x="74" y="9"/>
                                  </a:lnTo>
                                  <a:lnTo>
                                    <a:pt x="75" y="9"/>
                                  </a:lnTo>
                                  <a:lnTo>
                                    <a:pt x="77" y="8"/>
                                  </a:lnTo>
                                  <a:lnTo>
                                    <a:pt x="78" y="6"/>
                                  </a:lnTo>
                                  <a:lnTo>
                                    <a:pt x="78" y="5"/>
                                  </a:lnTo>
                                  <a:lnTo>
                                    <a:pt x="77" y="3"/>
                                  </a:lnTo>
                                  <a:lnTo>
                                    <a:pt x="75" y="2"/>
                                  </a:lnTo>
                                  <a:lnTo>
                                    <a:pt x="74"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93" name="Freeform 18"/>
                            <p:cNvSpPr>
                              <a:spLocks/>
                            </p:cNvSpPr>
                            <p:nvPr/>
                          </p:nvSpPr>
                          <p:spPr bwMode="auto">
                            <a:xfrm>
                              <a:off x="2021" y="2101"/>
                              <a:ext cx="17" cy="9"/>
                            </a:xfrm>
                            <a:custGeom>
                              <a:avLst/>
                              <a:gdLst>
                                <a:gd name="T0" fmla="*/ 4 w 17"/>
                                <a:gd name="T1" fmla="*/ 0 h 9"/>
                                <a:gd name="T2" fmla="*/ 3 w 17"/>
                                <a:gd name="T3" fmla="*/ 0 h 9"/>
                                <a:gd name="T4" fmla="*/ 1 w 17"/>
                                <a:gd name="T5" fmla="*/ 2 h 9"/>
                                <a:gd name="T6" fmla="*/ 0 w 17"/>
                                <a:gd name="T7" fmla="*/ 3 h 9"/>
                                <a:gd name="T8" fmla="*/ 0 w 17"/>
                                <a:gd name="T9" fmla="*/ 5 h 9"/>
                                <a:gd name="T10" fmla="*/ 0 w 17"/>
                                <a:gd name="T11" fmla="*/ 6 h 9"/>
                                <a:gd name="T12" fmla="*/ 0 w 17"/>
                                <a:gd name="T13" fmla="*/ 8 h 9"/>
                                <a:gd name="T14" fmla="*/ 1 w 17"/>
                                <a:gd name="T15" fmla="*/ 9 h 9"/>
                                <a:gd name="T16" fmla="*/ 3 w 17"/>
                                <a:gd name="T17" fmla="*/ 9 h 9"/>
                                <a:gd name="T18" fmla="*/ 11 w 17"/>
                                <a:gd name="T19" fmla="*/ 9 h 9"/>
                                <a:gd name="T20" fmla="*/ 13 w 17"/>
                                <a:gd name="T21" fmla="*/ 9 h 9"/>
                                <a:gd name="T22" fmla="*/ 14 w 17"/>
                                <a:gd name="T23" fmla="*/ 9 h 9"/>
                                <a:gd name="T24" fmla="*/ 16 w 17"/>
                                <a:gd name="T25" fmla="*/ 8 h 9"/>
                                <a:gd name="T26" fmla="*/ 17 w 17"/>
                                <a:gd name="T27" fmla="*/ 6 h 9"/>
                                <a:gd name="T28" fmla="*/ 17 w 17"/>
                                <a:gd name="T29" fmla="*/ 5 h 9"/>
                                <a:gd name="T30" fmla="*/ 16 w 17"/>
                                <a:gd name="T31" fmla="*/ 3 h 9"/>
                                <a:gd name="T32" fmla="*/ 14 w 17"/>
                                <a:gd name="T33" fmla="*/ 2 h 9"/>
                                <a:gd name="T34" fmla="*/ 13 w 17"/>
                                <a:gd name="T35" fmla="*/ 0 h 9"/>
                                <a:gd name="T36" fmla="*/ 4 w 17"/>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7"/>
                                <a:gd name="T58" fmla="*/ 0 h 9"/>
                                <a:gd name="T59" fmla="*/ 17 w 17"/>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7" h="9">
                                  <a:moveTo>
                                    <a:pt x="4" y="0"/>
                                  </a:moveTo>
                                  <a:lnTo>
                                    <a:pt x="3" y="0"/>
                                  </a:lnTo>
                                  <a:lnTo>
                                    <a:pt x="1" y="2"/>
                                  </a:lnTo>
                                  <a:lnTo>
                                    <a:pt x="0" y="3"/>
                                  </a:lnTo>
                                  <a:lnTo>
                                    <a:pt x="0" y="5"/>
                                  </a:lnTo>
                                  <a:lnTo>
                                    <a:pt x="0" y="6"/>
                                  </a:lnTo>
                                  <a:lnTo>
                                    <a:pt x="0" y="8"/>
                                  </a:lnTo>
                                  <a:lnTo>
                                    <a:pt x="1" y="9"/>
                                  </a:lnTo>
                                  <a:lnTo>
                                    <a:pt x="3" y="9"/>
                                  </a:lnTo>
                                  <a:lnTo>
                                    <a:pt x="11" y="9"/>
                                  </a:lnTo>
                                  <a:lnTo>
                                    <a:pt x="13" y="9"/>
                                  </a:lnTo>
                                  <a:lnTo>
                                    <a:pt x="14" y="9"/>
                                  </a:lnTo>
                                  <a:lnTo>
                                    <a:pt x="16" y="8"/>
                                  </a:lnTo>
                                  <a:lnTo>
                                    <a:pt x="17" y="6"/>
                                  </a:lnTo>
                                  <a:lnTo>
                                    <a:pt x="17" y="5"/>
                                  </a:lnTo>
                                  <a:lnTo>
                                    <a:pt x="16" y="3"/>
                                  </a:lnTo>
                                  <a:lnTo>
                                    <a:pt x="14" y="2"/>
                                  </a:lnTo>
                                  <a:lnTo>
                                    <a:pt x="13"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94" name="Freeform 19"/>
                            <p:cNvSpPr>
                              <a:spLocks/>
                            </p:cNvSpPr>
                            <p:nvPr/>
                          </p:nvSpPr>
                          <p:spPr bwMode="auto">
                            <a:xfrm>
                              <a:off x="2056" y="2101"/>
                              <a:ext cx="78" cy="9"/>
                            </a:xfrm>
                            <a:custGeom>
                              <a:avLst/>
                              <a:gdLst>
                                <a:gd name="T0" fmla="*/ 4 w 78"/>
                                <a:gd name="T1" fmla="*/ 0 h 9"/>
                                <a:gd name="T2" fmla="*/ 2 w 78"/>
                                <a:gd name="T3" fmla="*/ 0 h 9"/>
                                <a:gd name="T4" fmla="*/ 1 w 78"/>
                                <a:gd name="T5" fmla="*/ 2 h 9"/>
                                <a:gd name="T6" fmla="*/ 0 w 78"/>
                                <a:gd name="T7" fmla="*/ 3 h 9"/>
                                <a:gd name="T8" fmla="*/ 0 w 78"/>
                                <a:gd name="T9" fmla="*/ 5 h 9"/>
                                <a:gd name="T10" fmla="*/ 0 w 78"/>
                                <a:gd name="T11" fmla="*/ 6 h 9"/>
                                <a:gd name="T12" fmla="*/ 0 w 78"/>
                                <a:gd name="T13" fmla="*/ 8 h 9"/>
                                <a:gd name="T14" fmla="*/ 1 w 78"/>
                                <a:gd name="T15" fmla="*/ 9 h 9"/>
                                <a:gd name="T16" fmla="*/ 2 w 78"/>
                                <a:gd name="T17" fmla="*/ 9 h 9"/>
                                <a:gd name="T18" fmla="*/ 72 w 78"/>
                                <a:gd name="T19" fmla="*/ 9 h 9"/>
                                <a:gd name="T20" fmla="*/ 74 w 78"/>
                                <a:gd name="T21" fmla="*/ 9 h 9"/>
                                <a:gd name="T22" fmla="*/ 75 w 78"/>
                                <a:gd name="T23" fmla="*/ 9 h 9"/>
                                <a:gd name="T24" fmla="*/ 77 w 78"/>
                                <a:gd name="T25" fmla="*/ 8 h 9"/>
                                <a:gd name="T26" fmla="*/ 78 w 78"/>
                                <a:gd name="T27" fmla="*/ 6 h 9"/>
                                <a:gd name="T28" fmla="*/ 78 w 78"/>
                                <a:gd name="T29" fmla="*/ 5 h 9"/>
                                <a:gd name="T30" fmla="*/ 77 w 78"/>
                                <a:gd name="T31" fmla="*/ 3 h 9"/>
                                <a:gd name="T32" fmla="*/ 75 w 78"/>
                                <a:gd name="T33" fmla="*/ 2 h 9"/>
                                <a:gd name="T34" fmla="*/ 74 w 78"/>
                                <a:gd name="T35" fmla="*/ 0 h 9"/>
                                <a:gd name="T36" fmla="*/ 4 w 78"/>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78"/>
                                <a:gd name="T58" fmla="*/ 0 h 9"/>
                                <a:gd name="T59" fmla="*/ 78 w 78"/>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78" h="9">
                                  <a:moveTo>
                                    <a:pt x="4" y="0"/>
                                  </a:moveTo>
                                  <a:lnTo>
                                    <a:pt x="2" y="0"/>
                                  </a:lnTo>
                                  <a:lnTo>
                                    <a:pt x="1" y="2"/>
                                  </a:lnTo>
                                  <a:lnTo>
                                    <a:pt x="0" y="3"/>
                                  </a:lnTo>
                                  <a:lnTo>
                                    <a:pt x="0" y="5"/>
                                  </a:lnTo>
                                  <a:lnTo>
                                    <a:pt x="0" y="6"/>
                                  </a:lnTo>
                                  <a:lnTo>
                                    <a:pt x="0" y="8"/>
                                  </a:lnTo>
                                  <a:lnTo>
                                    <a:pt x="1" y="9"/>
                                  </a:lnTo>
                                  <a:lnTo>
                                    <a:pt x="2" y="9"/>
                                  </a:lnTo>
                                  <a:lnTo>
                                    <a:pt x="72" y="9"/>
                                  </a:lnTo>
                                  <a:lnTo>
                                    <a:pt x="74" y="9"/>
                                  </a:lnTo>
                                  <a:lnTo>
                                    <a:pt x="75" y="9"/>
                                  </a:lnTo>
                                  <a:lnTo>
                                    <a:pt x="77" y="8"/>
                                  </a:lnTo>
                                  <a:lnTo>
                                    <a:pt x="78" y="6"/>
                                  </a:lnTo>
                                  <a:lnTo>
                                    <a:pt x="78" y="5"/>
                                  </a:lnTo>
                                  <a:lnTo>
                                    <a:pt x="77" y="3"/>
                                  </a:lnTo>
                                  <a:lnTo>
                                    <a:pt x="75" y="2"/>
                                  </a:lnTo>
                                  <a:lnTo>
                                    <a:pt x="74"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95" name="Freeform 20"/>
                            <p:cNvSpPr>
                              <a:spLocks/>
                            </p:cNvSpPr>
                            <p:nvPr/>
                          </p:nvSpPr>
                          <p:spPr bwMode="auto">
                            <a:xfrm>
                              <a:off x="2151" y="2101"/>
                              <a:ext cx="18" cy="9"/>
                            </a:xfrm>
                            <a:custGeom>
                              <a:avLst/>
                              <a:gdLst>
                                <a:gd name="T0" fmla="*/ 5 w 18"/>
                                <a:gd name="T1" fmla="*/ 0 h 9"/>
                                <a:gd name="T2" fmla="*/ 3 w 18"/>
                                <a:gd name="T3" fmla="*/ 0 h 9"/>
                                <a:gd name="T4" fmla="*/ 2 w 18"/>
                                <a:gd name="T5" fmla="*/ 2 h 9"/>
                                <a:gd name="T6" fmla="*/ 0 w 18"/>
                                <a:gd name="T7" fmla="*/ 3 h 9"/>
                                <a:gd name="T8" fmla="*/ 0 w 18"/>
                                <a:gd name="T9" fmla="*/ 5 h 9"/>
                                <a:gd name="T10" fmla="*/ 0 w 18"/>
                                <a:gd name="T11" fmla="*/ 6 h 9"/>
                                <a:gd name="T12" fmla="*/ 0 w 18"/>
                                <a:gd name="T13" fmla="*/ 8 h 9"/>
                                <a:gd name="T14" fmla="*/ 2 w 18"/>
                                <a:gd name="T15" fmla="*/ 9 h 9"/>
                                <a:gd name="T16" fmla="*/ 3 w 18"/>
                                <a:gd name="T17" fmla="*/ 9 h 9"/>
                                <a:gd name="T18" fmla="*/ 12 w 18"/>
                                <a:gd name="T19" fmla="*/ 9 h 9"/>
                                <a:gd name="T20" fmla="*/ 13 w 18"/>
                                <a:gd name="T21" fmla="*/ 9 h 9"/>
                                <a:gd name="T22" fmla="*/ 15 w 18"/>
                                <a:gd name="T23" fmla="*/ 9 h 9"/>
                                <a:gd name="T24" fmla="*/ 16 w 18"/>
                                <a:gd name="T25" fmla="*/ 8 h 9"/>
                                <a:gd name="T26" fmla="*/ 18 w 18"/>
                                <a:gd name="T27" fmla="*/ 6 h 9"/>
                                <a:gd name="T28" fmla="*/ 18 w 18"/>
                                <a:gd name="T29" fmla="*/ 5 h 9"/>
                                <a:gd name="T30" fmla="*/ 16 w 18"/>
                                <a:gd name="T31" fmla="*/ 3 h 9"/>
                                <a:gd name="T32" fmla="*/ 15 w 18"/>
                                <a:gd name="T33" fmla="*/ 2 h 9"/>
                                <a:gd name="T34" fmla="*/ 13 w 18"/>
                                <a:gd name="T35" fmla="*/ 0 h 9"/>
                                <a:gd name="T36" fmla="*/ 5 w 18"/>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8"/>
                                <a:gd name="T58" fmla="*/ 0 h 9"/>
                                <a:gd name="T59" fmla="*/ 18 w 18"/>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8" h="9">
                                  <a:moveTo>
                                    <a:pt x="5" y="0"/>
                                  </a:moveTo>
                                  <a:lnTo>
                                    <a:pt x="3" y="0"/>
                                  </a:lnTo>
                                  <a:lnTo>
                                    <a:pt x="2" y="2"/>
                                  </a:lnTo>
                                  <a:lnTo>
                                    <a:pt x="0" y="3"/>
                                  </a:lnTo>
                                  <a:lnTo>
                                    <a:pt x="0" y="5"/>
                                  </a:lnTo>
                                  <a:lnTo>
                                    <a:pt x="0" y="6"/>
                                  </a:lnTo>
                                  <a:lnTo>
                                    <a:pt x="0" y="8"/>
                                  </a:lnTo>
                                  <a:lnTo>
                                    <a:pt x="2" y="9"/>
                                  </a:lnTo>
                                  <a:lnTo>
                                    <a:pt x="3" y="9"/>
                                  </a:lnTo>
                                  <a:lnTo>
                                    <a:pt x="12" y="9"/>
                                  </a:lnTo>
                                  <a:lnTo>
                                    <a:pt x="13" y="9"/>
                                  </a:lnTo>
                                  <a:lnTo>
                                    <a:pt x="15" y="9"/>
                                  </a:lnTo>
                                  <a:lnTo>
                                    <a:pt x="16" y="8"/>
                                  </a:lnTo>
                                  <a:lnTo>
                                    <a:pt x="18" y="6"/>
                                  </a:lnTo>
                                  <a:lnTo>
                                    <a:pt x="18" y="5"/>
                                  </a:lnTo>
                                  <a:lnTo>
                                    <a:pt x="16" y="3"/>
                                  </a:lnTo>
                                  <a:lnTo>
                                    <a:pt x="15" y="2"/>
                                  </a:lnTo>
                                  <a:lnTo>
                                    <a:pt x="13" y="0"/>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96" name="Freeform 21"/>
                            <p:cNvSpPr>
                              <a:spLocks/>
                            </p:cNvSpPr>
                            <p:nvPr/>
                          </p:nvSpPr>
                          <p:spPr bwMode="auto">
                            <a:xfrm>
                              <a:off x="2186" y="2101"/>
                              <a:ext cx="79" cy="9"/>
                            </a:xfrm>
                            <a:custGeom>
                              <a:avLst/>
                              <a:gdLst>
                                <a:gd name="T0" fmla="*/ 5 w 79"/>
                                <a:gd name="T1" fmla="*/ 0 h 9"/>
                                <a:gd name="T2" fmla="*/ 3 w 79"/>
                                <a:gd name="T3" fmla="*/ 0 h 9"/>
                                <a:gd name="T4" fmla="*/ 2 w 79"/>
                                <a:gd name="T5" fmla="*/ 2 h 9"/>
                                <a:gd name="T6" fmla="*/ 0 w 79"/>
                                <a:gd name="T7" fmla="*/ 3 h 9"/>
                                <a:gd name="T8" fmla="*/ 0 w 79"/>
                                <a:gd name="T9" fmla="*/ 5 h 9"/>
                                <a:gd name="T10" fmla="*/ 0 w 79"/>
                                <a:gd name="T11" fmla="*/ 6 h 9"/>
                                <a:gd name="T12" fmla="*/ 0 w 79"/>
                                <a:gd name="T13" fmla="*/ 8 h 9"/>
                                <a:gd name="T14" fmla="*/ 2 w 79"/>
                                <a:gd name="T15" fmla="*/ 9 h 9"/>
                                <a:gd name="T16" fmla="*/ 3 w 79"/>
                                <a:gd name="T17" fmla="*/ 9 h 9"/>
                                <a:gd name="T18" fmla="*/ 73 w 79"/>
                                <a:gd name="T19" fmla="*/ 9 h 9"/>
                                <a:gd name="T20" fmla="*/ 74 w 79"/>
                                <a:gd name="T21" fmla="*/ 9 h 9"/>
                                <a:gd name="T22" fmla="*/ 76 w 79"/>
                                <a:gd name="T23" fmla="*/ 9 h 9"/>
                                <a:gd name="T24" fmla="*/ 77 w 79"/>
                                <a:gd name="T25" fmla="*/ 8 h 9"/>
                                <a:gd name="T26" fmla="*/ 79 w 79"/>
                                <a:gd name="T27" fmla="*/ 6 h 9"/>
                                <a:gd name="T28" fmla="*/ 79 w 79"/>
                                <a:gd name="T29" fmla="*/ 5 h 9"/>
                                <a:gd name="T30" fmla="*/ 77 w 79"/>
                                <a:gd name="T31" fmla="*/ 3 h 9"/>
                                <a:gd name="T32" fmla="*/ 76 w 79"/>
                                <a:gd name="T33" fmla="*/ 2 h 9"/>
                                <a:gd name="T34" fmla="*/ 74 w 79"/>
                                <a:gd name="T35" fmla="*/ 0 h 9"/>
                                <a:gd name="T36" fmla="*/ 5 w 79"/>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79"/>
                                <a:gd name="T58" fmla="*/ 0 h 9"/>
                                <a:gd name="T59" fmla="*/ 79 w 79"/>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79" h="9">
                                  <a:moveTo>
                                    <a:pt x="5" y="0"/>
                                  </a:moveTo>
                                  <a:lnTo>
                                    <a:pt x="3" y="0"/>
                                  </a:lnTo>
                                  <a:lnTo>
                                    <a:pt x="2" y="2"/>
                                  </a:lnTo>
                                  <a:lnTo>
                                    <a:pt x="0" y="3"/>
                                  </a:lnTo>
                                  <a:lnTo>
                                    <a:pt x="0" y="5"/>
                                  </a:lnTo>
                                  <a:lnTo>
                                    <a:pt x="0" y="6"/>
                                  </a:lnTo>
                                  <a:lnTo>
                                    <a:pt x="0" y="8"/>
                                  </a:lnTo>
                                  <a:lnTo>
                                    <a:pt x="2" y="9"/>
                                  </a:lnTo>
                                  <a:lnTo>
                                    <a:pt x="3" y="9"/>
                                  </a:lnTo>
                                  <a:lnTo>
                                    <a:pt x="73" y="9"/>
                                  </a:lnTo>
                                  <a:lnTo>
                                    <a:pt x="74" y="9"/>
                                  </a:lnTo>
                                  <a:lnTo>
                                    <a:pt x="76" y="9"/>
                                  </a:lnTo>
                                  <a:lnTo>
                                    <a:pt x="77" y="8"/>
                                  </a:lnTo>
                                  <a:lnTo>
                                    <a:pt x="79" y="6"/>
                                  </a:lnTo>
                                  <a:lnTo>
                                    <a:pt x="79" y="5"/>
                                  </a:lnTo>
                                  <a:lnTo>
                                    <a:pt x="77" y="3"/>
                                  </a:lnTo>
                                  <a:lnTo>
                                    <a:pt x="76" y="2"/>
                                  </a:lnTo>
                                  <a:lnTo>
                                    <a:pt x="74" y="0"/>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97" name="Freeform 22"/>
                            <p:cNvSpPr>
                              <a:spLocks/>
                            </p:cNvSpPr>
                            <p:nvPr/>
                          </p:nvSpPr>
                          <p:spPr bwMode="auto">
                            <a:xfrm>
                              <a:off x="2282" y="2101"/>
                              <a:ext cx="18" cy="9"/>
                            </a:xfrm>
                            <a:custGeom>
                              <a:avLst/>
                              <a:gdLst>
                                <a:gd name="T0" fmla="*/ 4 w 18"/>
                                <a:gd name="T1" fmla="*/ 0 h 9"/>
                                <a:gd name="T2" fmla="*/ 3 w 18"/>
                                <a:gd name="T3" fmla="*/ 0 h 9"/>
                                <a:gd name="T4" fmla="*/ 2 w 18"/>
                                <a:gd name="T5" fmla="*/ 2 h 9"/>
                                <a:gd name="T6" fmla="*/ 0 w 18"/>
                                <a:gd name="T7" fmla="*/ 3 h 9"/>
                                <a:gd name="T8" fmla="*/ 0 w 18"/>
                                <a:gd name="T9" fmla="*/ 5 h 9"/>
                                <a:gd name="T10" fmla="*/ 0 w 18"/>
                                <a:gd name="T11" fmla="*/ 6 h 9"/>
                                <a:gd name="T12" fmla="*/ 0 w 18"/>
                                <a:gd name="T13" fmla="*/ 8 h 9"/>
                                <a:gd name="T14" fmla="*/ 2 w 18"/>
                                <a:gd name="T15" fmla="*/ 9 h 9"/>
                                <a:gd name="T16" fmla="*/ 3 w 18"/>
                                <a:gd name="T17" fmla="*/ 9 h 9"/>
                                <a:gd name="T18" fmla="*/ 12 w 18"/>
                                <a:gd name="T19" fmla="*/ 9 h 9"/>
                                <a:gd name="T20" fmla="*/ 13 w 18"/>
                                <a:gd name="T21" fmla="*/ 9 h 9"/>
                                <a:gd name="T22" fmla="*/ 15 w 18"/>
                                <a:gd name="T23" fmla="*/ 9 h 9"/>
                                <a:gd name="T24" fmla="*/ 16 w 18"/>
                                <a:gd name="T25" fmla="*/ 8 h 9"/>
                                <a:gd name="T26" fmla="*/ 18 w 18"/>
                                <a:gd name="T27" fmla="*/ 6 h 9"/>
                                <a:gd name="T28" fmla="*/ 18 w 18"/>
                                <a:gd name="T29" fmla="*/ 5 h 9"/>
                                <a:gd name="T30" fmla="*/ 16 w 18"/>
                                <a:gd name="T31" fmla="*/ 3 h 9"/>
                                <a:gd name="T32" fmla="*/ 15 w 18"/>
                                <a:gd name="T33" fmla="*/ 2 h 9"/>
                                <a:gd name="T34" fmla="*/ 13 w 18"/>
                                <a:gd name="T35" fmla="*/ 0 h 9"/>
                                <a:gd name="T36" fmla="*/ 4 w 18"/>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8"/>
                                <a:gd name="T58" fmla="*/ 0 h 9"/>
                                <a:gd name="T59" fmla="*/ 18 w 18"/>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8" h="9">
                                  <a:moveTo>
                                    <a:pt x="4" y="0"/>
                                  </a:moveTo>
                                  <a:lnTo>
                                    <a:pt x="3" y="0"/>
                                  </a:lnTo>
                                  <a:lnTo>
                                    <a:pt x="2" y="2"/>
                                  </a:lnTo>
                                  <a:lnTo>
                                    <a:pt x="0" y="3"/>
                                  </a:lnTo>
                                  <a:lnTo>
                                    <a:pt x="0" y="5"/>
                                  </a:lnTo>
                                  <a:lnTo>
                                    <a:pt x="0" y="6"/>
                                  </a:lnTo>
                                  <a:lnTo>
                                    <a:pt x="0" y="8"/>
                                  </a:lnTo>
                                  <a:lnTo>
                                    <a:pt x="2" y="9"/>
                                  </a:lnTo>
                                  <a:lnTo>
                                    <a:pt x="3" y="9"/>
                                  </a:lnTo>
                                  <a:lnTo>
                                    <a:pt x="12" y="9"/>
                                  </a:lnTo>
                                  <a:lnTo>
                                    <a:pt x="13" y="9"/>
                                  </a:lnTo>
                                  <a:lnTo>
                                    <a:pt x="15" y="9"/>
                                  </a:lnTo>
                                  <a:lnTo>
                                    <a:pt x="16" y="8"/>
                                  </a:lnTo>
                                  <a:lnTo>
                                    <a:pt x="18" y="6"/>
                                  </a:lnTo>
                                  <a:lnTo>
                                    <a:pt x="18" y="5"/>
                                  </a:lnTo>
                                  <a:lnTo>
                                    <a:pt x="16" y="3"/>
                                  </a:lnTo>
                                  <a:lnTo>
                                    <a:pt x="15" y="2"/>
                                  </a:lnTo>
                                  <a:lnTo>
                                    <a:pt x="13"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98" name="Freeform 23"/>
                            <p:cNvSpPr>
                              <a:spLocks/>
                            </p:cNvSpPr>
                            <p:nvPr/>
                          </p:nvSpPr>
                          <p:spPr bwMode="auto">
                            <a:xfrm>
                              <a:off x="2317" y="2101"/>
                              <a:ext cx="78" cy="9"/>
                            </a:xfrm>
                            <a:custGeom>
                              <a:avLst/>
                              <a:gdLst>
                                <a:gd name="T0" fmla="*/ 4 w 78"/>
                                <a:gd name="T1" fmla="*/ 0 h 9"/>
                                <a:gd name="T2" fmla="*/ 3 w 78"/>
                                <a:gd name="T3" fmla="*/ 0 h 9"/>
                                <a:gd name="T4" fmla="*/ 1 w 78"/>
                                <a:gd name="T5" fmla="*/ 2 h 9"/>
                                <a:gd name="T6" fmla="*/ 0 w 78"/>
                                <a:gd name="T7" fmla="*/ 3 h 9"/>
                                <a:gd name="T8" fmla="*/ 0 w 78"/>
                                <a:gd name="T9" fmla="*/ 5 h 9"/>
                                <a:gd name="T10" fmla="*/ 0 w 78"/>
                                <a:gd name="T11" fmla="*/ 6 h 9"/>
                                <a:gd name="T12" fmla="*/ 0 w 78"/>
                                <a:gd name="T13" fmla="*/ 8 h 9"/>
                                <a:gd name="T14" fmla="*/ 1 w 78"/>
                                <a:gd name="T15" fmla="*/ 9 h 9"/>
                                <a:gd name="T16" fmla="*/ 3 w 78"/>
                                <a:gd name="T17" fmla="*/ 9 h 9"/>
                                <a:gd name="T18" fmla="*/ 73 w 78"/>
                                <a:gd name="T19" fmla="*/ 9 h 9"/>
                                <a:gd name="T20" fmla="*/ 74 w 78"/>
                                <a:gd name="T21" fmla="*/ 9 h 9"/>
                                <a:gd name="T22" fmla="*/ 76 w 78"/>
                                <a:gd name="T23" fmla="*/ 9 h 9"/>
                                <a:gd name="T24" fmla="*/ 77 w 78"/>
                                <a:gd name="T25" fmla="*/ 8 h 9"/>
                                <a:gd name="T26" fmla="*/ 78 w 78"/>
                                <a:gd name="T27" fmla="*/ 6 h 9"/>
                                <a:gd name="T28" fmla="*/ 78 w 78"/>
                                <a:gd name="T29" fmla="*/ 5 h 9"/>
                                <a:gd name="T30" fmla="*/ 77 w 78"/>
                                <a:gd name="T31" fmla="*/ 3 h 9"/>
                                <a:gd name="T32" fmla="*/ 76 w 78"/>
                                <a:gd name="T33" fmla="*/ 2 h 9"/>
                                <a:gd name="T34" fmla="*/ 74 w 78"/>
                                <a:gd name="T35" fmla="*/ 0 h 9"/>
                                <a:gd name="T36" fmla="*/ 4 w 78"/>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78"/>
                                <a:gd name="T58" fmla="*/ 0 h 9"/>
                                <a:gd name="T59" fmla="*/ 78 w 78"/>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78" h="9">
                                  <a:moveTo>
                                    <a:pt x="4" y="0"/>
                                  </a:moveTo>
                                  <a:lnTo>
                                    <a:pt x="3" y="0"/>
                                  </a:lnTo>
                                  <a:lnTo>
                                    <a:pt x="1" y="2"/>
                                  </a:lnTo>
                                  <a:lnTo>
                                    <a:pt x="0" y="3"/>
                                  </a:lnTo>
                                  <a:lnTo>
                                    <a:pt x="0" y="5"/>
                                  </a:lnTo>
                                  <a:lnTo>
                                    <a:pt x="0" y="6"/>
                                  </a:lnTo>
                                  <a:lnTo>
                                    <a:pt x="0" y="8"/>
                                  </a:lnTo>
                                  <a:lnTo>
                                    <a:pt x="1" y="9"/>
                                  </a:lnTo>
                                  <a:lnTo>
                                    <a:pt x="3" y="9"/>
                                  </a:lnTo>
                                  <a:lnTo>
                                    <a:pt x="73" y="9"/>
                                  </a:lnTo>
                                  <a:lnTo>
                                    <a:pt x="74" y="9"/>
                                  </a:lnTo>
                                  <a:lnTo>
                                    <a:pt x="76" y="9"/>
                                  </a:lnTo>
                                  <a:lnTo>
                                    <a:pt x="77" y="8"/>
                                  </a:lnTo>
                                  <a:lnTo>
                                    <a:pt x="78" y="6"/>
                                  </a:lnTo>
                                  <a:lnTo>
                                    <a:pt x="78" y="5"/>
                                  </a:lnTo>
                                  <a:lnTo>
                                    <a:pt x="77" y="3"/>
                                  </a:lnTo>
                                  <a:lnTo>
                                    <a:pt x="76" y="2"/>
                                  </a:lnTo>
                                  <a:lnTo>
                                    <a:pt x="74"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99" name="Freeform 24"/>
                            <p:cNvSpPr>
                              <a:spLocks/>
                            </p:cNvSpPr>
                            <p:nvPr/>
                          </p:nvSpPr>
                          <p:spPr bwMode="auto">
                            <a:xfrm>
                              <a:off x="2413" y="2101"/>
                              <a:ext cx="17" cy="9"/>
                            </a:xfrm>
                            <a:custGeom>
                              <a:avLst/>
                              <a:gdLst>
                                <a:gd name="T0" fmla="*/ 4 w 17"/>
                                <a:gd name="T1" fmla="*/ 0 h 9"/>
                                <a:gd name="T2" fmla="*/ 3 w 17"/>
                                <a:gd name="T3" fmla="*/ 0 h 9"/>
                                <a:gd name="T4" fmla="*/ 1 w 17"/>
                                <a:gd name="T5" fmla="*/ 2 h 9"/>
                                <a:gd name="T6" fmla="*/ 0 w 17"/>
                                <a:gd name="T7" fmla="*/ 3 h 9"/>
                                <a:gd name="T8" fmla="*/ 0 w 17"/>
                                <a:gd name="T9" fmla="*/ 5 h 9"/>
                                <a:gd name="T10" fmla="*/ 0 w 17"/>
                                <a:gd name="T11" fmla="*/ 6 h 9"/>
                                <a:gd name="T12" fmla="*/ 0 w 17"/>
                                <a:gd name="T13" fmla="*/ 8 h 9"/>
                                <a:gd name="T14" fmla="*/ 1 w 17"/>
                                <a:gd name="T15" fmla="*/ 9 h 9"/>
                                <a:gd name="T16" fmla="*/ 3 w 17"/>
                                <a:gd name="T17" fmla="*/ 9 h 9"/>
                                <a:gd name="T18" fmla="*/ 11 w 17"/>
                                <a:gd name="T19" fmla="*/ 9 h 9"/>
                                <a:gd name="T20" fmla="*/ 13 w 17"/>
                                <a:gd name="T21" fmla="*/ 9 h 9"/>
                                <a:gd name="T22" fmla="*/ 14 w 17"/>
                                <a:gd name="T23" fmla="*/ 9 h 9"/>
                                <a:gd name="T24" fmla="*/ 16 w 17"/>
                                <a:gd name="T25" fmla="*/ 8 h 9"/>
                                <a:gd name="T26" fmla="*/ 17 w 17"/>
                                <a:gd name="T27" fmla="*/ 6 h 9"/>
                                <a:gd name="T28" fmla="*/ 17 w 17"/>
                                <a:gd name="T29" fmla="*/ 5 h 9"/>
                                <a:gd name="T30" fmla="*/ 16 w 17"/>
                                <a:gd name="T31" fmla="*/ 3 h 9"/>
                                <a:gd name="T32" fmla="*/ 14 w 17"/>
                                <a:gd name="T33" fmla="*/ 2 h 9"/>
                                <a:gd name="T34" fmla="*/ 13 w 17"/>
                                <a:gd name="T35" fmla="*/ 0 h 9"/>
                                <a:gd name="T36" fmla="*/ 4 w 17"/>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7"/>
                                <a:gd name="T58" fmla="*/ 0 h 9"/>
                                <a:gd name="T59" fmla="*/ 17 w 17"/>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7" h="9">
                                  <a:moveTo>
                                    <a:pt x="4" y="0"/>
                                  </a:moveTo>
                                  <a:lnTo>
                                    <a:pt x="3" y="0"/>
                                  </a:lnTo>
                                  <a:lnTo>
                                    <a:pt x="1" y="2"/>
                                  </a:lnTo>
                                  <a:lnTo>
                                    <a:pt x="0" y="3"/>
                                  </a:lnTo>
                                  <a:lnTo>
                                    <a:pt x="0" y="5"/>
                                  </a:lnTo>
                                  <a:lnTo>
                                    <a:pt x="0" y="6"/>
                                  </a:lnTo>
                                  <a:lnTo>
                                    <a:pt x="0" y="8"/>
                                  </a:lnTo>
                                  <a:lnTo>
                                    <a:pt x="1" y="9"/>
                                  </a:lnTo>
                                  <a:lnTo>
                                    <a:pt x="3" y="9"/>
                                  </a:lnTo>
                                  <a:lnTo>
                                    <a:pt x="11" y="9"/>
                                  </a:lnTo>
                                  <a:lnTo>
                                    <a:pt x="13" y="9"/>
                                  </a:lnTo>
                                  <a:lnTo>
                                    <a:pt x="14" y="9"/>
                                  </a:lnTo>
                                  <a:lnTo>
                                    <a:pt x="16" y="8"/>
                                  </a:lnTo>
                                  <a:lnTo>
                                    <a:pt x="17" y="6"/>
                                  </a:lnTo>
                                  <a:lnTo>
                                    <a:pt x="17" y="5"/>
                                  </a:lnTo>
                                  <a:lnTo>
                                    <a:pt x="16" y="3"/>
                                  </a:lnTo>
                                  <a:lnTo>
                                    <a:pt x="14" y="2"/>
                                  </a:lnTo>
                                  <a:lnTo>
                                    <a:pt x="13"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00" name="Freeform 25"/>
                            <p:cNvSpPr>
                              <a:spLocks/>
                            </p:cNvSpPr>
                            <p:nvPr/>
                          </p:nvSpPr>
                          <p:spPr bwMode="auto">
                            <a:xfrm>
                              <a:off x="2448" y="2101"/>
                              <a:ext cx="78" cy="9"/>
                            </a:xfrm>
                            <a:custGeom>
                              <a:avLst/>
                              <a:gdLst>
                                <a:gd name="T0" fmla="*/ 4 w 78"/>
                                <a:gd name="T1" fmla="*/ 0 h 9"/>
                                <a:gd name="T2" fmla="*/ 3 w 78"/>
                                <a:gd name="T3" fmla="*/ 0 h 9"/>
                                <a:gd name="T4" fmla="*/ 1 w 78"/>
                                <a:gd name="T5" fmla="*/ 2 h 9"/>
                                <a:gd name="T6" fmla="*/ 0 w 78"/>
                                <a:gd name="T7" fmla="*/ 3 h 9"/>
                                <a:gd name="T8" fmla="*/ 0 w 78"/>
                                <a:gd name="T9" fmla="*/ 5 h 9"/>
                                <a:gd name="T10" fmla="*/ 0 w 78"/>
                                <a:gd name="T11" fmla="*/ 6 h 9"/>
                                <a:gd name="T12" fmla="*/ 0 w 78"/>
                                <a:gd name="T13" fmla="*/ 8 h 9"/>
                                <a:gd name="T14" fmla="*/ 1 w 78"/>
                                <a:gd name="T15" fmla="*/ 9 h 9"/>
                                <a:gd name="T16" fmla="*/ 3 w 78"/>
                                <a:gd name="T17" fmla="*/ 9 h 9"/>
                                <a:gd name="T18" fmla="*/ 72 w 78"/>
                                <a:gd name="T19" fmla="*/ 9 h 9"/>
                                <a:gd name="T20" fmla="*/ 74 w 78"/>
                                <a:gd name="T21" fmla="*/ 9 h 9"/>
                                <a:gd name="T22" fmla="*/ 75 w 78"/>
                                <a:gd name="T23" fmla="*/ 9 h 9"/>
                                <a:gd name="T24" fmla="*/ 77 w 78"/>
                                <a:gd name="T25" fmla="*/ 8 h 9"/>
                                <a:gd name="T26" fmla="*/ 78 w 78"/>
                                <a:gd name="T27" fmla="*/ 6 h 9"/>
                                <a:gd name="T28" fmla="*/ 78 w 78"/>
                                <a:gd name="T29" fmla="*/ 5 h 9"/>
                                <a:gd name="T30" fmla="*/ 77 w 78"/>
                                <a:gd name="T31" fmla="*/ 3 h 9"/>
                                <a:gd name="T32" fmla="*/ 75 w 78"/>
                                <a:gd name="T33" fmla="*/ 2 h 9"/>
                                <a:gd name="T34" fmla="*/ 74 w 78"/>
                                <a:gd name="T35" fmla="*/ 0 h 9"/>
                                <a:gd name="T36" fmla="*/ 4 w 78"/>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78"/>
                                <a:gd name="T58" fmla="*/ 0 h 9"/>
                                <a:gd name="T59" fmla="*/ 78 w 78"/>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78" h="9">
                                  <a:moveTo>
                                    <a:pt x="4" y="0"/>
                                  </a:moveTo>
                                  <a:lnTo>
                                    <a:pt x="3" y="0"/>
                                  </a:lnTo>
                                  <a:lnTo>
                                    <a:pt x="1" y="2"/>
                                  </a:lnTo>
                                  <a:lnTo>
                                    <a:pt x="0" y="3"/>
                                  </a:lnTo>
                                  <a:lnTo>
                                    <a:pt x="0" y="5"/>
                                  </a:lnTo>
                                  <a:lnTo>
                                    <a:pt x="0" y="6"/>
                                  </a:lnTo>
                                  <a:lnTo>
                                    <a:pt x="0" y="8"/>
                                  </a:lnTo>
                                  <a:lnTo>
                                    <a:pt x="1" y="9"/>
                                  </a:lnTo>
                                  <a:lnTo>
                                    <a:pt x="3" y="9"/>
                                  </a:lnTo>
                                  <a:lnTo>
                                    <a:pt x="72" y="9"/>
                                  </a:lnTo>
                                  <a:lnTo>
                                    <a:pt x="74" y="9"/>
                                  </a:lnTo>
                                  <a:lnTo>
                                    <a:pt x="75" y="9"/>
                                  </a:lnTo>
                                  <a:lnTo>
                                    <a:pt x="77" y="8"/>
                                  </a:lnTo>
                                  <a:lnTo>
                                    <a:pt x="78" y="6"/>
                                  </a:lnTo>
                                  <a:lnTo>
                                    <a:pt x="78" y="5"/>
                                  </a:lnTo>
                                  <a:lnTo>
                                    <a:pt x="77" y="3"/>
                                  </a:lnTo>
                                  <a:lnTo>
                                    <a:pt x="75" y="2"/>
                                  </a:lnTo>
                                  <a:lnTo>
                                    <a:pt x="74"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01" name="Freeform 26"/>
                            <p:cNvSpPr>
                              <a:spLocks/>
                            </p:cNvSpPr>
                            <p:nvPr/>
                          </p:nvSpPr>
                          <p:spPr bwMode="auto">
                            <a:xfrm>
                              <a:off x="2544" y="2101"/>
                              <a:ext cx="17" cy="9"/>
                            </a:xfrm>
                            <a:custGeom>
                              <a:avLst/>
                              <a:gdLst>
                                <a:gd name="T0" fmla="*/ 4 w 17"/>
                                <a:gd name="T1" fmla="*/ 0 h 9"/>
                                <a:gd name="T2" fmla="*/ 2 w 17"/>
                                <a:gd name="T3" fmla="*/ 0 h 9"/>
                                <a:gd name="T4" fmla="*/ 1 w 17"/>
                                <a:gd name="T5" fmla="*/ 2 h 9"/>
                                <a:gd name="T6" fmla="*/ 0 w 17"/>
                                <a:gd name="T7" fmla="*/ 3 h 9"/>
                                <a:gd name="T8" fmla="*/ 0 w 17"/>
                                <a:gd name="T9" fmla="*/ 5 h 9"/>
                                <a:gd name="T10" fmla="*/ 0 w 17"/>
                                <a:gd name="T11" fmla="*/ 6 h 9"/>
                                <a:gd name="T12" fmla="*/ 0 w 17"/>
                                <a:gd name="T13" fmla="*/ 8 h 9"/>
                                <a:gd name="T14" fmla="*/ 1 w 17"/>
                                <a:gd name="T15" fmla="*/ 9 h 9"/>
                                <a:gd name="T16" fmla="*/ 2 w 17"/>
                                <a:gd name="T17" fmla="*/ 9 h 9"/>
                                <a:gd name="T18" fmla="*/ 11 w 17"/>
                                <a:gd name="T19" fmla="*/ 9 h 9"/>
                                <a:gd name="T20" fmla="*/ 13 w 17"/>
                                <a:gd name="T21" fmla="*/ 9 h 9"/>
                                <a:gd name="T22" fmla="*/ 14 w 17"/>
                                <a:gd name="T23" fmla="*/ 9 h 9"/>
                                <a:gd name="T24" fmla="*/ 16 w 17"/>
                                <a:gd name="T25" fmla="*/ 8 h 9"/>
                                <a:gd name="T26" fmla="*/ 17 w 17"/>
                                <a:gd name="T27" fmla="*/ 6 h 9"/>
                                <a:gd name="T28" fmla="*/ 17 w 17"/>
                                <a:gd name="T29" fmla="*/ 5 h 9"/>
                                <a:gd name="T30" fmla="*/ 16 w 17"/>
                                <a:gd name="T31" fmla="*/ 3 h 9"/>
                                <a:gd name="T32" fmla="*/ 14 w 17"/>
                                <a:gd name="T33" fmla="*/ 2 h 9"/>
                                <a:gd name="T34" fmla="*/ 13 w 17"/>
                                <a:gd name="T35" fmla="*/ 0 h 9"/>
                                <a:gd name="T36" fmla="*/ 4 w 17"/>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7"/>
                                <a:gd name="T58" fmla="*/ 0 h 9"/>
                                <a:gd name="T59" fmla="*/ 17 w 17"/>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7" h="9">
                                  <a:moveTo>
                                    <a:pt x="4" y="0"/>
                                  </a:moveTo>
                                  <a:lnTo>
                                    <a:pt x="2" y="0"/>
                                  </a:lnTo>
                                  <a:lnTo>
                                    <a:pt x="1" y="2"/>
                                  </a:lnTo>
                                  <a:lnTo>
                                    <a:pt x="0" y="3"/>
                                  </a:lnTo>
                                  <a:lnTo>
                                    <a:pt x="0" y="5"/>
                                  </a:lnTo>
                                  <a:lnTo>
                                    <a:pt x="0" y="6"/>
                                  </a:lnTo>
                                  <a:lnTo>
                                    <a:pt x="0" y="8"/>
                                  </a:lnTo>
                                  <a:lnTo>
                                    <a:pt x="1" y="9"/>
                                  </a:lnTo>
                                  <a:lnTo>
                                    <a:pt x="2" y="9"/>
                                  </a:lnTo>
                                  <a:lnTo>
                                    <a:pt x="11" y="9"/>
                                  </a:lnTo>
                                  <a:lnTo>
                                    <a:pt x="13" y="9"/>
                                  </a:lnTo>
                                  <a:lnTo>
                                    <a:pt x="14" y="9"/>
                                  </a:lnTo>
                                  <a:lnTo>
                                    <a:pt x="16" y="8"/>
                                  </a:lnTo>
                                  <a:lnTo>
                                    <a:pt x="17" y="6"/>
                                  </a:lnTo>
                                  <a:lnTo>
                                    <a:pt x="17" y="5"/>
                                  </a:lnTo>
                                  <a:lnTo>
                                    <a:pt x="16" y="3"/>
                                  </a:lnTo>
                                  <a:lnTo>
                                    <a:pt x="14" y="2"/>
                                  </a:lnTo>
                                  <a:lnTo>
                                    <a:pt x="13"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02" name="Freeform 27"/>
                            <p:cNvSpPr>
                              <a:spLocks/>
                            </p:cNvSpPr>
                            <p:nvPr/>
                          </p:nvSpPr>
                          <p:spPr bwMode="auto">
                            <a:xfrm>
                              <a:off x="2578" y="2101"/>
                              <a:ext cx="79" cy="9"/>
                            </a:xfrm>
                            <a:custGeom>
                              <a:avLst/>
                              <a:gdLst>
                                <a:gd name="T0" fmla="*/ 5 w 79"/>
                                <a:gd name="T1" fmla="*/ 0 h 9"/>
                                <a:gd name="T2" fmla="*/ 3 w 79"/>
                                <a:gd name="T3" fmla="*/ 0 h 9"/>
                                <a:gd name="T4" fmla="*/ 2 w 79"/>
                                <a:gd name="T5" fmla="*/ 2 h 9"/>
                                <a:gd name="T6" fmla="*/ 0 w 79"/>
                                <a:gd name="T7" fmla="*/ 3 h 9"/>
                                <a:gd name="T8" fmla="*/ 0 w 79"/>
                                <a:gd name="T9" fmla="*/ 5 h 9"/>
                                <a:gd name="T10" fmla="*/ 0 w 79"/>
                                <a:gd name="T11" fmla="*/ 6 h 9"/>
                                <a:gd name="T12" fmla="*/ 0 w 79"/>
                                <a:gd name="T13" fmla="*/ 8 h 9"/>
                                <a:gd name="T14" fmla="*/ 2 w 79"/>
                                <a:gd name="T15" fmla="*/ 9 h 9"/>
                                <a:gd name="T16" fmla="*/ 3 w 79"/>
                                <a:gd name="T17" fmla="*/ 9 h 9"/>
                                <a:gd name="T18" fmla="*/ 73 w 79"/>
                                <a:gd name="T19" fmla="*/ 9 h 9"/>
                                <a:gd name="T20" fmla="*/ 74 w 79"/>
                                <a:gd name="T21" fmla="*/ 9 h 9"/>
                                <a:gd name="T22" fmla="*/ 76 w 79"/>
                                <a:gd name="T23" fmla="*/ 9 h 9"/>
                                <a:gd name="T24" fmla="*/ 77 w 79"/>
                                <a:gd name="T25" fmla="*/ 8 h 9"/>
                                <a:gd name="T26" fmla="*/ 79 w 79"/>
                                <a:gd name="T27" fmla="*/ 6 h 9"/>
                                <a:gd name="T28" fmla="*/ 79 w 79"/>
                                <a:gd name="T29" fmla="*/ 5 h 9"/>
                                <a:gd name="T30" fmla="*/ 77 w 79"/>
                                <a:gd name="T31" fmla="*/ 3 h 9"/>
                                <a:gd name="T32" fmla="*/ 76 w 79"/>
                                <a:gd name="T33" fmla="*/ 2 h 9"/>
                                <a:gd name="T34" fmla="*/ 74 w 79"/>
                                <a:gd name="T35" fmla="*/ 0 h 9"/>
                                <a:gd name="T36" fmla="*/ 5 w 79"/>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79"/>
                                <a:gd name="T58" fmla="*/ 0 h 9"/>
                                <a:gd name="T59" fmla="*/ 79 w 79"/>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79" h="9">
                                  <a:moveTo>
                                    <a:pt x="5" y="0"/>
                                  </a:moveTo>
                                  <a:lnTo>
                                    <a:pt x="3" y="0"/>
                                  </a:lnTo>
                                  <a:lnTo>
                                    <a:pt x="2" y="2"/>
                                  </a:lnTo>
                                  <a:lnTo>
                                    <a:pt x="0" y="3"/>
                                  </a:lnTo>
                                  <a:lnTo>
                                    <a:pt x="0" y="5"/>
                                  </a:lnTo>
                                  <a:lnTo>
                                    <a:pt x="0" y="6"/>
                                  </a:lnTo>
                                  <a:lnTo>
                                    <a:pt x="0" y="8"/>
                                  </a:lnTo>
                                  <a:lnTo>
                                    <a:pt x="2" y="9"/>
                                  </a:lnTo>
                                  <a:lnTo>
                                    <a:pt x="3" y="9"/>
                                  </a:lnTo>
                                  <a:lnTo>
                                    <a:pt x="73" y="9"/>
                                  </a:lnTo>
                                  <a:lnTo>
                                    <a:pt x="74" y="9"/>
                                  </a:lnTo>
                                  <a:lnTo>
                                    <a:pt x="76" y="9"/>
                                  </a:lnTo>
                                  <a:lnTo>
                                    <a:pt x="77" y="8"/>
                                  </a:lnTo>
                                  <a:lnTo>
                                    <a:pt x="79" y="6"/>
                                  </a:lnTo>
                                  <a:lnTo>
                                    <a:pt x="79" y="5"/>
                                  </a:lnTo>
                                  <a:lnTo>
                                    <a:pt x="77" y="3"/>
                                  </a:lnTo>
                                  <a:lnTo>
                                    <a:pt x="76" y="2"/>
                                  </a:lnTo>
                                  <a:lnTo>
                                    <a:pt x="74" y="0"/>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03" name="Freeform 28"/>
                            <p:cNvSpPr>
                              <a:spLocks/>
                            </p:cNvSpPr>
                            <p:nvPr/>
                          </p:nvSpPr>
                          <p:spPr bwMode="auto">
                            <a:xfrm>
                              <a:off x="2674" y="2101"/>
                              <a:ext cx="18" cy="9"/>
                            </a:xfrm>
                            <a:custGeom>
                              <a:avLst/>
                              <a:gdLst>
                                <a:gd name="T0" fmla="*/ 5 w 18"/>
                                <a:gd name="T1" fmla="*/ 0 h 9"/>
                                <a:gd name="T2" fmla="*/ 3 w 18"/>
                                <a:gd name="T3" fmla="*/ 0 h 9"/>
                                <a:gd name="T4" fmla="*/ 2 w 18"/>
                                <a:gd name="T5" fmla="*/ 2 h 9"/>
                                <a:gd name="T6" fmla="*/ 0 w 18"/>
                                <a:gd name="T7" fmla="*/ 3 h 9"/>
                                <a:gd name="T8" fmla="*/ 0 w 18"/>
                                <a:gd name="T9" fmla="*/ 5 h 9"/>
                                <a:gd name="T10" fmla="*/ 0 w 18"/>
                                <a:gd name="T11" fmla="*/ 6 h 9"/>
                                <a:gd name="T12" fmla="*/ 0 w 18"/>
                                <a:gd name="T13" fmla="*/ 8 h 9"/>
                                <a:gd name="T14" fmla="*/ 2 w 18"/>
                                <a:gd name="T15" fmla="*/ 9 h 9"/>
                                <a:gd name="T16" fmla="*/ 3 w 18"/>
                                <a:gd name="T17" fmla="*/ 9 h 9"/>
                                <a:gd name="T18" fmla="*/ 12 w 18"/>
                                <a:gd name="T19" fmla="*/ 9 h 9"/>
                                <a:gd name="T20" fmla="*/ 13 w 18"/>
                                <a:gd name="T21" fmla="*/ 9 h 9"/>
                                <a:gd name="T22" fmla="*/ 15 w 18"/>
                                <a:gd name="T23" fmla="*/ 9 h 9"/>
                                <a:gd name="T24" fmla="*/ 16 w 18"/>
                                <a:gd name="T25" fmla="*/ 8 h 9"/>
                                <a:gd name="T26" fmla="*/ 18 w 18"/>
                                <a:gd name="T27" fmla="*/ 6 h 9"/>
                                <a:gd name="T28" fmla="*/ 18 w 18"/>
                                <a:gd name="T29" fmla="*/ 5 h 9"/>
                                <a:gd name="T30" fmla="*/ 16 w 18"/>
                                <a:gd name="T31" fmla="*/ 3 h 9"/>
                                <a:gd name="T32" fmla="*/ 15 w 18"/>
                                <a:gd name="T33" fmla="*/ 2 h 9"/>
                                <a:gd name="T34" fmla="*/ 13 w 18"/>
                                <a:gd name="T35" fmla="*/ 0 h 9"/>
                                <a:gd name="T36" fmla="*/ 5 w 18"/>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8"/>
                                <a:gd name="T58" fmla="*/ 0 h 9"/>
                                <a:gd name="T59" fmla="*/ 18 w 18"/>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8" h="9">
                                  <a:moveTo>
                                    <a:pt x="5" y="0"/>
                                  </a:moveTo>
                                  <a:lnTo>
                                    <a:pt x="3" y="0"/>
                                  </a:lnTo>
                                  <a:lnTo>
                                    <a:pt x="2" y="2"/>
                                  </a:lnTo>
                                  <a:lnTo>
                                    <a:pt x="0" y="3"/>
                                  </a:lnTo>
                                  <a:lnTo>
                                    <a:pt x="0" y="5"/>
                                  </a:lnTo>
                                  <a:lnTo>
                                    <a:pt x="0" y="6"/>
                                  </a:lnTo>
                                  <a:lnTo>
                                    <a:pt x="0" y="8"/>
                                  </a:lnTo>
                                  <a:lnTo>
                                    <a:pt x="2" y="9"/>
                                  </a:lnTo>
                                  <a:lnTo>
                                    <a:pt x="3" y="9"/>
                                  </a:lnTo>
                                  <a:lnTo>
                                    <a:pt x="12" y="9"/>
                                  </a:lnTo>
                                  <a:lnTo>
                                    <a:pt x="13" y="9"/>
                                  </a:lnTo>
                                  <a:lnTo>
                                    <a:pt x="15" y="9"/>
                                  </a:lnTo>
                                  <a:lnTo>
                                    <a:pt x="16" y="8"/>
                                  </a:lnTo>
                                  <a:lnTo>
                                    <a:pt x="18" y="6"/>
                                  </a:lnTo>
                                  <a:lnTo>
                                    <a:pt x="18" y="5"/>
                                  </a:lnTo>
                                  <a:lnTo>
                                    <a:pt x="16" y="3"/>
                                  </a:lnTo>
                                  <a:lnTo>
                                    <a:pt x="15" y="2"/>
                                  </a:lnTo>
                                  <a:lnTo>
                                    <a:pt x="13" y="0"/>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04" name="Freeform 29"/>
                            <p:cNvSpPr>
                              <a:spLocks/>
                            </p:cNvSpPr>
                            <p:nvPr/>
                          </p:nvSpPr>
                          <p:spPr bwMode="auto">
                            <a:xfrm>
                              <a:off x="2709" y="2101"/>
                              <a:ext cx="79" cy="9"/>
                            </a:xfrm>
                            <a:custGeom>
                              <a:avLst/>
                              <a:gdLst>
                                <a:gd name="T0" fmla="*/ 4 w 79"/>
                                <a:gd name="T1" fmla="*/ 0 h 9"/>
                                <a:gd name="T2" fmla="*/ 3 w 79"/>
                                <a:gd name="T3" fmla="*/ 0 h 9"/>
                                <a:gd name="T4" fmla="*/ 2 w 79"/>
                                <a:gd name="T5" fmla="*/ 2 h 9"/>
                                <a:gd name="T6" fmla="*/ 0 w 79"/>
                                <a:gd name="T7" fmla="*/ 3 h 9"/>
                                <a:gd name="T8" fmla="*/ 0 w 79"/>
                                <a:gd name="T9" fmla="*/ 5 h 9"/>
                                <a:gd name="T10" fmla="*/ 0 w 79"/>
                                <a:gd name="T11" fmla="*/ 6 h 9"/>
                                <a:gd name="T12" fmla="*/ 0 w 79"/>
                                <a:gd name="T13" fmla="*/ 8 h 9"/>
                                <a:gd name="T14" fmla="*/ 2 w 79"/>
                                <a:gd name="T15" fmla="*/ 9 h 9"/>
                                <a:gd name="T16" fmla="*/ 3 w 79"/>
                                <a:gd name="T17" fmla="*/ 9 h 9"/>
                                <a:gd name="T18" fmla="*/ 73 w 79"/>
                                <a:gd name="T19" fmla="*/ 9 h 9"/>
                                <a:gd name="T20" fmla="*/ 74 w 79"/>
                                <a:gd name="T21" fmla="*/ 9 h 9"/>
                                <a:gd name="T22" fmla="*/ 76 w 79"/>
                                <a:gd name="T23" fmla="*/ 9 h 9"/>
                                <a:gd name="T24" fmla="*/ 77 w 79"/>
                                <a:gd name="T25" fmla="*/ 8 h 9"/>
                                <a:gd name="T26" fmla="*/ 79 w 79"/>
                                <a:gd name="T27" fmla="*/ 6 h 9"/>
                                <a:gd name="T28" fmla="*/ 79 w 79"/>
                                <a:gd name="T29" fmla="*/ 5 h 9"/>
                                <a:gd name="T30" fmla="*/ 77 w 79"/>
                                <a:gd name="T31" fmla="*/ 3 h 9"/>
                                <a:gd name="T32" fmla="*/ 76 w 79"/>
                                <a:gd name="T33" fmla="*/ 2 h 9"/>
                                <a:gd name="T34" fmla="*/ 74 w 79"/>
                                <a:gd name="T35" fmla="*/ 0 h 9"/>
                                <a:gd name="T36" fmla="*/ 4 w 79"/>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79"/>
                                <a:gd name="T58" fmla="*/ 0 h 9"/>
                                <a:gd name="T59" fmla="*/ 79 w 79"/>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79" h="9">
                                  <a:moveTo>
                                    <a:pt x="4" y="0"/>
                                  </a:moveTo>
                                  <a:lnTo>
                                    <a:pt x="3" y="0"/>
                                  </a:lnTo>
                                  <a:lnTo>
                                    <a:pt x="2" y="2"/>
                                  </a:lnTo>
                                  <a:lnTo>
                                    <a:pt x="0" y="3"/>
                                  </a:lnTo>
                                  <a:lnTo>
                                    <a:pt x="0" y="5"/>
                                  </a:lnTo>
                                  <a:lnTo>
                                    <a:pt x="0" y="6"/>
                                  </a:lnTo>
                                  <a:lnTo>
                                    <a:pt x="0" y="8"/>
                                  </a:lnTo>
                                  <a:lnTo>
                                    <a:pt x="2" y="9"/>
                                  </a:lnTo>
                                  <a:lnTo>
                                    <a:pt x="3" y="9"/>
                                  </a:lnTo>
                                  <a:lnTo>
                                    <a:pt x="73" y="9"/>
                                  </a:lnTo>
                                  <a:lnTo>
                                    <a:pt x="74" y="9"/>
                                  </a:lnTo>
                                  <a:lnTo>
                                    <a:pt x="76" y="9"/>
                                  </a:lnTo>
                                  <a:lnTo>
                                    <a:pt x="77" y="8"/>
                                  </a:lnTo>
                                  <a:lnTo>
                                    <a:pt x="79" y="6"/>
                                  </a:lnTo>
                                  <a:lnTo>
                                    <a:pt x="79" y="5"/>
                                  </a:lnTo>
                                  <a:lnTo>
                                    <a:pt x="77" y="3"/>
                                  </a:lnTo>
                                  <a:lnTo>
                                    <a:pt x="76" y="2"/>
                                  </a:lnTo>
                                  <a:lnTo>
                                    <a:pt x="74"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05" name="Freeform 30"/>
                            <p:cNvSpPr>
                              <a:spLocks/>
                            </p:cNvSpPr>
                            <p:nvPr/>
                          </p:nvSpPr>
                          <p:spPr bwMode="auto">
                            <a:xfrm>
                              <a:off x="2805" y="2101"/>
                              <a:ext cx="17" cy="9"/>
                            </a:xfrm>
                            <a:custGeom>
                              <a:avLst/>
                              <a:gdLst>
                                <a:gd name="T0" fmla="*/ 4 w 17"/>
                                <a:gd name="T1" fmla="*/ 0 h 9"/>
                                <a:gd name="T2" fmla="*/ 3 w 17"/>
                                <a:gd name="T3" fmla="*/ 0 h 9"/>
                                <a:gd name="T4" fmla="*/ 1 w 17"/>
                                <a:gd name="T5" fmla="*/ 2 h 9"/>
                                <a:gd name="T6" fmla="*/ 0 w 17"/>
                                <a:gd name="T7" fmla="*/ 3 h 9"/>
                                <a:gd name="T8" fmla="*/ 0 w 17"/>
                                <a:gd name="T9" fmla="*/ 5 h 9"/>
                                <a:gd name="T10" fmla="*/ 0 w 17"/>
                                <a:gd name="T11" fmla="*/ 6 h 9"/>
                                <a:gd name="T12" fmla="*/ 0 w 17"/>
                                <a:gd name="T13" fmla="*/ 8 h 9"/>
                                <a:gd name="T14" fmla="*/ 1 w 17"/>
                                <a:gd name="T15" fmla="*/ 9 h 9"/>
                                <a:gd name="T16" fmla="*/ 3 w 17"/>
                                <a:gd name="T17" fmla="*/ 9 h 9"/>
                                <a:gd name="T18" fmla="*/ 12 w 17"/>
                                <a:gd name="T19" fmla="*/ 9 h 9"/>
                                <a:gd name="T20" fmla="*/ 13 w 17"/>
                                <a:gd name="T21" fmla="*/ 9 h 9"/>
                                <a:gd name="T22" fmla="*/ 14 w 17"/>
                                <a:gd name="T23" fmla="*/ 9 h 9"/>
                                <a:gd name="T24" fmla="*/ 16 w 17"/>
                                <a:gd name="T25" fmla="*/ 8 h 9"/>
                                <a:gd name="T26" fmla="*/ 17 w 17"/>
                                <a:gd name="T27" fmla="*/ 6 h 9"/>
                                <a:gd name="T28" fmla="*/ 17 w 17"/>
                                <a:gd name="T29" fmla="*/ 5 h 9"/>
                                <a:gd name="T30" fmla="*/ 16 w 17"/>
                                <a:gd name="T31" fmla="*/ 3 h 9"/>
                                <a:gd name="T32" fmla="*/ 14 w 17"/>
                                <a:gd name="T33" fmla="*/ 2 h 9"/>
                                <a:gd name="T34" fmla="*/ 13 w 17"/>
                                <a:gd name="T35" fmla="*/ 0 h 9"/>
                                <a:gd name="T36" fmla="*/ 4 w 17"/>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7"/>
                                <a:gd name="T58" fmla="*/ 0 h 9"/>
                                <a:gd name="T59" fmla="*/ 17 w 17"/>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7" h="9">
                                  <a:moveTo>
                                    <a:pt x="4" y="0"/>
                                  </a:moveTo>
                                  <a:lnTo>
                                    <a:pt x="3" y="0"/>
                                  </a:lnTo>
                                  <a:lnTo>
                                    <a:pt x="1" y="2"/>
                                  </a:lnTo>
                                  <a:lnTo>
                                    <a:pt x="0" y="3"/>
                                  </a:lnTo>
                                  <a:lnTo>
                                    <a:pt x="0" y="5"/>
                                  </a:lnTo>
                                  <a:lnTo>
                                    <a:pt x="0" y="6"/>
                                  </a:lnTo>
                                  <a:lnTo>
                                    <a:pt x="0" y="8"/>
                                  </a:lnTo>
                                  <a:lnTo>
                                    <a:pt x="1" y="9"/>
                                  </a:lnTo>
                                  <a:lnTo>
                                    <a:pt x="3" y="9"/>
                                  </a:lnTo>
                                  <a:lnTo>
                                    <a:pt x="12" y="9"/>
                                  </a:lnTo>
                                  <a:lnTo>
                                    <a:pt x="13" y="9"/>
                                  </a:lnTo>
                                  <a:lnTo>
                                    <a:pt x="14" y="9"/>
                                  </a:lnTo>
                                  <a:lnTo>
                                    <a:pt x="16" y="8"/>
                                  </a:lnTo>
                                  <a:lnTo>
                                    <a:pt x="17" y="6"/>
                                  </a:lnTo>
                                  <a:lnTo>
                                    <a:pt x="17" y="5"/>
                                  </a:lnTo>
                                  <a:lnTo>
                                    <a:pt x="16" y="3"/>
                                  </a:lnTo>
                                  <a:lnTo>
                                    <a:pt x="14" y="2"/>
                                  </a:lnTo>
                                  <a:lnTo>
                                    <a:pt x="13"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06" name="Freeform 31"/>
                            <p:cNvSpPr>
                              <a:spLocks/>
                            </p:cNvSpPr>
                            <p:nvPr/>
                          </p:nvSpPr>
                          <p:spPr bwMode="auto">
                            <a:xfrm>
                              <a:off x="2840" y="2101"/>
                              <a:ext cx="78" cy="9"/>
                            </a:xfrm>
                            <a:custGeom>
                              <a:avLst/>
                              <a:gdLst>
                                <a:gd name="T0" fmla="*/ 4 w 78"/>
                                <a:gd name="T1" fmla="*/ 0 h 9"/>
                                <a:gd name="T2" fmla="*/ 3 w 78"/>
                                <a:gd name="T3" fmla="*/ 0 h 9"/>
                                <a:gd name="T4" fmla="*/ 1 w 78"/>
                                <a:gd name="T5" fmla="*/ 2 h 9"/>
                                <a:gd name="T6" fmla="*/ 0 w 78"/>
                                <a:gd name="T7" fmla="*/ 3 h 9"/>
                                <a:gd name="T8" fmla="*/ 0 w 78"/>
                                <a:gd name="T9" fmla="*/ 5 h 9"/>
                                <a:gd name="T10" fmla="*/ 0 w 78"/>
                                <a:gd name="T11" fmla="*/ 6 h 9"/>
                                <a:gd name="T12" fmla="*/ 0 w 78"/>
                                <a:gd name="T13" fmla="*/ 8 h 9"/>
                                <a:gd name="T14" fmla="*/ 1 w 78"/>
                                <a:gd name="T15" fmla="*/ 9 h 9"/>
                                <a:gd name="T16" fmla="*/ 3 w 78"/>
                                <a:gd name="T17" fmla="*/ 9 h 9"/>
                                <a:gd name="T18" fmla="*/ 72 w 78"/>
                                <a:gd name="T19" fmla="*/ 9 h 9"/>
                                <a:gd name="T20" fmla="*/ 74 w 78"/>
                                <a:gd name="T21" fmla="*/ 9 h 9"/>
                                <a:gd name="T22" fmla="*/ 75 w 78"/>
                                <a:gd name="T23" fmla="*/ 9 h 9"/>
                                <a:gd name="T24" fmla="*/ 77 w 78"/>
                                <a:gd name="T25" fmla="*/ 8 h 9"/>
                                <a:gd name="T26" fmla="*/ 78 w 78"/>
                                <a:gd name="T27" fmla="*/ 6 h 9"/>
                                <a:gd name="T28" fmla="*/ 78 w 78"/>
                                <a:gd name="T29" fmla="*/ 5 h 9"/>
                                <a:gd name="T30" fmla="*/ 77 w 78"/>
                                <a:gd name="T31" fmla="*/ 3 h 9"/>
                                <a:gd name="T32" fmla="*/ 75 w 78"/>
                                <a:gd name="T33" fmla="*/ 2 h 9"/>
                                <a:gd name="T34" fmla="*/ 74 w 78"/>
                                <a:gd name="T35" fmla="*/ 0 h 9"/>
                                <a:gd name="T36" fmla="*/ 4 w 78"/>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78"/>
                                <a:gd name="T58" fmla="*/ 0 h 9"/>
                                <a:gd name="T59" fmla="*/ 78 w 78"/>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78" h="9">
                                  <a:moveTo>
                                    <a:pt x="4" y="0"/>
                                  </a:moveTo>
                                  <a:lnTo>
                                    <a:pt x="3" y="0"/>
                                  </a:lnTo>
                                  <a:lnTo>
                                    <a:pt x="1" y="2"/>
                                  </a:lnTo>
                                  <a:lnTo>
                                    <a:pt x="0" y="3"/>
                                  </a:lnTo>
                                  <a:lnTo>
                                    <a:pt x="0" y="5"/>
                                  </a:lnTo>
                                  <a:lnTo>
                                    <a:pt x="0" y="6"/>
                                  </a:lnTo>
                                  <a:lnTo>
                                    <a:pt x="0" y="8"/>
                                  </a:lnTo>
                                  <a:lnTo>
                                    <a:pt x="1" y="9"/>
                                  </a:lnTo>
                                  <a:lnTo>
                                    <a:pt x="3" y="9"/>
                                  </a:lnTo>
                                  <a:lnTo>
                                    <a:pt x="72" y="9"/>
                                  </a:lnTo>
                                  <a:lnTo>
                                    <a:pt x="74" y="9"/>
                                  </a:lnTo>
                                  <a:lnTo>
                                    <a:pt x="75" y="9"/>
                                  </a:lnTo>
                                  <a:lnTo>
                                    <a:pt x="77" y="8"/>
                                  </a:lnTo>
                                  <a:lnTo>
                                    <a:pt x="78" y="6"/>
                                  </a:lnTo>
                                  <a:lnTo>
                                    <a:pt x="78" y="5"/>
                                  </a:lnTo>
                                  <a:lnTo>
                                    <a:pt x="77" y="3"/>
                                  </a:lnTo>
                                  <a:lnTo>
                                    <a:pt x="75" y="2"/>
                                  </a:lnTo>
                                  <a:lnTo>
                                    <a:pt x="74"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07" name="Freeform 32"/>
                            <p:cNvSpPr>
                              <a:spLocks/>
                            </p:cNvSpPr>
                            <p:nvPr/>
                          </p:nvSpPr>
                          <p:spPr bwMode="auto">
                            <a:xfrm>
                              <a:off x="2936" y="2101"/>
                              <a:ext cx="17" cy="9"/>
                            </a:xfrm>
                            <a:custGeom>
                              <a:avLst/>
                              <a:gdLst>
                                <a:gd name="T0" fmla="*/ 4 w 17"/>
                                <a:gd name="T1" fmla="*/ 0 h 9"/>
                                <a:gd name="T2" fmla="*/ 3 w 17"/>
                                <a:gd name="T3" fmla="*/ 0 h 9"/>
                                <a:gd name="T4" fmla="*/ 1 w 17"/>
                                <a:gd name="T5" fmla="*/ 2 h 9"/>
                                <a:gd name="T6" fmla="*/ 0 w 17"/>
                                <a:gd name="T7" fmla="*/ 3 h 9"/>
                                <a:gd name="T8" fmla="*/ 0 w 17"/>
                                <a:gd name="T9" fmla="*/ 5 h 9"/>
                                <a:gd name="T10" fmla="*/ 0 w 17"/>
                                <a:gd name="T11" fmla="*/ 6 h 9"/>
                                <a:gd name="T12" fmla="*/ 0 w 17"/>
                                <a:gd name="T13" fmla="*/ 8 h 9"/>
                                <a:gd name="T14" fmla="*/ 1 w 17"/>
                                <a:gd name="T15" fmla="*/ 9 h 9"/>
                                <a:gd name="T16" fmla="*/ 3 w 17"/>
                                <a:gd name="T17" fmla="*/ 9 h 9"/>
                                <a:gd name="T18" fmla="*/ 11 w 17"/>
                                <a:gd name="T19" fmla="*/ 9 h 9"/>
                                <a:gd name="T20" fmla="*/ 13 w 17"/>
                                <a:gd name="T21" fmla="*/ 9 h 9"/>
                                <a:gd name="T22" fmla="*/ 14 w 17"/>
                                <a:gd name="T23" fmla="*/ 9 h 9"/>
                                <a:gd name="T24" fmla="*/ 16 w 17"/>
                                <a:gd name="T25" fmla="*/ 8 h 9"/>
                                <a:gd name="T26" fmla="*/ 17 w 17"/>
                                <a:gd name="T27" fmla="*/ 6 h 9"/>
                                <a:gd name="T28" fmla="*/ 17 w 17"/>
                                <a:gd name="T29" fmla="*/ 5 h 9"/>
                                <a:gd name="T30" fmla="*/ 16 w 17"/>
                                <a:gd name="T31" fmla="*/ 3 h 9"/>
                                <a:gd name="T32" fmla="*/ 14 w 17"/>
                                <a:gd name="T33" fmla="*/ 2 h 9"/>
                                <a:gd name="T34" fmla="*/ 13 w 17"/>
                                <a:gd name="T35" fmla="*/ 0 h 9"/>
                                <a:gd name="T36" fmla="*/ 4 w 17"/>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7"/>
                                <a:gd name="T58" fmla="*/ 0 h 9"/>
                                <a:gd name="T59" fmla="*/ 17 w 17"/>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7" h="9">
                                  <a:moveTo>
                                    <a:pt x="4" y="0"/>
                                  </a:moveTo>
                                  <a:lnTo>
                                    <a:pt x="3" y="0"/>
                                  </a:lnTo>
                                  <a:lnTo>
                                    <a:pt x="1" y="2"/>
                                  </a:lnTo>
                                  <a:lnTo>
                                    <a:pt x="0" y="3"/>
                                  </a:lnTo>
                                  <a:lnTo>
                                    <a:pt x="0" y="5"/>
                                  </a:lnTo>
                                  <a:lnTo>
                                    <a:pt x="0" y="6"/>
                                  </a:lnTo>
                                  <a:lnTo>
                                    <a:pt x="0" y="8"/>
                                  </a:lnTo>
                                  <a:lnTo>
                                    <a:pt x="1" y="9"/>
                                  </a:lnTo>
                                  <a:lnTo>
                                    <a:pt x="3" y="9"/>
                                  </a:lnTo>
                                  <a:lnTo>
                                    <a:pt x="11" y="9"/>
                                  </a:lnTo>
                                  <a:lnTo>
                                    <a:pt x="13" y="9"/>
                                  </a:lnTo>
                                  <a:lnTo>
                                    <a:pt x="14" y="9"/>
                                  </a:lnTo>
                                  <a:lnTo>
                                    <a:pt x="16" y="8"/>
                                  </a:lnTo>
                                  <a:lnTo>
                                    <a:pt x="17" y="6"/>
                                  </a:lnTo>
                                  <a:lnTo>
                                    <a:pt x="17" y="5"/>
                                  </a:lnTo>
                                  <a:lnTo>
                                    <a:pt x="16" y="3"/>
                                  </a:lnTo>
                                  <a:lnTo>
                                    <a:pt x="14" y="2"/>
                                  </a:lnTo>
                                  <a:lnTo>
                                    <a:pt x="13"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08" name="Freeform 33"/>
                            <p:cNvSpPr>
                              <a:spLocks/>
                            </p:cNvSpPr>
                            <p:nvPr/>
                          </p:nvSpPr>
                          <p:spPr bwMode="auto">
                            <a:xfrm>
                              <a:off x="2971" y="2101"/>
                              <a:ext cx="78" cy="9"/>
                            </a:xfrm>
                            <a:custGeom>
                              <a:avLst/>
                              <a:gdLst>
                                <a:gd name="T0" fmla="*/ 4 w 78"/>
                                <a:gd name="T1" fmla="*/ 0 h 9"/>
                                <a:gd name="T2" fmla="*/ 2 w 78"/>
                                <a:gd name="T3" fmla="*/ 0 h 9"/>
                                <a:gd name="T4" fmla="*/ 1 w 78"/>
                                <a:gd name="T5" fmla="*/ 2 h 9"/>
                                <a:gd name="T6" fmla="*/ 0 w 78"/>
                                <a:gd name="T7" fmla="*/ 3 h 9"/>
                                <a:gd name="T8" fmla="*/ 0 w 78"/>
                                <a:gd name="T9" fmla="*/ 5 h 9"/>
                                <a:gd name="T10" fmla="*/ 0 w 78"/>
                                <a:gd name="T11" fmla="*/ 6 h 9"/>
                                <a:gd name="T12" fmla="*/ 0 w 78"/>
                                <a:gd name="T13" fmla="*/ 8 h 9"/>
                                <a:gd name="T14" fmla="*/ 1 w 78"/>
                                <a:gd name="T15" fmla="*/ 9 h 9"/>
                                <a:gd name="T16" fmla="*/ 2 w 78"/>
                                <a:gd name="T17" fmla="*/ 9 h 9"/>
                                <a:gd name="T18" fmla="*/ 72 w 78"/>
                                <a:gd name="T19" fmla="*/ 9 h 9"/>
                                <a:gd name="T20" fmla="*/ 74 w 78"/>
                                <a:gd name="T21" fmla="*/ 9 h 9"/>
                                <a:gd name="T22" fmla="*/ 75 w 78"/>
                                <a:gd name="T23" fmla="*/ 9 h 9"/>
                                <a:gd name="T24" fmla="*/ 76 w 78"/>
                                <a:gd name="T25" fmla="*/ 8 h 9"/>
                                <a:gd name="T26" fmla="*/ 78 w 78"/>
                                <a:gd name="T27" fmla="*/ 6 h 9"/>
                                <a:gd name="T28" fmla="*/ 78 w 78"/>
                                <a:gd name="T29" fmla="*/ 5 h 9"/>
                                <a:gd name="T30" fmla="*/ 76 w 78"/>
                                <a:gd name="T31" fmla="*/ 3 h 9"/>
                                <a:gd name="T32" fmla="*/ 75 w 78"/>
                                <a:gd name="T33" fmla="*/ 2 h 9"/>
                                <a:gd name="T34" fmla="*/ 74 w 78"/>
                                <a:gd name="T35" fmla="*/ 0 h 9"/>
                                <a:gd name="T36" fmla="*/ 4 w 78"/>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78"/>
                                <a:gd name="T58" fmla="*/ 0 h 9"/>
                                <a:gd name="T59" fmla="*/ 78 w 78"/>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78" h="9">
                                  <a:moveTo>
                                    <a:pt x="4" y="0"/>
                                  </a:moveTo>
                                  <a:lnTo>
                                    <a:pt x="2" y="0"/>
                                  </a:lnTo>
                                  <a:lnTo>
                                    <a:pt x="1" y="2"/>
                                  </a:lnTo>
                                  <a:lnTo>
                                    <a:pt x="0" y="3"/>
                                  </a:lnTo>
                                  <a:lnTo>
                                    <a:pt x="0" y="5"/>
                                  </a:lnTo>
                                  <a:lnTo>
                                    <a:pt x="0" y="6"/>
                                  </a:lnTo>
                                  <a:lnTo>
                                    <a:pt x="0" y="8"/>
                                  </a:lnTo>
                                  <a:lnTo>
                                    <a:pt x="1" y="9"/>
                                  </a:lnTo>
                                  <a:lnTo>
                                    <a:pt x="2" y="9"/>
                                  </a:lnTo>
                                  <a:lnTo>
                                    <a:pt x="72" y="9"/>
                                  </a:lnTo>
                                  <a:lnTo>
                                    <a:pt x="74" y="9"/>
                                  </a:lnTo>
                                  <a:lnTo>
                                    <a:pt x="75" y="9"/>
                                  </a:lnTo>
                                  <a:lnTo>
                                    <a:pt x="76" y="8"/>
                                  </a:lnTo>
                                  <a:lnTo>
                                    <a:pt x="78" y="6"/>
                                  </a:lnTo>
                                  <a:lnTo>
                                    <a:pt x="78" y="5"/>
                                  </a:lnTo>
                                  <a:lnTo>
                                    <a:pt x="76" y="3"/>
                                  </a:lnTo>
                                  <a:lnTo>
                                    <a:pt x="75" y="2"/>
                                  </a:lnTo>
                                  <a:lnTo>
                                    <a:pt x="74"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09" name="Freeform 34"/>
                            <p:cNvSpPr>
                              <a:spLocks/>
                            </p:cNvSpPr>
                            <p:nvPr/>
                          </p:nvSpPr>
                          <p:spPr bwMode="auto">
                            <a:xfrm>
                              <a:off x="3066" y="2101"/>
                              <a:ext cx="18" cy="9"/>
                            </a:xfrm>
                            <a:custGeom>
                              <a:avLst/>
                              <a:gdLst>
                                <a:gd name="T0" fmla="*/ 5 w 18"/>
                                <a:gd name="T1" fmla="*/ 0 h 9"/>
                                <a:gd name="T2" fmla="*/ 3 w 18"/>
                                <a:gd name="T3" fmla="*/ 0 h 9"/>
                                <a:gd name="T4" fmla="*/ 2 w 18"/>
                                <a:gd name="T5" fmla="*/ 2 h 9"/>
                                <a:gd name="T6" fmla="*/ 0 w 18"/>
                                <a:gd name="T7" fmla="*/ 3 h 9"/>
                                <a:gd name="T8" fmla="*/ 0 w 18"/>
                                <a:gd name="T9" fmla="*/ 5 h 9"/>
                                <a:gd name="T10" fmla="*/ 0 w 18"/>
                                <a:gd name="T11" fmla="*/ 6 h 9"/>
                                <a:gd name="T12" fmla="*/ 0 w 18"/>
                                <a:gd name="T13" fmla="*/ 8 h 9"/>
                                <a:gd name="T14" fmla="*/ 2 w 18"/>
                                <a:gd name="T15" fmla="*/ 9 h 9"/>
                                <a:gd name="T16" fmla="*/ 3 w 18"/>
                                <a:gd name="T17" fmla="*/ 9 h 9"/>
                                <a:gd name="T18" fmla="*/ 12 w 18"/>
                                <a:gd name="T19" fmla="*/ 9 h 9"/>
                                <a:gd name="T20" fmla="*/ 13 w 18"/>
                                <a:gd name="T21" fmla="*/ 9 h 9"/>
                                <a:gd name="T22" fmla="*/ 15 w 18"/>
                                <a:gd name="T23" fmla="*/ 9 h 9"/>
                                <a:gd name="T24" fmla="*/ 16 w 18"/>
                                <a:gd name="T25" fmla="*/ 8 h 9"/>
                                <a:gd name="T26" fmla="*/ 18 w 18"/>
                                <a:gd name="T27" fmla="*/ 6 h 9"/>
                                <a:gd name="T28" fmla="*/ 18 w 18"/>
                                <a:gd name="T29" fmla="*/ 5 h 9"/>
                                <a:gd name="T30" fmla="*/ 16 w 18"/>
                                <a:gd name="T31" fmla="*/ 3 h 9"/>
                                <a:gd name="T32" fmla="*/ 15 w 18"/>
                                <a:gd name="T33" fmla="*/ 2 h 9"/>
                                <a:gd name="T34" fmla="*/ 13 w 18"/>
                                <a:gd name="T35" fmla="*/ 0 h 9"/>
                                <a:gd name="T36" fmla="*/ 5 w 18"/>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8"/>
                                <a:gd name="T58" fmla="*/ 0 h 9"/>
                                <a:gd name="T59" fmla="*/ 18 w 18"/>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8" h="9">
                                  <a:moveTo>
                                    <a:pt x="5" y="0"/>
                                  </a:moveTo>
                                  <a:lnTo>
                                    <a:pt x="3" y="0"/>
                                  </a:lnTo>
                                  <a:lnTo>
                                    <a:pt x="2" y="2"/>
                                  </a:lnTo>
                                  <a:lnTo>
                                    <a:pt x="0" y="3"/>
                                  </a:lnTo>
                                  <a:lnTo>
                                    <a:pt x="0" y="5"/>
                                  </a:lnTo>
                                  <a:lnTo>
                                    <a:pt x="0" y="6"/>
                                  </a:lnTo>
                                  <a:lnTo>
                                    <a:pt x="0" y="8"/>
                                  </a:lnTo>
                                  <a:lnTo>
                                    <a:pt x="2" y="9"/>
                                  </a:lnTo>
                                  <a:lnTo>
                                    <a:pt x="3" y="9"/>
                                  </a:lnTo>
                                  <a:lnTo>
                                    <a:pt x="12" y="9"/>
                                  </a:lnTo>
                                  <a:lnTo>
                                    <a:pt x="13" y="9"/>
                                  </a:lnTo>
                                  <a:lnTo>
                                    <a:pt x="15" y="9"/>
                                  </a:lnTo>
                                  <a:lnTo>
                                    <a:pt x="16" y="8"/>
                                  </a:lnTo>
                                  <a:lnTo>
                                    <a:pt x="18" y="6"/>
                                  </a:lnTo>
                                  <a:lnTo>
                                    <a:pt x="18" y="5"/>
                                  </a:lnTo>
                                  <a:lnTo>
                                    <a:pt x="16" y="3"/>
                                  </a:lnTo>
                                  <a:lnTo>
                                    <a:pt x="15" y="2"/>
                                  </a:lnTo>
                                  <a:lnTo>
                                    <a:pt x="13" y="0"/>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10" name="Freeform 35"/>
                            <p:cNvSpPr>
                              <a:spLocks/>
                            </p:cNvSpPr>
                            <p:nvPr/>
                          </p:nvSpPr>
                          <p:spPr bwMode="auto">
                            <a:xfrm>
                              <a:off x="3101" y="2101"/>
                              <a:ext cx="79" cy="9"/>
                            </a:xfrm>
                            <a:custGeom>
                              <a:avLst/>
                              <a:gdLst>
                                <a:gd name="T0" fmla="*/ 5 w 79"/>
                                <a:gd name="T1" fmla="*/ 0 h 9"/>
                                <a:gd name="T2" fmla="*/ 3 w 79"/>
                                <a:gd name="T3" fmla="*/ 0 h 9"/>
                                <a:gd name="T4" fmla="*/ 2 w 79"/>
                                <a:gd name="T5" fmla="*/ 2 h 9"/>
                                <a:gd name="T6" fmla="*/ 0 w 79"/>
                                <a:gd name="T7" fmla="*/ 3 h 9"/>
                                <a:gd name="T8" fmla="*/ 0 w 79"/>
                                <a:gd name="T9" fmla="*/ 5 h 9"/>
                                <a:gd name="T10" fmla="*/ 0 w 79"/>
                                <a:gd name="T11" fmla="*/ 6 h 9"/>
                                <a:gd name="T12" fmla="*/ 0 w 79"/>
                                <a:gd name="T13" fmla="*/ 8 h 9"/>
                                <a:gd name="T14" fmla="*/ 2 w 79"/>
                                <a:gd name="T15" fmla="*/ 9 h 9"/>
                                <a:gd name="T16" fmla="*/ 3 w 79"/>
                                <a:gd name="T17" fmla="*/ 9 h 9"/>
                                <a:gd name="T18" fmla="*/ 73 w 79"/>
                                <a:gd name="T19" fmla="*/ 9 h 9"/>
                                <a:gd name="T20" fmla="*/ 74 w 79"/>
                                <a:gd name="T21" fmla="*/ 9 h 9"/>
                                <a:gd name="T22" fmla="*/ 76 w 79"/>
                                <a:gd name="T23" fmla="*/ 9 h 9"/>
                                <a:gd name="T24" fmla="*/ 77 w 79"/>
                                <a:gd name="T25" fmla="*/ 8 h 9"/>
                                <a:gd name="T26" fmla="*/ 79 w 79"/>
                                <a:gd name="T27" fmla="*/ 6 h 9"/>
                                <a:gd name="T28" fmla="*/ 79 w 79"/>
                                <a:gd name="T29" fmla="*/ 5 h 9"/>
                                <a:gd name="T30" fmla="*/ 77 w 79"/>
                                <a:gd name="T31" fmla="*/ 3 h 9"/>
                                <a:gd name="T32" fmla="*/ 76 w 79"/>
                                <a:gd name="T33" fmla="*/ 2 h 9"/>
                                <a:gd name="T34" fmla="*/ 74 w 79"/>
                                <a:gd name="T35" fmla="*/ 0 h 9"/>
                                <a:gd name="T36" fmla="*/ 5 w 79"/>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79"/>
                                <a:gd name="T58" fmla="*/ 0 h 9"/>
                                <a:gd name="T59" fmla="*/ 79 w 79"/>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79" h="9">
                                  <a:moveTo>
                                    <a:pt x="5" y="0"/>
                                  </a:moveTo>
                                  <a:lnTo>
                                    <a:pt x="3" y="0"/>
                                  </a:lnTo>
                                  <a:lnTo>
                                    <a:pt x="2" y="2"/>
                                  </a:lnTo>
                                  <a:lnTo>
                                    <a:pt x="0" y="3"/>
                                  </a:lnTo>
                                  <a:lnTo>
                                    <a:pt x="0" y="5"/>
                                  </a:lnTo>
                                  <a:lnTo>
                                    <a:pt x="0" y="6"/>
                                  </a:lnTo>
                                  <a:lnTo>
                                    <a:pt x="0" y="8"/>
                                  </a:lnTo>
                                  <a:lnTo>
                                    <a:pt x="2" y="9"/>
                                  </a:lnTo>
                                  <a:lnTo>
                                    <a:pt x="3" y="9"/>
                                  </a:lnTo>
                                  <a:lnTo>
                                    <a:pt x="73" y="9"/>
                                  </a:lnTo>
                                  <a:lnTo>
                                    <a:pt x="74" y="9"/>
                                  </a:lnTo>
                                  <a:lnTo>
                                    <a:pt x="76" y="9"/>
                                  </a:lnTo>
                                  <a:lnTo>
                                    <a:pt x="77" y="8"/>
                                  </a:lnTo>
                                  <a:lnTo>
                                    <a:pt x="79" y="6"/>
                                  </a:lnTo>
                                  <a:lnTo>
                                    <a:pt x="79" y="5"/>
                                  </a:lnTo>
                                  <a:lnTo>
                                    <a:pt x="77" y="3"/>
                                  </a:lnTo>
                                  <a:lnTo>
                                    <a:pt x="76" y="2"/>
                                  </a:lnTo>
                                  <a:lnTo>
                                    <a:pt x="74" y="0"/>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11" name="Freeform 36"/>
                            <p:cNvSpPr>
                              <a:spLocks/>
                            </p:cNvSpPr>
                            <p:nvPr/>
                          </p:nvSpPr>
                          <p:spPr bwMode="auto">
                            <a:xfrm>
                              <a:off x="3197" y="2101"/>
                              <a:ext cx="18" cy="9"/>
                            </a:xfrm>
                            <a:custGeom>
                              <a:avLst/>
                              <a:gdLst>
                                <a:gd name="T0" fmla="*/ 4 w 18"/>
                                <a:gd name="T1" fmla="*/ 0 h 9"/>
                                <a:gd name="T2" fmla="*/ 3 w 18"/>
                                <a:gd name="T3" fmla="*/ 0 h 9"/>
                                <a:gd name="T4" fmla="*/ 2 w 18"/>
                                <a:gd name="T5" fmla="*/ 2 h 9"/>
                                <a:gd name="T6" fmla="*/ 0 w 18"/>
                                <a:gd name="T7" fmla="*/ 3 h 9"/>
                                <a:gd name="T8" fmla="*/ 0 w 18"/>
                                <a:gd name="T9" fmla="*/ 5 h 9"/>
                                <a:gd name="T10" fmla="*/ 0 w 18"/>
                                <a:gd name="T11" fmla="*/ 6 h 9"/>
                                <a:gd name="T12" fmla="*/ 0 w 18"/>
                                <a:gd name="T13" fmla="*/ 8 h 9"/>
                                <a:gd name="T14" fmla="*/ 2 w 18"/>
                                <a:gd name="T15" fmla="*/ 9 h 9"/>
                                <a:gd name="T16" fmla="*/ 3 w 18"/>
                                <a:gd name="T17" fmla="*/ 9 h 9"/>
                                <a:gd name="T18" fmla="*/ 12 w 18"/>
                                <a:gd name="T19" fmla="*/ 9 h 9"/>
                                <a:gd name="T20" fmla="*/ 13 w 18"/>
                                <a:gd name="T21" fmla="*/ 9 h 9"/>
                                <a:gd name="T22" fmla="*/ 15 w 18"/>
                                <a:gd name="T23" fmla="*/ 9 h 9"/>
                                <a:gd name="T24" fmla="*/ 16 w 18"/>
                                <a:gd name="T25" fmla="*/ 8 h 9"/>
                                <a:gd name="T26" fmla="*/ 18 w 18"/>
                                <a:gd name="T27" fmla="*/ 6 h 9"/>
                                <a:gd name="T28" fmla="*/ 18 w 18"/>
                                <a:gd name="T29" fmla="*/ 5 h 9"/>
                                <a:gd name="T30" fmla="*/ 16 w 18"/>
                                <a:gd name="T31" fmla="*/ 3 h 9"/>
                                <a:gd name="T32" fmla="*/ 15 w 18"/>
                                <a:gd name="T33" fmla="*/ 2 h 9"/>
                                <a:gd name="T34" fmla="*/ 13 w 18"/>
                                <a:gd name="T35" fmla="*/ 0 h 9"/>
                                <a:gd name="T36" fmla="*/ 4 w 18"/>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8"/>
                                <a:gd name="T58" fmla="*/ 0 h 9"/>
                                <a:gd name="T59" fmla="*/ 18 w 18"/>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8" h="9">
                                  <a:moveTo>
                                    <a:pt x="4" y="0"/>
                                  </a:moveTo>
                                  <a:lnTo>
                                    <a:pt x="3" y="0"/>
                                  </a:lnTo>
                                  <a:lnTo>
                                    <a:pt x="2" y="2"/>
                                  </a:lnTo>
                                  <a:lnTo>
                                    <a:pt x="0" y="3"/>
                                  </a:lnTo>
                                  <a:lnTo>
                                    <a:pt x="0" y="5"/>
                                  </a:lnTo>
                                  <a:lnTo>
                                    <a:pt x="0" y="6"/>
                                  </a:lnTo>
                                  <a:lnTo>
                                    <a:pt x="0" y="8"/>
                                  </a:lnTo>
                                  <a:lnTo>
                                    <a:pt x="2" y="9"/>
                                  </a:lnTo>
                                  <a:lnTo>
                                    <a:pt x="3" y="9"/>
                                  </a:lnTo>
                                  <a:lnTo>
                                    <a:pt x="12" y="9"/>
                                  </a:lnTo>
                                  <a:lnTo>
                                    <a:pt x="13" y="9"/>
                                  </a:lnTo>
                                  <a:lnTo>
                                    <a:pt x="15" y="9"/>
                                  </a:lnTo>
                                  <a:lnTo>
                                    <a:pt x="16" y="8"/>
                                  </a:lnTo>
                                  <a:lnTo>
                                    <a:pt x="18" y="6"/>
                                  </a:lnTo>
                                  <a:lnTo>
                                    <a:pt x="18" y="5"/>
                                  </a:lnTo>
                                  <a:lnTo>
                                    <a:pt x="16" y="3"/>
                                  </a:lnTo>
                                  <a:lnTo>
                                    <a:pt x="15" y="2"/>
                                  </a:lnTo>
                                  <a:lnTo>
                                    <a:pt x="13"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12" name="Freeform 37"/>
                            <p:cNvSpPr>
                              <a:spLocks/>
                            </p:cNvSpPr>
                            <p:nvPr/>
                          </p:nvSpPr>
                          <p:spPr bwMode="auto">
                            <a:xfrm>
                              <a:off x="3232" y="2101"/>
                              <a:ext cx="78" cy="9"/>
                            </a:xfrm>
                            <a:custGeom>
                              <a:avLst/>
                              <a:gdLst>
                                <a:gd name="T0" fmla="*/ 4 w 78"/>
                                <a:gd name="T1" fmla="*/ 0 h 9"/>
                                <a:gd name="T2" fmla="*/ 3 w 78"/>
                                <a:gd name="T3" fmla="*/ 0 h 9"/>
                                <a:gd name="T4" fmla="*/ 1 w 78"/>
                                <a:gd name="T5" fmla="*/ 2 h 9"/>
                                <a:gd name="T6" fmla="*/ 0 w 78"/>
                                <a:gd name="T7" fmla="*/ 3 h 9"/>
                                <a:gd name="T8" fmla="*/ 0 w 78"/>
                                <a:gd name="T9" fmla="*/ 5 h 9"/>
                                <a:gd name="T10" fmla="*/ 0 w 78"/>
                                <a:gd name="T11" fmla="*/ 6 h 9"/>
                                <a:gd name="T12" fmla="*/ 0 w 78"/>
                                <a:gd name="T13" fmla="*/ 8 h 9"/>
                                <a:gd name="T14" fmla="*/ 1 w 78"/>
                                <a:gd name="T15" fmla="*/ 9 h 9"/>
                                <a:gd name="T16" fmla="*/ 3 w 78"/>
                                <a:gd name="T17" fmla="*/ 9 h 9"/>
                                <a:gd name="T18" fmla="*/ 73 w 78"/>
                                <a:gd name="T19" fmla="*/ 9 h 9"/>
                                <a:gd name="T20" fmla="*/ 74 w 78"/>
                                <a:gd name="T21" fmla="*/ 9 h 9"/>
                                <a:gd name="T22" fmla="*/ 75 w 78"/>
                                <a:gd name="T23" fmla="*/ 9 h 9"/>
                                <a:gd name="T24" fmla="*/ 77 w 78"/>
                                <a:gd name="T25" fmla="*/ 8 h 9"/>
                                <a:gd name="T26" fmla="*/ 78 w 78"/>
                                <a:gd name="T27" fmla="*/ 6 h 9"/>
                                <a:gd name="T28" fmla="*/ 78 w 78"/>
                                <a:gd name="T29" fmla="*/ 5 h 9"/>
                                <a:gd name="T30" fmla="*/ 77 w 78"/>
                                <a:gd name="T31" fmla="*/ 3 h 9"/>
                                <a:gd name="T32" fmla="*/ 75 w 78"/>
                                <a:gd name="T33" fmla="*/ 2 h 9"/>
                                <a:gd name="T34" fmla="*/ 74 w 78"/>
                                <a:gd name="T35" fmla="*/ 0 h 9"/>
                                <a:gd name="T36" fmla="*/ 4 w 78"/>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78"/>
                                <a:gd name="T58" fmla="*/ 0 h 9"/>
                                <a:gd name="T59" fmla="*/ 78 w 78"/>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78" h="9">
                                  <a:moveTo>
                                    <a:pt x="4" y="0"/>
                                  </a:moveTo>
                                  <a:lnTo>
                                    <a:pt x="3" y="0"/>
                                  </a:lnTo>
                                  <a:lnTo>
                                    <a:pt x="1" y="2"/>
                                  </a:lnTo>
                                  <a:lnTo>
                                    <a:pt x="0" y="3"/>
                                  </a:lnTo>
                                  <a:lnTo>
                                    <a:pt x="0" y="5"/>
                                  </a:lnTo>
                                  <a:lnTo>
                                    <a:pt x="0" y="6"/>
                                  </a:lnTo>
                                  <a:lnTo>
                                    <a:pt x="0" y="8"/>
                                  </a:lnTo>
                                  <a:lnTo>
                                    <a:pt x="1" y="9"/>
                                  </a:lnTo>
                                  <a:lnTo>
                                    <a:pt x="3" y="9"/>
                                  </a:lnTo>
                                  <a:lnTo>
                                    <a:pt x="73" y="9"/>
                                  </a:lnTo>
                                  <a:lnTo>
                                    <a:pt x="74" y="9"/>
                                  </a:lnTo>
                                  <a:lnTo>
                                    <a:pt x="75" y="9"/>
                                  </a:lnTo>
                                  <a:lnTo>
                                    <a:pt x="77" y="8"/>
                                  </a:lnTo>
                                  <a:lnTo>
                                    <a:pt x="78" y="6"/>
                                  </a:lnTo>
                                  <a:lnTo>
                                    <a:pt x="78" y="5"/>
                                  </a:lnTo>
                                  <a:lnTo>
                                    <a:pt x="77" y="3"/>
                                  </a:lnTo>
                                  <a:lnTo>
                                    <a:pt x="75" y="2"/>
                                  </a:lnTo>
                                  <a:lnTo>
                                    <a:pt x="74"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13" name="Freeform 38"/>
                            <p:cNvSpPr>
                              <a:spLocks/>
                            </p:cNvSpPr>
                            <p:nvPr/>
                          </p:nvSpPr>
                          <p:spPr bwMode="auto">
                            <a:xfrm>
                              <a:off x="3328" y="2101"/>
                              <a:ext cx="17" cy="9"/>
                            </a:xfrm>
                            <a:custGeom>
                              <a:avLst/>
                              <a:gdLst>
                                <a:gd name="T0" fmla="*/ 4 w 17"/>
                                <a:gd name="T1" fmla="*/ 0 h 9"/>
                                <a:gd name="T2" fmla="*/ 3 w 17"/>
                                <a:gd name="T3" fmla="*/ 0 h 9"/>
                                <a:gd name="T4" fmla="*/ 1 w 17"/>
                                <a:gd name="T5" fmla="*/ 2 h 9"/>
                                <a:gd name="T6" fmla="*/ 0 w 17"/>
                                <a:gd name="T7" fmla="*/ 3 h 9"/>
                                <a:gd name="T8" fmla="*/ 0 w 17"/>
                                <a:gd name="T9" fmla="*/ 5 h 9"/>
                                <a:gd name="T10" fmla="*/ 0 w 17"/>
                                <a:gd name="T11" fmla="*/ 6 h 9"/>
                                <a:gd name="T12" fmla="*/ 0 w 17"/>
                                <a:gd name="T13" fmla="*/ 8 h 9"/>
                                <a:gd name="T14" fmla="*/ 1 w 17"/>
                                <a:gd name="T15" fmla="*/ 9 h 9"/>
                                <a:gd name="T16" fmla="*/ 3 w 17"/>
                                <a:gd name="T17" fmla="*/ 9 h 9"/>
                                <a:gd name="T18" fmla="*/ 11 w 17"/>
                                <a:gd name="T19" fmla="*/ 9 h 9"/>
                                <a:gd name="T20" fmla="*/ 13 w 17"/>
                                <a:gd name="T21" fmla="*/ 9 h 9"/>
                                <a:gd name="T22" fmla="*/ 14 w 17"/>
                                <a:gd name="T23" fmla="*/ 9 h 9"/>
                                <a:gd name="T24" fmla="*/ 16 w 17"/>
                                <a:gd name="T25" fmla="*/ 8 h 9"/>
                                <a:gd name="T26" fmla="*/ 17 w 17"/>
                                <a:gd name="T27" fmla="*/ 6 h 9"/>
                                <a:gd name="T28" fmla="*/ 17 w 17"/>
                                <a:gd name="T29" fmla="*/ 5 h 9"/>
                                <a:gd name="T30" fmla="*/ 16 w 17"/>
                                <a:gd name="T31" fmla="*/ 3 h 9"/>
                                <a:gd name="T32" fmla="*/ 14 w 17"/>
                                <a:gd name="T33" fmla="*/ 2 h 9"/>
                                <a:gd name="T34" fmla="*/ 13 w 17"/>
                                <a:gd name="T35" fmla="*/ 0 h 9"/>
                                <a:gd name="T36" fmla="*/ 4 w 17"/>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7"/>
                                <a:gd name="T58" fmla="*/ 0 h 9"/>
                                <a:gd name="T59" fmla="*/ 17 w 17"/>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7" h="9">
                                  <a:moveTo>
                                    <a:pt x="4" y="0"/>
                                  </a:moveTo>
                                  <a:lnTo>
                                    <a:pt x="3" y="0"/>
                                  </a:lnTo>
                                  <a:lnTo>
                                    <a:pt x="1" y="2"/>
                                  </a:lnTo>
                                  <a:lnTo>
                                    <a:pt x="0" y="3"/>
                                  </a:lnTo>
                                  <a:lnTo>
                                    <a:pt x="0" y="5"/>
                                  </a:lnTo>
                                  <a:lnTo>
                                    <a:pt x="0" y="6"/>
                                  </a:lnTo>
                                  <a:lnTo>
                                    <a:pt x="0" y="8"/>
                                  </a:lnTo>
                                  <a:lnTo>
                                    <a:pt x="1" y="9"/>
                                  </a:lnTo>
                                  <a:lnTo>
                                    <a:pt x="3" y="9"/>
                                  </a:lnTo>
                                  <a:lnTo>
                                    <a:pt x="11" y="9"/>
                                  </a:lnTo>
                                  <a:lnTo>
                                    <a:pt x="13" y="9"/>
                                  </a:lnTo>
                                  <a:lnTo>
                                    <a:pt x="14" y="9"/>
                                  </a:lnTo>
                                  <a:lnTo>
                                    <a:pt x="16" y="8"/>
                                  </a:lnTo>
                                  <a:lnTo>
                                    <a:pt x="17" y="6"/>
                                  </a:lnTo>
                                  <a:lnTo>
                                    <a:pt x="17" y="5"/>
                                  </a:lnTo>
                                  <a:lnTo>
                                    <a:pt x="16" y="3"/>
                                  </a:lnTo>
                                  <a:lnTo>
                                    <a:pt x="14" y="2"/>
                                  </a:lnTo>
                                  <a:lnTo>
                                    <a:pt x="13"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14" name="Freeform 39"/>
                            <p:cNvSpPr>
                              <a:spLocks/>
                            </p:cNvSpPr>
                            <p:nvPr/>
                          </p:nvSpPr>
                          <p:spPr bwMode="auto">
                            <a:xfrm>
                              <a:off x="3363" y="2101"/>
                              <a:ext cx="78" cy="9"/>
                            </a:xfrm>
                            <a:custGeom>
                              <a:avLst/>
                              <a:gdLst>
                                <a:gd name="T0" fmla="*/ 4 w 78"/>
                                <a:gd name="T1" fmla="*/ 0 h 9"/>
                                <a:gd name="T2" fmla="*/ 3 w 78"/>
                                <a:gd name="T3" fmla="*/ 0 h 9"/>
                                <a:gd name="T4" fmla="*/ 1 w 78"/>
                                <a:gd name="T5" fmla="*/ 2 h 9"/>
                                <a:gd name="T6" fmla="*/ 0 w 78"/>
                                <a:gd name="T7" fmla="*/ 3 h 9"/>
                                <a:gd name="T8" fmla="*/ 0 w 78"/>
                                <a:gd name="T9" fmla="*/ 5 h 9"/>
                                <a:gd name="T10" fmla="*/ 0 w 78"/>
                                <a:gd name="T11" fmla="*/ 6 h 9"/>
                                <a:gd name="T12" fmla="*/ 0 w 78"/>
                                <a:gd name="T13" fmla="*/ 8 h 9"/>
                                <a:gd name="T14" fmla="*/ 1 w 78"/>
                                <a:gd name="T15" fmla="*/ 9 h 9"/>
                                <a:gd name="T16" fmla="*/ 3 w 78"/>
                                <a:gd name="T17" fmla="*/ 9 h 9"/>
                                <a:gd name="T18" fmla="*/ 72 w 78"/>
                                <a:gd name="T19" fmla="*/ 9 h 9"/>
                                <a:gd name="T20" fmla="*/ 74 w 78"/>
                                <a:gd name="T21" fmla="*/ 9 h 9"/>
                                <a:gd name="T22" fmla="*/ 75 w 78"/>
                                <a:gd name="T23" fmla="*/ 9 h 9"/>
                                <a:gd name="T24" fmla="*/ 77 w 78"/>
                                <a:gd name="T25" fmla="*/ 8 h 9"/>
                                <a:gd name="T26" fmla="*/ 78 w 78"/>
                                <a:gd name="T27" fmla="*/ 6 h 9"/>
                                <a:gd name="T28" fmla="*/ 78 w 78"/>
                                <a:gd name="T29" fmla="*/ 5 h 9"/>
                                <a:gd name="T30" fmla="*/ 77 w 78"/>
                                <a:gd name="T31" fmla="*/ 3 h 9"/>
                                <a:gd name="T32" fmla="*/ 75 w 78"/>
                                <a:gd name="T33" fmla="*/ 2 h 9"/>
                                <a:gd name="T34" fmla="*/ 74 w 78"/>
                                <a:gd name="T35" fmla="*/ 0 h 9"/>
                                <a:gd name="T36" fmla="*/ 4 w 78"/>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78"/>
                                <a:gd name="T58" fmla="*/ 0 h 9"/>
                                <a:gd name="T59" fmla="*/ 78 w 78"/>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78" h="9">
                                  <a:moveTo>
                                    <a:pt x="4" y="0"/>
                                  </a:moveTo>
                                  <a:lnTo>
                                    <a:pt x="3" y="0"/>
                                  </a:lnTo>
                                  <a:lnTo>
                                    <a:pt x="1" y="2"/>
                                  </a:lnTo>
                                  <a:lnTo>
                                    <a:pt x="0" y="3"/>
                                  </a:lnTo>
                                  <a:lnTo>
                                    <a:pt x="0" y="5"/>
                                  </a:lnTo>
                                  <a:lnTo>
                                    <a:pt x="0" y="6"/>
                                  </a:lnTo>
                                  <a:lnTo>
                                    <a:pt x="0" y="8"/>
                                  </a:lnTo>
                                  <a:lnTo>
                                    <a:pt x="1" y="9"/>
                                  </a:lnTo>
                                  <a:lnTo>
                                    <a:pt x="3" y="9"/>
                                  </a:lnTo>
                                  <a:lnTo>
                                    <a:pt x="72" y="9"/>
                                  </a:lnTo>
                                  <a:lnTo>
                                    <a:pt x="74" y="9"/>
                                  </a:lnTo>
                                  <a:lnTo>
                                    <a:pt x="75" y="9"/>
                                  </a:lnTo>
                                  <a:lnTo>
                                    <a:pt x="77" y="8"/>
                                  </a:lnTo>
                                  <a:lnTo>
                                    <a:pt x="78" y="6"/>
                                  </a:lnTo>
                                  <a:lnTo>
                                    <a:pt x="78" y="5"/>
                                  </a:lnTo>
                                  <a:lnTo>
                                    <a:pt x="77" y="3"/>
                                  </a:lnTo>
                                  <a:lnTo>
                                    <a:pt x="75" y="2"/>
                                  </a:lnTo>
                                  <a:lnTo>
                                    <a:pt x="74"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15" name="Freeform 40"/>
                            <p:cNvSpPr>
                              <a:spLocks/>
                            </p:cNvSpPr>
                            <p:nvPr/>
                          </p:nvSpPr>
                          <p:spPr bwMode="auto">
                            <a:xfrm>
                              <a:off x="3458" y="2101"/>
                              <a:ext cx="18" cy="9"/>
                            </a:xfrm>
                            <a:custGeom>
                              <a:avLst/>
                              <a:gdLst>
                                <a:gd name="T0" fmla="*/ 5 w 18"/>
                                <a:gd name="T1" fmla="*/ 0 h 9"/>
                                <a:gd name="T2" fmla="*/ 3 w 18"/>
                                <a:gd name="T3" fmla="*/ 0 h 9"/>
                                <a:gd name="T4" fmla="*/ 2 w 18"/>
                                <a:gd name="T5" fmla="*/ 2 h 9"/>
                                <a:gd name="T6" fmla="*/ 0 w 18"/>
                                <a:gd name="T7" fmla="*/ 3 h 9"/>
                                <a:gd name="T8" fmla="*/ 0 w 18"/>
                                <a:gd name="T9" fmla="*/ 5 h 9"/>
                                <a:gd name="T10" fmla="*/ 0 w 18"/>
                                <a:gd name="T11" fmla="*/ 6 h 9"/>
                                <a:gd name="T12" fmla="*/ 0 w 18"/>
                                <a:gd name="T13" fmla="*/ 8 h 9"/>
                                <a:gd name="T14" fmla="*/ 2 w 18"/>
                                <a:gd name="T15" fmla="*/ 9 h 9"/>
                                <a:gd name="T16" fmla="*/ 3 w 18"/>
                                <a:gd name="T17" fmla="*/ 9 h 9"/>
                                <a:gd name="T18" fmla="*/ 12 w 18"/>
                                <a:gd name="T19" fmla="*/ 9 h 9"/>
                                <a:gd name="T20" fmla="*/ 14 w 18"/>
                                <a:gd name="T21" fmla="*/ 9 h 9"/>
                                <a:gd name="T22" fmla="*/ 15 w 18"/>
                                <a:gd name="T23" fmla="*/ 9 h 9"/>
                                <a:gd name="T24" fmla="*/ 16 w 18"/>
                                <a:gd name="T25" fmla="*/ 8 h 9"/>
                                <a:gd name="T26" fmla="*/ 18 w 18"/>
                                <a:gd name="T27" fmla="*/ 6 h 9"/>
                                <a:gd name="T28" fmla="*/ 18 w 18"/>
                                <a:gd name="T29" fmla="*/ 5 h 9"/>
                                <a:gd name="T30" fmla="*/ 16 w 18"/>
                                <a:gd name="T31" fmla="*/ 3 h 9"/>
                                <a:gd name="T32" fmla="*/ 15 w 18"/>
                                <a:gd name="T33" fmla="*/ 2 h 9"/>
                                <a:gd name="T34" fmla="*/ 14 w 18"/>
                                <a:gd name="T35" fmla="*/ 0 h 9"/>
                                <a:gd name="T36" fmla="*/ 5 w 18"/>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8"/>
                                <a:gd name="T58" fmla="*/ 0 h 9"/>
                                <a:gd name="T59" fmla="*/ 18 w 18"/>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8" h="9">
                                  <a:moveTo>
                                    <a:pt x="5" y="0"/>
                                  </a:moveTo>
                                  <a:lnTo>
                                    <a:pt x="3" y="0"/>
                                  </a:lnTo>
                                  <a:lnTo>
                                    <a:pt x="2" y="2"/>
                                  </a:lnTo>
                                  <a:lnTo>
                                    <a:pt x="0" y="3"/>
                                  </a:lnTo>
                                  <a:lnTo>
                                    <a:pt x="0" y="5"/>
                                  </a:lnTo>
                                  <a:lnTo>
                                    <a:pt x="0" y="6"/>
                                  </a:lnTo>
                                  <a:lnTo>
                                    <a:pt x="0" y="8"/>
                                  </a:lnTo>
                                  <a:lnTo>
                                    <a:pt x="2" y="9"/>
                                  </a:lnTo>
                                  <a:lnTo>
                                    <a:pt x="3" y="9"/>
                                  </a:lnTo>
                                  <a:lnTo>
                                    <a:pt x="12" y="9"/>
                                  </a:lnTo>
                                  <a:lnTo>
                                    <a:pt x="14" y="9"/>
                                  </a:lnTo>
                                  <a:lnTo>
                                    <a:pt x="15" y="9"/>
                                  </a:lnTo>
                                  <a:lnTo>
                                    <a:pt x="16" y="8"/>
                                  </a:lnTo>
                                  <a:lnTo>
                                    <a:pt x="18" y="6"/>
                                  </a:lnTo>
                                  <a:lnTo>
                                    <a:pt x="18" y="5"/>
                                  </a:lnTo>
                                  <a:lnTo>
                                    <a:pt x="16" y="3"/>
                                  </a:lnTo>
                                  <a:lnTo>
                                    <a:pt x="15" y="2"/>
                                  </a:lnTo>
                                  <a:lnTo>
                                    <a:pt x="14" y="0"/>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16" name="Freeform 41"/>
                            <p:cNvSpPr>
                              <a:spLocks/>
                            </p:cNvSpPr>
                            <p:nvPr/>
                          </p:nvSpPr>
                          <p:spPr bwMode="auto">
                            <a:xfrm>
                              <a:off x="3493" y="2101"/>
                              <a:ext cx="79" cy="9"/>
                            </a:xfrm>
                            <a:custGeom>
                              <a:avLst/>
                              <a:gdLst>
                                <a:gd name="T0" fmla="*/ 5 w 79"/>
                                <a:gd name="T1" fmla="*/ 0 h 9"/>
                                <a:gd name="T2" fmla="*/ 3 w 79"/>
                                <a:gd name="T3" fmla="*/ 0 h 9"/>
                                <a:gd name="T4" fmla="*/ 2 w 79"/>
                                <a:gd name="T5" fmla="*/ 2 h 9"/>
                                <a:gd name="T6" fmla="*/ 0 w 79"/>
                                <a:gd name="T7" fmla="*/ 3 h 9"/>
                                <a:gd name="T8" fmla="*/ 0 w 79"/>
                                <a:gd name="T9" fmla="*/ 5 h 9"/>
                                <a:gd name="T10" fmla="*/ 0 w 79"/>
                                <a:gd name="T11" fmla="*/ 6 h 9"/>
                                <a:gd name="T12" fmla="*/ 0 w 79"/>
                                <a:gd name="T13" fmla="*/ 8 h 9"/>
                                <a:gd name="T14" fmla="*/ 2 w 79"/>
                                <a:gd name="T15" fmla="*/ 9 h 9"/>
                                <a:gd name="T16" fmla="*/ 3 w 79"/>
                                <a:gd name="T17" fmla="*/ 9 h 9"/>
                                <a:gd name="T18" fmla="*/ 73 w 79"/>
                                <a:gd name="T19" fmla="*/ 9 h 9"/>
                                <a:gd name="T20" fmla="*/ 74 w 79"/>
                                <a:gd name="T21" fmla="*/ 9 h 9"/>
                                <a:gd name="T22" fmla="*/ 76 w 79"/>
                                <a:gd name="T23" fmla="*/ 9 h 9"/>
                                <a:gd name="T24" fmla="*/ 77 w 79"/>
                                <a:gd name="T25" fmla="*/ 8 h 9"/>
                                <a:gd name="T26" fmla="*/ 79 w 79"/>
                                <a:gd name="T27" fmla="*/ 6 h 9"/>
                                <a:gd name="T28" fmla="*/ 79 w 79"/>
                                <a:gd name="T29" fmla="*/ 5 h 9"/>
                                <a:gd name="T30" fmla="*/ 77 w 79"/>
                                <a:gd name="T31" fmla="*/ 3 h 9"/>
                                <a:gd name="T32" fmla="*/ 76 w 79"/>
                                <a:gd name="T33" fmla="*/ 2 h 9"/>
                                <a:gd name="T34" fmla="*/ 74 w 79"/>
                                <a:gd name="T35" fmla="*/ 0 h 9"/>
                                <a:gd name="T36" fmla="*/ 5 w 79"/>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79"/>
                                <a:gd name="T58" fmla="*/ 0 h 9"/>
                                <a:gd name="T59" fmla="*/ 79 w 79"/>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79" h="9">
                                  <a:moveTo>
                                    <a:pt x="5" y="0"/>
                                  </a:moveTo>
                                  <a:lnTo>
                                    <a:pt x="3" y="0"/>
                                  </a:lnTo>
                                  <a:lnTo>
                                    <a:pt x="2" y="2"/>
                                  </a:lnTo>
                                  <a:lnTo>
                                    <a:pt x="0" y="3"/>
                                  </a:lnTo>
                                  <a:lnTo>
                                    <a:pt x="0" y="5"/>
                                  </a:lnTo>
                                  <a:lnTo>
                                    <a:pt x="0" y="6"/>
                                  </a:lnTo>
                                  <a:lnTo>
                                    <a:pt x="0" y="8"/>
                                  </a:lnTo>
                                  <a:lnTo>
                                    <a:pt x="2" y="9"/>
                                  </a:lnTo>
                                  <a:lnTo>
                                    <a:pt x="3" y="9"/>
                                  </a:lnTo>
                                  <a:lnTo>
                                    <a:pt x="73" y="9"/>
                                  </a:lnTo>
                                  <a:lnTo>
                                    <a:pt x="74" y="9"/>
                                  </a:lnTo>
                                  <a:lnTo>
                                    <a:pt x="76" y="9"/>
                                  </a:lnTo>
                                  <a:lnTo>
                                    <a:pt x="77" y="8"/>
                                  </a:lnTo>
                                  <a:lnTo>
                                    <a:pt x="79" y="6"/>
                                  </a:lnTo>
                                  <a:lnTo>
                                    <a:pt x="79" y="5"/>
                                  </a:lnTo>
                                  <a:lnTo>
                                    <a:pt x="77" y="3"/>
                                  </a:lnTo>
                                  <a:lnTo>
                                    <a:pt x="76" y="2"/>
                                  </a:lnTo>
                                  <a:lnTo>
                                    <a:pt x="74" y="0"/>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17" name="Freeform 42"/>
                            <p:cNvSpPr>
                              <a:spLocks/>
                            </p:cNvSpPr>
                            <p:nvPr/>
                          </p:nvSpPr>
                          <p:spPr bwMode="auto">
                            <a:xfrm>
                              <a:off x="3589" y="2101"/>
                              <a:ext cx="18" cy="9"/>
                            </a:xfrm>
                            <a:custGeom>
                              <a:avLst/>
                              <a:gdLst>
                                <a:gd name="T0" fmla="*/ 5 w 18"/>
                                <a:gd name="T1" fmla="*/ 0 h 9"/>
                                <a:gd name="T2" fmla="*/ 3 w 18"/>
                                <a:gd name="T3" fmla="*/ 0 h 9"/>
                                <a:gd name="T4" fmla="*/ 2 w 18"/>
                                <a:gd name="T5" fmla="*/ 2 h 9"/>
                                <a:gd name="T6" fmla="*/ 0 w 18"/>
                                <a:gd name="T7" fmla="*/ 3 h 9"/>
                                <a:gd name="T8" fmla="*/ 0 w 18"/>
                                <a:gd name="T9" fmla="*/ 5 h 9"/>
                                <a:gd name="T10" fmla="*/ 0 w 18"/>
                                <a:gd name="T11" fmla="*/ 6 h 9"/>
                                <a:gd name="T12" fmla="*/ 0 w 18"/>
                                <a:gd name="T13" fmla="*/ 8 h 9"/>
                                <a:gd name="T14" fmla="*/ 2 w 18"/>
                                <a:gd name="T15" fmla="*/ 9 h 9"/>
                                <a:gd name="T16" fmla="*/ 3 w 18"/>
                                <a:gd name="T17" fmla="*/ 9 h 9"/>
                                <a:gd name="T18" fmla="*/ 12 w 18"/>
                                <a:gd name="T19" fmla="*/ 9 h 9"/>
                                <a:gd name="T20" fmla="*/ 13 w 18"/>
                                <a:gd name="T21" fmla="*/ 9 h 9"/>
                                <a:gd name="T22" fmla="*/ 15 w 18"/>
                                <a:gd name="T23" fmla="*/ 9 h 9"/>
                                <a:gd name="T24" fmla="*/ 16 w 18"/>
                                <a:gd name="T25" fmla="*/ 8 h 9"/>
                                <a:gd name="T26" fmla="*/ 18 w 18"/>
                                <a:gd name="T27" fmla="*/ 6 h 9"/>
                                <a:gd name="T28" fmla="*/ 18 w 18"/>
                                <a:gd name="T29" fmla="*/ 5 h 9"/>
                                <a:gd name="T30" fmla="*/ 16 w 18"/>
                                <a:gd name="T31" fmla="*/ 3 h 9"/>
                                <a:gd name="T32" fmla="*/ 15 w 18"/>
                                <a:gd name="T33" fmla="*/ 2 h 9"/>
                                <a:gd name="T34" fmla="*/ 13 w 18"/>
                                <a:gd name="T35" fmla="*/ 0 h 9"/>
                                <a:gd name="T36" fmla="*/ 5 w 18"/>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8"/>
                                <a:gd name="T58" fmla="*/ 0 h 9"/>
                                <a:gd name="T59" fmla="*/ 18 w 18"/>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8" h="9">
                                  <a:moveTo>
                                    <a:pt x="5" y="0"/>
                                  </a:moveTo>
                                  <a:lnTo>
                                    <a:pt x="3" y="0"/>
                                  </a:lnTo>
                                  <a:lnTo>
                                    <a:pt x="2" y="2"/>
                                  </a:lnTo>
                                  <a:lnTo>
                                    <a:pt x="0" y="3"/>
                                  </a:lnTo>
                                  <a:lnTo>
                                    <a:pt x="0" y="5"/>
                                  </a:lnTo>
                                  <a:lnTo>
                                    <a:pt x="0" y="6"/>
                                  </a:lnTo>
                                  <a:lnTo>
                                    <a:pt x="0" y="8"/>
                                  </a:lnTo>
                                  <a:lnTo>
                                    <a:pt x="2" y="9"/>
                                  </a:lnTo>
                                  <a:lnTo>
                                    <a:pt x="3" y="9"/>
                                  </a:lnTo>
                                  <a:lnTo>
                                    <a:pt x="12" y="9"/>
                                  </a:lnTo>
                                  <a:lnTo>
                                    <a:pt x="13" y="9"/>
                                  </a:lnTo>
                                  <a:lnTo>
                                    <a:pt x="15" y="9"/>
                                  </a:lnTo>
                                  <a:lnTo>
                                    <a:pt x="16" y="8"/>
                                  </a:lnTo>
                                  <a:lnTo>
                                    <a:pt x="18" y="6"/>
                                  </a:lnTo>
                                  <a:lnTo>
                                    <a:pt x="18" y="5"/>
                                  </a:lnTo>
                                  <a:lnTo>
                                    <a:pt x="16" y="3"/>
                                  </a:lnTo>
                                  <a:lnTo>
                                    <a:pt x="15" y="2"/>
                                  </a:lnTo>
                                  <a:lnTo>
                                    <a:pt x="13" y="0"/>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18" name="Freeform 43"/>
                            <p:cNvSpPr>
                              <a:spLocks/>
                            </p:cNvSpPr>
                            <p:nvPr/>
                          </p:nvSpPr>
                          <p:spPr bwMode="auto">
                            <a:xfrm>
                              <a:off x="3624" y="2101"/>
                              <a:ext cx="78" cy="9"/>
                            </a:xfrm>
                            <a:custGeom>
                              <a:avLst/>
                              <a:gdLst>
                                <a:gd name="T0" fmla="*/ 4 w 78"/>
                                <a:gd name="T1" fmla="*/ 0 h 9"/>
                                <a:gd name="T2" fmla="*/ 3 w 78"/>
                                <a:gd name="T3" fmla="*/ 0 h 9"/>
                                <a:gd name="T4" fmla="*/ 2 w 78"/>
                                <a:gd name="T5" fmla="*/ 2 h 9"/>
                                <a:gd name="T6" fmla="*/ 0 w 78"/>
                                <a:gd name="T7" fmla="*/ 3 h 9"/>
                                <a:gd name="T8" fmla="*/ 0 w 78"/>
                                <a:gd name="T9" fmla="*/ 5 h 9"/>
                                <a:gd name="T10" fmla="*/ 0 w 78"/>
                                <a:gd name="T11" fmla="*/ 6 h 9"/>
                                <a:gd name="T12" fmla="*/ 0 w 78"/>
                                <a:gd name="T13" fmla="*/ 8 h 9"/>
                                <a:gd name="T14" fmla="*/ 2 w 78"/>
                                <a:gd name="T15" fmla="*/ 9 h 9"/>
                                <a:gd name="T16" fmla="*/ 3 w 78"/>
                                <a:gd name="T17" fmla="*/ 9 h 9"/>
                                <a:gd name="T18" fmla="*/ 73 w 78"/>
                                <a:gd name="T19" fmla="*/ 9 h 9"/>
                                <a:gd name="T20" fmla="*/ 74 w 78"/>
                                <a:gd name="T21" fmla="*/ 9 h 9"/>
                                <a:gd name="T22" fmla="*/ 76 w 78"/>
                                <a:gd name="T23" fmla="*/ 9 h 9"/>
                                <a:gd name="T24" fmla="*/ 77 w 78"/>
                                <a:gd name="T25" fmla="*/ 8 h 9"/>
                                <a:gd name="T26" fmla="*/ 78 w 78"/>
                                <a:gd name="T27" fmla="*/ 6 h 9"/>
                                <a:gd name="T28" fmla="*/ 78 w 78"/>
                                <a:gd name="T29" fmla="*/ 5 h 9"/>
                                <a:gd name="T30" fmla="*/ 77 w 78"/>
                                <a:gd name="T31" fmla="*/ 3 h 9"/>
                                <a:gd name="T32" fmla="*/ 76 w 78"/>
                                <a:gd name="T33" fmla="*/ 2 h 9"/>
                                <a:gd name="T34" fmla="*/ 74 w 78"/>
                                <a:gd name="T35" fmla="*/ 0 h 9"/>
                                <a:gd name="T36" fmla="*/ 4 w 78"/>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78"/>
                                <a:gd name="T58" fmla="*/ 0 h 9"/>
                                <a:gd name="T59" fmla="*/ 78 w 78"/>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78" h="9">
                                  <a:moveTo>
                                    <a:pt x="4" y="0"/>
                                  </a:moveTo>
                                  <a:lnTo>
                                    <a:pt x="3" y="0"/>
                                  </a:lnTo>
                                  <a:lnTo>
                                    <a:pt x="2" y="2"/>
                                  </a:lnTo>
                                  <a:lnTo>
                                    <a:pt x="0" y="3"/>
                                  </a:lnTo>
                                  <a:lnTo>
                                    <a:pt x="0" y="5"/>
                                  </a:lnTo>
                                  <a:lnTo>
                                    <a:pt x="0" y="6"/>
                                  </a:lnTo>
                                  <a:lnTo>
                                    <a:pt x="0" y="8"/>
                                  </a:lnTo>
                                  <a:lnTo>
                                    <a:pt x="2" y="9"/>
                                  </a:lnTo>
                                  <a:lnTo>
                                    <a:pt x="3" y="9"/>
                                  </a:lnTo>
                                  <a:lnTo>
                                    <a:pt x="73" y="9"/>
                                  </a:lnTo>
                                  <a:lnTo>
                                    <a:pt x="74" y="9"/>
                                  </a:lnTo>
                                  <a:lnTo>
                                    <a:pt x="76" y="9"/>
                                  </a:lnTo>
                                  <a:lnTo>
                                    <a:pt x="77" y="8"/>
                                  </a:lnTo>
                                  <a:lnTo>
                                    <a:pt x="78" y="6"/>
                                  </a:lnTo>
                                  <a:lnTo>
                                    <a:pt x="78" y="5"/>
                                  </a:lnTo>
                                  <a:lnTo>
                                    <a:pt x="77" y="3"/>
                                  </a:lnTo>
                                  <a:lnTo>
                                    <a:pt x="76" y="2"/>
                                  </a:lnTo>
                                  <a:lnTo>
                                    <a:pt x="74"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19" name="Freeform 44"/>
                            <p:cNvSpPr>
                              <a:spLocks/>
                            </p:cNvSpPr>
                            <p:nvPr/>
                          </p:nvSpPr>
                          <p:spPr bwMode="auto">
                            <a:xfrm>
                              <a:off x="3720" y="2101"/>
                              <a:ext cx="17" cy="9"/>
                            </a:xfrm>
                            <a:custGeom>
                              <a:avLst/>
                              <a:gdLst>
                                <a:gd name="T0" fmla="*/ 4 w 17"/>
                                <a:gd name="T1" fmla="*/ 0 h 9"/>
                                <a:gd name="T2" fmla="*/ 3 w 17"/>
                                <a:gd name="T3" fmla="*/ 0 h 9"/>
                                <a:gd name="T4" fmla="*/ 1 w 17"/>
                                <a:gd name="T5" fmla="*/ 2 h 9"/>
                                <a:gd name="T6" fmla="*/ 0 w 17"/>
                                <a:gd name="T7" fmla="*/ 3 h 9"/>
                                <a:gd name="T8" fmla="*/ 0 w 17"/>
                                <a:gd name="T9" fmla="*/ 5 h 9"/>
                                <a:gd name="T10" fmla="*/ 0 w 17"/>
                                <a:gd name="T11" fmla="*/ 6 h 9"/>
                                <a:gd name="T12" fmla="*/ 0 w 17"/>
                                <a:gd name="T13" fmla="*/ 8 h 9"/>
                                <a:gd name="T14" fmla="*/ 1 w 17"/>
                                <a:gd name="T15" fmla="*/ 9 h 9"/>
                                <a:gd name="T16" fmla="*/ 3 w 17"/>
                                <a:gd name="T17" fmla="*/ 9 h 9"/>
                                <a:gd name="T18" fmla="*/ 12 w 17"/>
                                <a:gd name="T19" fmla="*/ 9 h 9"/>
                                <a:gd name="T20" fmla="*/ 13 w 17"/>
                                <a:gd name="T21" fmla="*/ 9 h 9"/>
                                <a:gd name="T22" fmla="*/ 14 w 17"/>
                                <a:gd name="T23" fmla="*/ 9 h 9"/>
                                <a:gd name="T24" fmla="*/ 16 w 17"/>
                                <a:gd name="T25" fmla="*/ 8 h 9"/>
                                <a:gd name="T26" fmla="*/ 17 w 17"/>
                                <a:gd name="T27" fmla="*/ 6 h 9"/>
                                <a:gd name="T28" fmla="*/ 17 w 17"/>
                                <a:gd name="T29" fmla="*/ 5 h 9"/>
                                <a:gd name="T30" fmla="*/ 16 w 17"/>
                                <a:gd name="T31" fmla="*/ 3 h 9"/>
                                <a:gd name="T32" fmla="*/ 14 w 17"/>
                                <a:gd name="T33" fmla="*/ 2 h 9"/>
                                <a:gd name="T34" fmla="*/ 13 w 17"/>
                                <a:gd name="T35" fmla="*/ 0 h 9"/>
                                <a:gd name="T36" fmla="*/ 4 w 17"/>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7"/>
                                <a:gd name="T58" fmla="*/ 0 h 9"/>
                                <a:gd name="T59" fmla="*/ 17 w 17"/>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7" h="9">
                                  <a:moveTo>
                                    <a:pt x="4" y="0"/>
                                  </a:moveTo>
                                  <a:lnTo>
                                    <a:pt x="3" y="0"/>
                                  </a:lnTo>
                                  <a:lnTo>
                                    <a:pt x="1" y="2"/>
                                  </a:lnTo>
                                  <a:lnTo>
                                    <a:pt x="0" y="3"/>
                                  </a:lnTo>
                                  <a:lnTo>
                                    <a:pt x="0" y="5"/>
                                  </a:lnTo>
                                  <a:lnTo>
                                    <a:pt x="0" y="6"/>
                                  </a:lnTo>
                                  <a:lnTo>
                                    <a:pt x="0" y="8"/>
                                  </a:lnTo>
                                  <a:lnTo>
                                    <a:pt x="1" y="9"/>
                                  </a:lnTo>
                                  <a:lnTo>
                                    <a:pt x="3" y="9"/>
                                  </a:lnTo>
                                  <a:lnTo>
                                    <a:pt x="12" y="9"/>
                                  </a:lnTo>
                                  <a:lnTo>
                                    <a:pt x="13" y="9"/>
                                  </a:lnTo>
                                  <a:lnTo>
                                    <a:pt x="14" y="9"/>
                                  </a:lnTo>
                                  <a:lnTo>
                                    <a:pt x="16" y="8"/>
                                  </a:lnTo>
                                  <a:lnTo>
                                    <a:pt x="17" y="6"/>
                                  </a:lnTo>
                                  <a:lnTo>
                                    <a:pt x="17" y="5"/>
                                  </a:lnTo>
                                  <a:lnTo>
                                    <a:pt x="16" y="3"/>
                                  </a:lnTo>
                                  <a:lnTo>
                                    <a:pt x="14" y="2"/>
                                  </a:lnTo>
                                  <a:lnTo>
                                    <a:pt x="13"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20" name="Freeform 45"/>
                            <p:cNvSpPr>
                              <a:spLocks/>
                            </p:cNvSpPr>
                            <p:nvPr/>
                          </p:nvSpPr>
                          <p:spPr bwMode="auto">
                            <a:xfrm>
                              <a:off x="3755" y="2101"/>
                              <a:ext cx="78" cy="9"/>
                            </a:xfrm>
                            <a:custGeom>
                              <a:avLst/>
                              <a:gdLst>
                                <a:gd name="T0" fmla="*/ 4 w 78"/>
                                <a:gd name="T1" fmla="*/ 0 h 9"/>
                                <a:gd name="T2" fmla="*/ 3 w 78"/>
                                <a:gd name="T3" fmla="*/ 0 h 9"/>
                                <a:gd name="T4" fmla="*/ 1 w 78"/>
                                <a:gd name="T5" fmla="*/ 2 h 9"/>
                                <a:gd name="T6" fmla="*/ 0 w 78"/>
                                <a:gd name="T7" fmla="*/ 3 h 9"/>
                                <a:gd name="T8" fmla="*/ 0 w 78"/>
                                <a:gd name="T9" fmla="*/ 5 h 9"/>
                                <a:gd name="T10" fmla="*/ 0 w 78"/>
                                <a:gd name="T11" fmla="*/ 6 h 9"/>
                                <a:gd name="T12" fmla="*/ 0 w 78"/>
                                <a:gd name="T13" fmla="*/ 8 h 9"/>
                                <a:gd name="T14" fmla="*/ 1 w 78"/>
                                <a:gd name="T15" fmla="*/ 9 h 9"/>
                                <a:gd name="T16" fmla="*/ 3 w 78"/>
                                <a:gd name="T17" fmla="*/ 9 h 9"/>
                                <a:gd name="T18" fmla="*/ 72 w 78"/>
                                <a:gd name="T19" fmla="*/ 9 h 9"/>
                                <a:gd name="T20" fmla="*/ 74 w 78"/>
                                <a:gd name="T21" fmla="*/ 9 h 9"/>
                                <a:gd name="T22" fmla="*/ 75 w 78"/>
                                <a:gd name="T23" fmla="*/ 9 h 9"/>
                                <a:gd name="T24" fmla="*/ 77 w 78"/>
                                <a:gd name="T25" fmla="*/ 8 h 9"/>
                                <a:gd name="T26" fmla="*/ 78 w 78"/>
                                <a:gd name="T27" fmla="*/ 6 h 9"/>
                                <a:gd name="T28" fmla="*/ 78 w 78"/>
                                <a:gd name="T29" fmla="*/ 5 h 9"/>
                                <a:gd name="T30" fmla="*/ 77 w 78"/>
                                <a:gd name="T31" fmla="*/ 3 h 9"/>
                                <a:gd name="T32" fmla="*/ 75 w 78"/>
                                <a:gd name="T33" fmla="*/ 2 h 9"/>
                                <a:gd name="T34" fmla="*/ 74 w 78"/>
                                <a:gd name="T35" fmla="*/ 0 h 9"/>
                                <a:gd name="T36" fmla="*/ 4 w 78"/>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78"/>
                                <a:gd name="T58" fmla="*/ 0 h 9"/>
                                <a:gd name="T59" fmla="*/ 78 w 78"/>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78" h="9">
                                  <a:moveTo>
                                    <a:pt x="4" y="0"/>
                                  </a:moveTo>
                                  <a:lnTo>
                                    <a:pt x="3" y="0"/>
                                  </a:lnTo>
                                  <a:lnTo>
                                    <a:pt x="1" y="2"/>
                                  </a:lnTo>
                                  <a:lnTo>
                                    <a:pt x="0" y="3"/>
                                  </a:lnTo>
                                  <a:lnTo>
                                    <a:pt x="0" y="5"/>
                                  </a:lnTo>
                                  <a:lnTo>
                                    <a:pt x="0" y="6"/>
                                  </a:lnTo>
                                  <a:lnTo>
                                    <a:pt x="0" y="8"/>
                                  </a:lnTo>
                                  <a:lnTo>
                                    <a:pt x="1" y="9"/>
                                  </a:lnTo>
                                  <a:lnTo>
                                    <a:pt x="3" y="9"/>
                                  </a:lnTo>
                                  <a:lnTo>
                                    <a:pt x="72" y="9"/>
                                  </a:lnTo>
                                  <a:lnTo>
                                    <a:pt x="74" y="9"/>
                                  </a:lnTo>
                                  <a:lnTo>
                                    <a:pt x="75" y="9"/>
                                  </a:lnTo>
                                  <a:lnTo>
                                    <a:pt x="77" y="8"/>
                                  </a:lnTo>
                                  <a:lnTo>
                                    <a:pt x="78" y="6"/>
                                  </a:lnTo>
                                  <a:lnTo>
                                    <a:pt x="78" y="5"/>
                                  </a:lnTo>
                                  <a:lnTo>
                                    <a:pt x="77" y="3"/>
                                  </a:lnTo>
                                  <a:lnTo>
                                    <a:pt x="75" y="2"/>
                                  </a:lnTo>
                                  <a:lnTo>
                                    <a:pt x="74"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21" name="Freeform 46"/>
                            <p:cNvSpPr>
                              <a:spLocks/>
                            </p:cNvSpPr>
                            <p:nvPr/>
                          </p:nvSpPr>
                          <p:spPr bwMode="auto">
                            <a:xfrm>
                              <a:off x="3851" y="2101"/>
                              <a:ext cx="17" cy="9"/>
                            </a:xfrm>
                            <a:custGeom>
                              <a:avLst/>
                              <a:gdLst>
                                <a:gd name="T0" fmla="*/ 4 w 17"/>
                                <a:gd name="T1" fmla="*/ 0 h 9"/>
                                <a:gd name="T2" fmla="*/ 3 w 17"/>
                                <a:gd name="T3" fmla="*/ 0 h 9"/>
                                <a:gd name="T4" fmla="*/ 1 w 17"/>
                                <a:gd name="T5" fmla="*/ 2 h 9"/>
                                <a:gd name="T6" fmla="*/ 0 w 17"/>
                                <a:gd name="T7" fmla="*/ 3 h 9"/>
                                <a:gd name="T8" fmla="*/ 0 w 17"/>
                                <a:gd name="T9" fmla="*/ 5 h 9"/>
                                <a:gd name="T10" fmla="*/ 0 w 17"/>
                                <a:gd name="T11" fmla="*/ 6 h 9"/>
                                <a:gd name="T12" fmla="*/ 0 w 17"/>
                                <a:gd name="T13" fmla="*/ 8 h 9"/>
                                <a:gd name="T14" fmla="*/ 1 w 17"/>
                                <a:gd name="T15" fmla="*/ 9 h 9"/>
                                <a:gd name="T16" fmla="*/ 3 w 17"/>
                                <a:gd name="T17" fmla="*/ 9 h 9"/>
                                <a:gd name="T18" fmla="*/ 11 w 17"/>
                                <a:gd name="T19" fmla="*/ 9 h 9"/>
                                <a:gd name="T20" fmla="*/ 13 w 17"/>
                                <a:gd name="T21" fmla="*/ 9 h 9"/>
                                <a:gd name="T22" fmla="*/ 14 w 17"/>
                                <a:gd name="T23" fmla="*/ 9 h 9"/>
                                <a:gd name="T24" fmla="*/ 16 w 17"/>
                                <a:gd name="T25" fmla="*/ 8 h 9"/>
                                <a:gd name="T26" fmla="*/ 17 w 17"/>
                                <a:gd name="T27" fmla="*/ 6 h 9"/>
                                <a:gd name="T28" fmla="*/ 17 w 17"/>
                                <a:gd name="T29" fmla="*/ 5 h 9"/>
                                <a:gd name="T30" fmla="*/ 16 w 17"/>
                                <a:gd name="T31" fmla="*/ 3 h 9"/>
                                <a:gd name="T32" fmla="*/ 14 w 17"/>
                                <a:gd name="T33" fmla="*/ 2 h 9"/>
                                <a:gd name="T34" fmla="*/ 13 w 17"/>
                                <a:gd name="T35" fmla="*/ 0 h 9"/>
                                <a:gd name="T36" fmla="*/ 4 w 17"/>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7"/>
                                <a:gd name="T58" fmla="*/ 0 h 9"/>
                                <a:gd name="T59" fmla="*/ 17 w 17"/>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7" h="9">
                                  <a:moveTo>
                                    <a:pt x="4" y="0"/>
                                  </a:moveTo>
                                  <a:lnTo>
                                    <a:pt x="3" y="0"/>
                                  </a:lnTo>
                                  <a:lnTo>
                                    <a:pt x="1" y="2"/>
                                  </a:lnTo>
                                  <a:lnTo>
                                    <a:pt x="0" y="3"/>
                                  </a:lnTo>
                                  <a:lnTo>
                                    <a:pt x="0" y="5"/>
                                  </a:lnTo>
                                  <a:lnTo>
                                    <a:pt x="0" y="6"/>
                                  </a:lnTo>
                                  <a:lnTo>
                                    <a:pt x="0" y="8"/>
                                  </a:lnTo>
                                  <a:lnTo>
                                    <a:pt x="1" y="9"/>
                                  </a:lnTo>
                                  <a:lnTo>
                                    <a:pt x="3" y="9"/>
                                  </a:lnTo>
                                  <a:lnTo>
                                    <a:pt x="11" y="9"/>
                                  </a:lnTo>
                                  <a:lnTo>
                                    <a:pt x="13" y="9"/>
                                  </a:lnTo>
                                  <a:lnTo>
                                    <a:pt x="14" y="9"/>
                                  </a:lnTo>
                                  <a:lnTo>
                                    <a:pt x="16" y="8"/>
                                  </a:lnTo>
                                  <a:lnTo>
                                    <a:pt x="17" y="6"/>
                                  </a:lnTo>
                                  <a:lnTo>
                                    <a:pt x="17" y="5"/>
                                  </a:lnTo>
                                  <a:lnTo>
                                    <a:pt x="16" y="3"/>
                                  </a:lnTo>
                                  <a:lnTo>
                                    <a:pt x="14" y="2"/>
                                  </a:lnTo>
                                  <a:lnTo>
                                    <a:pt x="13"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22" name="Freeform 47"/>
                            <p:cNvSpPr>
                              <a:spLocks/>
                            </p:cNvSpPr>
                            <p:nvPr/>
                          </p:nvSpPr>
                          <p:spPr bwMode="auto">
                            <a:xfrm>
                              <a:off x="3885" y="2101"/>
                              <a:ext cx="79" cy="9"/>
                            </a:xfrm>
                            <a:custGeom>
                              <a:avLst/>
                              <a:gdLst>
                                <a:gd name="T0" fmla="*/ 5 w 79"/>
                                <a:gd name="T1" fmla="*/ 0 h 9"/>
                                <a:gd name="T2" fmla="*/ 3 w 79"/>
                                <a:gd name="T3" fmla="*/ 0 h 9"/>
                                <a:gd name="T4" fmla="*/ 2 w 79"/>
                                <a:gd name="T5" fmla="*/ 2 h 9"/>
                                <a:gd name="T6" fmla="*/ 0 w 79"/>
                                <a:gd name="T7" fmla="*/ 3 h 9"/>
                                <a:gd name="T8" fmla="*/ 0 w 79"/>
                                <a:gd name="T9" fmla="*/ 5 h 9"/>
                                <a:gd name="T10" fmla="*/ 0 w 79"/>
                                <a:gd name="T11" fmla="*/ 6 h 9"/>
                                <a:gd name="T12" fmla="*/ 0 w 79"/>
                                <a:gd name="T13" fmla="*/ 8 h 9"/>
                                <a:gd name="T14" fmla="*/ 2 w 79"/>
                                <a:gd name="T15" fmla="*/ 9 h 9"/>
                                <a:gd name="T16" fmla="*/ 3 w 79"/>
                                <a:gd name="T17" fmla="*/ 9 h 9"/>
                                <a:gd name="T18" fmla="*/ 73 w 79"/>
                                <a:gd name="T19" fmla="*/ 9 h 9"/>
                                <a:gd name="T20" fmla="*/ 75 w 79"/>
                                <a:gd name="T21" fmla="*/ 9 h 9"/>
                                <a:gd name="T22" fmla="*/ 76 w 79"/>
                                <a:gd name="T23" fmla="*/ 9 h 9"/>
                                <a:gd name="T24" fmla="*/ 77 w 79"/>
                                <a:gd name="T25" fmla="*/ 8 h 9"/>
                                <a:gd name="T26" fmla="*/ 79 w 79"/>
                                <a:gd name="T27" fmla="*/ 6 h 9"/>
                                <a:gd name="T28" fmla="*/ 79 w 79"/>
                                <a:gd name="T29" fmla="*/ 5 h 9"/>
                                <a:gd name="T30" fmla="*/ 77 w 79"/>
                                <a:gd name="T31" fmla="*/ 3 h 9"/>
                                <a:gd name="T32" fmla="*/ 76 w 79"/>
                                <a:gd name="T33" fmla="*/ 2 h 9"/>
                                <a:gd name="T34" fmla="*/ 75 w 79"/>
                                <a:gd name="T35" fmla="*/ 0 h 9"/>
                                <a:gd name="T36" fmla="*/ 5 w 79"/>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79"/>
                                <a:gd name="T58" fmla="*/ 0 h 9"/>
                                <a:gd name="T59" fmla="*/ 79 w 79"/>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79" h="9">
                                  <a:moveTo>
                                    <a:pt x="5" y="0"/>
                                  </a:moveTo>
                                  <a:lnTo>
                                    <a:pt x="3" y="0"/>
                                  </a:lnTo>
                                  <a:lnTo>
                                    <a:pt x="2" y="2"/>
                                  </a:lnTo>
                                  <a:lnTo>
                                    <a:pt x="0" y="3"/>
                                  </a:lnTo>
                                  <a:lnTo>
                                    <a:pt x="0" y="5"/>
                                  </a:lnTo>
                                  <a:lnTo>
                                    <a:pt x="0" y="6"/>
                                  </a:lnTo>
                                  <a:lnTo>
                                    <a:pt x="0" y="8"/>
                                  </a:lnTo>
                                  <a:lnTo>
                                    <a:pt x="2" y="9"/>
                                  </a:lnTo>
                                  <a:lnTo>
                                    <a:pt x="3" y="9"/>
                                  </a:lnTo>
                                  <a:lnTo>
                                    <a:pt x="73" y="9"/>
                                  </a:lnTo>
                                  <a:lnTo>
                                    <a:pt x="75" y="9"/>
                                  </a:lnTo>
                                  <a:lnTo>
                                    <a:pt x="76" y="9"/>
                                  </a:lnTo>
                                  <a:lnTo>
                                    <a:pt x="77" y="8"/>
                                  </a:lnTo>
                                  <a:lnTo>
                                    <a:pt x="79" y="6"/>
                                  </a:lnTo>
                                  <a:lnTo>
                                    <a:pt x="79" y="5"/>
                                  </a:lnTo>
                                  <a:lnTo>
                                    <a:pt x="77" y="3"/>
                                  </a:lnTo>
                                  <a:lnTo>
                                    <a:pt x="76" y="2"/>
                                  </a:lnTo>
                                  <a:lnTo>
                                    <a:pt x="75" y="0"/>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23" name="Freeform 48"/>
                            <p:cNvSpPr>
                              <a:spLocks/>
                            </p:cNvSpPr>
                            <p:nvPr/>
                          </p:nvSpPr>
                          <p:spPr bwMode="auto">
                            <a:xfrm>
                              <a:off x="3981" y="2101"/>
                              <a:ext cx="18" cy="9"/>
                            </a:xfrm>
                            <a:custGeom>
                              <a:avLst/>
                              <a:gdLst>
                                <a:gd name="T0" fmla="*/ 5 w 18"/>
                                <a:gd name="T1" fmla="*/ 0 h 9"/>
                                <a:gd name="T2" fmla="*/ 3 w 18"/>
                                <a:gd name="T3" fmla="*/ 0 h 9"/>
                                <a:gd name="T4" fmla="*/ 2 w 18"/>
                                <a:gd name="T5" fmla="*/ 2 h 9"/>
                                <a:gd name="T6" fmla="*/ 0 w 18"/>
                                <a:gd name="T7" fmla="*/ 3 h 9"/>
                                <a:gd name="T8" fmla="*/ 0 w 18"/>
                                <a:gd name="T9" fmla="*/ 5 h 9"/>
                                <a:gd name="T10" fmla="*/ 0 w 18"/>
                                <a:gd name="T11" fmla="*/ 6 h 9"/>
                                <a:gd name="T12" fmla="*/ 0 w 18"/>
                                <a:gd name="T13" fmla="*/ 8 h 9"/>
                                <a:gd name="T14" fmla="*/ 2 w 18"/>
                                <a:gd name="T15" fmla="*/ 9 h 9"/>
                                <a:gd name="T16" fmla="*/ 3 w 18"/>
                                <a:gd name="T17" fmla="*/ 9 h 9"/>
                                <a:gd name="T18" fmla="*/ 12 w 18"/>
                                <a:gd name="T19" fmla="*/ 9 h 9"/>
                                <a:gd name="T20" fmla="*/ 13 w 18"/>
                                <a:gd name="T21" fmla="*/ 9 h 9"/>
                                <a:gd name="T22" fmla="*/ 15 w 18"/>
                                <a:gd name="T23" fmla="*/ 9 h 9"/>
                                <a:gd name="T24" fmla="*/ 16 w 18"/>
                                <a:gd name="T25" fmla="*/ 8 h 9"/>
                                <a:gd name="T26" fmla="*/ 18 w 18"/>
                                <a:gd name="T27" fmla="*/ 6 h 9"/>
                                <a:gd name="T28" fmla="*/ 18 w 18"/>
                                <a:gd name="T29" fmla="*/ 5 h 9"/>
                                <a:gd name="T30" fmla="*/ 16 w 18"/>
                                <a:gd name="T31" fmla="*/ 3 h 9"/>
                                <a:gd name="T32" fmla="*/ 15 w 18"/>
                                <a:gd name="T33" fmla="*/ 2 h 9"/>
                                <a:gd name="T34" fmla="*/ 13 w 18"/>
                                <a:gd name="T35" fmla="*/ 0 h 9"/>
                                <a:gd name="T36" fmla="*/ 5 w 18"/>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8"/>
                                <a:gd name="T58" fmla="*/ 0 h 9"/>
                                <a:gd name="T59" fmla="*/ 18 w 18"/>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8" h="9">
                                  <a:moveTo>
                                    <a:pt x="5" y="0"/>
                                  </a:moveTo>
                                  <a:lnTo>
                                    <a:pt x="3" y="0"/>
                                  </a:lnTo>
                                  <a:lnTo>
                                    <a:pt x="2" y="2"/>
                                  </a:lnTo>
                                  <a:lnTo>
                                    <a:pt x="0" y="3"/>
                                  </a:lnTo>
                                  <a:lnTo>
                                    <a:pt x="0" y="5"/>
                                  </a:lnTo>
                                  <a:lnTo>
                                    <a:pt x="0" y="6"/>
                                  </a:lnTo>
                                  <a:lnTo>
                                    <a:pt x="0" y="8"/>
                                  </a:lnTo>
                                  <a:lnTo>
                                    <a:pt x="2" y="9"/>
                                  </a:lnTo>
                                  <a:lnTo>
                                    <a:pt x="3" y="9"/>
                                  </a:lnTo>
                                  <a:lnTo>
                                    <a:pt x="12" y="9"/>
                                  </a:lnTo>
                                  <a:lnTo>
                                    <a:pt x="13" y="9"/>
                                  </a:lnTo>
                                  <a:lnTo>
                                    <a:pt x="15" y="9"/>
                                  </a:lnTo>
                                  <a:lnTo>
                                    <a:pt x="16" y="8"/>
                                  </a:lnTo>
                                  <a:lnTo>
                                    <a:pt x="18" y="6"/>
                                  </a:lnTo>
                                  <a:lnTo>
                                    <a:pt x="18" y="5"/>
                                  </a:lnTo>
                                  <a:lnTo>
                                    <a:pt x="16" y="3"/>
                                  </a:lnTo>
                                  <a:lnTo>
                                    <a:pt x="15" y="2"/>
                                  </a:lnTo>
                                  <a:lnTo>
                                    <a:pt x="13" y="0"/>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24" name="Freeform 49"/>
                            <p:cNvSpPr>
                              <a:spLocks/>
                            </p:cNvSpPr>
                            <p:nvPr/>
                          </p:nvSpPr>
                          <p:spPr bwMode="auto">
                            <a:xfrm>
                              <a:off x="4016" y="2101"/>
                              <a:ext cx="79" cy="9"/>
                            </a:xfrm>
                            <a:custGeom>
                              <a:avLst/>
                              <a:gdLst>
                                <a:gd name="T0" fmla="*/ 5 w 79"/>
                                <a:gd name="T1" fmla="*/ 0 h 9"/>
                                <a:gd name="T2" fmla="*/ 3 w 79"/>
                                <a:gd name="T3" fmla="*/ 0 h 9"/>
                                <a:gd name="T4" fmla="*/ 2 w 79"/>
                                <a:gd name="T5" fmla="*/ 2 h 9"/>
                                <a:gd name="T6" fmla="*/ 0 w 79"/>
                                <a:gd name="T7" fmla="*/ 3 h 9"/>
                                <a:gd name="T8" fmla="*/ 0 w 79"/>
                                <a:gd name="T9" fmla="*/ 5 h 9"/>
                                <a:gd name="T10" fmla="*/ 0 w 79"/>
                                <a:gd name="T11" fmla="*/ 6 h 9"/>
                                <a:gd name="T12" fmla="*/ 0 w 79"/>
                                <a:gd name="T13" fmla="*/ 8 h 9"/>
                                <a:gd name="T14" fmla="*/ 2 w 79"/>
                                <a:gd name="T15" fmla="*/ 9 h 9"/>
                                <a:gd name="T16" fmla="*/ 3 w 79"/>
                                <a:gd name="T17" fmla="*/ 9 h 9"/>
                                <a:gd name="T18" fmla="*/ 73 w 79"/>
                                <a:gd name="T19" fmla="*/ 9 h 9"/>
                                <a:gd name="T20" fmla="*/ 74 w 79"/>
                                <a:gd name="T21" fmla="*/ 9 h 9"/>
                                <a:gd name="T22" fmla="*/ 76 w 79"/>
                                <a:gd name="T23" fmla="*/ 9 h 9"/>
                                <a:gd name="T24" fmla="*/ 77 w 79"/>
                                <a:gd name="T25" fmla="*/ 8 h 9"/>
                                <a:gd name="T26" fmla="*/ 79 w 79"/>
                                <a:gd name="T27" fmla="*/ 6 h 9"/>
                                <a:gd name="T28" fmla="*/ 79 w 79"/>
                                <a:gd name="T29" fmla="*/ 5 h 9"/>
                                <a:gd name="T30" fmla="*/ 77 w 79"/>
                                <a:gd name="T31" fmla="*/ 3 h 9"/>
                                <a:gd name="T32" fmla="*/ 76 w 79"/>
                                <a:gd name="T33" fmla="*/ 2 h 9"/>
                                <a:gd name="T34" fmla="*/ 74 w 79"/>
                                <a:gd name="T35" fmla="*/ 0 h 9"/>
                                <a:gd name="T36" fmla="*/ 5 w 79"/>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79"/>
                                <a:gd name="T58" fmla="*/ 0 h 9"/>
                                <a:gd name="T59" fmla="*/ 79 w 79"/>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79" h="9">
                                  <a:moveTo>
                                    <a:pt x="5" y="0"/>
                                  </a:moveTo>
                                  <a:lnTo>
                                    <a:pt x="3" y="0"/>
                                  </a:lnTo>
                                  <a:lnTo>
                                    <a:pt x="2" y="2"/>
                                  </a:lnTo>
                                  <a:lnTo>
                                    <a:pt x="0" y="3"/>
                                  </a:lnTo>
                                  <a:lnTo>
                                    <a:pt x="0" y="5"/>
                                  </a:lnTo>
                                  <a:lnTo>
                                    <a:pt x="0" y="6"/>
                                  </a:lnTo>
                                  <a:lnTo>
                                    <a:pt x="0" y="8"/>
                                  </a:lnTo>
                                  <a:lnTo>
                                    <a:pt x="2" y="9"/>
                                  </a:lnTo>
                                  <a:lnTo>
                                    <a:pt x="3" y="9"/>
                                  </a:lnTo>
                                  <a:lnTo>
                                    <a:pt x="73" y="9"/>
                                  </a:lnTo>
                                  <a:lnTo>
                                    <a:pt x="74" y="9"/>
                                  </a:lnTo>
                                  <a:lnTo>
                                    <a:pt x="76" y="9"/>
                                  </a:lnTo>
                                  <a:lnTo>
                                    <a:pt x="77" y="8"/>
                                  </a:lnTo>
                                  <a:lnTo>
                                    <a:pt x="79" y="6"/>
                                  </a:lnTo>
                                  <a:lnTo>
                                    <a:pt x="79" y="5"/>
                                  </a:lnTo>
                                  <a:lnTo>
                                    <a:pt x="77" y="3"/>
                                  </a:lnTo>
                                  <a:lnTo>
                                    <a:pt x="76" y="2"/>
                                  </a:lnTo>
                                  <a:lnTo>
                                    <a:pt x="74" y="0"/>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25" name="Freeform 50"/>
                            <p:cNvSpPr>
                              <a:spLocks/>
                            </p:cNvSpPr>
                            <p:nvPr/>
                          </p:nvSpPr>
                          <p:spPr bwMode="auto">
                            <a:xfrm>
                              <a:off x="4112" y="2101"/>
                              <a:ext cx="17" cy="9"/>
                            </a:xfrm>
                            <a:custGeom>
                              <a:avLst/>
                              <a:gdLst>
                                <a:gd name="T0" fmla="*/ 4 w 17"/>
                                <a:gd name="T1" fmla="*/ 0 h 9"/>
                                <a:gd name="T2" fmla="*/ 3 w 17"/>
                                <a:gd name="T3" fmla="*/ 0 h 9"/>
                                <a:gd name="T4" fmla="*/ 1 w 17"/>
                                <a:gd name="T5" fmla="*/ 2 h 9"/>
                                <a:gd name="T6" fmla="*/ 0 w 17"/>
                                <a:gd name="T7" fmla="*/ 3 h 9"/>
                                <a:gd name="T8" fmla="*/ 0 w 17"/>
                                <a:gd name="T9" fmla="*/ 5 h 9"/>
                                <a:gd name="T10" fmla="*/ 0 w 17"/>
                                <a:gd name="T11" fmla="*/ 6 h 9"/>
                                <a:gd name="T12" fmla="*/ 0 w 17"/>
                                <a:gd name="T13" fmla="*/ 8 h 9"/>
                                <a:gd name="T14" fmla="*/ 1 w 17"/>
                                <a:gd name="T15" fmla="*/ 9 h 9"/>
                                <a:gd name="T16" fmla="*/ 3 w 17"/>
                                <a:gd name="T17" fmla="*/ 9 h 9"/>
                                <a:gd name="T18" fmla="*/ 12 w 17"/>
                                <a:gd name="T19" fmla="*/ 9 h 9"/>
                                <a:gd name="T20" fmla="*/ 13 w 17"/>
                                <a:gd name="T21" fmla="*/ 9 h 9"/>
                                <a:gd name="T22" fmla="*/ 15 w 17"/>
                                <a:gd name="T23" fmla="*/ 9 h 9"/>
                                <a:gd name="T24" fmla="*/ 16 w 17"/>
                                <a:gd name="T25" fmla="*/ 8 h 9"/>
                                <a:gd name="T26" fmla="*/ 17 w 17"/>
                                <a:gd name="T27" fmla="*/ 6 h 9"/>
                                <a:gd name="T28" fmla="*/ 17 w 17"/>
                                <a:gd name="T29" fmla="*/ 5 h 9"/>
                                <a:gd name="T30" fmla="*/ 16 w 17"/>
                                <a:gd name="T31" fmla="*/ 3 h 9"/>
                                <a:gd name="T32" fmla="*/ 15 w 17"/>
                                <a:gd name="T33" fmla="*/ 2 h 9"/>
                                <a:gd name="T34" fmla="*/ 13 w 17"/>
                                <a:gd name="T35" fmla="*/ 0 h 9"/>
                                <a:gd name="T36" fmla="*/ 4 w 17"/>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7"/>
                                <a:gd name="T58" fmla="*/ 0 h 9"/>
                                <a:gd name="T59" fmla="*/ 17 w 17"/>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7" h="9">
                                  <a:moveTo>
                                    <a:pt x="4" y="0"/>
                                  </a:moveTo>
                                  <a:lnTo>
                                    <a:pt x="3" y="0"/>
                                  </a:lnTo>
                                  <a:lnTo>
                                    <a:pt x="1" y="2"/>
                                  </a:lnTo>
                                  <a:lnTo>
                                    <a:pt x="0" y="3"/>
                                  </a:lnTo>
                                  <a:lnTo>
                                    <a:pt x="0" y="5"/>
                                  </a:lnTo>
                                  <a:lnTo>
                                    <a:pt x="0" y="6"/>
                                  </a:lnTo>
                                  <a:lnTo>
                                    <a:pt x="0" y="8"/>
                                  </a:lnTo>
                                  <a:lnTo>
                                    <a:pt x="1" y="9"/>
                                  </a:lnTo>
                                  <a:lnTo>
                                    <a:pt x="3" y="9"/>
                                  </a:lnTo>
                                  <a:lnTo>
                                    <a:pt x="12" y="9"/>
                                  </a:lnTo>
                                  <a:lnTo>
                                    <a:pt x="13" y="9"/>
                                  </a:lnTo>
                                  <a:lnTo>
                                    <a:pt x="15" y="9"/>
                                  </a:lnTo>
                                  <a:lnTo>
                                    <a:pt x="16" y="8"/>
                                  </a:lnTo>
                                  <a:lnTo>
                                    <a:pt x="17" y="6"/>
                                  </a:lnTo>
                                  <a:lnTo>
                                    <a:pt x="17" y="5"/>
                                  </a:lnTo>
                                  <a:lnTo>
                                    <a:pt x="16" y="3"/>
                                  </a:lnTo>
                                  <a:lnTo>
                                    <a:pt x="15" y="2"/>
                                  </a:lnTo>
                                  <a:lnTo>
                                    <a:pt x="13"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26" name="Freeform 51"/>
                            <p:cNvSpPr>
                              <a:spLocks/>
                            </p:cNvSpPr>
                            <p:nvPr/>
                          </p:nvSpPr>
                          <p:spPr bwMode="auto">
                            <a:xfrm>
                              <a:off x="4147" y="2101"/>
                              <a:ext cx="78" cy="9"/>
                            </a:xfrm>
                            <a:custGeom>
                              <a:avLst/>
                              <a:gdLst>
                                <a:gd name="T0" fmla="*/ 4 w 78"/>
                                <a:gd name="T1" fmla="*/ 0 h 9"/>
                                <a:gd name="T2" fmla="*/ 3 w 78"/>
                                <a:gd name="T3" fmla="*/ 0 h 9"/>
                                <a:gd name="T4" fmla="*/ 1 w 78"/>
                                <a:gd name="T5" fmla="*/ 2 h 9"/>
                                <a:gd name="T6" fmla="*/ 0 w 78"/>
                                <a:gd name="T7" fmla="*/ 3 h 9"/>
                                <a:gd name="T8" fmla="*/ 0 w 78"/>
                                <a:gd name="T9" fmla="*/ 5 h 9"/>
                                <a:gd name="T10" fmla="*/ 0 w 78"/>
                                <a:gd name="T11" fmla="*/ 6 h 9"/>
                                <a:gd name="T12" fmla="*/ 0 w 78"/>
                                <a:gd name="T13" fmla="*/ 8 h 9"/>
                                <a:gd name="T14" fmla="*/ 1 w 78"/>
                                <a:gd name="T15" fmla="*/ 9 h 9"/>
                                <a:gd name="T16" fmla="*/ 3 w 78"/>
                                <a:gd name="T17" fmla="*/ 9 h 9"/>
                                <a:gd name="T18" fmla="*/ 72 w 78"/>
                                <a:gd name="T19" fmla="*/ 9 h 9"/>
                                <a:gd name="T20" fmla="*/ 74 w 78"/>
                                <a:gd name="T21" fmla="*/ 9 h 9"/>
                                <a:gd name="T22" fmla="*/ 75 w 78"/>
                                <a:gd name="T23" fmla="*/ 9 h 9"/>
                                <a:gd name="T24" fmla="*/ 77 w 78"/>
                                <a:gd name="T25" fmla="*/ 8 h 9"/>
                                <a:gd name="T26" fmla="*/ 78 w 78"/>
                                <a:gd name="T27" fmla="*/ 6 h 9"/>
                                <a:gd name="T28" fmla="*/ 78 w 78"/>
                                <a:gd name="T29" fmla="*/ 5 h 9"/>
                                <a:gd name="T30" fmla="*/ 77 w 78"/>
                                <a:gd name="T31" fmla="*/ 3 h 9"/>
                                <a:gd name="T32" fmla="*/ 75 w 78"/>
                                <a:gd name="T33" fmla="*/ 2 h 9"/>
                                <a:gd name="T34" fmla="*/ 74 w 78"/>
                                <a:gd name="T35" fmla="*/ 0 h 9"/>
                                <a:gd name="T36" fmla="*/ 4 w 78"/>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78"/>
                                <a:gd name="T58" fmla="*/ 0 h 9"/>
                                <a:gd name="T59" fmla="*/ 78 w 78"/>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78" h="9">
                                  <a:moveTo>
                                    <a:pt x="4" y="0"/>
                                  </a:moveTo>
                                  <a:lnTo>
                                    <a:pt x="3" y="0"/>
                                  </a:lnTo>
                                  <a:lnTo>
                                    <a:pt x="1" y="2"/>
                                  </a:lnTo>
                                  <a:lnTo>
                                    <a:pt x="0" y="3"/>
                                  </a:lnTo>
                                  <a:lnTo>
                                    <a:pt x="0" y="5"/>
                                  </a:lnTo>
                                  <a:lnTo>
                                    <a:pt x="0" y="6"/>
                                  </a:lnTo>
                                  <a:lnTo>
                                    <a:pt x="0" y="8"/>
                                  </a:lnTo>
                                  <a:lnTo>
                                    <a:pt x="1" y="9"/>
                                  </a:lnTo>
                                  <a:lnTo>
                                    <a:pt x="3" y="9"/>
                                  </a:lnTo>
                                  <a:lnTo>
                                    <a:pt x="72" y="9"/>
                                  </a:lnTo>
                                  <a:lnTo>
                                    <a:pt x="74" y="9"/>
                                  </a:lnTo>
                                  <a:lnTo>
                                    <a:pt x="75" y="9"/>
                                  </a:lnTo>
                                  <a:lnTo>
                                    <a:pt x="77" y="8"/>
                                  </a:lnTo>
                                  <a:lnTo>
                                    <a:pt x="78" y="6"/>
                                  </a:lnTo>
                                  <a:lnTo>
                                    <a:pt x="78" y="5"/>
                                  </a:lnTo>
                                  <a:lnTo>
                                    <a:pt x="77" y="3"/>
                                  </a:lnTo>
                                  <a:lnTo>
                                    <a:pt x="75" y="2"/>
                                  </a:lnTo>
                                  <a:lnTo>
                                    <a:pt x="74"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27" name="Freeform 52"/>
                            <p:cNvSpPr>
                              <a:spLocks/>
                            </p:cNvSpPr>
                            <p:nvPr/>
                          </p:nvSpPr>
                          <p:spPr bwMode="auto">
                            <a:xfrm>
                              <a:off x="4243" y="2101"/>
                              <a:ext cx="17" cy="9"/>
                            </a:xfrm>
                            <a:custGeom>
                              <a:avLst/>
                              <a:gdLst>
                                <a:gd name="T0" fmla="*/ 4 w 17"/>
                                <a:gd name="T1" fmla="*/ 0 h 9"/>
                                <a:gd name="T2" fmla="*/ 3 w 17"/>
                                <a:gd name="T3" fmla="*/ 0 h 9"/>
                                <a:gd name="T4" fmla="*/ 1 w 17"/>
                                <a:gd name="T5" fmla="*/ 2 h 9"/>
                                <a:gd name="T6" fmla="*/ 0 w 17"/>
                                <a:gd name="T7" fmla="*/ 3 h 9"/>
                                <a:gd name="T8" fmla="*/ 0 w 17"/>
                                <a:gd name="T9" fmla="*/ 5 h 9"/>
                                <a:gd name="T10" fmla="*/ 0 w 17"/>
                                <a:gd name="T11" fmla="*/ 6 h 9"/>
                                <a:gd name="T12" fmla="*/ 0 w 17"/>
                                <a:gd name="T13" fmla="*/ 8 h 9"/>
                                <a:gd name="T14" fmla="*/ 1 w 17"/>
                                <a:gd name="T15" fmla="*/ 9 h 9"/>
                                <a:gd name="T16" fmla="*/ 3 w 17"/>
                                <a:gd name="T17" fmla="*/ 9 h 9"/>
                                <a:gd name="T18" fmla="*/ 11 w 17"/>
                                <a:gd name="T19" fmla="*/ 9 h 9"/>
                                <a:gd name="T20" fmla="*/ 13 w 17"/>
                                <a:gd name="T21" fmla="*/ 9 h 9"/>
                                <a:gd name="T22" fmla="*/ 14 w 17"/>
                                <a:gd name="T23" fmla="*/ 9 h 9"/>
                                <a:gd name="T24" fmla="*/ 16 w 17"/>
                                <a:gd name="T25" fmla="*/ 8 h 9"/>
                                <a:gd name="T26" fmla="*/ 17 w 17"/>
                                <a:gd name="T27" fmla="*/ 6 h 9"/>
                                <a:gd name="T28" fmla="*/ 17 w 17"/>
                                <a:gd name="T29" fmla="*/ 5 h 9"/>
                                <a:gd name="T30" fmla="*/ 16 w 17"/>
                                <a:gd name="T31" fmla="*/ 3 h 9"/>
                                <a:gd name="T32" fmla="*/ 14 w 17"/>
                                <a:gd name="T33" fmla="*/ 2 h 9"/>
                                <a:gd name="T34" fmla="*/ 13 w 17"/>
                                <a:gd name="T35" fmla="*/ 0 h 9"/>
                                <a:gd name="T36" fmla="*/ 4 w 17"/>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7"/>
                                <a:gd name="T58" fmla="*/ 0 h 9"/>
                                <a:gd name="T59" fmla="*/ 17 w 17"/>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7" h="9">
                                  <a:moveTo>
                                    <a:pt x="4" y="0"/>
                                  </a:moveTo>
                                  <a:lnTo>
                                    <a:pt x="3" y="0"/>
                                  </a:lnTo>
                                  <a:lnTo>
                                    <a:pt x="1" y="2"/>
                                  </a:lnTo>
                                  <a:lnTo>
                                    <a:pt x="0" y="3"/>
                                  </a:lnTo>
                                  <a:lnTo>
                                    <a:pt x="0" y="5"/>
                                  </a:lnTo>
                                  <a:lnTo>
                                    <a:pt x="0" y="6"/>
                                  </a:lnTo>
                                  <a:lnTo>
                                    <a:pt x="0" y="8"/>
                                  </a:lnTo>
                                  <a:lnTo>
                                    <a:pt x="1" y="9"/>
                                  </a:lnTo>
                                  <a:lnTo>
                                    <a:pt x="3" y="9"/>
                                  </a:lnTo>
                                  <a:lnTo>
                                    <a:pt x="11" y="9"/>
                                  </a:lnTo>
                                  <a:lnTo>
                                    <a:pt x="13" y="9"/>
                                  </a:lnTo>
                                  <a:lnTo>
                                    <a:pt x="14" y="9"/>
                                  </a:lnTo>
                                  <a:lnTo>
                                    <a:pt x="16" y="8"/>
                                  </a:lnTo>
                                  <a:lnTo>
                                    <a:pt x="17" y="6"/>
                                  </a:lnTo>
                                  <a:lnTo>
                                    <a:pt x="17" y="5"/>
                                  </a:lnTo>
                                  <a:lnTo>
                                    <a:pt x="16" y="3"/>
                                  </a:lnTo>
                                  <a:lnTo>
                                    <a:pt x="14" y="2"/>
                                  </a:lnTo>
                                  <a:lnTo>
                                    <a:pt x="13"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28" name="Freeform 53"/>
                            <p:cNvSpPr>
                              <a:spLocks/>
                            </p:cNvSpPr>
                            <p:nvPr/>
                          </p:nvSpPr>
                          <p:spPr bwMode="auto">
                            <a:xfrm>
                              <a:off x="4278" y="2101"/>
                              <a:ext cx="78" cy="9"/>
                            </a:xfrm>
                            <a:custGeom>
                              <a:avLst/>
                              <a:gdLst>
                                <a:gd name="T0" fmla="*/ 4 w 78"/>
                                <a:gd name="T1" fmla="*/ 0 h 9"/>
                                <a:gd name="T2" fmla="*/ 2 w 78"/>
                                <a:gd name="T3" fmla="*/ 0 h 9"/>
                                <a:gd name="T4" fmla="*/ 1 w 78"/>
                                <a:gd name="T5" fmla="*/ 2 h 9"/>
                                <a:gd name="T6" fmla="*/ 0 w 78"/>
                                <a:gd name="T7" fmla="*/ 3 h 9"/>
                                <a:gd name="T8" fmla="*/ 0 w 78"/>
                                <a:gd name="T9" fmla="*/ 5 h 9"/>
                                <a:gd name="T10" fmla="*/ 0 w 78"/>
                                <a:gd name="T11" fmla="*/ 6 h 9"/>
                                <a:gd name="T12" fmla="*/ 0 w 78"/>
                                <a:gd name="T13" fmla="*/ 8 h 9"/>
                                <a:gd name="T14" fmla="*/ 1 w 78"/>
                                <a:gd name="T15" fmla="*/ 9 h 9"/>
                                <a:gd name="T16" fmla="*/ 2 w 78"/>
                                <a:gd name="T17" fmla="*/ 9 h 9"/>
                                <a:gd name="T18" fmla="*/ 72 w 78"/>
                                <a:gd name="T19" fmla="*/ 9 h 9"/>
                                <a:gd name="T20" fmla="*/ 74 w 78"/>
                                <a:gd name="T21" fmla="*/ 9 h 9"/>
                                <a:gd name="T22" fmla="*/ 75 w 78"/>
                                <a:gd name="T23" fmla="*/ 9 h 9"/>
                                <a:gd name="T24" fmla="*/ 77 w 78"/>
                                <a:gd name="T25" fmla="*/ 8 h 9"/>
                                <a:gd name="T26" fmla="*/ 78 w 78"/>
                                <a:gd name="T27" fmla="*/ 6 h 9"/>
                                <a:gd name="T28" fmla="*/ 78 w 78"/>
                                <a:gd name="T29" fmla="*/ 5 h 9"/>
                                <a:gd name="T30" fmla="*/ 77 w 78"/>
                                <a:gd name="T31" fmla="*/ 3 h 9"/>
                                <a:gd name="T32" fmla="*/ 75 w 78"/>
                                <a:gd name="T33" fmla="*/ 2 h 9"/>
                                <a:gd name="T34" fmla="*/ 74 w 78"/>
                                <a:gd name="T35" fmla="*/ 0 h 9"/>
                                <a:gd name="T36" fmla="*/ 4 w 78"/>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78"/>
                                <a:gd name="T58" fmla="*/ 0 h 9"/>
                                <a:gd name="T59" fmla="*/ 78 w 78"/>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78" h="9">
                                  <a:moveTo>
                                    <a:pt x="4" y="0"/>
                                  </a:moveTo>
                                  <a:lnTo>
                                    <a:pt x="2" y="0"/>
                                  </a:lnTo>
                                  <a:lnTo>
                                    <a:pt x="1" y="2"/>
                                  </a:lnTo>
                                  <a:lnTo>
                                    <a:pt x="0" y="3"/>
                                  </a:lnTo>
                                  <a:lnTo>
                                    <a:pt x="0" y="5"/>
                                  </a:lnTo>
                                  <a:lnTo>
                                    <a:pt x="0" y="6"/>
                                  </a:lnTo>
                                  <a:lnTo>
                                    <a:pt x="0" y="8"/>
                                  </a:lnTo>
                                  <a:lnTo>
                                    <a:pt x="1" y="9"/>
                                  </a:lnTo>
                                  <a:lnTo>
                                    <a:pt x="2" y="9"/>
                                  </a:lnTo>
                                  <a:lnTo>
                                    <a:pt x="72" y="9"/>
                                  </a:lnTo>
                                  <a:lnTo>
                                    <a:pt x="74" y="9"/>
                                  </a:lnTo>
                                  <a:lnTo>
                                    <a:pt x="75" y="9"/>
                                  </a:lnTo>
                                  <a:lnTo>
                                    <a:pt x="77" y="8"/>
                                  </a:lnTo>
                                  <a:lnTo>
                                    <a:pt x="78" y="6"/>
                                  </a:lnTo>
                                  <a:lnTo>
                                    <a:pt x="78" y="5"/>
                                  </a:lnTo>
                                  <a:lnTo>
                                    <a:pt x="77" y="3"/>
                                  </a:lnTo>
                                  <a:lnTo>
                                    <a:pt x="75" y="2"/>
                                  </a:lnTo>
                                  <a:lnTo>
                                    <a:pt x="74"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29" name="Freeform 54"/>
                            <p:cNvSpPr>
                              <a:spLocks/>
                            </p:cNvSpPr>
                            <p:nvPr/>
                          </p:nvSpPr>
                          <p:spPr bwMode="auto">
                            <a:xfrm>
                              <a:off x="4373" y="2101"/>
                              <a:ext cx="18" cy="9"/>
                            </a:xfrm>
                            <a:custGeom>
                              <a:avLst/>
                              <a:gdLst>
                                <a:gd name="T0" fmla="*/ 5 w 18"/>
                                <a:gd name="T1" fmla="*/ 0 h 9"/>
                                <a:gd name="T2" fmla="*/ 3 w 18"/>
                                <a:gd name="T3" fmla="*/ 0 h 9"/>
                                <a:gd name="T4" fmla="*/ 2 w 18"/>
                                <a:gd name="T5" fmla="*/ 2 h 9"/>
                                <a:gd name="T6" fmla="*/ 0 w 18"/>
                                <a:gd name="T7" fmla="*/ 3 h 9"/>
                                <a:gd name="T8" fmla="*/ 0 w 18"/>
                                <a:gd name="T9" fmla="*/ 5 h 9"/>
                                <a:gd name="T10" fmla="*/ 0 w 18"/>
                                <a:gd name="T11" fmla="*/ 6 h 9"/>
                                <a:gd name="T12" fmla="*/ 0 w 18"/>
                                <a:gd name="T13" fmla="*/ 8 h 9"/>
                                <a:gd name="T14" fmla="*/ 2 w 18"/>
                                <a:gd name="T15" fmla="*/ 9 h 9"/>
                                <a:gd name="T16" fmla="*/ 3 w 18"/>
                                <a:gd name="T17" fmla="*/ 9 h 9"/>
                                <a:gd name="T18" fmla="*/ 12 w 18"/>
                                <a:gd name="T19" fmla="*/ 9 h 9"/>
                                <a:gd name="T20" fmla="*/ 14 w 18"/>
                                <a:gd name="T21" fmla="*/ 9 h 9"/>
                                <a:gd name="T22" fmla="*/ 15 w 18"/>
                                <a:gd name="T23" fmla="*/ 9 h 9"/>
                                <a:gd name="T24" fmla="*/ 16 w 18"/>
                                <a:gd name="T25" fmla="*/ 8 h 9"/>
                                <a:gd name="T26" fmla="*/ 18 w 18"/>
                                <a:gd name="T27" fmla="*/ 6 h 9"/>
                                <a:gd name="T28" fmla="*/ 18 w 18"/>
                                <a:gd name="T29" fmla="*/ 5 h 9"/>
                                <a:gd name="T30" fmla="*/ 16 w 18"/>
                                <a:gd name="T31" fmla="*/ 3 h 9"/>
                                <a:gd name="T32" fmla="*/ 15 w 18"/>
                                <a:gd name="T33" fmla="*/ 2 h 9"/>
                                <a:gd name="T34" fmla="*/ 14 w 18"/>
                                <a:gd name="T35" fmla="*/ 0 h 9"/>
                                <a:gd name="T36" fmla="*/ 5 w 18"/>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8"/>
                                <a:gd name="T58" fmla="*/ 0 h 9"/>
                                <a:gd name="T59" fmla="*/ 18 w 18"/>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8" h="9">
                                  <a:moveTo>
                                    <a:pt x="5" y="0"/>
                                  </a:moveTo>
                                  <a:lnTo>
                                    <a:pt x="3" y="0"/>
                                  </a:lnTo>
                                  <a:lnTo>
                                    <a:pt x="2" y="2"/>
                                  </a:lnTo>
                                  <a:lnTo>
                                    <a:pt x="0" y="3"/>
                                  </a:lnTo>
                                  <a:lnTo>
                                    <a:pt x="0" y="5"/>
                                  </a:lnTo>
                                  <a:lnTo>
                                    <a:pt x="0" y="6"/>
                                  </a:lnTo>
                                  <a:lnTo>
                                    <a:pt x="0" y="8"/>
                                  </a:lnTo>
                                  <a:lnTo>
                                    <a:pt x="2" y="9"/>
                                  </a:lnTo>
                                  <a:lnTo>
                                    <a:pt x="3" y="9"/>
                                  </a:lnTo>
                                  <a:lnTo>
                                    <a:pt x="12" y="9"/>
                                  </a:lnTo>
                                  <a:lnTo>
                                    <a:pt x="14" y="9"/>
                                  </a:lnTo>
                                  <a:lnTo>
                                    <a:pt x="15" y="9"/>
                                  </a:lnTo>
                                  <a:lnTo>
                                    <a:pt x="16" y="8"/>
                                  </a:lnTo>
                                  <a:lnTo>
                                    <a:pt x="18" y="6"/>
                                  </a:lnTo>
                                  <a:lnTo>
                                    <a:pt x="18" y="5"/>
                                  </a:lnTo>
                                  <a:lnTo>
                                    <a:pt x="16" y="3"/>
                                  </a:lnTo>
                                  <a:lnTo>
                                    <a:pt x="15" y="2"/>
                                  </a:lnTo>
                                  <a:lnTo>
                                    <a:pt x="14" y="0"/>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30" name="Freeform 55"/>
                            <p:cNvSpPr>
                              <a:spLocks/>
                            </p:cNvSpPr>
                            <p:nvPr/>
                          </p:nvSpPr>
                          <p:spPr bwMode="auto">
                            <a:xfrm>
                              <a:off x="4408" y="2101"/>
                              <a:ext cx="79" cy="9"/>
                            </a:xfrm>
                            <a:custGeom>
                              <a:avLst/>
                              <a:gdLst>
                                <a:gd name="T0" fmla="*/ 5 w 79"/>
                                <a:gd name="T1" fmla="*/ 0 h 9"/>
                                <a:gd name="T2" fmla="*/ 3 w 79"/>
                                <a:gd name="T3" fmla="*/ 0 h 9"/>
                                <a:gd name="T4" fmla="*/ 2 w 79"/>
                                <a:gd name="T5" fmla="*/ 2 h 9"/>
                                <a:gd name="T6" fmla="*/ 0 w 79"/>
                                <a:gd name="T7" fmla="*/ 3 h 9"/>
                                <a:gd name="T8" fmla="*/ 0 w 79"/>
                                <a:gd name="T9" fmla="*/ 5 h 9"/>
                                <a:gd name="T10" fmla="*/ 0 w 79"/>
                                <a:gd name="T11" fmla="*/ 6 h 9"/>
                                <a:gd name="T12" fmla="*/ 0 w 79"/>
                                <a:gd name="T13" fmla="*/ 8 h 9"/>
                                <a:gd name="T14" fmla="*/ 2 w 79"/>
                                <a:gd name="T15" fmla="*/ 9 h 9"/>
                                <a:gd name="T16" fmla="*/ 3 w 79"/>
                                <a:gd name="T17" fmla="*/ 9 h 9"/>
                                <a:gd name="T18" fmla="*/ 73 w 79"/>
                                <a:gd name="T19" fmla="*/ 9 h 9"/>
                                <a:gd name="T20" fmla="*/ 74 w 79"/>
                                <a:gd name="T21" fmla="*/ 9 h 9"/>
                                <a:gd name="T22" fmla="*/ 76 w 79"/>
                                <a:gd name="T23" fmla="*/ 9 h 9"/>
                                <a:gd name="T24" fmla="*/ 77 w 79"/>
                                <a:gd name="T25" fmla="*/ 8 h 9"/>
                                <a:gd name="T26" fmla="*/ 79 w 79"/>
                                <a:gd name="T27" fmla="*/ 6 h 9"/>
                                <a:gd name="T28" fmla="*/ 79 w 79"/>
                                <a:gd name="T29" fmla="*/ 5 h 9"/>
                                <a:gd name="T30" fmla="*/ 77 w 79"/>
                                <a:gd name="T31" fmla="*/ 3 h 9"/>
                                <a:gd name="T32" fmla="*/ 76 w 79"/>
                                <a:gd name="T33" fmla="*/ 2 h 9"/>
                                <a:gd name="T34" fmla="*/ 74 w 79"/>
                                <a:gd name="T35" fmla="*/ 0 h 9"/>
                                <a:gd name="T36" fmla="*/ 5 w 79"/>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79"/>
                                <a:gd name="T58" fmla="*/ 0 h 9"/>
                                <a:gd name="T59" fmla="*/ 79 w 79"/>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79" h="9">
                                  <a:moveTo>
                                    <a:pt x="5" y="0"/>
                                  </a:moveTo>
                                  <a:lnTo>
                                    <a:pt x="3" y="0"/>
                                  </a:lnTo>
                                  <a:lnTo>
                                    <a:pt x="2" y="2"/>
                                  </a:lnTo>
                                  <a:lnTo>
                                    <a:pt x="0" y="3"/>
                                  </a:lnTo>
                                  <a:lnTo>
                                    <a:pt x="0" y="5"/>
                                  </a:lnTo>
                                  <a:lnTo>
                                    <a:pt x="0" y="6"/>
                                  </a:lnTo>
                                  <a:lnTo>
                                    <a:pt x="0" y="8"/>
                                  </a:lnTo>
                                  <a:lnTo>
                                    <a:pt x="2" y="9"/>
                                  </a:lnTo>
                                  <a:lnTo>
                                    <a:pt x="3" y="9"/>
                                  </a:lnTo>
                                  <a:lnTo>
                                    <a:pt x="73" y="9"/>
                                  </a:lnTo>
                                  <a:lnTo>
                                    <a:pt x="74" y="9"/>
                                  </a:lnTo>
                                  <a:lnTo>
                                    <a:pt x="76" y="9"/>
                                  </a:lnTo>
                                  <a:lnTo>
                                    <a:pt x="77" y="8"/>
                                  </a:lnTo>
                                  <a:lnTo>
                                    <a:pt x="79" y="6"/>
                                  </a:lnTo>
                                  <a:lnTo>
                                    <a:pt x="79" y="5"/>
                                  </a:lnTo>
                                  <a:lnTo>
                                    <a:pt x="77" y="3"/>
                                  </a:lnTo>
                                  <a:lnTo>
                                    <a:pt x="76" y="2"/>
                                  </a:lnTo>
                                  <a:lnTo>
                                    <a:pt x="74" y="0"/>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31" name="Freeform 56"/>
                            <p:cNvSpPr>
                              <a:spLocks/>
                            </p:cNvSpPr>
                            <p:nvPr/>
                          </p:nvSpPr>
                          <p:spPr bwMode="auto">
                            <a:xfrm>
                              <a:off x="4504" y="2101"/>
                              <a:ext cx="18" cy="9"/>
                            </a:xfrm>
                            <a:custGeom>
                              <a:avLst/>
                              <a:gdLst>
                                <a:gd name="T0" fmla="*/ 5 w 18"/>
                                <a:gd name="T1" fmla="*/ 0 h 9"/>
                                <a:gd name="T2" fmla="*/ 3 w 18"/>
                                <a:gd name="T3" fmla="*/ 0 h 9"/>
                                <a:gd name="T4" fmla="*/ 2 w 18"/>
                                <a:gd name="T5" fmla="*/ 2 h 9"/>
                                <a:gd name="T6" fmla="*/ 0 w 18"/>
                                <a:gd name="T7" fmla="*/ 3 h 9"/>
                                <a:gd name="T8" fmla="*/ 0 w 18"/>
                                <a:gd name="T9" fmla="*/ 5 h 9"/>
                                <a:gd name="T10" fmla="*/ 0 w 18"/>
                                <a:gd name="T11" fmla="*/ 6 h 9"/>
                                <a:gd name="T12" fmla="*/ 0 w 18"/>
                                <a:gd name="T13" fmla="*/ 8 h 9"/>
                                <a:gd name="T14" fmla="*/ 2 w 18"/>
                                <a:gd name="T15" fmla="*/ 9 h 9"/>
                                <a:gd name="T16" fmla="*/ 3 w 18"/>
                                <a:gd name="T17" fmla="*/ 9 h 9"/>
                                <a:gd name="T18" fmla="*/ 12 w 18"/>
                                <a:gd name="T19" fmla="*/ 9 h 9"/>
                                <a:gd name="T20" fmla="*/ 13 w 18"/>
                                <a:gd name="T21" fmla="*/ 9 h 9"/>
                                <a:gd name="T22" fmla="*/ 15 w 18"/>
                                <a:gd name="T23" fmla="*/ 9 h 9"/>
                                <a:gd name="T24" fmla="*/ 16 w 18"/>
                                <a:gd name="T25" fmla="*/ 8 h 9"/>
                                <a:gd name="T26" fmla="*/ 18 w 18"/>
                                <a:gd name="T27" fmla="*/ 6 h 9"/>
                                <a:gd name="T28" fmla="*/ 18 w 18"/>
                                <a:gd name="T29" fmla="*/ 5 h 9"/>
                                <a:gd name="T30" fmla="*/ 16 w 18"/>
                                <a:gd name="T31" fmla="*/ 3 h 9"/>
                                <a:gd name="T32" fmla="*/ 15 w 18"/>
                                <a:gd name="T33" fmla="*/ 2 h 9"/>
                                <a:gd name="T34" fmla="*/ 13 w 18"/>
                                <a:gd name="T35" fmla="*/ 0 h 9"/>
                                <a:gd name="T36" fmla="*/ 5 w 18"/>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8"/>
                                <a:gd name="T58" fmla="*/ 0 h 9"/>
                                <a:gd name="T59" fmla="*/ 18 w 18"/>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8" h="9">
                                  <a:moveTo>
                                    <a:pt x="5" y="0"/>
                                  </a:moveTo>
                                  <a:lnTo>
                                    <a:pt x="3" y="0"/>
                                  </a:lnTo>
                                  <a:lnTo>
                                    <a:pt x="2" y="2"/>
                                  </a:lnTo>
                                  <a:lnTo>
                                    <a:pt x="0" y="3"/>
                                  </a:lnTo>
                                  <a:lnTo>
                                    <a:pt x="0" y="5"/>
                                  </a:lnTo>
                                  <a:lnTo>
                                    <a:pt x="0" y="6"/>
                                  </a:lnTo>
                                  <a:lnTo>
                                    <a:pt x="0" y="8"/>
                                  </a:lnTo>
                                  <a:lnTo>
                                    <a:pt x="2" y="9"/>
                                  </a:lnTo>
                                  <a:lnTo>
                                    <a:pt x="3" y="9"/>
                                  </a:lnTo>
                                  <a:lnTo>
                                    <a:pt x="12" y="9"/>
                                  </a:lnTo>
                                  <a:lnTo>
                                    <a:pt x="13" y="9"/>
                                  </a:lnTo>
                                  <a:lnTo>
                                    <a:pt x="15" y="9"/>
                                  </a:lnTo>
                                  <a:lnTo>
                                    <a:pt x="16" y="8"/>
                                  </a:lnTo>
                                  <a:lnTo>
                                    <a:pt x="18" y="6"/>
                                  </a:lnTo>
                                  <a:lnTo>
                                    <a:pt x="18" y="5"/>
                                  </a:lnTo>
                                  <a:lnTo>
                                    <a:pt x="16" y="3"/>
                                  </a:lnTo>
                                  <a:lnTo>
                                    <a:pt x="15" y="2"/>
                                  </a:lnTo>
                                  <a:lnTo>
                                    <a:pt x="13" y="0"/>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32" name="Freeform 57"/>
                            <p:cNvSpPr>
                              <a:spLocks/>
                            </p:cNvSpPr>
                            <p:nvPr/>
                          </p:nvSpPr>
                          <p:spPr bwMode="auto">
                            <a:xfrm>
                              <a:off x="4539" y="2101"/>
                              <a:ext cx="78" cy="9"/>
                            </a:xfrm>
                            <a:custGeom>
                              <a:avLst/>
                              <a:gdLst>
                                <a:gd name="T0" fmla="*/ 4 w 78"/>
                                <a:gd name="T1" fmla="*/ 0 h 9"/>
                                <a:gd name="T2" fmla="*/ 3 w 78"/>
                                <a:gd name="T3" fmla="*/ 0 h 9"/>
                                <a:gd name="T4" fmla="*/ 1 w 78"/>
                                <a:gd name="T5" fmla="*/ 2 h 9"/>
                                <a:gd name="T6" fmla="*/ 0 w 78"/>
                                <a:gd name="T7" fmla="*/ 3 h 9"/>
                                <a:gd name="T8" fmla="*/ 0 w 78"/>
                                <a:gd name="T9" fmla="*/ 5 h 9"/>
                                <a:gd name="T10" fmla="*/ 0 w 78"/>
                                <a:gd name="T11" fmla="*/ 6 h 9"/>
                                <a:gd name="T12" fmla="*/ 0 w 78"/>
                                <a:gd name="T13" fmla="*/ 8 h 9"/>
                                <a:gd name="T14" fmla="*/ 1 w 78"/>
                                <a:gd name="T15" fmla="*/ 9 h 9"/>
                                <a:gd name="T16" fmla="*/ 3 w 78"/>
                                <a:gd name="T17" fmla="*/ 9 h 9"/>
                                <a:gd name="T18" fmla="*/ 73 w 78"/>
                                <a:gd name="T19" fmla="*/ 9 h 9"/>
                                <a:gd name="T20" fmla="*/ 74 w 78"/>
                                <a:gd name="T21" fmla="*/ 9 h 9"/>
                                <a:gd name="T22" fmla="*/ 76 w 78"/>
                                <a:gd name="T23" fmla="*/ 9 h 9"/>
                                <a:gd name="T24" fmla="*/ 77 w 78"/>
                                <a:gd name="T25" fmla="*/ 8 h 9"/>
                                <a:gd name="T26" fmla="*/ 78 w 78"/>
                                <a:gd name="T27" fmla="*/ 6 h 9"/>
                                <a:gd name="T28" fmla="*/ 78 w 78"/>
                                <a:gd name="T29" fmla="*/ 5 h 9"/>
                                <a:gd name="T30" fmla="*/ 77 w 78"/>
                                <a:gd name="T31" fmla="*/ 3 h 9"/>
                                <a:gd name="T32" fmla="*/ 76 w 78"/>
                                <a:gd name="T33" fmla="*/ 2 h 9"/>
                                <a:gd name="T34" fmla="*/ 74 w 78"/>
                                <a:gd name="T35" fmla="*/ 0 h 9"/>
                                <a:gd name="T36" fmla="*/ 4 w 78"/>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78"/>
                                <a:gd name="T58" fmla="*/ 0 h 9"/>
                                <a:gd name="T59" fmla="*/ 78 w 78"/>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78" h="9">
                                  <a:moveTo>
                                    <a:pt x="4" y="0"/>
                                  </a:moveTo>
                                  <a:lnTo>
                                    <a:pt x="3" y="0"/>
                                  </a:lnTo>
                                  <a:lnTo>
                                    <a:pt x="1" y="2"/>
                                  </a:lnTo>
                                  <a:lnTo>
                                    <a:pt x="0" y="3"/>
                                  </a:lnTo>
                                  <a:lnTo>
                                    <a:pt x="0" y="5"/>
                                  </a:lnTo>
                                  <a:lnTo>
                                    <a:pt x="0" y="6"/>
                                  </a:lnTo>
                                  <a:lnTo>
                                    <a:pt x="0" y="8"/>
                                  </a:lnTo>
                                  <a:lnTo>
                                    <a:pt x="1" y="9"/>
                                  </a:lnTo>
                                  <a:lnTo>
                                    <a:pt x="3" y="9"/>
                                  </a:lnTo>
                                  <a:lnTo>
                                    <a:pt x="73" y="9"/>
                                  </a:lnTo>
                                  <a:lnTo>
                                    <a:pt x="74" y="9"/>
                                  </a:lnTo>
                                  <a:lnTo>
                                    <a:pt x="76" y="9"/>
                                  </a:lnTo>
                                  <a:lnTo>
                                    <a:pt x="77" y="8"/>
                                  </a:lnTo>
                                  <a:lnTo>
                                    <a:pt x="78" y="6"/>
                                  </a:lnTo>
                                  <a:lnTo>
                                    <a:pt x="78" y="5"/>
                                  </a:lnTo>
                                  <a:lnTo>
                                    <a:pt x="77" y="3"/>
                                  </a:lnTo>
                                  <a:lnTo>
                                    <a:pt x="76" y="2"/>
                                  </a:lnTo>
                                  <a:lnTo>
                                    <a:pt x="74"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33" name="Freeform 58"/>
                            <p:cNvSpPr>
                              <a:spLocks/>
                            </p:cNvSpPr>
                            <p:nvPr/>
                          </p:nvSpPr>
                          <p:spPr bwMode="auto">
                            <a:xfrm>
                              <a:off x="4635" y="2101"/>
                              <a:ext cx="17" cy="9"/>
                            </a:xfrm>
                            <a:custGeom>
                              <a:avLst/>
                              <a:gdLst>
                                <a:gd name="T0" fmla="*/ 4 w 17"/>
                                <a:gd name="T1" fmla="*/ 0 h 9"/>
                                <a:gd name="T2" fmla="*/ 3 w 17"/>
                                <a:gd name="T3" fmla="*/ 0 h 9"/>
                                <a:gd name="T4" fmla="*/ 1 w 17"/>
                                <a:gd name="T5" fmla="*/ 2 h 9"/>
                                <a:gd name="T6" fmla="*/ 0 w 17"/>
                                <a:gd name="T7" fmla="*/ 3 h 9"/>
                                <a:gd name="T8" fmla="*/ 0 w 17"/>
                                <a:gd name="T9" fmla="*/ 5 h 9"/>
                                <a:gd name="T10" fmla="*/ 0 w 17"/>
                                <a:gd name="T11" fmla="*/ 6 h 9"/>
                                <a:gd name="T12" fmla="*/ 0 w 17"/>
                                <a:gd name="T13" fmla="*/ 8 h 9"/>
                                <a:gd name="T14" fmla="*/ 1 w 17"/>
                                <a:gd name="T15" fmla="*/ 9 h 9"/>
                                <a:gd name="T16" fmla="*/ 3 w 17"/>
                                <a:gd name="T17" fmla="*/ 9 h 9"/>
                                <a:gd name="T18" fmla="*/ 11 w 17"/>
                                <a:gd name="T19" fmla="*/ 9 h 9"/>
                                <a:gd name="T20" fmla="*/ 13 w 17"/>
                                <a:gd name="T21" fmla="*/ 9 h 9"/>
                                <a:gd name="T22" fmla="*/ 14 w 17"/>
                                <a:gd name="T23" fmla="*/ 9 h 9"/>
                                <a:gd name="T24" fmla="*/ 16 w 17"/>
                                <a:gd name="T25" fmla="*/ 8 h 9"/>
                                <a:gd name="T26" fmla="*/ 17 w 17"/>
                                <a:gd name="T27" fmla="*/ 6 h 9"/>
                                <a:gd name="T28" fmla="*/ 17 w 17"/>
                                <a:gd name="T29" fmla="*/ 5 h 9"/>
                                <a:gd name="T30" fmla="*/ 16 w 17"/>
                                <a:gd name="T31" fmla="*/ 3 h 9"/>
                                <a:gd name="T32" fmla="*/ 14 w 17"/>
                                <a:gd name="T33" fmla="*/ 2 h 9"/>
                                <a:gd name="T34" fmla="*/ 13 w 17"/>
                                <a:gd name="T35" fmla="*/ 0 h 9"/>
                                <a:gd name="T36" fmla="*/ 4 w 17"/>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7"/>
                                <a:gd name="T58" fmla="*/ 0 h 9"/>
                                <a:gd name="T59" fmla="*/ 17 w 17"/>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7" h="9">
                                  <a:moveTo>
                                    <a:pt x="4" y="0"/>
                                  </a:moveTo>
                                  <a:lnTo>
                                    <a:pt x="3" y="0"/>
                                  </a:lnTo>
                                  <a:lnTo>
                                    <a:pt x="1" y="2"/>
                                  </a:lnTo>
                                  <a:lnTo>
                                    <a:pt x="0" y="3"/>
                                  </a:lnTo>
                                  <a:lnTo>
                                    <a:pt x="0" y="5"/>
                                  </a:lnTo>
                                  <a:lnTo>
                                    <a:pt x="0" y="6"/>
                                  </a:lnTo>
                                  <a:lnTo>
                                    <a:pt x="0" y="8"/>
                                  </a:lnTo>
                                  <a:lnTo>
                                    <a:pt x="1" y="9"/>
                                  </a:lnTo>
                                  <a:lnTo>
                                    <a:pt x="3" y="9"/>
                                  </a:lnTo>
                                  <a:lnTo>
                                    <a:pt x="11" y="9"/>
                                  </a:lnTo>
                                  <a:lnTo>
                                    <a:pt x="13" y="9"/>
                                  </a:lnTo>
                                  <a:lnTo>
                                    <a:pt x="14" y="9"/>
                                  </a:lnTo>
                                  <a:lnTo>
                                    <a:pt x="16" y="8"/>
                                  </a:lnTo>
                                  <a:lnTo>
                                    <a:pt x="17" y="6"/>
                                  </a:lnTo>
                                  <a:lnTo>
                                    <a:pt x="17" y="5"/>
                                  </a:lnTo>
                                  <a:lnTo>
                                    <a:pt x="16" y="3"/>
                                  </a:lnTo>
                                  <a:lnTo>
                                    <a:pt x="14" y="2"/>
                                  </a:lnTo>
                                  <a:lnTo>
                                    <a:pt x="13"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grpSp>
                      <p:grpSp>
                        <p:nvGrpSpPr>
                          <p:cNvPr id="39" name="Group 38"/>
                          <p:cNvGrpSpPr/>
                          <p:nvPr/>
                        </p:nvGrpSpPr>
                        <p:grpSpPr>
                          <a:xfrm>
                            <a:off x="2165350" y="2533650"/>
                            <a:ext cx="5284788" cy="1771650"/>
                            <a:chOff x="2165350" y="2533650"/>
                            <a:chExt cx="5284788" cy="1771650"/>
                          </a:xfrm>
                        </p:grpSpPr>
                        <p:grpSp>
                          <p:nvGrpSpPr>
                            <p:cNvPr id="40" name="Group 39"/>
                            <p:cNvGrpSpPr/>
                            <p:nvPr/>
                          </p:nvGrpSpPr>
                          <p:grpSpPr>
                            <a:xfrm>
                              <a:off x="2165350" y="2533650"/>
                              <a:ext cx="5284788" cy="1771650"/>
                              <a:chOff x="2165350" y="2533650"/>
                              <a:chExt cx="5284788" cy="1771650"/>
                            </a:xfrm>
                          </p:grpSpPr>
                          <p:grpSp>
                            <p:nvGrpSpPr>
                              <p:cNvPr id="72" name="Group 165"/>
                              <p:cNvGrpSpPr>
                                <a:grpSpLocks/>
                              </p:cNvGrpSpPr>
                              <p:nvPr/>
                            </p:nvGrpSpPr>
                            <p:grpSpPr bwMode="auto">
                              <a:xfrm>
                                <a:off x="5713413" y="2859088"/>
                                <a:ext cx="541337" cy="185737"/>
                                <a:chOff x="3611" y="1753"/>
                                <a:chExt cx="341" cy="117"/>
                              </a:xfrm>
                            </p:grpSpPr>
                            <p:sp>
                              <p:nvSpPr>
                                <p:cNvPr id="162" name="Freeform 166"/>
                                <p:cNvSpPr>
                                  <a:spLocks/>
                                </p:cNvSpPr>
                                <p:nvPr/>
                              </p:nvSpPr>
                              <p:spPr bwMode="auto">
                                <a:xfrm>
                                  <a:off x="3611" y="1862"/>
                                  <a:ext cx="9" cy="8"/>
                                </a:xfrm>
                                <a:custGeom>
                                  <a:avLst/>
                                  <a:gdLst>
                                    <a:gd name="T0" fmla="*/ 3 w 9"/>
                                    <a:gd name="T1" fmla="*/ 1 h 8"/>
                                    <a:gd name="T2" fmla="*/ 1 w 9"/>
                                    <a:gd name="T3" fmla="*/ 3 h 8"/>
                                    <a:gd name="T4" fmla="*/ 0 w 9"/>
                                    <a:gd name="T5" fmla="*/ 4 h 8"/>
                                    <a:gd name="T6" fmla="*/ 0 w 9"/>
                                    <a:gd name="T7" fmla="*/ 4 h 8"/>
                                    <a:gd name="T8" fmla="*/ 1 w 9"/>
                                    <a:gd name="T9" fmla="*/ 5 h 8"/>
                                    <a:gd name="T10" fmla="*/ 3 w 9"/>
                                    <a:gd name="T11" fmla="*/ 7 h 8"/>
                                    <a:gd name="T12" fmla="*/ 4 w 9"/>
                                    <a:gd name="T13" fmla="*/ 8 h 8"/>
                                    <a:gd name="T14" fmla="*/ 4 w 9"/>
                                    <a:gd name="T15" fmla="*/ 8 h 8"/>
                                    <a:gd name="T16" fmla="*/ 7 w 9"/>
                                    <a:gd name="T17" fmla="*/ 8 h 8"/>
                                    <a:gd name="T18" fmla="*/ 7 w 9"/>
                                    <a:gd name="T19" fmla="*/ 7 h 8"/>
                                    <a:gd name="T20" fmla="*/ 9 w 9"/>
                                    <a:gd name="T21" fmla="*/ 5 h 8"/>
                                    <a:gd name="T22" fmla="*/ 9 w 9"/>
                                    <a:gd name="T23" fmla="*/ 4 h 8"/>
                                    <a:gd name="T24" fmla="*/ 9 w 9"/>
                                    <a:gd name="T25" fmla="*/ 3 h 8"/>
                                    <a:gd name="T26" fmla="*/ 9 w 9"/>
                                    <a:gd name="T27" fmla="*/ 1 h 8"/>
                                    <a:gd name="T28" fmla="*/ 7 w 9"/>
                                    <a:gd name="T29" fmla="*/ 0 h 8"/>
                                    <a:gd name="T30" fmla="*/ 6 w 9"/>
                                    <a:gd name="T31" fmla="*/ 0 h 8"/>
                                    <a:gd name="T32" fmla="*/ 4 w 9"/>
                                    <a:gd name="T33" fmla="*/ 0 h 8"/>
                                    <a:gd name="T34" fmla="*/ 3 w 9"/>
                                    <a:gd name="T35" fmla="*/ 0 h 8"/>
                                    <a:gd name="T36" fmla="*/ 3 w 9"/>
                                    <a:gd name="T37" fmla="*/ 1 h 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9"/>
                                    <a:gd name="T58" fmla="*/ 0 h 8"/>
                                    <a:gd name="T59" fmla="*/ 9 w 9"/>
                                    <a:gd name="T60" fmla="*/ 8 h 8"/>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9" h="8">
                                      <a:moveTo>
                                        <a:pt x="3" y="1"/>
                                      </a:moveTo>
                                      <a:lnTo>
                                        <a:pt x="1" y="3"/>
                                      </a:lnTo>
                                      <a:lnTo>
                                        <a:pt x="0" y="4"/>
                                      </a:lnTo>
                                      <a:lnTo>
                                        <a:pt x="1" y="5"/>
                                      </a:lnTo>
                                      <a:lnTo>
                                        <a:pt x="3" y="7"/>
                                      </a:lnTo>
                                      <a:lnTo>
                                        <a:pt x="4" y="8"/>
                                      </a:lnTo>
                                      <a:lnTo>
                                        <a:pt x="7" y="8"/>
                                      </a:lnTo>
                                      <a:lnTo>
                                        <a:pt x="7" y="7"/>
                                      </a:lnTo>
                                      <a:lnTo>
                                        <a:pt x="9" y="5"/>
                                      </a:lnTo>
                                      <a:lnTo>
                                        <a:pt x="9" y="4"/>
                                      </a:lnTo>
                                      <a:lnTo>
                                        <a:pt x="9" y="3"/>
                                      </a:lnTo>
                                      <a:lnTo>
                                        <a:pt x="9" y="1"/>
                                      </a:lnTo>
                                      <a:lnTo>
                                        <a:pt x="7" y="0"/>
                                      </a:lnTo>
                                      <a:lnTo>
                                        <a:pt x="6" y="0"/>
                                      </a:lnTo>
                                      <a:lnTo>
                                        <a:pt x="4" y="0"/>
                                      </a:lnTo>
                                      <a:lnTo>
                                        <a:pt x="3" y="0"/>
                                      </a:lnTo>
                                      <a:lnTo>
                                        <a:pt x="3"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63" name="Freeform 167"/>
                                <p:cNvSpPr>
                                  <a:spLocks/>
                                </p:cNvSpPr>
                                <p:nvPr/>
                              </p:nvSpPr>
                              <p:spPr bwMode="auto">
                                <a:xfrm>
                                  <a:off x="3624" y="1851"/>
                                  <a:ext cx="9" cy="9"/>
                                </a:xfrm>
                                <a:custGeom>
                                  <a:avLst/>
                                  <a:gdLst>
                                    <a:gd name="T0" fmla="*/ 3 w 9"/>
                                    <a:gd name="T1" fmla="*/ 0 h 9"/>
                                    <a:gd name="T2" fmla="*/ 2 w 9"/>
                                    <a:gd name="T3" fmla="*/ 2 h 9"/>
                                    <a:gd name="T4" fmla="*/ 0 w 9"/>
                                    <a:gd name="T5" fmla="*/ 3 h 9"/>
                                    <a:gd name="T6" fmla="*/ 0 w 9"/>
                                    <a:gd name="T7" fmla="*/ 5 h 9"/>
                                    <a:gd name="T8" fmla="*/ 2 w 9"/>
                                    <a:gd name="T9" fmla="*/ 6 h 9"/>
                                    <a:gd name="T10" fmla="*/ 3 w 9"/>
                                    <a:gd name="T11" fmla="*/ 8 h 9"/>
                                    <a:gd name="T12" fmla="*/ 4 w 9"/>
                                    <a:gd name="T13" fmla="*/ 9 h 9"/>
                                    <a:gd name="T14" fmla="*/ 6 w 9"/>
                                    <a:gd name="T15" fmla="*/ 9 h 9"/>
                                    <a:gd name="T16" fmla="*/ 7 w 9"/>
                                    <a:gd name="T17" fmla="*/ 8 h 9"/>
                                    <a:gd name="T18" fmla="*/ 7 w 9"/>
                                    <a:gd name="T19" fmla="*/ 8 h 9"/>
                                    <a:gd name="T20" fmla="*/ 9 w 9"/>
                                    <a:gd name="T21" fmla="*/ 6 h 9"/>
                                    <a:gd name="T22" fmla="*/ 9 w 9"/>
                                    <a:gd name="T23" fmla="*/ 5 h 9"/>
                                    <a:gd name="T24" fmla="*/ 9 w 9"/>
                                    <a:gd name="T25" fmla="*/ 3 h 9"/>
                                    <a:gd name="T26" fmla="*/ 9 w 9"/>
                                    <a:gd name="T27" fmla="*/ 2 h 9"/>
                                    <a:gd name="T28" fmla="*/ 7 w 9"/>
                                    <a:gd name="T29" fmla="*/ 0 h 9"/>
                                    <a:gd name="T30" fmla="*/ 6 w 9"/>
                                    <a:gd name="T31" fmla="*/ 0 h 9"/>
                                    <a:gd name="T32" fmla="*/ 4 w 9"/>
                                    <a:gd name="T33" fmla="*/ 0 h 9"/>
                                    <a:gd name="T34" fmla="*/ 3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3" y="0"/>
                                      </a:moveTo>
                                      <a:lnTo>
                                        <a:pt x="2" y="2"/>
                                      </a:lnTo>
                                      <a:lnTo>
                                        <a:pt x="0" y="3"/>
                                      </a:lnTo>
                                      <a:lnTo>
                                        <a:pt x="0" y="5"/>
                                      </a:lnTo>
                                      <a:lnTo>
                                        <a:pt x="2" y="6"/>
                                      </a:lnTo>
                                      <a:lnTo>
                                        <a:pt x="3" y="8"/>
                                      </a:lnTo>
                                      <a:lnTo>
                                        <a:pt x="4" y="9"/>
                                      </a:lnTo>
                                      <a:lnTo>
                                        <a:pt x="6" y="9"/>
                                      </a:lnTo>
                                      <a:lnTo>
                                        <a:pt x="7" y="8"/>
                                      </a:lnTo>
                                      <a:lnTo>
                                        <a:pt x="9" y="6"/>
                                      </a:lnTo>
                                      <a:lnTo>
                                        <a:pt x="9" y="5"/>
                                      </a:lnTo>
                                      <a:lnTo>
                                        <a:pt x="9" y="3"/>
                                      </a:lnTo>
                                      <a:lnTo>
                                        <a:pt x="9" y="2"/>
                                      </a:lnTo>
                                      <a:lnTo>
                                        <a:pt x="7" y="0"/>
                                      </a:lnTo>
                                      <a:lnTo>
                                        <a:pt x="6" y="0"/>
                                      </a:lnTo>
                                      <a:lnTo>
                                        <a:pt x="4"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64" name="Freeform 168"/>
                                <p:cNvSpPr>
                                  <a:spLocks/>
                                </p:cNvSpPr>
                                <p:nvPr/>
                              </p:nvSpPr>
                              <p:spPr bwMode="auto">
                                <a:xfrm>
                                  <a:off x="3637" y="1840"/>
                                  <a:ext cx="9" cy="9"/>
                                </a:xfrm>
                                <a:custGeom>
                                  <a:avLst/>
                                  <a:gdLst>
                                    <a:gd name="T0" fmla="*/ 3 w 9"/>
                                    <a:gd name="T1" fmla="*/ 0 h 9"/>
                                    <a:gd name="T2" fmla="*/ 2 w 9"/>
                                    <a:gd name="T3" fmla="*/ 1 h 9"/>
                                    <a:gd name="T4" fmla="*/ 0 w 9"/>
                                    <a:gd name="T5" fmla="*/ 3 h 9"/>
                                    <a:gd name="T6" fmla="*/ 0 w 9"/>
                                    <a:gd name="T7" fmla="*/ 4 h 9"/>
                                    <a:gd name="T8" fmla="*/ 2 w 9"/>
                                    <a:gd name="T9" fmla="*/ 6 h 9"/>
                                    <a:gd name="T10" fmla="*/ 3 w 9"/>
                                    <a:gd name="T11" fmla="*/ 7 h 9"/>
                                    <a:gd name="T12" fmla="*/ 4 w 9"/>
                                    <a:gd name="T13" fmla="*/ 9 h 9"/>
                                    <a:gd name="T14" fmla="*/ 6 w 9"/>
                                    <a:gd name="T15" fmla="*/ 9 h 9"/>
                                    <a:gd name="T16" fmla="*/ 7 w 9"/>
                                    <a:gd name="T17" fmla="*/ 7 h 9"/>
                                    <a:gd name="T18" fmla="*/ 7 w 9"/>
                                    <a:gd name="T19" fmla="*/ 7 h 9"/>
                                    <a:gd name="T20" fmla="*/ 9 w 9"/>
                                    <a:gd name="T21" fmla="*/ 6 h 9"/>
                                    <a:gd name="T22" fmla="*/ 9 w 9"/>
                                    <a:gd name="T23" fmla="*/ 4 h 9"/>
                                    <a:gd name="T24" fmla="*/ 9 w 9"/>
                                    <a:gd name="T25" fmla="*/ 3 h 9"/>
                                    <a:gd name="T26" fmla="*/ 9 w 9"/>
                                    <a:gd name="T27" fmla="*/ 1 h 9"/>
                                    <a:gd name="T28" fmla="*/ 7 w 9"/>
                                    <a:gd name="T29" fmla="*/ 0 h 9"/>
                                    <a:gd name="T30" fmla="*/ 6 w 9"/>
                                    <a:gd name="T31" fmla="*/ 0 h 9"/>
                                    <a:gd name="T32" fmla="*/ 4 w 9"/>
                                    <a:gd name="T33" fmla="*/ 0 h 9"/>
                                    <a:gd name="T34" fmla="*/ 3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3" y="0"/>
                                      </a:moveTo>
                                      <a:lnTo>
                                        <a:pt x="2" y="1"/>
                                      </a:lnTo>
                                      <a:lnTo>
                                        <a:pt x="0" y="3"/>
                                      </a:lnTo>
                                      <a:lnTo>
                                        <a:pt x="0" y="4"/>
                                      </a:lnTo>
                                      <a:lnTo>
                                        <a:pt x="2" y="6"/>
                                      </a:lnTo>
                                      <a:lnTo>
                                        <a:pt x="3" y="7"/>
                                      </a:lnTo>
                                      <a:lnTo>
                                        <a:pt x="4" y="9"/>
                                      </a:lnTo>
                                      <a:lnTo>
                                        <a:pt x="6" y="9"/>
                                      </a:lnTo>
                                      <a:lnTo>
                                        <a:pt x="7" y="7"/>
                                      </a:lnTo>
                                      <a:lnTo>
                                        <a:pt x="9" y="6"/>
                                      </a:lnTo>
                                      <a:lnTo>
                                        <a:pt x="9" y="4"/>
                                      </a:lnTo>
                                      <a:lnTo>
                                        <a:pt x="9" y="3"/>
                                      </a:lnTo>
                                      <a:lnTo>
                                        <a:pt x="9" y="1"/>
                                      </a:lnTo>
                                      <a:lnTo>
                                        <a:pt x="7" y="0"/>
                                      </a:lnTo>
                                      <a:lnTo>
                                        <a:pt x="6" y="0"/>
                                      </a:lnTo>
                                      <a:lnTo>
                                        <a:pt x="4"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65" name="Freeform 169"/>
                                <p:cNvSpPr>
                                  <a:spLocks/>
                                </p:cNvSpPr>
                                <p:nvPr/>
                              </p:nvSpPr>
                              <p:spPr bwMode="auto">
                                <a:xfrm>
                                  <a:off x="3650" y="1828"/>
                                  <a:ext cx="9" cy="9"/>
                                </a:xfrm>
                                <a:custGeom>
                                  <a:avLst/>
                                  <a:gdLst>
                                    <a:gd name="T0" fmla="*/ 3 w 9"/>
                                    <a:gd name="T1" fmla="*/ 0 h 9"/>
                                    <a:gd name="T2" fmla="*/ 2 w 9"/>
                                    <a:gd name="T3" fmla="*/ 2 h 9"/>
                                    <a:gd name="T4" fmla="*/ 0 w 9"/>
                                    <a:gd name="T5" fmla="*/ 3 h 9"/>
                                    <a:gd name="T6" fmla="*/ 0 w 9"/>
                                    <a:gd name="T7" fmla="*/ 5 h 9"/>
                                    <a:gd name="T8" fmla="*/ 2 w 9"/>
                                    <a:gd name="T9" fmla="*/ 6 h 9"/>
                                    <a:gd name="T10" fmla="*/ 3 w 9"/>
                                    <a:gd name="T11" fmla="*/ 8 h 9"/>
                                    <a:gd name="T12" fmla="*/ 5 w 9"/>
                                    <a:gd name="T13" fmla="*/ 9 h 9"/>
                                    <a:gd name="T14" fmla="*/ 6 w 9"/>
                                    <a:gd name="T15" fmla="*/ 9 h 9"/>
                                    <a:gd name="T16" fmla="*/ 7 w 9"/>
                                    <a:gd name="T17" fmla="*/ 8 h 9"/>
                                    <a:gd name="T18" fmla="*/ 7 w 9"/>
                                    <a:gd name="T19" fmla="*/ 8 h 9"/>
                                    <a:gd name="T20" fmla="*/ 9 w 9"/>
                                    <a:gd name="T21" fmla="*/ 6 h 9"/>
                                    <a:gd name="T22" fmla="*/ 9 w 9"/>
                                    <a:gd name="T23" fmla="*/ 5 h 9"/>
                                    <a:gd name="T24" fmla="*/ 9 w 9"/>
                                    <a:gd name="T25" fmla="*/ 3 h 9"/>
                                    <a:gd name="T26" fmla="*/ 9 w 9"/>
                                    <a:gd name="T27" fmla="*/ 2 h 9"/>
                                    <a:gd name="T28" fmla="*/ 7 w 9"/>
                                    <a:gd name="T29" fmla="*/ 0 h 9"/>
                                    <a:gd name="T30" fmla="*/ 6 w 9"/>
                                    <a:gd name="T31" fmla="*/ 0 h 9"/>
                                    <a:gd name="T32" fmla="*/ 5 w 9"/>
                                    <a:gd name="T33" fmla="*/ 0 h 9"/>
                                    <a:gd name="T34" fmla="*/ 3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3" y="0"/>
                                      </a:moveTo>
                                      <a:lnTo>
                                        <a:pt x="2" y="2"/>
                                      </a:lnTo>
                                      <a:lnTo>
                                        <a:pt x="0" y="3"/>
                                      </a:lnTo>
                                      <a:lnTo>
                                        <a:pt x="0" y="5"/>
                                      </a:lnTo>
                                      <a:lnTo>
                                        <a:pt x="2" y="6"/>
                                      </a:lnTo>
                                      <a:lnTo>
                                        <a:pt x="3" y="8"/>
                                      </a:lnTo>
                                      <a:lnTo>
                                        <a:pt x="5" y="9"/>
                                      </a:lnTo>
                                      <a:lnTo>
                                        <a:pt x="6" y="9"/>
                                      </a:lnTo>
                                      <a:lnTo>
                                        <a:pt x="7" y="8"/>
                                      </a:lnTo>
                                      <a:lnTo>
                                        <a:pt x="9" y="6"/>
                                      </a:lnTo>
                                      <a:lnTo>
                                        <a:pt x="9" y="5"/>
                                      </a:lnTo>
                                      <a:lnTo>
                                        <a:pt x="9" y="3"/>
                                      </a:lnTo>
                                      <a:lnTo>
                                        <a:pt x="9" y="2"/>
                                      </a:lnTo>
                                      <a:lnTo>
                                        <a:pt x="7" y="0"/>
                                      </a:lnTo>
                                      <a:lnTo>
                                        <a:pt x="6" y="0"/>
                                      </a:lnTo>
                                      <a:lnTo>
                                        <a:pt x="5"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66" name="Freeform 170"/>
                                <p:cNvSpPr>
                                  <a:spLocks/>
                                </p:cNvSpPr>
                                <p:nvPr/>
                              </p:nvSpPr>
                              <p:spPr bwMode="auto">
                                <a:xfrm>
                                  <a:off x="3663" y="1817"/>
                                  <a:ext cx="9" cy="8"/>
                                </a:xfrm>
                                <a:custGeom>
                                  <a:avLst/>
                                  <a:gdLst>
                                    <a:gd name="T0" fmla="*/ 3 w 9"/>
                                    <a:gd name="T1" fmla="*/ 0 h 8"/>
                                    <a:gd name="T2" fmla="*/ 2 w 9"/>
                                    <a:gd name="T3" fmla="*/ 1 h 8"/>
                                    <a:gd name="T4" fmla="*/ 0 w 9"/>
                                    <a:gd name="T5" fmla="*/ 3 h 8"/>
                                    <a:gd name="T6" fmla="*/ 0 w 9"/>
                                    <a:gd name="T7" fmla="*/ 4 h 8"/>
                                    <a:gd name="T8" fmla="*/ 2 w 9"/>
                                    <a:gd name="T9" fmla="*/ 5 h 8"/>
                                    <a:gd name="T10" fmla="*/ 3 w 9"/>
                                    <a:gd name="T11" fmla="*/ 7 h 8"/>
                                    <a:gd name="T12" fmla="*/ 5 w 9"/>
                                    <a:gd name="T13" fmla="*/ 8 h 8"/>
                                    <a:gd name="T14" fmla="*/ 6 w 9"/>
                                    <a:gd name="T15" fmla="*/ 8 h 8"/>
                                    <a:gd name="T16" fmla="*/ 8 w 9"/>
                                    <a:gd name="T17" fmla="*/ 7 h 8"/>
                                    <a:gd name="T18" fmla="*/ 8 w 9"/>
                                    <a:gd name="T19" fmla="*/ 7 h 8"/>
                                    <a:gd name="T20" fmla="*/ 9 w 9"/>
                                    <a:gd name="T21" fmla="*/ 5 h 8"/>
                                    <a:gd name="T22" fmla="*/ 9 w 9"/>
                                    <a:gd name="T23" fmla="*/ 4 h 8"/>
                                    <a:gd name="T24" fmla="*/ 9 w 9"/>
                                    <a:gd name="T25" fmla="*/ 3 h 8"/>
                                    <a:gd name="T26" fmla="*/ 9 w 9"/>
                                    <a:gd name="T27" fmla="*/ 1 h 8"/>
                                    <a:gd name="T28" fmla="*/ 8 w 9"/>
                                    <a:gd name="T29" fmla="*/ 0 h 8"/>
                                    <a:gd name="T30" fmla="*/ 6 w 9"/>
                                    <a:gd name="T31" fmla="*/ 0 h 8"/>
                                    <a:gd name="T32" fmla="*/ 5 w 9"/>
                                    <a:gd name="T33" fmla="*/ 0 h 8"/>
                                    <a:gd name="T34" fmla="*/ 3 w 9"/>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3" y="0"/>
                                      </a:moveTo>
                                      <a:lnTo>
                                        <a:pt x="2" y="1"/>
                                      </a:lnTo>
                                      <a:lnTo>
                                        <a:pt x="0" y="3"/>
                                      </a:lnTo>
                                      <a:lnTo>
                                        <a:pt x="0" y="4"/>
                                      </a:lnTo>
                                      <a:lnTo>
                                        <a:pt x="2" y="5"/>
                                      </a:lnTo>
                                      <a:lnTo>
                                        <a:pt x="3" y="7"/>
                                      </a:lnTo>
                                      <a:lnTo>
                                        <a:pt x="5" y="8"/>
                                      </a:lnTo>
                                      <a:lnTo>
                                        <a:pt x="6" y="8"/>
                                      </a:lnTo>
                                      <a:lnTo>
                                        <a:pt x="8" y="7"/>
                                      </a:lnTo>
                                      <a:lnTo>
                                        <a:pt x="9" y="5"/>
                                      </a:lnTo>
                                      <a:lnTo>
                                        <a:pt x="9" y="4"/>
                                      </a:lnTo>
                                      <a:lnTo>
                                        <a:pt x="9" y="3"/>
                                      </a:lnTo>
                                      <a:lnTo>
                                        <a:pt x="9" y="1"/>
                                      </a:lnTo>
                                      <a:lnTo>
                                        <a:pt x="8" y="0"/>
                                      </a:lnTo>
                                      <a:lnTo>
                                        <a:pt x="6" y="0"/>
                                      </a:lnTo>
                                      <a:lnTo>
                                        <a:pt x="5"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67" name="Freeform 171"/>
                                <p:cNvSpPr>
                                  <a:spLocks/>
                                </p:cNvSpPr>
                                <p:nvPr/>
                              </p:nvSpPr>
                              <p:spPr bwMode="auto">
                                <a:xfrm>
                                  <a:off x="3678" y="1805"/>
                                  <a:ext cx="9" cy="9"/>
                                </a:xfrm>
                                <a:custGeom>
                                  <a:avLst/>
                                  <a:gdLst>
                                    <a:gd name="T0" fmla="*/ 1 w 9"/>
                                    <a:gd name="T1" fmla="*/ 0 h 9"/>
                                    <a:gd name="T2" fmla="*/ 0 w 9"/>
                                    <a:gd name="T3" fmla="*/ 1 h 9"/>
                                    <a:gd name="T4" fmla="*/ 0 w 9"/>
                                    <a:gd name="T5" fmla="*/ 3 h 9"/>
                                    <a:gd name="T6" fmla="*/ 0 w 9"/>
                                    <a:gd name="T7" fmla="*/ 4 h 9"/>
                                    <a:gd name="T8" fmla="*/ 0 w 9"/>
                                    <a:gd name="T9" fmla="*/ 6 h 9"/>
                                    <a:gd name="T10" fmla="*/ 1 w 9"/>
                                    <a:gd name="T11" fmla="*/ 7 h 9"/>
                                    <a:gd name="T12" fmla="*/ 3 w 9"/>
                                    <a:gd name="T13" fmla="*/ 9 h 9"/>
                                    <a:gd name="T14" fmla="*/ 4 w 9"/>
                                    <a:gd name="T15" fmla="*/ 9 h 9"/>
                                    <a:gd name="T16" fmla="*/ 6 w 9"/>
                                    <a:gd name="T17" fmla="*/ 7 h 9"/>
                                    <a:gd name="T18" fmla="*/ 6 w 9"/>
                                    <a:gd name="T19" fmla="*/ 7 h 9"/>
                                    <a:gd name="T20" fmla="*/ 7 w 9"/>
                                    <a:gd name="T21" fmla="*/ 6 h 9"/>
                                    <a:gd name="T22" fmla="*/ 9 w 9"/>
                                    <a:gd name="T23" fmla="*/ 4 h 9"/>
                                    <a:gd name="T24" fmla="*/ 9 w 9"/>
                                    <a:gd name="T25" fmla="*/ 3 h 9"/>
                                    <a:gd name="T26" fmla="*/ 7 w 9"/>
                                    <a:gd name="T27" fmla="*/ 1 h 9"/>
                                    <a:gd name="T28" fmla="*/ 6 w 9"/>
                                    <a:gd name="T29" fmla="*/ 0 h 9"/>
                                    <a:gd name="T30" fmla="*/ 4 w 9"/>
                                    <a:gd name="T31" fmla="*/ 0 h 9"/>
                                    <a:gd name="T32" fmla="*/ 3 w 9"/>
                                    <a:gd name="T33" fmla="*/ 0 h 9"/>
                                    <a:gd name="T34" fmla="*/ 1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1" y="0"/>
                                      </a:moveTo>
                                      <a:lnTo>
                                        <a:pt x="0" y="1"/>
                                      </a:lnTo>
                                      <a:lnTo>
                                        <a:pt x="0" y="3"/>
                                      </a:lnTo>
                                      <a:lnTo>
                                        <a:pt x="0" y="4"/>
                                      </a:lnTo>
                                      <a:lnTo>
                                        <a:pt x="0" y="6"/>
                                      </a:lnTo>
                                      <a:lnTo>
                                        <a:pt x="1" y="7"/>
                                      </a:lnTo>
                                      <a:lnTo>
                                        <a:pt x="3" y="9"/>
                                      </a:lnTo>
                                      <a:lnTo>
                                        <a:pt x="4" y="9"/>
                                      </a:lnTo>
                                      <a:lnTo>
                                        <a:pt x="6" y="7"/>
                                      </a:lnTo>
                                      <a:lnTo>
                                        <a:pt x="7" y="6"/>
                                      </a:lnTo>
                                      <a:lnTo>
                                        <a:pt x="9" y="4"/>
                                      </a:lnTo>
                                      <a:lnTo>
                                        <a:pt x="9" y="3"/>
                                      </a:lnTo>
                                      <a:lnTo>
                                        <a:pt x="7" y="1"/>
                                      </a:lnTo>
                                      <a:lnTo>
                                        <a:pt x="6" y="0"/>
                                      </a:lnTo>
                                      <a:lnTo>
                                        <a:pt x="4" y="0"/>
                                      </a:lnTo>
                                      <a:lnTo>
                                        <a:pt x="3" y="0"/>
                                      </a:lnTo>
                                      <a:lnTo>
                                        <a:pt x="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68" name="Freeform 172"/>
                                <p:cNvSpPr>
                                  <a:spLocks/>
                                </p:cNvSpPr>
                                <p:nvPr/>
                              </p:nvSpPr>
                              <p:spPr bwMode="auto">
                                <a:xfrm>
                                  <a:off x="3691" y="1795"/>
                                  <a:ext cx="9" cy="9"/>
                                </a:xfrm>
                                <a:custGeom>
                                  <a:avLst/>
                                  <a:gdLst>
                                    <a:gd name="T0" fmla="*/ 1 w 9"/>
                                    <a:gd name="T1" fmla="*/ 0 h 9"/>
                                    <a:gd name="T2" fmla="*/ 0 w 9"/>
                                    <a:gd name="T3" fmla="*/ 1 h 9"/>
                                    <a:gd name="T4" fmla="*/ 0 w 9"/>
                                    <a:gd name="T5" fmla="*/ 3 h 9"/>
                                    <a:gd name="T6" fmla="*/ 0 w 9"/>
                                    <a:gd name="T7" fmla="*/ 4 h 9"/>
                                    <a:gd name="T8" fmla="*/ 0 w 9"/>
                                    <a:gd name="T9" fmla="*/ 6 h 9"/>
                                    <a:gd name="T10" fmla="*/ 1 w 9"/>
                                    <a:gd name="T11" fmla="*/ 7 h 9"/>
                                    <a:gd name="T12" fmla="*/ 3 w 9"/>
                                    <a:gd name="T13" fmla="*/ 9 h 9"/>
                                    <a:gd name="T14" fmla="*/ 4 w 9"/>
                                    <a:gd name="T15" fmla="*/ 9 h 9"/>
                                    <a:gd name="T16" fmla="*/ 6 w 9"/>
                                    <a:gd name="T17" fmla="*/ 7 h 9"/>
                                    <a:gd name="T18" fmla="*/ 6 w 9"/>
                                    <a:gd name="T19" fmla="*/ 7 h 9"/>
                                    <a:gd name="T20" fmla="*/ 7 w 9"/>
                                    <a:gd name="T21" fmla="*/ 6 h 9"/>
                                    <a:gd name="T22" fmla="*/ 9 w 9"/>
                                    <a:gd name="T23" fmla="*/ 4 h 9"/>
                                    <a:gd name="T24" fmla="*/ 9 w 9"/>
                                    <a:gd name="T25" fmla="*/ 3 h 9"/>
                                    <a:gd name="T26" fmla="*/ 7 w 9"/>
                                    <a:gd name="T27" fmla="*/ 1 h 9"/>
                                    <a:gd name="T28" fmla="*/ 6 w 9"/>
                                    <a:gd name="T29" fmla="*/ 0 h 9"/>
                                    <a:gd name="T30" fmla="*/ 4 w 9"/>
                                    <a:gd name="T31" fmla="*/ 0 h 9"/>
                                    <a:gd name="T32" fmla="*/ 3 w 9"/>
                                    <a:gd name="T33" fmla="*/ 0 h 9"/>
                                    <a:gd name="T34" fmla="*/ 1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1" y="0"/>
                                      </a:moveTo>
                                      <a:lnTo>
                                        <a:pt x="0" y="1"/>
                                      </a:lnTo>
                                      <a:lnTo>
                                        <a:pt x="0" y="3"/>
                                      </a:lnTo>
                                      <a:lnTo>
                                        <a:pt x="0" y="4"/>
                                      </a:lnTo>
                                      <a:lnTo>
                                        <a:pt x="0" y="6"/>
                                      </a:lnTo>
                                      <a:lnTo>
                                        <a:pt x="1" y="7"/>
                                      </a:lnTo>
                                      <a:lnTo>
                                        <a:pt x="3" y="9"/>
                                      </a:lnTo>
                                      <a:lnTo>
                                        <a:pt x="4" y="9"/>
                                      </a:lnTo>
                                      <a:lnTo>
                                        <a:pt x="6" y="7"/>
                                      </a:lnTo>
                                      <a:lnTo>
                                        <a:pt x="7" y="6"/>
                                      </a:lnTo>
                                      <a:lnTo>
                                        <a:pt x="9" y="4"/>
                                      </a:lnTo>
                                      <a:lnTo>
                                        <a:pt x="9" y="3"/>
                                      </a:lnTo>
                                      <a:lnTo>
                                        <a:pt x="7" y="1"/>
                                      </a:lnTo>
                                      <a:lnTo>
                                        <a:pt x="6" y="0"/>
                                      </a:lnTo>
                                      <a:lnTo>
                                        <a:pt x="4" y="0"/>
                                      </a:lnTo>
                                      <a:lnTo>
                                        <a:pt x="3" y="0"/>
                                      </a:lnTo>
                                      <a:lnTo>
                                        <a:pt x="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69" name="Freeform 173"/>
                                <p:cNvSpPr>
                                  <a:spLocks/>
                                </p:cNvSpPr>
                                <p:nvPr/>
                              </p:nvSpPr>
                              <p:spPr bwMode="auto">
                                <a:xfrm>
                                  <a:off x="3705" y="1783"/>
                                  <a:ext cx="9" cy="9"/>
                                </a:xfrm>
                                <a:custGeom>
                                  <a:avLst/>
                                  <a:gdLst>
                                    <a:gd name="T0" fmla="*/ 2 w 9"/>
                                    <a:gd name="T1" fmla="*/ 2 h 9"/>
                                    <a:gd name="T2" fmla="*/ 0 w 9"/>
                                    <a:gd name="T3" fmla="*/ 3 h 9"/>
                                    <a:gd name="T4" fmla="*/ 0 w 9"/>
                                    <a:gd name="T5" fmla="*/ 5 h 9"/>
                                    <a:gd name="T6" fmla="*/ 0 w 9"/>
                                    <a:gd name="T7" fmla="*/ 6 h 9"/>
                                    <a:gd name="T8" fmla="*/ 0 w 9"/>
                                    <a:gd name="T9" fmla="*/ 7 h 9"/>
                                    <a:gd name="T10" fmla="*/ 2 w 9"/>
                                    <a:gd name="T11" fmla="*/ 9 h 9"/>
                                    <a:gd name="T12" fmla="*/ 3 w 9"/>
                                    <a:gd name="T13" fmla="*/ 9 h 9"/>
                                    <a:gd name="T14" fmla="*/ 5 w 9"/>
                                    <a:gd name="T15" fmla="*/ 9 h 9"/>
                                    <a:gd name="T16" fmla="*/ 6 w 9"/>
                                    <a:gd name="T17" fmla="*/ 9 h 9"/>
                                    <a:gd name="T18" fmla="*/ 6 w 9"/>
                                    <a:gd name="T19" fmla="*/ 9 h 9"/>
                                    <a:gd name="T20" fmla="*/ 8 w 9"/>
                                    <a:gd name="T21" fmla="*/ 7 h 9"/>
                                    <a:gd name="T22" fmla="*/ 9 w 9"/>
                                    <a:gd name="T23" fmla="*/ 6 h 9"/>
                                    <a:gd name="T24" fmla="*/ 9 w 9"/>
                                    <a:gd name="T25" fmla="*/ 5 h 9"/>
                                    <a:gd name="T26" fmla="*/ 8 w 9"/>
                                    <a:gd name="T27" fmla="*/ 3 h 9"/>
                                    <a:gd name="T28" fmla="*/ 6 w 9"/>
                                    <a:gd name="T29" fmla="*/ 2 h 9"/>
                                    <a:gd name="T30" fmla="*/ 5 w 9"/>
                                    <a:gd name="T31" fmla="*/ 0 h 9"/>
                                    <a:gd name="T32" fmla="*/ 3 w 9"/>
                                    <a:gd name="T33" fmla="*/ 0 h 9"/>
                                    <a:gd name="T34" fmla="*/ 2 w 9"/>
                                    <a:gd name="T35" fmla="*/ 2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2" y="2"/>
                                      </a:moveTo>
                                      <a:lnTo>
                                        <a:pt x="0" y="3"/>
                                      </a:lnTo>
                                      <a:lnTo>
                                        <a:pt x="0" y="5"/>
                                      </a:lnTo>
                                      <a:lnTo>
                                        <a:pt x="0" y="6"/>
                                      </a:lnTo>
                                      <a:lnTo>
                                        <a:pt x="0" y="7"/>
                                      </a:lnTo>
                                      <a:lnTo>
                                        <a:pt x="2" y="9"/>
                                      </a:lnTo>
                                      <a:lnTo>
                                        <a:pt x="3" y="9"/>
                                      </a:lnTo>
                                      <a:lnTo>
                                        <a:pt x="5" y="9"/>
                                      </a:lnTo>
                                      <a:lnTo>
                                        <a:pt x="6" y="9"/>
                                      </a:lnTo>
                                      <a:lnTo>
                                        <a:pt x="8" y="7"/>
                                      </a:lnTo>
                                      <a:lnTo>
                                        <a:pt x="9" y="6"/>
                                      </a:lnTo>
                                      <a:lnTo>
                                        <a:pt x="9" y="5"/>
                                      </a:lnTo>
                                      <a:lnTo>
                                        <a:pt x="8" y="3"/>
                                      </a:lnTo>
                                      <a:lnTo>
                                        <a:pt x="6" y="2"/>
                                      </a:lnTo>
                                      <a:lnTo>
                                        <a:pt x="5" y="0"/>
                                      </a:lnTo>
                                      <a:lnTo>
                                        <a:pt x="3" y="0"/>
                                      </a:lnTo>
                                      <a:lnTo>
                                        <a:pt x="2"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70" name="Freeform 174"/>
                                <p:cNvSpPr>
                                  <a:spLocks/>
                                </p:cNvSpPr>
                                <p:nvPr/>
                              </p:nvSpPr>
                              <p:spPr bwMode="auto">
                                <a:xfrm>
                                  <a:off x="3720" y="1774"/>
                                  <a:ext cx="9" cy="9"/>
                                </a:xfrm>
                                <a:custGeom>
                                  <a:avLst/>
                                  <a:gdLst>
                                    <a:gd name="T0" fmla="*/ 1 w 9"/>
                                    <a:gd name="T1" fmla="*/ 0 h 9"/>
                                    <a:gd name="T2" fmla="*/ 0 w 9"/>
                                    <a:gd name="T3" fmla="*/ 2 h 9"/>
                                    <a:gd name="T4" fmla="*/ 0 w 9"/>
                                    <a:gd name="T5" fmla="*/ 3 h 9"/>
                                    <a:gd name="T6" fmla="*/ 0 w 9"/>
                                    <a:gd name="T7" fmla="*/ 5 h 9"/>
                                    <a:gd name="T8" fmla="*/ 0 w 9"/>
                                    <a:gd name="T9" fmla="*/ 6 h 9"/>
                                    <a:gd name="T10" fmla="*/ 1 w 9"/>
                                    <a:gd name="T11" fmla="*/ 8 h 9"/>
                                    <a:gd name="T12" fmla="*/ 3 w 9"/>
                                    <a:gd name="T13" fmla="*/ 9 h 9"/>
                                    <a:gd name="T14" fmla="*/ 4 w 9"/>
                                    <a:gd name="T15" fmla="*/ 9 h 9"/>
                                    <a:gd name="T16" fmla="*/ 6 w 9"/>
                                    <a:gd name="T17" fmla="*/ 8 h 9"/>
                                    <a:gd name="T18" fmla="*/ 6 w 9"/>
                                    <a:gd name="T19" fmla="*/ 8 h 9"/>
                                    <a:gd name="T20" fmla="*/ 7 w 9"/>
                                    <a:gd name="T21" fmla="*/ 6 h 9"/>
                                    <a:gd name="T22" fmla="*/ 9 w 9"/>
                                    <a:gd name="T23" fmla="*/ 5 h 9"/>
                                    <a:gd name="T24" fmla="*/ 9 w 9"/>
                                    <a:gd name="T25" fmla="*/ 3 h 9"/>
                                    <a:gd name="T26" fmla="*/ 7 w 9"/>
                                    <a:gd name="T27" fmla="*/ 2 h 9"/>
                                    <a:gd name="T28" fmla="*/ 6 w 9"/>
                                    <a:gd name="T29" fmla="*/ 0 h 9"/>
                                    <a:gd name="T30" fmla="*/ 4 w 9"/>
                                    <a:gd name="T31" fmla="*/ 0 h 9"/>
                                    <a:gd name="T32" fmla="*/ 3 w 9"/>
                                    <a:gd name="T33" fmla="*/ 0 h 9"/>
                                    <a:gd name="T34" fmla="*/ 1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1" y="0"/>
                                      </a:moveTo>
                                      <a:lnTo>
                                        <a:pt x="0" y="2"/>
                                      </a:lnTo>
                                      <a:lnTo>
                                        <a:pt x="0" y="3"/>
                                      </a:lnTo>
                                      <a:lnTo>
                                        <a:pt x="0" y="5"/>
                                      </a:lnTo>
                                      <a:lnTo>
                                        <a:pt x="0" y="6"/>
                                      </a:lnTo>
                                      <a:lnTo>
                                        <a:pt x="1" y="8"/>
                                      </a:lnTo>
                                      <a:lnTo>
                                        <a:pt x="3" y="9"/>
                                      </a:lnTo>
                                      <a:lnTo>
                                        <a:pt x="4" y="9"/>
                                      </a:lnTo>
                                      <a:lnTo>
                                        <a:pt x="6" y="8"/>
                                      </a:lnTo>
                                      <a:lnTo>
                                        <a:pt x="7" y="6"/>
                                      </a:lnTo>
                                      <a:lnTo>
                                        <a:pt x="9" y="5"/>
                                      </a:lnTo>
                                      <a:lnTo>
                                        <a:pt x="9" y="3"/>
                                      </a:lnTo>
                                      <a:lnTo>
                                        <a:pt x="7" y="2"/>
                                      </a:lnTo>
                                      <a:lnTo>
                                        <a:pt x="6" y="0"/>
                                      </a:lnTo>
                                      <a:lnTo>
                                        <a:pt x="4" y="0"/>
                                      </a:lnTo>
                                      <a:lnTo>
                                        <a:pt x="3" y="0"/>
                                      </a:lnTo>
                                      <a:lnTo>
                                        <a:pt x="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71" name="Freeform 175"/>
                                <p:cNvSpPr>
                                  <a:spLocks/>
                                </p:cNvSpPr>
                                <p:nvPr/>
                              </p:nvSpPr>
                              <p:spPr bwMode="auto">
                                <a:xfrm>
                                  <a:off x="3734" y="1766"/>
                                  <a:ext cx="9" cy="8"/>
                                </a:xfrm>
                                <a:custGeom>
                                  <a:avLst/>
                                  <a:gdLst>
                                    <a:gd name="T0" fmla="*/ 3 w 9"/>
                                    <a:gd name="T1" fmla="*/ 0 h 8"/>
                                    <a:gd name="T2" fmla="*/ 2 w 9"/>
                                    <a:gd name="T3" fmla="*/ 0 h 8"/>
                                    <a:gd name="T4" fmla="*/ 0 w 9"/>
                                    <a:gd name="T5" fmla="*/ 1 h 8"/>
                                    <a:gd name="T6" fmla="*/ 0 w 9"/>
                                    <a:gd name="T7" fmla="*/ 3 h 8"/>
                                    <a:gd name="T8" fmla="*/ 0 w 9"/>
                                    <a:gd name="T9" fmla="*/ 4 h 8"/>
                                    <a:gd name="T10" fmla="*/ 0 w 9"/>
                                    <a:gd name="T11" fmla="*/ 6 h 8"/>
                                    <a:gd name="T12" fmla="*/ 2 w 9"/>
                                    <a:gd name="T13" fmla="*/ 7 h 8"/>
                                    <a:gd name="T14" fmla="*/ 3 w 9"/>
                                    <a:gd name="T15" fmla="*/ 8 h 8"/>
                                    <a:gd name="T16" fmla="*/ 5 w 9"/>
                                    <a:gd name="T17" fmla="*/ 8 h 8"/>
                                    <a:gd name="T18" fmla="*/ 5 w 9"/>
                                    <a:gd name="T19" fmla="*/ 8 h 8"/>
                                    <a:gd name="T20" fmla="*/ 6 w 9"/>
                                    <a:gd name="T21" fmla="*/ 7 h 8"/>
                                    <a:gd name="T22" fmla="*/ 8 w 9"/>
                                    <a:gd name="T23" fmla="*/ 6 h 8"/>
                                    <a:gd name="T24" fmla="*/ 9 w 9"/>
                                    <a:gd name="T25" fmla="*/ 4 h 8"/>
                                    <a:gd name="T26" fmla="*/ 9 w 9"/>
                                    <a:gd name="T27" fmla="*/ 3 h 8"/>
                                    <a:gd name="T28" fmla="*/ 8 w 9"/>
                                    <a:gd name="T29" fmla="*/ 1 h 8"/>
                                    <a:gd name="T30" fmla="*/ 6 w 9"/>
                                    <a:gd name="T31" fmla="*/ 0 h 8"/>
                                    <a:gd name="T32" fmla="*/ 5 w 9"/>
                                    <a:gd name="T33" fmla="*/ 0 h 8"/>
                                    <a:gd name="T34" fmla="*/ 3 w 9"/>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3" y="0"/>
                                      </a:moveTo>
                                      <a:lnTo>
                                        <a:pt x="2" y="0"/>
                                      </a:lnTo>
                                      <a:lnTo>
                                        <a:pt x="0" y="1"/>
                                      </a:lnTo>
                                      <a:lnTo>
                                        <a:pt x="0" y="3"/>
                                      </a:lnTo>
                                      <a:lnTo>
                                        <a:pt x="0" y="4"/>
                                      </a:lnTo>
                                      <a:lnTo>
                                        <a:pt x="0" y="6"/>
                                      </a:lnTo>
                                      <a:lnTo>
                                        <a:pt x="2" y="7"/>
                                      </a:lnTo>
                                      <a:lnTo>
                                        <a:pt x="3" y="8"/>
                                      </a:lnTo>
                                      <a:lnTo>
                                        <a:pt x="5" y="8"/>
                                      </a:lnTo>
                                      <a:lnTo>
                                        <a:pt x="6" y="7"/>
                                      </a:lnTo>
                                      <a:lnTo>
                                        <a:pt x="8" y="6"/>
                                      </a:lnTo>
                                      <a:lnTo>
                                        <a:pt x="9" y="4"/>
                                      </a:lnTo>
                                      <a:lnTo>
                                        <a:pt x="9" y="3"/>
                                      </a:lnTo>
                                      <a:lnTo>
                                        <a:pt x="8" y="1"/>
                                      </a:lnTo>
                                      <a:lnTo>
                                        <a:pt x="6" y="0"/>
                                      </a:lnTo>
                                      <a:lnTo>
                                        <a:pt x="5"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72" name="Freeform 176"/>
                                <p:cNvSpPr>
                                  <a:spLocks/>
                                </p:cNvSpPr>
                                <p:nvPr/>
                              </p:nvSpPr>
                              <p:spPr bwMode="auto">
                                <a:xfrm>
                                  <a:off x="3750" y="1759"/>
                                  <a:ext cx="9" cy="8"/>
                                </a:xfrm>
                                <a:custGeom>
                                  <a:avLst/>
                                  <a:gdLst>
                                    <a:gd name="T0" fmla="*/ 3 w 9"/>
                                    <a:gd name="T1" fmla="*/ 0 h 8"/>
                                    <a:gd name="T2" fmla="*/ 2 w 9"/>
                                    <a:gd name="T3" fmla="*/ 0 h 8"/>
                                    <a:gd name="T4" fmla="*/ 0 w 9"/>
                                    <a:gd name="T5" fmla="*/ 1 h 8"/>
                                    <a:gd name="T6" fmla="*/ 0 w 9"/>
                                    <a:gd name="T7" fmla="*/ 2 h 8"/>
                                    <a:gd name="T8" fmla="*/ 0 w 9"/>
                                    <a:gd name="T9" fmla="*/ 4 h 8"/>
                                    <a:gd name="T10" fmla="*/ 0 w 9"/>
                                    <a:gd name="T11" fmla="*/ 5 h 8"/>
                                    <a:gd name="T12" fmla="*/ 2 w 9"/>
                                    <a:gd name="T13" fmla="*/ 7 h 8"/>
                                    <a:gd name="T14" fmla="*/ 3 w 9"/>
                                    <a:gd name="T15" fmla="*/ 8 h 8"/>
                                    <a:gd name="T16" fmla="*/ 5 w 9"/>
                                    <a:gd name="T17" fmla="*/ 8 h 8"/>
                                    <a:gd name="T18" fmla="*/ 5 w 9"/>
                                    <a:gd name="T19" fmla="*/ 8 h 8"/>
                                    <a:gd name="T20" fmla="*/ 6 w 9"/>
                                    <a:gd name="T21" fmla="*/ 7 h 8"/>
                                    <a:gd name="T22" fmla="*/ 8 w 9"/>
                                    <a:gd name="T23" fmla="*/ 5 h 8"/>
                                    <a:gd name="T24" fmla="*/ 9 w 9"/>
                                    <a:gd name="T25" fmla="*/ 4 h 8"/>
                                    <a:gd name="T26" fmla="*/ 9 w 9"/>
                                    <a:gd name="T27" fmla="*/ 2 h 8"/>
                                    <a:gd name="T28" fmla="*/ 8 w 9"/>
                                    <a:gd name="T29" fmla="*/ 1 h 8"/>
                                    <a:gd name="T30" fmla="*/ 6 w 9"/>
                                    <a:gd name="T31" fmla="*/ 0 h 8"/>
                                    <a:gd name="T32" fmla="*/ 5 w 9"/>
                                    <a:gd name="T33" fmla="*/ 0 h 8"/>
                                    <a:gd name="T34" fmla="*/ 3 w 9"/>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3" y="0"/>
                                      </a:moveTo>
                                      <a:lnTo>
                                        <a:pt x="2" y="0"/>
                                      </a:lnTo>
                                      <a:lnTo>
                                        <a:pt x="0" y="1"/>
                                      </a:lnTo>
                                      <a:lnTo>
                                        <a:pt x="0" y="2"/>
                                      </a:lnTo>
                                      <a:lnTo>
                                        <a:pt x="0" y="4"/>
                                      </a:lnTo>
                                      <a:lnTo>
                                        <a:pt x="0" y="5"/>
                                      </a:lnTo>
                                      <a:lnTo>
                                        <a:pt x="2" y="7"/>
                                      </a:lnTo>
                                      <a:lnTo>
                                        <a:pt x="3" y="8"/>
                                      </a:lnTo>
                                      <a:lnTo>
                                        <a:pt x="5" y="8"/>
                                      </a:lnTo>
                                      <a:lnTo>
                                        <a:pt x="6" y="7"/>
                                      </a:lnTo>
                                      <a:lnTo>
                                        <a:pt x="8" y="5"/>
                                      </a:lnTo>
                                      <a:lnTo>
                                        <a:pt x="9" y="4"/>
                                      </a:lnTo>
                                      <a:lnTo>
                                        <a:pt x="9" y="2"/>
                                      </a:lnTo>
                                      <a:lnTo>
                                        <a:pt x="8" y="1"/>
                                      </a:lnTo>
                                      <a:lnTo>
                                        <a:pt x="6" y="0"/>
                                      </a:lnTo>
                                      <a:lnTo>
                                        <a:pt x="5"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73" name="Freeform 177"/>
                                <p:cNvSpPr>
                                  <a:spLocks/>
                                </p:cNvSpPr>
                                <p:nvPr/>
                              </p:nvSpPr>
                              <p:spPr bwMode="auto">
                                <a:xfrm>
                                  <a:off x="3766" y="1754"/>
                                  <a:ext cx="9" cy="9"/>
                                </a:xfrm>
                                <a:custGeom>
                                  <a:avLst/>
                                  <a:gdLst>
                                    <a:gd name="T0" fmla="*/ 6 w 9"/>
                                    <a:gd name="T1" fmla="*/ 0 h 9"/>
                                    <a:gd name="T2" fmla="*/ 5 w 9"/>
                                    <a:gd name="T3" fmla="*/ 0 h 9"/>
                                    <a:gd name="T4" fmla="*/ 3 w 9"/>
                                    <a:gd name="T5" fmla="*/ 0 h 9"/>
                                    <a:gd name="T6" fmla="*/ 2 w 9"/>
                                    <a:gd name="T7" fmla="*/ 2 h 9"/>
                                    <a:gd name="T8" fmla="*/ 0 w 9"/>
                                    <a:gd name="T9" fmla="*/ 3 h 9"/>
                                    <a:gd name="T10" fmla="*/ 0 w 9"/>
                                    <a:gd name="T11" fmla="*/ 5 h 9"/>
                                    <a:gd name="T12" fmla="*/ 2 w 9"/>
                                    <a:gd name="T13" fmla="*/ 6 h 9"/>
                                    <a:gd name="T14" fmla="*/ 3 w 9"/>
                                    <a:gd name="T15" fmla="*/ 7 h 9"/>
                                    <a:gd name="T16" fmla="*/ 5 w 9"/>
                                    <a:gd name="T17" fmla="*/ 9 h 9"/>
                                    <a:gd name="T18" fmla="*/ 5 w 9"/>
                                    <a:gd name="T19" fmla="*/ 9 h 9"/>
                                    <a:gd name="T20" fmla="*/ 6 w 9"/>
                                    <a:gd name="T21" fmla="*/ 9 h 9"/>
                                    <a:gd name="T22" fmla="*/ 8 w 9"/>
                                    <a:gd name="T23" fmla="*/ 7 h 9"/>
                                    <a:gd name="T24" fmla="*/ 9 w 9"/>
                                    <a:gd name="T25" fmla="*/ 6 h 9"/>
                                    <a:gd name="T26" fmla="*/ 9 w 9"/>
                                    <a:gd name="T27" fmla="*/ 5 h 9"/>
                                    <a:gd name="T28" fmla="*/ 9 w 9"/>
                                    <a:gd name="T29" fmla="*/ 3 h 9"/>
                                    <a:gd name="T30" fmla="*/ 9 w 9"/>
                                    <a:gd name="T31" fmla="*/ 2 h 9"/>
                                    <a:gd name="T32" fmla="*/ 8 w 9"/>
                                    <a:gd name="T33" fmla="*/ 0 h 9"/>
                                    <a:gd name="T34" fmla="*/ 6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6" y="0"/>
                                      </a:moveTo>
                                      <a:lnTo>
                                        <a:pt x="5" y="0"/>
                                      </a:lnTo>
                                      <a:lnTo>
                                        <a:pt x="3" y="0"/>
                                      </a:lnTo>
                                      <a:lnTo>
                                        <a:pt x="2" y="2"/>
                                      </a:lnTo>
                                      <a:lnTo>
                                        <a:pt x="0" y="3"/>
                                      </a:lnTo>
                                      <a:lnTo>
                                        <a:pt x="0" y="5"/>
                                      </a:lnTo>
                                      <a:lnTo>
                                        <a:pt x="2" y="6"/>
                                      </a:lnTo>
                                      <a:lnTo>
                                        <a:pt x="3" y="7"/>
                                      </a:lnTo>
                                      <a:lnTo>
                                        <a:pt x="5" y="9"/>
                                      </a:lnTo>
                                      <a:lnTo>
                                        <a:pt x="6" y="9"/>
                                      </a:lnTo>
                                      <a:lnTo>
                                        <a:pt x="8" y="7"/>
                                      </a:lnTo>
                                      <a:lnTo>
                                        <a:pt x="9" y="6"/>
                                      </a:lnTo>
                                      <a:lnTo>
                                        <a:pt x="9" y="5"/>
                                      </a:lnTo>
                                      <a:lnTo>
                                        <a:pt x="9" y="3"/>
                                      </a:lnTo>
                                      <a:lnTo>
                                        <a:pt x="9" y="2"/>
                                      </a:lnTo>
                                      <a:lnTo>
                                        <a:pt x="8" y="0"/>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74" name="Freeform 178"/>
                                <p:cNvSpPr>
                                  <a:spLocks/>
                                </p:cNvSpPr>
                                <p:nvPr/>
                              </p:nvSpPr>
                              <p:spPr bwMode="auto">
                                <a:xfrm>
                                  <a:off x="3784" y="1753"/>
                                  <a:ext cx="9" cy="8"/>
                                </a:xfrm>
                                <a:custGeom>
                                  <a:avLst/>
                                  <a:gdLst>
                                    <a:gd name="T0" fmla="*/ 6 w 9"/>
                                    <a:gd name="T1" fmla="*/ 0 h 8"/>
                                    <a:gd name="T2" fmla="*/ 4 w 9"/>
                                    <a:gd name="T3" fmla="*/ 0 h 8"/>
                                    <a:gd name="T4" fmla="*/ 3 w 9"/>
                                    <a:gd name="T5" fmla="*/ 1 h 8"/>
                                    <a:gd name="T6" fmla="*/ 1 w 9"/>
                                    <a:gd name="T7" fmla="*/ 3 h 8"/>
                                    <a:gd name="T8" fmla="*/ 0 w 9"/>
                                    <a:gd name="T9" fmla="*/ 4 h 8"/>
                                    <a:gd name="T10" fmla="*/ 0 w 9"/>
                                    <a:gd name="T11" fmla="*/ 6 h 8"/>
                                    <a:gd name="T12" fmla="*/ 1 w 9"/>
                                    <a:gd name="T13" fmla="*/ 7 h 8"/>
                                    <a:gd name="T14" fmla="*/ 3 w 9"/>
                                    <a:gd name="T15" fmla="*/ 8 h 8"/>
                                    <a:gd name="T16" fmla="*/ 4 w 9"/>
                                    <a:gd name="T17" fmla="*/ 8 h 8"/>
                                    <a:gd name="T18" fmla="*/ 4 w 9"/>
                                    <a:gd name="T19" fmla="*/ 8 h 8"/>
                                    <a:gd name="T20" fmla="*/ 6 w 9"/>
                                    <a:gd name="T21" fmla="*/ 8 h 8"/>
                                    <a:gd name="T22" fmla="*/ 7 w 9"/>
                                    <a:gd name="T23" fmla="*/ 8 h 8"/>
                                    <a:gd name="T24" fmla="*/ 9 w 9"/>
                                    <a:gd name="T25" fmla="*/ 7 h 8"/>
                                    <a:gd name="T26" fmla="*/ 9 w 9"/>
                                    <a:gd name="T27" fmla="*/ 6 h 8"/>
                                    <a:gd name="T28" fmla="*/ 9 w 9"/>
                                    <a:gd name="T29" fmla="*/ 4 h 8"/>
                                    <a:gd name="T30" fmla="*/ 9 w 9"/>
                                    <a:gd name="T31" fmla="*/ 3 h 8"/>
                                    <a:gd name="T32" fmla="*/ 7 w 9"/>
                                    <a:gd name="T33" fmla="*/ 1 h 8"/>
                                    <a:gd name="T34" fmla="*/ 6 w 9"/>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6" y="0"/>
                                      </a:moveTo>
                                      <a:lnTo>
                                        <a:pt x="4" y="0"/>
                                      </a:lnTo>
                                      <a:lnTo>
                                        <a:pt x="3" y="1"/>
                                      </a:lnTo>
                                      <a:lnTo>
                                        <a:pt x="1" y="3"/>
                                      </a:lnTo>
                                      <a:lnTo>
                                        <a:pt x="0" y="4"/>
                                      </a:lnTo>
                                      <a:lnTo>
                                        <a:pt x="0" y="6"/>
                                      </a:lnTo>
                                      <a:lnTo>
                                        <a:pt x="1" y="7"/>
                                      </a:lnTo>
                                      <a:lnTo>
                                        <a:pt x="3" y="8"/>
                                      </a:lnTo>
                                      <a:lnTo>
                                        <a:pt x="4" y="8"/>
                                      </a:lnTo>
                                      <a:lnTo>
                                        <a:pt x="6" y="8"/>
                                      </a:lnTo>
                                      <a:lnTo>
                                        <a:pt x="7" y="8"/>
                                      </a:lnTo>
                                      <a:lnTo>
                                        <a:pt x="9" y="7"/>
                                      </a:lnTo>
                                      <a:lnTo>
                                        <a:pt x="9" y="6"/>
                                      </a:lnTo>
                                      <a:lnTo>
                                        <a:pt x="9" y="4"/>
                                      </a:lnTo>
                                      <a:lnTo>
                                        <a:pt x="9" y="3"/>
                                      </a:lnTo>
                                      <a:lnTo>
                                        <a:pt x="7" y="1"/>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75" name="Freeform 179"/>
                                <p:cNvSpPr>
                                  <a:spLocks/>
                                </p:cNvSpPr>
                                <p:nvPr/>
                              </p:nvSpPr>
                              <p:spPr bwMode="auto">
                                <a:xfrm>
                                  <a:off x="3801" y="1757"/>
                                  <a:ext cx="9" cy="9"/>
                                </a:xfrm>
                                <a:custGeom>
                                  <a:avLst/>
                                  <a:gdLst>
                                    <a:gd name="T0" fmla="*/ 5 w 9"/>
                                    <a:gd name="T1" fmla="*/ 0 h 9"/>
                                    <a:gd name="T2" fmla="*/ 3 w 9"/>
                                    <a:gd name="T3" fmla="*/ 0 h 9"/>
                                    <a:gd name="T4" fmla="*/ 2 w 9"/>
                                    <a:gd name="T5" fmla="*/ 2 h 9"/>
                                    <a:gd name="T6" fmla="*/ 0 w 9"/>
                                    <a:gd name="T7" fmla="*/ 3 h 9"/>
                                    <a:gd name="T8" fmla="*/ 0 w 9"/>
                                    <a:gd name="T9" fmla="*/ 4 h 9"/>
                                    <a:gd name="T10" fmla="*/ 0 w 9"/>
                                    <a:gd name="T11" fmla="*/ 6 h 9"/>
                                    <a:gd name="T12" fmla="*/ 0 w 9"/>
                                    <a:gd name="T13" fmla="*/ 7 h 9"/>
                                    <a:gd name="T14" fmla="*/ 2 w 9"/>
                                    <a:gd name="T15" fmla="*/ 9 h 9"/>
                                    <a:gd name="T16" fmla="*/ 3 w 9"/>
                                    <a:gd name="T17" fmla="*/ 9 h 9"/>
                                    <a:gd name="T18" fmla="*/ 3 w 9"/>
                                    <a:gd name="T19" fmla="*/ 9 h 9"/>
                                    <a:gd name="T20" fmla="*/ 5 w 9"/>
                                    <a:gd name="T21" fmla="*/ 9 h 9"/>
                                    <a:gd name="T22" fmla="*/ 6 w 9"/>
                                    <a:gd name="T23" fmla="*/ 9 h 9"/>
                                    <a:gd name="T24" fmla="*/ 7 w 9"/>
                                    <a:gd name="T25" fmla="*/ 7 h 9"/>
                                    <a:gd name="T26" fmla="*/ 9 w 9"/>
                                    <a:gd name="T27" fmla="*/ 6 h 9"/>
                                    <a:gd name="T28" fmla="*/ 9 w 9"/>
                                    <a:gd name="T29" fmla="*/ 4 h 9"/>
                                    <a:gd name="T30" fmla="*/ 7 w 9"/>
                                    <a:gd name="T31" fmla="*/ 3 h 9"/>
                                    <a:gd name="T32" fmla="*/ 6 w 9"/>
                                    <a:gd name="T33" fmla="*/ 2 h 9"/>
                                    <a:gd name="T34" fmla="*/ 5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5" y="0"/>
                                      </a:moveTo>
                                      <a:lnTo>
                                        <a:pt x="3" y="0"/>
                                      </a:lnTo>
                                      <a:lnTo>
                                        <a:pt x="2" y="2"/>
                                      </a:lnTo>
                                      <a:lnTo>
                                        <a:pt x="0" y="3"/>
                                      </a:lnTo>
                                      <a:lnTo>
                                        <a:pt x="0" y="4"/>
                                      </a:lnTo>
                                      <a:lnTo>
                                        <a:pt x="0" y="6"/>
                                      </a:lnTo>
                                      <a:lnTo>
                                        <a:pt x="0" y="7"/>
                                      </a:lnTo>
                                      <a:lnTo>
                                        <a:pt x="2" y="9"/>
                                      </a:lnTo>
                                      <a:lnTo>
                                        <a:pt x="3" y="9"/>
                                      </a:lnTo>
                                      <a:lnTo>
                                        <a:pt x="5" y="9"/>
                                      </a:lnTo>
                                      <a:lnTo>
                                        <a:pt x="6" y="9"/>
                                      </a:lnTo>
                                      <a:lnTo>
                                        <a:pt x="7" y="7"/>
                                      </a:lnTo>
                                      <a:lnTo>
                                        <a:pt x="9" y="6"/>
                                      </a:lnTo>
                                      <a:lnTo>
                                        <a:pt x="9" y="4"/>
                                      </a:lnTo>
                                      <a:lnTo>
                                        <a:pt x="7" y="3"/>
                                      </a:lnTo>
                                      <a:lnTo>
                                        <a:pt x="6" y="2"/>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76" name="Freeform 180"/>
                                <p:cNvSpPr>
                                  <a:spLocks/>
                                </p:cNvSpPr>
                                <p:nvPr/>
                              </p:nvSpPr>
                              <p:spPr bwMode="auto">
                                <a:xfrm>
                                  <a:off x="3817" y="1764"/>
                                  <a:ext cx="9" cy="9"/>
                                </a:xfrm>
                                <a:custGeom>
                                  <a:avLst/>
                                  <a:gdLst>
                                    <a:gd name="T0" fmla="*/ 6 w 9"/>
                                    <a:gd name="T1" fmla="*/ 0 h 9"/>
                                    <a:gd name="T2" fmla="*/ 5 w 9"/>
                                    <a:gd name="T3" fmla="*/ 0 h 9"/>
                                    <a:gd name="T4" fmla="*/ 3 w 9"/>
                                    <a:gd name="T5" fmla="*/ 0 h 9"/>
                                    <a:gd name="T6" fmla="*/ 2 w 9"/>
                                    <a:gd name="T7" fmla="*/ 2 h 9"/>
                                    <a:gd name="T8" fmla="*/ 0 w 9"/>
                                    <a:gd name="T9" fmla="*/ 3 h 9"/>
                                    <a:gd name="T10" fmla="*/ 0 w 9"/>
                                    <a:gd name="T11" fmla="*/ 5 h 9"/>
                                    <a:gd name="T12" fmla="*/ 2 w 9"/>
                                    <a:gd name="T13" fmla="*/ 6 h 9"/>
                                    <a:gd name="T14" fmla="*/ 3 w 9"/>
                                    <a:gd name="T15" fmla="*/ 8 h 9"/>
                                    <a:gd name="T16" fmla="*/ 5 w 9"/>
                                    <a:gd name="T17" fmla="*/ 9 h 9"/>
                                    <a:gd name="T18" fmla="*/ 5 w 9"/>
                                    <a:gd name="T19" fmla="*/ 9 h 9"/>
                                    <a:gd name="T20" fmla="*/ 6 w 9"/>
                                    <a:gd name="T21" fmla="*/ 9 h 9"/>
                                    <a:gd name="T22" fmla="*/ 7 w 9"/>
                                    <a:gd name="T23" fmla="*/ 8 h 9"/>
                                    <a:gd name="T24" fmla="*/ 9 w 9"/>
                                    <a:gd name="T25" fmla="*/ 6 h 9"/>
                                    <a:gd name="T26" fmla="*/ 9 w 9"/>
                                    <a:gd name="T27" fmla="*/ 5 h 9"/>
                                    <a:gd name="T28" fmla="*/ 9 w 9"/>
                                    <a:gd name="T29" fmla="*/ 3 h 9"/>
                                    <a:gd name="T30" fmla="*/ 9 w 9"/>
                                    <a:gd name="T31" fmla="*/ 2 h 9"/>
                                    <a:gd name="T32" fmla="*/ 7 w 9"/>
                                    <a:gd name="T33" fmla="*/ 0 h 9"/>
                                    <a:gd name="T34" fmla="*/ 6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6" y="0"/>
                                      </a:moveTo>
                                      <a:lnTo>
                                        <a:pt x="5" y="0"/>
                                      </a:lnTo>
                                      <a:lnTo>
                                        <a:pt x="3" y="0"/>
                                      </a:lnTo>
                                      <a:lnTo>
                                        <a:pt x="2" y="2"/>
                                      </a:lnTo>
                                      <a:lnTo>
                                        <a:pt x="0" y="3"/>
                                      </a:lnTo>
                                      <a:lnTo>
                                        <a:pt x="0" y="5"/>
                                      </a:lnTo>
                                      <a:lnTo>
                                        <a:pt x="2" y="6"/>
                                      </a:lnTo>
                                      <a:lnTo>
                                        <a:pt x="3" y="8"/>
                                      </a:lnTo>
                                      <a:lnTo>
                                        <a:pt x="5" y="9"/>
                                      </a:lnTo>
                                      <a:lnTo>
                                        <a:pt x="6" y="9"/>
                                      </a:lnTo>
                                      <a:lnTo>
                                        <a:pt x="7" y="8"/>
                                      </a:lnTo>
                                      <a:lnTo>
                                        <a:pt x="9" y="6"/>
                                      </a:lnTo>
                                      <a:lnTo>
                                        <a:pt x="9" y="5"/>
                                      </a:lnTo>
                                      <a:lnTo>
                                        <a:pt x="9" y="3"/>
                                      </a:lnTo>
                                      <a:lnTo>
                                        <a:pt x="9" y="2"/>
                                      </a:lnTo>
                                      <a:lnTo>
                                        <a:pt x="7" y="0"/>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77" name="Freeform 181"/>
                                <p:cNvSpPr>
                                  <a:spLocks/>
                                </p:cNvSpPr>
                                <p:nvPr/>
                              </p:nvSpPr>
                              <p:spPr bwMode="auto">
                                <a:xfrm>
                                  <a:off x="3833" y="1773"/>
                                  <a:ext cx="9" cy="9"/>
                                </a:xfrm>
                                <a:custGeom>
                                  <a:avLst/>
                                  <a:gdLst>
                                    <a:gd name="T0" fmla="*/ 6 w 9"/>
                                    <a:gd name="T1" fmla="*/ 0 h 9"/>
                                    <a:gd name="T2" fmla="*/ 5 w 9"/>
                                    <a:gd name="T3" fmla="*/ 0 h 9"/>
                                    <a:gd name="T4" fmla="*/ 3 w 9"/>
                                    <a:gd name="T5" fmla="*/ 0 h 9"/>
                                    <a:gd name="T6" fmla="*/ 2 w 9"/>
                                    <a:gd name="T7" fmla="*/ 0 h 9"/>
                                    <a:gd name="T8" fmla="*/ 0 w 9"/>
                                    <a:gd name="T9" fmla="*/ 1 h 9"/>
                                    <a:gd name="T10" fmla="*/ 0 w 9"/>
                                    <a:gd name="T11" fmla="*/ 3 h 9"/>
                                    <a:gd name="T12" fmla="*/ 0 w 9"/>
                                    <a:gd name="T13" fmla="*/ 4 h 9"/>
                                    <a:gd name="T14" fmla="*/ 0 w 9"/>
                                    <a:gd name="T15" fmla="*/ 6 h 9"/>
                                    <a:gd name="T16" fmla="*/ 2 w 9"/>
                                    <a:gd name="T17" fmla="*/ 7 h 9"/>
                                    <a:gd name="T18" fmla="*/ 2 w 9"/>
                                    <a:gd name="T19" fmla="*/ 7 h 9"/>
                                    <a:gd name="T20" fmla="*/ 3 w 9"/>
                                    <a:gd name="T21" fmla="*/ 9 h 9"/>
                                    <a:gd name="T22" fmla="*/ 5 w 9"/>
                                    <a:gd name="T23" fmla="*/ 9 h 9"/>
                                    <a:gd name="T24" fmla="*/ 6 w 9"/>
                                    <a:gd name="T25" fmla="*/ 7 h 9"/>
                                    <a:gd name="T26" fmla="*/ 7 w 9"/>
                                    <a:gd name="T27" fmla="*/ 6 h 9"/>
                                    <a:gd name="T28" fmla="*/ 9 w 9"/>
                                    <a:gd name="T29" fmla="*/ 4 h 9"/>
                                    <a:gd name="T30" fmla="*/ 9 w 9"/>
                                    <a:gd name="T31" fmla="*/ 3 h 9"/>
                                    <a:gd name="T32" fmla="*/ 7 w 9"/>
                                    <a:gd name="T33" fmla="*/ 1 h 9"/>
                                    <a:gd name="T34" fmla="*/ 6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6" y="0"/>
                                      </a:moveTo>
                                      <a:lnTo>
                                        <a:pt x="5" y="0"/>
                                      </a:lnTo>
                                      <a:lnTo>
                                        <a:pt x="3" y="0"/>
                                      </a:lnTo>
                                      <a:lnTo>
                                        <a:pt x="2" y="0"/>
                                      </a:lnTo>
                                      <a:lnTo>
                                        <a:pt x="0" y="1"/>
                                      </a:lnTo>
                                      <a:lnTo>
                                        <a:pt x="0" y="3"/>
                                      </a:lnTo>
                                      <a:lnTo>
                                        <a:pt x="0" y="4"/>
                                      </a:lnTo>
                                      <a:lnTo>
                                        <a:pt x="0" y="6"/>
                                      </a:lnTo>
                                      <a:lnTo>
                                        <a:pt x="2" y="7"/>
                                      </a:lnTo>
                                      <a:lnTo>
                                        <a:pt x="3" y="9"/>
                                      </a:lnTo>
                                      <a:lnTo>
                                        <a:pt x="5" y="9"/>
                                      </a:lnTo>
                                      <a:lnTo>
                                        <a:pt x="6" y="7"/>
                                      </a:lnTo>
                                      <a:lnTo>
                                        <a:pt x="7" y="6"/>
                                      </a:lnTo>
                                      <a:lnTo>
                                        <a:pt x="9" y="4"/>
                                      </a:lnTo>
                                      <a:lnTo>
                                        <a:pt x="9" y="3"/>
                                      </a:lnTo>
                                      <a:lnTo>
                                        <a:pt x="7" y="1"/>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78" name="Freeform 182"/>
                                <p:cNvSpPr>
                                  <a:spLocks/>
                                </p:cNvSpPr>
                                <p:nvPr/>
                              </p:nvSpPr>
                              <p:spPr bwMode="auto">
                                <a:xfrm>
                                  <a:off x="3848" y="1782"/>
                                  <a:ext cx="8" cy="8"/>
                                </a:xfrm>
                                <a:custGeom>
                                  <a:avLst/>
                                  <a:gdLst>
                                    <a:gd name="T0" fmla="*/ 6 w 8"/>
                                    <a:gd name="T1" fmla="*/ 0 h 8"/>
                                    <a:gd name="T2" fmla="*/ 4 w 8"/>
                                    <a:gd name="T3" fmla="*/ 0 h 8"/>
                                    <a:gd name="T4" fmla="*/ 3 w 8"/>
                                    <a:gd name="T5" fmla="*/ 0 h 8"/>
                                    <a:gd name="T6" fmla="*/ 1 w 8"/>
                                    <a:gd name="T7" fmla="*/ 0 h 8"/>
                                    <a:gd name="T8" fmla="*/ 0 w 8"/>
                                    <a:gd name="T9" fmla="*/ 1 h 8"/>
                                    <a:gd name="T10" fmla="*/ 0 w 8"/>
                                    <a:gd name="T11" fmla="*/ 3 h 8"/>
                                    <a:gd name="T12" fmla="*/ 0 w 8"/>
                                    <a:gd name="T13" fmla="*/ 4 h 8"/>
                                    <a:gd name="T14" fmla="*/ 0 w 8"/>
                                    <a:gd name="T15" fmla="*/ 6 h 8"/>
                                    <a:gd name="T16" fmla="*/ 1 w 8"/>
                                    <a:gd name="T17" fmla="*/ 7 h 8"/>
                                    <a:gd name="T18" fmla="*/ 1 w 8"/>
                                    <a:gd name="T19" fmla="*/ 7 h 8"/>
                                    <a:gd name="T20" fmla="*/ 3 w 8"/>
                                    <a:gd name="T21" fmla="*/ 8 h 8"/>
                                    <a:gd name="T22" fmla="*/ 4 w 8"/>
                                    <a:gd name="T23" fmla="*/ 8 h 8"/>
                                    <a:gd name="T24" fmla="*/ 6 w 8"/>
                                    <a:gd name="T25" fmla="*/ 7 h 8"/>
                                    <a:gd name="T26" fmla="*/ 7 w 8"/>
                                    <a:gd name="T27" fmla="*/ 6 h 8"/>
                                    <a:gd name="T28" fmla="*/ 8 w 8"/>
                                    <a:gd name="T29" fmla="*/ 4 h 8"/>
                                    <a:gd name="T30" fmla="*/ 8 w 8"/>
                                    <a:gd name="T31" fmla="*/ 3 h 8"/>
                                    <a:gd name="T32" fmla="*/ 7 w 8"/>
                                    <a:gd name="T33" fmla="*/ 1 h 8"/>
                                    <a:gd name="T34" fmla="*/ 6 w 8"/>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8"/>
                                    <a:gd name="T56" fmla="*/ 8 w 8"/>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8">
                                      <a:moveTo>
                                        <a:pt x="6" y="0"/>
                                      </a:moveTo>
                                      <a:lnTo>
                                        <a:pt x="4" y="0"/>
                                      </a:lnTo>
                                      <a:lnTo>
                                        <a:pt x="3" y="0"/>
                                      </a:lnTo>
                                      <a:lnTo>
                                        <a:pt x="1" y="0"/>
                                      </a:lnTo>
                                      <a:lnTo>
                                        <a:pt x="0" y="1"/>
                                      </a:lnTo>
                                      <a:lnTo>
                                        <a:pt x="0" y="3"/>
                                      </a:lnTo>
                                      <a:lnTo>
                                        <a:pt x="0" y="4"/>
                                      </a:lnTo>
                                      <a:lnTo>
                                        <a:pt x="0" y="6"/>
                                      </a:lnTo>
                                      <a:lnTo>
                                        <a:pt x="1" y="7"/>
                                      </a:lnTo>
                                      <a:lnTo>
                                        <a:pt x="3" y="8"/>
                                      </a:lnTo>
                                      <a:lnTo>
                                        <a:pt x="4" y="8"/>
                                      </a:lnTo>
                                      <a:lnTo>
                                        <a:pt x="6" y="7"/>
                                      </a:lnTo>
                                      <a:lnTo>
                                        <a:pt x="7" y="6"/>
                                      </a:lnTo>
                                      <a:lnTo>
                                        <a:pt x="8" y="4"/>
                                      </a:lnTo>
                                      <a:lnTo>
                                        <a:pt x="8" y="3"/>
                                      </a:lnTo>
                                      <a:lnTo>
                                        <a:pt x="7" y="1"/>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79" name="Freeform 183"/>
                                <p:cNvSpPr>
                                  <a:spLocks/>
                                </p:cNvSpPr>
                                <p:nvPr/>
                              </p:nvSpPr>
                              <p:spPr bwMode="auto">
                                <a:xfrm>
                                  <a:off x="3861" y="1792"/>
                                  <a:ext cx="8" cy="9"/>
                                </a:xfrm>
                                <a:custGeom>
                                  <a:avLst/>
                                  <a:gdLst>
                                    <a:gd name="T0" fmla="*/ 7 w 8"/>
                                    <a:gd name="T1" fmla="*/ 0 h 9"/>
                                    <a:gd name="T2" fmla="*/ 6 w 8"/>
                                    <a:gd name="T3" fmla="*/ 0 h 9"/>
                                    <a:gd name="T4" fmla="*/ 4 w 8"/>
                                    <a:gd name="T5" fmla="*/ 0 h 9"/>
                                    <a:gd name="T6" fmla="*/ 3 w 8"/>
                                    <a:gd name="T7" fmla="*/ 0 h 9"/>
                                    <a:gd name="T8" fmla="*/ 1 w 8"/>
                                    <a:gd name="T9" fmla="*/ 1 h 9"/>
                                    <a:gd name="T10" fmla="*/ 0 w 8"/>
                                    <a:gd name="T11" fmla="*/ 3 h 9"/>
                                    <a:gd name="T12" fmla="*/ 0 w 8"/>
                                    <a:gd name="T13" fmla="*/ 4 h 9"/>
                                    <a:gd name="T14" fmla="*/ 1 w 8"/>
                                    <a:gd name="T15" fmla="*/ 6 h 9"/>
                                    <a:gd name="T16" fmla="*/ 3 w 8"/>
                                    <a:gd name="T17" fmla="*/ 7 h 9"/>
                                    <a:gd name="T18" fmla="*/ 3 w 8"/>
                                    <a:gd name="T19" fmla="*/ 7 h 9"/>
                                    <a:gd name="T20" fmla="*/ 4 w 8"/>
                                    <a:gd name="T21" fmla="*/ 9 h 9"/>
                                    <a:gd name="T22" fmla="*/ 6 w 8"/>
                                    <a:gd name="T23" fmla="*/ 9 h 9"/>
                                    <a:gd name="T24" fmla="*/ 7 w 8"/>
                                    <a:gd name="T25" fmla="*/ 7 h 9"/>
                                    <a:gd name="T26" fmla="*/ 8 w 8"/>
                                    <a:gd name="T27" fmla="*/ 6 h 9"/>
                                    <a:gd name="T28" fmla="*/ 8 w 8"/>
                                    <a:gd name="T29" fmla="*/ 4 h 9"/>
                                    <a:gd name="T30" fmla="*/ 8 w 8"/>
                                    <a:gd name="T31" fmla="*/ 3 h 9"/>
                                    <a:gd name="T32" fmla="*/ 8 w 8"/>
                                    <a:gd name="T33" fmla="*/ 1 h 9"/>
                                    <a:gd name="T34" fmla="*/ 7 w 8"/>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7" y="0"/>
                                      </a:moveTo>
                                      <a:lnTo>
                                        <a:pt x="6" y="0"/>
                                      </a:lnTo>
                                      <a:lnTo>
                                        <a:pt x="4" y="0"/>
                                      </a:lnTo>
                                      <a:lnTo>
                                        <a:pt x="3" y="0"/>
                                      </a:lnTo>
                                      <a:lnTo>
                                        <a:pt x="1" y="1"/>
                                      </a:lnTo>
                                      <a:lnTo>
                                        <a:pt x="0" y="3"/>
                                      </a:lnTo>
                                      <a:lnTo>
                                        <a:pt x="0" y="4"/>
                                      </a:lnTo>
                                      <a:lnTo>
                                        <a:pt x="1" y="6"/>
                                      </a:lnTo>
                                      <a:lnTo>
                                        <a:pt x="3" y="7"/>
                                      </a:lnTo>
                                      <a:lnTo>
                                        <a:pt x="4" y="9"/>
                                      </a:lnTo>
                                      <a:lnTo>
                                        <a:pt x="6" y="9"/>
                                      </a:lnTo>
                                      <a:lnTo>
                                        <a:pt x="7" y="7"/>
                                      </a:lnTo>
                                      <a:lnTo>
                                        <a:pt x="8" y="6"/>
                                      </a:lnTo>
                                      <a:lnTo>
                                        <a:pt x="8" y="4"/>
                                      </a:lnTo>
                                      <a:lnTo>
                                        <a:pt x="8" y="3"/>
                                      </a:lnTo>
                                      <a:lnTo>
                                        <a:pt x="8" y="1"/>
                                      </a:lnTo>
                                      <a:lnTo>
                                        <a:pt x="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80" name="Freeform 184"/>
                                <p:cNvSpPr>
                                  <a:spLocks/>
                                </p:cNvSpPr>
                                <p:nvPr/>
                              </p:nvSpPr>
                              <p:spPr bwMode="auto">
                                <a:xfrm>
                                  <a:off x="3875" y="1802"/>
                                  <a:ext cx="9" cy="9"/>
                                </a:xfrm>
                                <a:custGeom>
                                  <a:avLst/>
                                  <a:gdLst>
                                    <a:gd name="T0" fmla="*/ 8 w 9"/>
                                    <a:gd name="T1" fmla="*/ 2 h 9"/>
                                    <a:gd name="T2" fmla="*/ 6 w 9"/>
                                    <a:gd name="T3" fmla="*/ 0 h 9"/>
                                    <a:gd name="T4" fmla="*/ 5 w 9"/>
                                    <a:gd name="T5" fmla="*/ 0 h 9"/>
                                    <a:gd name="T6" fmla="*/ 3 w 9"/>
                                    <a:gd name="T7" fmla="*/ 2 h 9"/>
                                    <a:gd name="T8" fmla="*/ 2 w 9"/>
                                    <a:gd name="T9" fmla="*/ 3 h 9"/>
                                    <a:gd name="T10" fmla="*/ 0 w 9"/>
                                    <a:gd name="T11" fmla="*/ 4 h 9"/>
                                    <a:gd name="T12" fmla="*/ 0 w 9"/>
                                    <a:gd name="T13" fmla="*/ 6 h 9"/>
                                    <a:gd name="T14" fmla="*/ 2 w 9"/>
                                    <a:gd name="T15" fmla="*/ 7 h 9"/>
                                    <a:gd name="T16" fmla="*/ 3 w 9"/>
                                    <a:gd name="T17" fmla="*/ 9 h 9"/>
                                    <a:gd name="T18" fmla="*/ 3 w 9"/>
                                    <a:gd name="T19" fmla="*/ 9 h 9"/>
                                    <a:gd name="T20" fmla="*/ 5 w 9"/>
                                    <a:gd name="T21" fmla="*/ 9 h 9"/>
                                    <a:gd name="T22" fmla="*/ 6 w 9"/>
                                    <a:gd name="T23" fmla="*/ 9 h 9"/>
                                    <a:gd name="T24" fmla="*/ 8 w 9"/>
                                    <a:gd name="T25" fmla="*/ 9 h 9"/>
                                    <a:gd name="T26" fmla="*/ 9 w 9"/>
                                    <a:gd name="T27" fmla="*/ 7 h 9"/>
                                    <a:gd name="T28" fmla="*/ 9 w 9"/>
                                    <a:gd name="T29" fmla="*/ 6 h 9"/>
                                    <a:gd name="T30" fmla="*/ 9 w 9"/>
                                    <a:gd name="T31" fmla="*/ 4 h 9"/>
                                    <a:gd name="T32" fmla="*/ 9 w 9"/>
                                    <a:gd name="T33" fmla="*/ 3 h 9"/>
                                    <a:gd name="T34" fmla="*/ 8 w 9"/>
                                    <a:gd name="T35" fmla="*/ 2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8" y="2"/>
                                      </a:moveTo>
                                      <a:lnTo>
                                        <a:pt x="6" y="0"/>
                                      </a:lnTo>
                                      <a:lnTo>
                                        <a:pt x="5" y="0"/>
                                      </a:lnTo>
                                      <a:lnTo>
                                        <a:pt x="3" y="2"/>
                                      </a:lnTo>
                                      <a:lnTo>
                                        <a:pt x="2" y="3"/>
                                      </a:lnTo>
                                      <a:lnTo>
                                        <a:pt x="0" y="4"/>
                                      </a:lnTo>
                                      <a:lnTo>
                                        <a:pt x="0" y="6"/>
                                      </a:lnTo>
                                      <a:lnTo>
                                        <a:pt x="2" y="7"/>
                                      </a:lnTo>
                                      <a:lnTo>
                                        <a:pt x="3" y="9"/>
                                      </a:lnTo>
                                      <a:lnTo>
                                        <a:pt x="5" y="9"/>
                                      </a:lnTo>
                                      <a:lnTo>
                                        <a:pt x="6" y="9"/>
                                      </a:lnTo>
                                      <a:lnTo>
                                        <a:pt x="8" y="9"/>
                                      </a:lnTo>
                                      <a:lnTo>
                                        <a:pt x="9" y="7"/>
                                      </a:lnTo>
                                      <a:lnTo>
                                        <a:pt x="9" y="6"/>
                                      </a:lnTo>
                                      <a:lnTo>
                                        <a:pt x="9" y="4"/>
                                      </a:lnTo>
                                      <a:lnTo>
                                        <a:pt x="9" y="3"/>
                                      </a:lnTo>
                                      <a:lnTo>
                                        <a:pt x="8"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81" name="Freeform 185"/>
                                <p:cNvSpPr>
                                  <a:spLocks/>
                                </p:cNvSpPr>
                                <p:nvPr/>
                              </p:nvSpPr>
                              <p:spPr bwMode="auto">
                                <a:xfrm>
                                  <a:off x="3888" y="1814"/>
                                  <a:ext cx="9" cy="8"/>
                                </a:xfrm>
                                <a:custGeom>
                                  <a:avLst/>
                                  <a:gdLst>
                                    <a:gd name="T0" fmla="*/ 8 w 9"/>
                                    <a:gd name="T1" fmla="*/ 0 h 8"/>
                                    <a:gd name="T2" fmla="*/ 6 w 9"/>
                                    <a:gd name="T3" fmla="*/ 0 h 8"/>
                                    <a:gd name="T4" fmla="*/ 5 w 9"/>
                                    <a:gd name="T5" fmla="*/ 0 h 8"/>
                                    <a:gd name="T6" fmla="*/ 3 w 9"/>
                                    <a:gd name="T7" fmla="*/ 0 h 8"/>
                                    <a:gd name="T8" fmla="*/ 2 w 9"/>
                                    <a:gd name="T9" fmla="*/ 1 h 8"/>
                                    <a:gd name="T10" fmla="*/ 0 w 9"/>
                                    <a:gd name="T11" fmla="*/ 3 h 8"/>
                                    <a:gd name="T12" fmla="*/ 0 w 9"/>
                                    <a:gd name="T13" fmla="*/ 4 h 8"/>
                                    <a:gd name="T14" fmla="*/ 2 w 9"/>
                                    <a:gd name="T15" fmla="*/ 6 h 8"/>
                                    <a:gd name="T16" fmla="*/ 3 w 9"/>
                                    <a:gd name="T17" fmla="*/ 7 h 8"/>
                                    <a:gd name="T18" fmla="*/ 3 w 9"/>
                                    <a:gd name="T19" fmla="*/ 7 h 8"/>
                                    <a:gd name="T20" fmla="*/ 5 w 9"/>
                                    <a:gd name="T21" fmla="*/ 8 h 8"/>
                                    <a:gd name="T22" fmla="*/ 6 w 9"/>
                                    <a:gd name="T23" fmla="*/ 8 h 8"/>
                                    <a:gd name="T24" fmla="*/ 8 w 9"/>
                                    <a:gd name="T25" fmla="*/ 7 h 8"/>
                                    <a:gd name="T26" fmla="*/ 9 w 9"/>
                                    <a:gd name="T27" fmla="*/ 6 h 8"/>
                                    <a:gd name="T28" fmla="*/ 9 w 9"/>
                                    <a:gd name="T29" fmla="*/ 4 h 8"/>
                                    <a:gd name="T30" fmla="*/ 9 w 9"/>
                                    <a:gd name="T31" fmla="*/ 3 h 8"/>
                                    <a:gd name="T32" fmla="*/ 9 w 9"/>
                                    <a:gd name="T33" fmla="*/ 1 h 8"/>
                                    <a:gd name="T34" fmla="*/ 8 w 9"/>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8" y="0"/>
                                      </a:moveTo>
                                      <a:lnTo>
                                        <a:pt x="6" y="0"/>
                                      </a:lnTo>
                                      <a:lnTo>
                                        <a:pt x="5" y="0"/>
                                      </a:lnTo>
                                      <a:lnTo>
                                        <a:pt x="3" y="0"/>
                                      </a:lnTo>
                                      <a:lnTo>
                                        <a:pt x="2" y="1"/>
                                      </a:lnTo>
                                      <a:lnTo>
                                        <a:pt x="0" y="3"/>
                                      </a:lnTo>
                                      <a:lnTo>
                                        <a:pt x="0" y="4"/>
                                      </a:lnTo>
                                      <a:lnTo>
                                        <a:pt x="2" y="6"/>
                                      </a:lnTo>
                                      <a:lnTo>
                                        <a:pt x="3" y="7"/>
                                      </a:lnTo>
                                      <a:lnTo>
                                        <a:pt x="5" y="8"/>
                                      </a:lnTo>
                                      <a:lnTo>
                                        <a:pt x="6" y="8"/>
                                      </a:lnTo>
                                      <a:lnTo>
                                        <a:pt x="8" y="7"/>
                                      </a:lnTo>
                                      <a:lnTo>
                                        <a:pt x="9" y="6"/>
                                      </a:lnTo>
                                      <a:lnTo>
                                        <a:pt x="9" y="4"/>
                                      </a:lnTo>
                                      <a:lnTo>
                                        <a:pt x="9" y="3"/>
                                      </a:lnTo>
                                      <a:lnTo>
                                        <a:pt x="9" y="1"/>
                                      </a:lnTo>
                                      <a:lnTo>
                                        <a:pt x="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82" name="Freeform 186"/>
                                <p:cNvSpPr>
                                  <a:spLocks/>
                                </p:cNvSpPr>
                                <p:nvPr/>
                              </p:nvSpPr>
                              <p:spPr bwMode="auto">
                                <a:xfrm>
                                  <a:off x="3903" y="1824"/>
                                  <a:ext cx="9" cy="9"/>
                                </a:xfrm>
                                <a:custGeom>
                                  <a:avLst/>
                                  <a:gdLst>
                                    <a:gd name="T0" fmla="*/ 6 w 9"/>
                                    <a:gd name="T1" fmla="*/ 1 h 9"/>
                                    <a:gd name="T2" fmla="*/ 4 w 9"/>
                                    <a:gd name="T3" fmla="*/ 0 h 9"/>
                                    <a:gd name="T4" fmla="*/ 3 w 9"/>
                                    <a:gd name="T5" fmla="*/ 0 h 9"/>
                                    <a:gd name="T6" fmla="*/ 1 w 9"/>
                                    <a:gd name="T7" fmla="*/ 1 h 9"/>
                                    <a:gd name="T8" fmla="*/ 0 w 9"/>
                                    <a:gd name="T9" fmla="*/ 3 h 9"/>
                                    <a:gd name="T10" fmla="*/ 0 w 9"/>
                                    <a:gd name="T11" fmla="*/ 4 h 9"/>
                                    <a:gd name="T12" fmla="*/ 0 w 9"/>
                                    <a:gd name="T13" fmla="*/ 6 h 9"/>
                                    <a:gd name="T14" fmla="*/ 0 w 9"/>
                                    <a:gd name="T15" fmla="*/ 7 h 9"/>
                                    <a:gd name="T16" fmla="*/ 1 w 9"/>
                                    <a:gd name="T17" fmla="*/ 9 h 9"/>
                                    <a:gd name="T18" fmla="*/ 1 w 9"/>
                                    <a:gd name="T19" fmla="*/ 9 h 9"/>
                                    <a:gd name="T20" fmla="*/ 3 w 9"/>
                                    <a:gd name="T21" fmla="*/ 9 h 9"/>
                                    <a:gd name="T22" fmla="*/ 4 w 9"/>
                                    <a:gd name="T23" fmla="*/ 9 h 9"/>
                                    <a:gd name="T24" fmla="*/ 6 w 9"/>
                                    <a:gd name="T25" fmla="*/ 9 h 9"/>
                                    <a:gd name="T26" fmla="*/ 7 w 9"/>
                                    <a:gd name="T27" fmla="*/ 7 h 9"/>
                                    <a:gd name="T28" fmla="*/ 9 w 9"/>
                                    <a:gd name="T29" fmla="*/ 6 h 9"/>
                                    <a:gd name="T30" fmla="*/ 9 w 9"/>
                                    <a:gd name="T31" fmla="*/ 4 h 9"/>
                                    <a:gd name="T32" fmla="*/ 7 w 9"/>
                                    <a:gd name="T33" fmla="*/ 3 h 9"/>
                                    <a:gd name="T34" fmla="*/ 6 w 9"/>
                                    <a:gd name="T35" fmla="*/ 1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6" y="1"/>
                                      </a:moveTo>
                                      <a:lnTo>
                                        <a:pt x="4" y="0"/>
                                      </a:lnTo>
                                      <a:lnTo>
                                        <a:pt x="3" y="0"/>
                                      </a:lnTo>
                                      <a:lnTo>
                                        <a:pt x="1" y="1"/>
                                      </a:lnTo>
                                      <a:lnTo>
                                        <a:pt x="0" y="3"/>
                                      </a:lnTo>
                                      <a:lnTo>
                                        <a:pt x="0" y="4"/>
                                      </a:lnTo>
                                      <a:lnTo>
                                        <a:pt x="0" y="6"/>
                                      </a:lnTo>
                                      <a:lnTo>
                                        <a:pt x="0" y="7"/>
                                      </a:lnTo>
                                      <a:lnTo>
                                        <a:pt x="1" y="9"/>
                                      </a:lnTo>
                                      <a:lnTo>
                                        <a:pt x="3" y="9"/>
                                      </a:lnTo>
                                      <a:lnTo>
                                        <a:pt x="4" y="9"/>
                                      </a:lnTo>
                                      <a:lnTo>
                                        <a:pt x="6" y="9"/>
                                      </a:lnTo>
                                      <a:lnTo>
                                        <a:pt x="7" y="7"/>
                                      </a:lnTo>
                                      <a:lnTo>
                                        <a:pt x="9" y="6"/>
                                      </a:lnTo>
                                      <a:lnTo>
                                        <a:pt x="9" y="4"/>
                                      </a:lnTo>
                                      <a:lnTo>
                                        <a:pt x="7" y="3"/>
                                      </a:lnTo>
                                      <a:lnTo>
                                        <a:pt x="6"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83" name="Freeform 187"/>
                                <p:cNvSpPr>
                                  <a:spLocks/>
                                </p:cNvSpPr>
                                <p:nvPr/>
                              </p:nvSpPr>
                              <p:spPr bwMode="auto">
                                <a:xfrm>
                                  <a:off x="3916" y="1836"/>
                                  <a:ext cx="9" cy="8"/>
                                </a:xfrm>
                                <a:custGeom>
                                  <a:avLst/>
                                  <a:gdLst>
                                    <a:gd name="T0" fmla="*/ 7 w 9"/>
                                    <a:gd name="T1" fmla="*/ 0 h 8"/>
                                    <a:gd name="T2" fmla="*/ 6 w 9"/>
                                    <a:gd name="T3" fmla="*/ 0 h 8"/>
                                    <a:gd name="T4" fmla="*/ 4 w 9"/>
                                    <a:gd name="T5" fmla="*/ 0 h 8"/>
                                    <a:gd name="T6" fmla="*/ 3 w 9"/>
                                    <a:gd name="T7" fmla="*/ 0 h 8"/>
                                    <a:gd name="T8" fmla="*/ 1 w 9"/>
                                    <a:gd name="T9" fmla="*/ 1 h 8"/>
                                    <a:gd name="T10" fmla="*/ 0 w 9"/>
                                    <a:gd name="T11" fmla="*/ 2 h 8"/>
                                    <a:gd name="T12" fmla="*/ 0 w 9"/>
                                    <a:gd name="T13" fmla="*/ 4 h 8"/>
                                    <a:gd name="T14" fmla="*/ 1 w 9"/>
                                    <a:gd name="T15" fmla="*/ 5 h 8"/>
                                    <a:gd name="T16" fmla="*/ 3 w 9"/>
                                    <a:gd name="T17" fmla="*/ 7 h 8"/>
                                    <a:gd name="T18" fmla="*/ 3 w 9"/>
                                    <a:gd name="T19" fmla="*/ 7 h 8"/>
                                    <a:gd name="T20" fmla="*/ 4 w 9"/>
                                    <a:gd name="T21" fmla="*/ 8 h 8"/>
                                    <a:gd name="T22" fmla="*/ 6 w 9"/>
                                    <a:gd name="T23" fmla="*/ 8 h 8"/>
                                    <a:gd name="T24" fmla="*/ 7 w 9"/>
                                    <a:gd name="T25" fmla="*/ 7 h 8"/>
                                    <a:gd name="T26" fmla="*/ 9 w 9"/>
                                    <a:gd name="T27" fmla="*/ 5 h 8"/>
                                    <a:gd name="T28" fmla="*/ 9 w 9"/>
                                    <a:gd name="T29" fmla="*/ 4 h 8"/>
                                    <a:gd name="T30" fmla="*/ 9 w 9"/>
                                    <a:gd name="T31" fmla="*/ 2 h 8"/>
                                    <a:gd name="T32" fmla="*/ 9 w 9"/>
                                    <a:gd name="T33" fmla="*/ 1 h 8"/>
                                    <a:gd name="T34" fmla="*/ 7 w 9"/>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7" y="0"/>
                                      </a:moveTo>
                                      <a:lnTo>
                                        <a:pt x="6" y="0"/>
                                      </a:lnTo>
                                      <a:lnTo>
                                        <a:pt x="4" y="0"/>
                                      </a:lnTo>
                                      <a:lnTo>
                                        <a:pt x="3" y="0"/>
                                      </a:lnTo>
                                      <a:lnTo>
                                        <a:pt x="1" y="1"/>
                                      </a:lnTo>
                                      <a:lnTo>
                                        <a:pt x="0" y="2"/>
                                      </a:lnTo>
                                      <a:lnTo>
                                        <a:pt x="0" y="4"/>
                                      </a:lnTo>
                                      <a:lnTo>
                                        <a:pt x="1" y="5"/>
                                      </a:lnTo>
                                      <a:lnTo>
                                        <a:pt x="3" y="7"/>
                                      </a:lnTo>
                                      <a:lnTo>
                                        <a:pt x="4" y="8"/>
                                      </a:lnTo>
                                      <a:lnTo>
                                        <a:pt x="6" y="8"/>
                                      </a:lnTo>
                                      <a:lnTo>
                                        <a:pt x="7" y="7"/>
                                      </a:lnTo>
                                      <a:lnTo>
                                        <a:pt x="9" y="5"/>
                                      </a:lnTo>
                                      <a:lnTo>
                                        <a:pt x="9" y="4"/>
                                      </a:lnTo>
                                      <a:lnTo>
                                        <a:pt x="9" y="2"/>
                                      </a:lnTo>
                                      <a:lnTo>
                                        <a:pt x="9" y="1"/>
                                      </a:lnTo>
                                      <a:lnTo>
                                        <a:pt x="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84" name="Freeform 188"/>
                                <p:cNvSpPr>
                                  <a:spLocks/>
                                </p:cNvSpPr>
                                <p:nvPr/>
                              </p:nvSpPr>
                              <p:spPr bwMode="auto">
                                <a:xfrm>
                                  <a:off x="3929" y="1846"/>
                                  <a:ext cx="9" cy="8"/>
                                </a:xfrm>
                                <a:custGeom>
                                  <a:avLst/>
                                  <a:gdLst>
                                    <a:gd name="T0" fmla="*/ 7 w 9"/>
                                    <a:gd name="T1" fmla="*/ 1 h 8"/>
                                    <a:gd name="T2" fmla="*/ 6 w 9"/>
                                    <a:gd name="T3" fmla="*/ 0 h 8"/>
                                    <a:gd name="T4" fmla="*/ 4 w 9"/>
                                    <a:gd name="T5" fmla="*/ 0 h 8"/>
                                    <a:gd name="T6" fmla="*/ 3 w 9"/>
                                    <a:gd name="T7" fmla="*/ 1 h 8"/>
                                    <a:gd name="T8" fmla="*/ 1 w 9"/>
                                    <a:gd name="T9" fmla="*/ 3 h 8"/>
                                    <a:gd name="T10" fmla="*/ 0 w 9"/>
                                    <a:gd name="T11" fmla="*/ 4 h 8"/>
                                    <a:gd name="T12" fmla="*/ 0 w 9"/>
                                    <a:gd name="T13" fmla="*/ 5 h 8"/>
                                    <a:gd name="T14" fmla="*/ 1 w 9"/>
                                    <a:gd name="T15" fmla="*/ 7 h 8"/>
                                    <a:gd name="T16" fmla="*/ 3 w 9"/>
                                    <a:gd name="T17" fmla="*/ 8 h 8"/>
                                    <a:gd name="T18" fmla="*/ 3 w 9"/>
                                    <a:gd name="T19" fmla="*/ 8 h 8"/>
                                    <a:gd name="T20" fmla="*/ 4 w 9"/>
                                    <a:gd name="T21" fmla="*/ 8 h 8"/>
                                    <a:gd name="T22" fmla="*/ 6 w 9"/>
                                    <a:gd name="T23" fmla="*/ 8 h 8"/>
                                    <a:gd name="T24" fmla="*/ 7 w 9"/>
                                    <a:gd name="T25" fmla="*/ 8 h 8"/>
                                    <a:gd name="T26" fmla="*/ 9 w 9"/>
                                    <a:gd name="T27" fmla="*/ 7 h 8"/>
                                    <a:gd name="T28" fmla="*/ 9 w 9"/>
                                    <a:gd name="T29" fmla="*/ 5 h 8"/>
                                    <a:gd name="T30" fmla="*/ 9 w 9"/>
                                    <a:gd name="T31" fmla="*/ 4 h 8"/>
                                    <a:gd name="T32" fmla="*/ 9 w 9"/>
                                    <a:gd name="T33" fmla="*/ 3 h 8"/>
                                    <a:gd name="T34" fmla="*/ 7 w 9"/>
                                    <a:gd name="T35" fmla="*/ 1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7" y="1"/>
                                      </a:moveTo>
                                      <a:lnTo>
                                        <a:pt x="6" y="0"/>
                                      </a:lnTo>
                                      <a:lnTo>
                                        <a:pt x="4" y="0"/>
                                      </a:lnTo>
                                      <a:lnTo>
                                        <a:pt x="3" y="1"/>
                                      </a:lnTo>
                                      <a:lnTo>
                                        <a:pt x="1" y="3"/>
                                      </a:lnTo>
                                      <a:lnTo>
                                        <a:pt x="0" y="4"/>
                                      </a:lnTo>
                                      <a:lnTo>
                                        <a:pt x="0" y="5"/>
                                      </a:lnTo>
                                      <a:lnTo>
                                        <a:pt x="1" y="7"/>
                                      </a:lnTo>
                                      <a:lnTo>
                                        <a:pt x="3" y="8"/>
                                      </a:lnTo>
                                      <a:lnTo>
                                        <a:pt x="4" y="8"/>
                                      </a:lnTo>
                                      <a:lnTo>
                                        <a:pt x="6" y="8"/>
                                      </a:lnTo>
                                      <a:lnTo>
                                        <a:pt x="7" y="8"/>
                                      </a:lnTo>
                                      <a:lnTo>
                                        <a:pt x="9" y="7"/>
                                      </a:lnTo>
                                      <a:lnTo>
                                        <a:pt x="9" y="5"/>
                                      </a:lnTo>
                                      <a:lnTo>
                                        <a:pt x="9" y="4"/>
                                      </a:lnTo>
                                      <a:lnTo>
                                        <a:pt x="9" y="3"/>
                                      </a:lnTo>
                                      <a:lnTo>
                                        <a:pt x="7"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85" name="Freeform 189"/>
                                <p:cNvSpPr>
                                  <a:spLocks/>
                                </p:cNvSpPr>
                                <p:nvPr/>
                              </p:nvSpPr>
                              <p:spPr bwMode="auto">
                                <a:xfrm>
                                  <a:off x="3944" y="1857"/>
                                  <a:ext cx="8" cy="9"/>
                                </a:xfrm>
                                <a:custGeom>
                                  <a:avLst/>
                                  <a:gdLst>
                                    <a:gd name="T0" fmla="*/ 5 w 8"/>
                                    <a:gd name="T1" fmla="*/ 0 h 9"/>
                                    <a:gd name="T2" fmla="*/ 4 w 8"/>
                                    <a:gd name="T3" fmla="*/ 0 h 9"/>
                                    <a:gd name="T4" fmla="*/ 2 w 8"/>
                                    <a:gd name="T5" fmla="*/ 0 h 9"/>
                                    <a:gd name="T6" fmla="*/ 1 w 8"/>
                                    <a:gd name="T7" fmla="*/ 0 h 9"/>
                                    <a:gd name="T8" fmla="*/ 0 w 8"/>
                                    <a:gd name="T9" fmla="*/ 2 h 9"/>
                                    <a:gd name="T10" fmla="*/ 0 w 8"/>
                                    <a:gd name="T11" fmla="*/ 3 h 9"/>
                                    <a:gd name="T12" fmla="*/ 0 w 8"/>
                                    <a:gd name="T13" fmla="*/ 5 h 9"/>
                                    <a:gd name="T14" fmla="*/ 0 w 8"/>
                                    <a:gd name="T15" fmla="*/ 6 h 9"/>
                                    <a:gd name="T16" fmla="*/ 1 w 8"/>
                                    <a:gd name="T17" fmla="*/ 8 h 9"/>
                                    <a:gd name="T18" fmla="*/ 1 w 8"/>
                                    <a:gd name="T19" fmla="*/ 8 h 9"/>
                                    <a:gd name="T20" fmla="*/ 2 w 8"/>
                                    <a:gd name="T21" fmla="*/ 9 h 9"/>
                                    <a:gd name="T22" fmla="*/ 4 w 8"/>
                                    <a:gd name="T23" fmla="*/ 9 h 9"/>
                                    <a:gd name="T24" fmla="*/ 5 w 8"/>
                                    <a:gd name="T25" fmla="*/ 8 h 9"/>
                                    <a:gd name="T26" fmla="*/ 7 w 8"/>
                                    <a:gd name="T27" fmla="*/ 6 h 9"/>
                                    <a:gd name="T28" fmla="*/ 8 w 8"/>
                                    <a:gd name="T29" fmla="*/ 5 h 9"/>
                                    <a:gd name="T30" fmla="*/ 8 w 8"/>
                                    <a:gd name="T31" fmla="*/ 3 h 9"/>
                                    <a:gd name="T32" fmla="*/ 7 w 8"/>
                                    <a:gd name="T33" fmla="*/ 2 h 9"/>
                                    <a:gd name="T34" fmla="*/ 5 w 8"/>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5" y="0"/>
                                      </a:moveTo>
                                      <a:lnTo>
                                        <a:pt x="4" y="0"/>
                                      </a:lnTo>
                                      <a:lnTo>
                                        <a:pt x="2" y="0"/>
                                      </a:lnTo>
                                      <a:lnTo>
                                        <a:pt x="1" y="0"/>
                                      </a:lnTo>
                                      <a:lnTo>
                                        <a:pt x="0" y="2"/>
                                      </a:lnTo>
                                      <a:lnTo>
                                        <a:pt x="0" y="3"/>
                                      </a:lnTo>
                                      <a:lnTo>
                                        <a:pt x="0" y="5"/>
                                      </a:lnTo>
                                      <a:lnTo>
                                        <a:pt x="0" y="6"/>
                                      </a:lnTo>
                                      <a:lnTo>
                                        <a:pt x="1" y="8"/>
                                      </a:lnTo>
                                      <a:lnTo>
                                        <a:pt x="2" y="9"/>
                                      </a:lnTo>
                                      <a:lnTo>
                                        <a:pt x="4" y="9"/>
                                      </a:lnTo>
                                      <a:lnTo>
                                        <a:pt x="5" y="8"/>
                                      </a:lnTo>
                                      <a:lnTo>
                                        <a:pt x="7" y="6"/>
                                      </a:lnTo>
                                      <a:lnTo>
                                        <a:pt x="8" y="5"/>
                                      </a:lnTo>
                                      <a:lnTo>
                                        <a:pt x="8" y="3"/>
                                      </a:lnTo>
                                      <a:lnTo>
                                        <a:pt x="7" y="2"/>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grpSp>
                          <p:grpSp>
                            <p:nvGrpSpPr>
                              <p:cNvPr id="73" name="Group 72"/>
                              <p:cNvGrpSpPr/>
                              <p:nvPr/>
                            </p:nvGrpSpPr>
                            <p:grpSpPr>
                              <a:xfrm>
                                <a:off x="2165350" y="2533650"/>
                                <a:ext cx="5284788" cy="1771650"/>
                                <a:chOff x="2165350" y="2533650"/>
                                <a:chExt cx="5284788" cy="1771650"/>
                              </a:xfrm>
                            </p:grpSpPr>
                            <p:grpSp>
                              <p:nvGrpSpPr>
                                <p:cNvPr id="74" name="Group 117"/>
                                <p:cNvGrpSpPr>
                                  <a:grpSpLocks/>
                                </p:cNvGrpSpPr>
                                <p:nvPr/>
                              </p:nvGrpSpPr>
                              <p:grpSpPr bwMode="auto">
                                <a:xfrm>
                                  <a:off x="5692775" y="3730625"/>
                                  <a:ext cx="541338" cy="187325"/>
                                  <a:chOff x="3598" y="2302"/>
                                  <a:chExt cx="341" cy="118"/>
                                </a:xfrm>
                              </p:grpSpPr>
                              <p:sp>
                                <p:nvSpPr>
                                  <p:cNvPr id="138" name="Freeform 118"/>
                                  <p:cNvSpPr>
                                    <a:spLocks/>
                                  </p:cNvSpPr>
                                  <p:nvPr/>
                                </p:nvSpPr>
                                <p:spPr bwMode="auto">
                                  <a:xfrm>
                                    <a:off x="3598" y="2302"/>
                                    <a:ext cx="9" cy="9"/>
                                  </a:xfrm>
                                  <a:custGeom>
                                    <a:avLst/>
                                    <a:gdLst>
                                      <a:gd name="T0" fmla="*/ 7 w 9"/>
                                      <a:gd name="T1" fmla="*/ 1 h 9"/>
                                      <a:gd name="T2" fmla="*/ 4 w 9"/>
                                      <a:gd name="T3" fmla="*/ 0 h 9"/>
                                      <a:gd name="T4" fmla="*/ 4 w 9"/>
                                      <a:gd name="T5" fmla="*/ 0 h 9"/>
                                      <a:gd name="T6" fmla="*/ 3 w 9"/>
                                      <a:gd name="T7" fmla="*/ 1 h 9"/>
                                      <a:gd name="T8" fmla="*/ 1 w 9"/>
                                      <a:gd name="T9" fmla="*/ 3 h 9"/>
                                      <a:gd name="T10" fmla="*/ 0 w 9"/>
                                      <a:gd name="T11" fmla="*/ 4 h 9"/>
                                      <a:gd name="T12" fmla="*/ 0 w 9"/>
                                      <a:gd name="T13" fmla="*/ 4 h 9"/>
                                      <a:gd name="T14" fmla="*/ 1 w 9"/>
                                      <a:gd name="T15" fmla="*/ 6 h 9"/>
                                      <a:gd name="T16" fmla="*/ 3 w 9"/>
                                      <a:gd name="T17" fmla="*/ 9 h 9"/>
                                      <a:gd name="T18" fmla="*/ 3 w 9"/>
                                      <a:gd name="T19" fmla="*/ 9 h 9"/>
                                      <a:gd name="T20" fmla="*/ 4 w 9"/>
                                      <a:gd name="T21" fmla="*/ 9 h 9"/>
                                      <a:gd name="T22" fmla="*/ 4 w 9"/>
                                      <a:gd name="T23" fmla="*/ 9 h 9"/>
                                      <a:gd name="T24" fmla="*/ 6 w 9"/>
                                      <a:gd name="T25" fmla="*/ 7 h 9"/>
                                      <a:gd name="T26" fmla="*/ 7 w 9"/>
                                      <a:gd name="T27" fmla="*/ 6 h 9"/>
                                      <a:gd name="T28" fmla="*/ 9 w 9"/>
                                      <a:gd name="T29" fmla="*/ 4 h 9"/>
                                      <a:gd name="T30" fmla="*/ 9 w 9"/>
                                      <a:gd name="T31" fmla="*/ 4 h 9"/>
                                      <a:gd name="T32" fmla="*/ 7 w 9"/>
                                      <a:gd name="T33" fmla="*/ 3 h 9"/>
                                      <a:gd name="T34" fmla="*/ 7 w 9"/>
                                      <a:gd name="T35" fmla="*/ 1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7" y="1"/>
                                        </a:moveTo>
                                        <a:lnTo>
                                          <a:pt x="4" y="0"/>
                                        </a:lnTo>
                                        <a:lnTo>
                                          <a:pt x="3" y="1"/>
                                        </a:lnTo>
                                        <a:lnTo>
                                          <a:pt x="1" y="3"/>
                                        </a:lnTo>
                                        <a:lnTo>
                                          <a:pt x="0" y="4"/>
                                        </a:lnTo>
                                        <a:lnTo>
                                          <a:pt x="1" y="6"/>
                                        </a:lnTo>
                                        <a:lnTo>
                                          <a:pt x="3" y="9"/>
                                        </a:lnTo>
                                        <a:lnTo>
                                          <a:pt x="4" y="9"/>
                                        </a:lnTo>
                                        <a:lnTo>
                                          <a:pt x="6" y="7"/>
                                        </a:lnTo>
                                        <a:lnTo>
                                          <a:pt x="7" y="6"/>
                                        </a:lnTo>
                                        <a:lnTo>
                                          <a:pt x="9" y="4"/>
                                        </a:lnTo>
                                        <a:lnTo>
                                          <a:pt x="7" y="3"/>
                                        </a:lnTo>
                                        <a:lnTo>
                                          <a:pt x="7"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39" name="Freeform 119"/>
                                  <p:cNvSpPr>
                                    <a:spLocks/>
                                  </p:cNvSpPr>
                                  <p:nvPr/>
                                </p:nvSpPr>
                                <p:spPr bwMode="auto">
                                  <a:xfrm>
                                    <a:off x="3611" y="2312"/>
                                    <a:ext cx="9" cy="9"/>
                                  </a:xfrm>
                                  <a:custGeom>
                                    <a:avLst/>
                                    <a:gdLst>
                                      <a:gd name="T0" fmla="*/ 7 w 9"/>
                                      <a:gd name="T1" fmla="*/ 2 h 9"/>
                                      <a:gd name="T2" fmla="*/ 6 w 9"/>
                                      <a:gd name="T3" fmla="*/ 0 h 9"/>
                                      <a:gd name="T4" fmla="*/ 4 w 9"/>
                                      <a:gd name="T5" fmla="*/ 0 h 9"/>
                                      <a:gd name="T6" fmla="*/ 3 w 9"/>
                                      <a:gd name="T7" fmla="*/ 2 h 9"/>
                                      <a:gd name="T8" fmla="*/ 1 w 9"/>
                                      <a:gd name="T9" fmla="*/ 3 h 9"/>
                                      <a:gd name="T10" fmla="*/ 0 w 9"/>
                                      <a:gd name="T11" fmla="*/ 4 h 9"/>
                                      <a:gd name="T12" fmla="*/ 0 w 9"/>
                                      <a:gd name="T13" fmla="*/ 6 h 9"/>
                                      <a:gd name="T14" fmla="*/ 1 w 9"/>
                                      <a:gd name="T15" fmla="*/ 7 h 9"/>
                                      <a:gd name="T16" fmla="*/ 3 w 9"/>
                                      <a:gd name="T17" fmla="*/ 9 h 9"/>
                                      <a:gd name="T18" fmla="*/ 3 w 9"/>
                                      <a:gd name="T19" fmla="*/ 9 h 9"/>
                                      <a:gd name="T20" fmla="*/ 4 w 9"/>
                                      <a:gd name="T21" fmla="*/ 9 h 9"/>
                                      <a:gd name="T22" fmla="*/ 6 w 9"/>
                                      <a:gd name="T23" fmla="*/ 9 h 9"/>
                                      <a:gd name="T24" fmla="*/ 7 w 9"/>
                                      <a:gd name="T25" fmla="*/ 9 h 9"/>
                                      <a:gd name="T26" fmla="*/ 9 w 9"/>
                                      <a:gd name="T27" fmla="*/ 7 h 9"/>
                                      <a:gd name="T28" fmla="*/ 9 w 9"/>
                                      <a:gd name="T29" fmla="*/ 6 h 9"/>
                                      <a:gd name="T30" fmla="*/ 9 w 9"/>
                                      <a:gd name="T31" fmla="*/ 4 h 9"/>
                                      <a:gd name="T32" fmla="*/ 9 w 9"/>
                                      <a:gd name="T33" fmla="*/ 3 h 9"/>
                                      <a:gd name="T34" fmla="*/ 7 w 9"/>
                                      <a:gd name="T35" fmla="*/ 2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7" y="2"/>
                                        </a:moveTo>
                                        <a:lnTo>
                                          <a:pt x="6" y="0"/>
                                        </a:lnTo>
                                        <a:lnTo>
                                          <a:pt x="4" y="0"/>
                                        </a:lnTo>
                                        <a:lnTo>
                                          <a:pt x="3" y="2"/>
                                        </a:lnTo>
                                        <a:lnTo>
                                          <a:pt x="1" y="3"/>
                                        </a:lnTo>
                                        <a:lnTo>
                                          <a:pt x="0" y="4"/>
                                        </a:lnTo>
                                        <a:lnTo>
                                          <a:pt x="0" y="6"/>
                                        </a:lnTo>
                                        <a:lnTo>
                                          <a:pt x="1" y="7"/>
                                        </a:lnTo>
                                        <a:lnTo>
                                          <a:pt x="3" y="9"/>
                                        </a:lnTo>
                                        <a:lnTo>
                                          <a:pt x="4" y="9"/>
                                        </a:lnTo>
                                        <a:lnTo>
                                          <a:pt x="6" y="9"/>
                                        </a:lnTo>
                                        <a:lnTo>
                                          <a:pt x="7" y="9"/>
                                        </a:lnTo>
                                        <a:lnTo>
                                          <a:pt x="9" y="7"/>
                                        </a:lnTo>
                                        <a:lnTo>
                                          <a:pt x="9" y="6"/>
                                        </a:lnTo>
                                        <a:lnTo>
                                          <a:pt x="9" y="4"/>
                                        </a:lnTo>
                                        <a:lnTo>
                                          <a:pt x="9" y="3"/>
                                        </a:lnTo>
                                        <a:lnTo>
                                          <a:pt x="7"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40" name="Freeform 120"/>
                                  <p:cNvSpPr>
                                    <a:spLocks/>
                                  </p:cNvSpPr>
                                  <p:nvPr/>
                                </p:nvSpPr>
                                <p:spPr bwMode="auto">
                                  <a:xfrm>
                                    <a:off x="3624" y="2324"/>
                                    <a:ext cx="9" cy="8"/>
                                  </a:xfrm>
                                  <a:custGeom>
                                    <a:avLst/>
                                    <a:gdLst>
                                      <a:gd name="T0" fmla="*/ 7 w 9"/>
                                      <a:gd name="T1" fmla="*/ 1 h 8"/>
                                      <a:gd name="T2" fmla="*/ 6 w 9"/>
                                      <a:gd name="T3" fmla="*/ 0 h 8"/>
                                      <a:gd name="T4" fmla="*/ 4 w 9"/>
                                      <a:gd name="T5" fmla="*/ 0 h 8"/>
                                      <a:gd name="T6" fmla="*/ 3 w 9"/>
                                      <a:gd name="T7" fmla="*/ 1 h 8"/>
                                      <a:gd name="T8" fmla="*/ 2 w 9"/>
                                      <a:gd name="T9" fmla="*/ 3 h 8"/>
                                      <a:gd name="T10" fmla="*/ 0 w 9"/>
                                      <a:gd name="T11" fmla="*/ 4 h 8"/>
                                      <a:gd name="T12" fmla="*/ 0 w 9"/>
                                      <a:gd name="T13" fmla="*/ 6 h 8"/>
                                      <a:gd name="T14" fmla="*/ 2 w 9"/>
                                      <a:gd name="T15" fmla="*/ 7 h 8"/>
                                      <a:gd name="T16" fmla="*/ 3 w 9"/>
                                      <a:gd name="T17" fmla="*/ 8 h 8"/>
                                      <a:gd name="T18" fmla="*/ 3 w 9"/>
                                      <a:gd name="T19" fmla="*/ 8 h 8"/>
                                      <a:gd name="T20" fmla="*/ 4 w 9"/>
                                      <a:gd name="T21" fmla="*/ 8 h 8"/>
                                      <a:gd name="T22" fmla="*/ 6 w 9"/>
                                      <a:gd name="T23" fmla="*/ 8 h 8"/>
                                      <a:gd name="T24" fmla="*/ 7 w 9"/>
                                      <a:gd name="T25" fmla="*/ 8 h 8"/>
                                      <a:gd name="T26" fmla="*/ 9 w 9"/>
                                      <a:gd name="T27" fmla="*/ 7 h 8"/>
                                      <a:gd name="T28" fmla="*/ 9 w 9"/>
                                      <a:gd name="T29" fmla="*/ 6 h 8"/>
                                      <a:gd name="T30" fmla="*/ 9 w 9"/>
                                      <a:gd name="T31" fmla="*/ 4 h 8"/>
                                      <a:gd name="T32" fmla="*/ 9 w 9"/>
                                      <a:gd name="T33" fmla="*/ 3 h 8"/>
                                      <a:gd name="T34" fmla="*/ 7 w 9"/>
                                      <a:gd name="T35" fmla="*/ 1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7" y="1"/>
                                        </a:moveTo>
                                        <a:lnTo>
                                          <a:pt x="6" y="0"/>
                                        </a:lnTo>
                                        <a:lnTo>
                                          <a:pt x="4" y="0"/>
                                        </a:lnTo>
                                        <a:lnTo>
                                          <a:pt x="3" y="1"/>
                                        </a:lnTo>
                                        <a:lnTo>
                                          <a:pt x="2" y="3"/>
                                        </a:lnTo>
                                        <a:lnTo>
                                          <a:pt x="0" y="4"/>
                                        </a:lnTo>
                                        <a:lnTo>
                                          <a:pt x="0" y="6"/>
                                        </a:lnTo>
                                        <a:lnTo>
                                          <a:pt x="2" y="7"/>
                                        </a:lnTo>
                                        <a:lnTo>
                                          <a:pt x="3" y="8"/>
                                        </a:lnTo>
                                        <a:lnTo>
                                          <a:pt x="4" y="8"/>
                                        </a:lnTo>
                                        <a:lnTo>
                                          <a:pt x="6" y="8"/>
                                        </a:lnTo>
                                        <a:lnTo>
                                          <a:pt x="7" y="8"/>
                                        </a:lnTo>
                                        <a:lnTo>
                                          <a:pt x="9" y="7"/>
                                        </a:lnTo>
                                        <a:lnTo>
                                          <a:pt x="9" y="6"/>
                                        </a:lnTo>
                                        <a:lnTo>
                                          <a:pt x="9" y="4"/>
                                        </a:lnTo>
                                        <a:lnTo>
                                          <a:pt x="9" y="3"/>
                                        </a:lnTo>
                                        <a:lnTo>
                                          <a:pt x="7"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41" name="Freeform 121"/>
                                  <p:cNvSpPr>
                                    <a:spLocks/>
                                  </p:cNvSpPr>
                                  <p:nvPr/>
                                </p:nvSpPr>
                                <p:spPr bwMode="auto">
                                  <a:xfrm>
                                    <a:off x="3637" y="2335"/>
                                    <a:ext cx="9" cy="9"/>
                                  </a:xfrm>
                                  <a:custGeom>
                                    <a:avLst/>
                                    <a:gdLst>
                                      <a:gd name="T0" fmla="*/ 7 w 9"/>
                                      <a:gd name="T1" fmla="*/ 2 h 9"/>
                                      <a:gd name="T2" fmla="*/ 6 w 9"/>
                                      <a:gd name="T3" fmla="*/ 0 h 9"/>
                                      <a:gd name="T4" fmla="*/ 4 w 9"/>
                                      <a:gd name="T5" fmla="*/ 0 h 9"/>
                                      <a:gd name="T6" fmla="*/ 3 w 9"/>
                                      <a:gd name="T7" fmla="*/ 2 h 9"/>
                                      <a:gd name="T8" fmla="*/ 2 w 9"/>
                                      <a:gd name="T9" fmla="*/ 3 h 9"/>
                                      <a:gd name="T10" fmla="*/ 0 w 9"/>
                                      <a:gd name="T11" fmla="*/ 5 h 9"/>
                                      <a:gd name="T12" fmla="*/ 0 w 9"/>
                                      <a:gd name="T13" fmla="*/ 6 h 9"/>
                                      <a:gd name="T14" fmla="*/ 2 w 9"/>
                                      <a:gd name="T15" fmla="*/ 8 h 9"/>
                                      <a:gd name="T16" fmla="*/ 3 w 9"/>
                                      <a:gd name="T17" fmla="*/ 9 h 9"/>
                                      <a:gd name="T18" fmla="*/ 3 w 9"/>
                                      <a:gd name="T19" fmla="*/ 9 h 9"/>
                                      <a:gd name="T20" fmla="*/ 4 w 9"/>
                                      <a:gd name="T21" fmla="*/ 9 h 9"/>
                                      <a:gd name="T22" fmla="*/ 6 w 9"/>
                                      <a:gd name="T23" fmla="*/ 9 h 9"/>
                                      <a:gd name="T24" fmla="*/ 7 w 9"/>
                                      <a:gd name="T25" fmla="*/ 9 h 9"/>
                                      <a:gd name="T26" fmla="*/ 9 w 9"/>
                                      <a:gd name="T27" fmla="*/ 8 h 9"/>
                                      <a:gd name="T28" fmla="*/ 9 w 9"/>
                                      <a:gd name="T29" fmla="*/ 6 h 9"/>
                                      <a:gd name="T30" fmla="*/ 9 w 9"/>
                                      <a:gd name="T31" fmla="*/ 5 h 9"/>
                                      <a:gd name="T32" fmla="*/ 9 w 9"/>
                                      <a:gd name="T33" fmla="*/ 3 h 9"/>
                                      <a:gd name="T34" fmla="*/ 7 w 9"/>
                                      <a:gd name="T35" fmla="*/ 2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7" y="2"/>
                                        </a:moveTo>
                                        <a:lnTo>
                                          <a:pt x="6" y="0"/>
                                        </a:lnTo>
                                        <a:lnTo>
                                          <a:pt x="4" y="0"/>
                                        </a:lnTo>
                                        <a:lnTo>
                                          <a:pt x="3" y="2"/>
                                        </a:lnTo>
                                        <a:lnTo>
                                          <a:pt x="2" y="3"/>
                                        </a:lnTo>
                                        <a:lnTo>
                                          <a:pt x="0" y="5"/>
                                        </a:lnTo>
                                        <a:lnTo>
                                          <a:pt x="0" y="6"/>
                                        </a:lnTo>
                                        <a:lnTo>
                                          <a:pt x="2" y="8"/>
                                        </a:lnTo>
                                        <a:lnTo>
                                          <a:pt x="3" y="9"/>
                                        </a:lnTo>
                                        <a:lnTo>
                                          <a:pt x="4" y="9"/>
                                        </a:lnTo>
                                        <a:lnTo>
                                          <a:pt x="6" y="9"/>
                                        </a:lnTo>
                                        <a:lnTo>
                                          <a:pt x="7" y="9"/>
                                        </a:lnTo>
                                        <a:lnTo>
                                          <a:pt x="9" y="8"/>
                                        </a:lnTo>
                                        <a:lnTo>
                                          <a:pt x="9" y="6"/>
                                        </a:lnTo>
                                        <a:lnTo>
                                          <a:pt x="9" y="5"/>
                                        </a:lnTo>
                                        <a:lnTo>
                                          <a:pt x="9" y="3"/>
                                        </a:lnTo>
                                        <a:lnTo>
                                          <a:pt x="7"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42" name="Freeform 122"/>
                                  <p:cNvSpPr>
                                    <a:spLocks/>
                                  </p:cNvSpPr>
                                  <p:nvPr/>
                                </p:nvSpPr>
                                <p:spPr bwMode="auto">
                                  <a:xfrm>
                                    <a:off x="3650" y="2347"/>
                                    <a:ext cx="9" cy="9"/>
                                  </a:xfrm>
                                  <a:custGeom>
                                    <a:avLst/>
                                    <a:gdLst>
                                      <a:gd name="T0" fmla="*/ 7 w 9"/>
                                      <a:gd name="T1" fmla="*/ 1 h 9"/>
                                      <a:gd name="T2" fmla="*/ 6 w 9"/>
                                      <a:gd name="T3" fmla="*/ 0 h 9"/>
                                      <a:gd name="T4" fmla="*/ 5 w 9"/>
                                      <a:gd name="T5" fmla="*/ 0 h 9"/>
                                      <a:gd name="T6" fmla="*/ 3 w 9"/>
                                      <a:gd name="T7" fmla="*/ 1 h 9"/>
                                      <a:gd name="T8" fmla="*/ 2 w 9"/>
                                      <a:gd name="T9" fmla="*/ 3 h 9"/>
                                      <a:gd name="T10" fmla="*/ 0 w 9"/>
                                      <a:gd name="T11" fmla="*/ 4 h 9"/>
                                      <a:gd name="T12" fmla="*/ 0 w 9"/>
                                      <a:gd name="T13" fmla="*/ 6 h 9"/>
                                      <a:gd name="T14" fmla="*/ 2 w 9"/>
                                      <a:gd name="T15" fmla="*/ 7 h 9"/>
                                      <a:gd name="T16" fmla="*/ 3 w 9"/>
                                      <a:gd name="T17" fmla="*/ 9 h 9"/>
                                      <a:gd name="T18" fmla="*/ 3 w 9"/>
                                      <a:gd name="T19" fmla="*/ 9 h 9"/>
                                      <a:gd name="T20" fmla="*/ 5 w 9"/>
                                      <a:gd name="T21" fmla="*/ 9 h 9"/>
                                      <a:gd name="T22" fmla="*/ 6 w 9"/>
                                      <a:gd name="T23" fmla="*/ 9 h 9"/>
                                      <a:gd name="T24" fmla="*/ 7 w 9"/>
                                      <a:gd name="T25" fmla="*/ 9 h 9"/>
                                      <a:gd name="T26" fmla="*/ 9 w 9"/>
                                      <a:gd name="T27" fmla="*/ 7 h 9"/>
                                      <a:gd name="T28" fmla="*/ 9 w 9"/>
                                      <a:gd name="T29" fmla="*/ 6 h 9"/>
                                      <a:gd name="T30" fmla="*/ 9 w 9"/>
                                      <a:gd name="T31" fmla="*/ 4 h 9"/>
                                      <a:gd name="T32" fmla="*/ 9 w 9"/>
                                      <a:gd name="T33" fmla="*/ 3 h 9"/>
                                      <a:gd name="T34" fmla="*/ 7 w 9"/>
                                      <a:gd name="T35" fmla="*/ 1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7" y="1"/>
                                        </a:moveTo>
                                        <a:lnTo>
                                          <a:pt x="6" y="0"/>
                                        </a:lnTo>
                                        <a:lnTo>
                                          <a:pt x="5" y="0"/>
                                        </a:lnTo>
                                        <a:lnTo>
                                          <a:pt x="3" y="1"/>
                                        </a:lnTo>
                                        <a:lnTo>
                                          <a:pt x="2" y="3"/>
                                        </a:lnTo>
                                        <a:lnTo>
                                          <a:pt x="0" y="4"/>
                                        </a:lnTo>
                                        <a:lnTo>
                                          <a:pt x="0" y="6"/>
                                        </a:lnTo>
                                        <a:lnTo>
                                          <a:pt x="2" y="7"/>
                                        </a:lnTo>
                                        <a:lnTo>
                                          <a:pt x="3" y="9"/>
                                        </a:lnTo>
                                        <a:lnTo>
                                          <a:pt x="5" y="9"/>
                                        </a:lnTo>
                                        <a:lnTo>
                                          <a:pt x="6" y="9"/>
                                        </a:lnTo>
                                        <a:lnTo>
                                          <a:pt x="7" y="9"/>
                                        </a:lnTo>
                                        <a:lnTo>
                                          <a:pt x="9" y="7"/>
                                        </a:lnTo>
                                        <a:lnTo>
                                          <a:pt x="9" y="6"/>
                                        </a:lnTo>
                                        <a:lnTo>
                                          <a:pt x="9" y="4"/>
                                        </a:lnTo>
                                        <a:lnTo>
                                          <a:pt x="9" y="3"/>
                                        </a:lnTo>
                                        <a:lnTo>
                                          <a:pt x="7"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43" name="Freeform 123"/>
                                  <p:cNvSpPr>
                                    <a:spLocks/>
                                  </p:cNvSpPr>
                                  <p:nvPr/>
                                </p:nvSpPr>
                                <p:spPr bwMode="auto">
                                  <a:xfrm>
                                    <a:off x="3665" y="2359"/>
                                    <a:ext cx="8" cy="8"/>
                                  </a:xfrm>
                                  <a:custGeom>
                                    <a:avLst/>
                                    <a:gdLst>
                                      <a:gd name="T0" fmla="*/ 6 w 8"/>
                                      <a:gd name="T1" fmla="*/ 1 h 8"/>
                                      <a:gd name="T2" fmla="*/ 4 w 8"/>
                                      <a:gd name="T3" fmla="*/ 0 h 8"/>
                                      <a:gd name="T4" fmla="*/ 3 w 8"/>
                                      <a:gd name="T5" fmla="*/ 0 h 8"/>
                                      <a:gd name="T6" fmla="*/ 1 w 8"/>
                                      <a:gd name="T7" fmla="*/ 1 h 8"/>
                                      <a:gd name="T8" fmla="*/ 0 w 8"/>
                                      <a:gd name="T9" fmla="*/ 2 h 8"/>
                                      <a:gd name="T10" fmla="*/ 0 w 8"/>
                                      <a:gd name="T11" fmla="*/ 4 h 8"/>
                                      <a:gd name="T12" fmla="*/ 0 w 8"/>
                                      <a:gd name="T13" fmla="*/ 5 h 8"/>
                                      <a:gd name="T14" fmla="*/ 0 w 8"/>
                                      <a:gd name="T15" fmla="*/ 7 h 8"/>
                                      <a:gd name="T16" fmla="*/ 1 w 8"/>
                                      <a:gd name="T17" fmla="*/ 8 h 8"/>
                                      <a:gd name="T18" fmla="*/ 1 w 8"/>
                                      <a:gd name="T19" fmla="*/ 8 h 8"/>
                                      <a:gd name="T20" fmla="*/ 3 w 8"/>
                                      <a:gd name="T21" fmla="*/ 8 h 8"/>
                                      <a:gd name="T22" fmla="*/ 4 w 8"/>
                                      <a:gd name="T23" fmla="*/ 8 h 8"/>
                                      <a:gd name="T24" fmla="*/ 6 w 8"/>
                                      <a:gd name="T25" fmla="*/ 8 h 8"/>
                                      <a:gd name="T26" fmla="*/ 7 w 8"/>
                                      <a:gd name="T27" fmla="*/ 7 h 8"/>
                                      <a:gd name="T28" fmla="*/ 8 w 8"/>
                                      <a:gd name="T29" fmla="*/ 5 h 8"/>
                                      <a:gd name="T30" fmla="*/ 8 w 8"/>
                                      <a:gd name="T31" fmla="*/ 4 h 8"/>
                                      <a:gd name="T32" fmla="*/ 7 w 8"/>
                                      <a:gd name="T33" fmla="*/ 2 h 8"/>
                                      <a:gd name="T34" fmla="*/ 6 w 8"/>
                                      <a:gd name="T35" fmla="*/ 1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8"/>
                                      <a:gd name="T56" fmla="*/ 8 w 8"/>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8">
                                        <a:moveTo>
                                          <a:pt x="6" y="1"/>
                                        </a:moveTo>
                                        <a:lnTo>
                                          <a:pt x="4" y="0"/>
                                        </a:lnTo>
                                        <a:lnTo>
                                          <a:pt x="3" y="0"/>
                                        </a:lnTo>
                                        <a:lnTo>
                                          <a:pt x="1" y="1"/>
                                        </a:lnTo>
                                        <a:lnTo>
                                          <a:pt x="0" y="2"/>
                                        </a:lnTo>
                                        <a:lnTo>
                                          <a:pt x="0" y="4"/>
                                        </a:lnTo>
                                        <a:lnTo>
                                          <a:pt x="0" y="5"/>
                                        </a:lnTo>
                                        <a:lnTo>
                                          <a:pt x="0" y="7"/>
                                        </a:lnTo>
                                        <a:lnTo>
                                          <a:pt x="1" y="8"/>
                                        </a:lnTo>
                                        <a:lnTo>
                                          <a:pt x="3" y="8"/>
                                        </a:lnTo>
                                        <a:lnTo>
                                          <a:pt x="4" y="8"/>
                                        </a:lnTo>
                                        <a:lnTo>
                                          <a:pt x="6" y="8"/>
                                        </a:lnTo>
                                        <a:lnTo>
                                          <a:pt x="7" y="7"/>
                                        </a:lnTo>
                                        <a:lnTo>
                                          <a:pt x="8" y="5"/>
                                        </a:lnTo>
                                        <a:lnTo>
                                          <a:pt x="8" y="4"/>
                                        </a:lnTo>
                                        <a:lnTo>
                                          <a:pt x="7" y="2"/>
                                        </a:lnTo>
                                        <a:lnTo>
                                          <a:pt x="6"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44" name="Freeform 124"/>
                                  <p:cNvSpPr>
                                    <a:spLocks/>
                                  </p:cNvSpPr>
                                  <p:nvPr/>
                                </p:nvSpPr>
                                <p:spPr bwMode="auto">
                                  <a:xfrm>
                                    <a:off x="3678" y="2369"/>
                                    <a:ext cx="9" cy="8"/>
                                  </a:xfrm>
                                  <a:custGeom>
                                    <a:avLst/>
                                    <a:gdLst>
                                      <a:gd name="T0" fmla="*/ 6 w 9"/>
                                      <a:gd name="T1" fmla="*/ 1 h 8"/>
                                      <a:gd name="T2" fmla="*/ 4 w 9"/>
                                      <a:gd name="T3" fmla="*/ 0 h 8"/>
                                      <a:gd name="T4" fmla="*/ 3 w 9"/>
                                      <a:gd name="T5" fmla="*/ 0 h 8"/>
                                      <a:gd name="T6" fmla="*/ 1 w 9"/>
                                      <a:gd name="T7" fmla="*/ 1 h 8"/>
                                      <a:gd name="T8" fmla="*/ 0 w 9"/>
                                      <a:gd name="T9" fmla="*/ 3 h 8"/>
                                      <a:gd name="T10" fmla="*/ 0 w 9"/>
                                      <a:gd name="T11" fmla="*/ 4 h 8"/>
                                      <a:gd name="T12" fmla="*/ 0 w 9"/>
                                      <a:gd name="T13" fmla="*/ 6 h 8"/>
                                      <a:gd name="T14" fmla="*/ 0 w 9"/>
                                      <a:gd name="T15" fmla="*/ 7 h 8"/>
                                      <a:gd name="T16" fmla="*/ 1 w 9"/>
                                      <a:gd name="T17" fmla="*/ 8 h 8"/>
                                      <a:gd name="T18" fmla="*/ 1 w 9"/>
                                      <a:gd name="T19" fmla="*/ 8 h 8"/>
                                      <a:gd name="T20" fmla="*/ 3 w 9"/>
                                      <a:gd name="T21" fmla="*/ 8 h 8"/>
                                      <a:gd name="T22" fmla="*/ 4 w 9"/>
                                      <a:gd name="T23" fmla="*/ 8 h 8"/>
                                      <a:gd name="T24" fmla="*/ 6 w 9"/>
                                      <a:gd name="T25" fmla="*/ 8 h 8"/>
                                      <a:gd name="T26" fmla="*/ 7 w 9"/>
                                      <a:gd name="T27" fmla="*/ 7 h 8"/>
                                      <a:gd name="T28" fmla="*/ 9 w 9"/>
                                      <a:gd name="T29" fmla="*/ 6 h 8"/>
                                      <a:gd name="T30" fmla="*/ 9 w 9"/>
                                      <a:gd name="T31" fmla="*/ 4 h 8"/>
                                      <a:gd name="T32" fmla="*/ 7 w 9"/>
                                      <a:gd name="T33" fmla="*/ 3 h 8"/>
                                      <a:gd name="T34" fmla="*/ 6 w 9"/>
                                      <a:gd name="T35" fmla="*/ 1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6" y="1"/>
                                        </a:moveTo>
                                        <a:lnTo>
                                          <a:pt x="4" y="0"/>
                                        </a:lnTo>
                                        <a:lnTo>
                                          <a:pt x="3" y="0"/>
                                        </a:lnTo>
                                        <a:lnTo>
                                          <a:pt x="1" y="1"/>
                                        </a:lnTo>
                                        <a:lnTo>
                                          <a:pt x="0" y="3"/>
                                        </a:lnTo>
                                        <a:lnTo>
                                          <a:pt x="0" y="4"/>
                                        </a:lnTo>
                                        <a:lnTo>
                                          <a:pt x="0" y="6"/>
                                        </a:lnTo>
                                        <a:lnTo>
                                          <a:pt x="0" y="7"/>
                                        </a:lnTo>
                                        <a:lnTo>
                                          <a:pt x="1" y="8"/>
                                        </a:lnTo>
                                        <a:lnTo>
                                          <a:pt x="3" y="8"/>
                                        </a:lnTo>
                                        <a:lnTo>
                                          <a:pt x="4" y="8"/>
                                        </a:lnTo>
                                        <a:lnTo>
                                          <a:pt x="6" y="8"/>
                                        </a:lnTo>
                                        <a:lnTo>
                                          <a:pt x="7" y="7"/>
                                        </a:lnTo>
                                        <a:lnTo>
                                          <a:pt x="9" y="6"/>
                                        </a:lnTo>
                                        <a:lnTo>
                                          <a:pt x="9" y="4"/>
                                        </a:lnTo>
                                        <a:lnTo>
                                          <a:pt x="7" y="3"/>
                                        </a:lnTo>
                                        <a:lnTo>
                                          <a:pt x="6"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45" name="Freeform 125"/>
                                  <p:cNvSpPr>
                                    <a:spLocks/>
                                  </p:cNvSpPr>
                                  <p:nvPr/>
                                </p:nvSpPr>
                                <p:spPr bwMode="auto">
                                  <a:xfrm>
                                    <a:off x="3692" y="2380"/>
                                    <a:ext cx="9" cy="9"/>
                                  </a:xfrm>
                                  <a:custGeom>
                                    <a:avLst/>
                                    <a:gdLst>
                                      <a:gd name="T0" fmla="*/ 6 w 9"/>
                                      <a:gd name="T1" fmla="*/ 0 h 9"/>
                                      <a:gd name="T2" fmla="*/ 5 w 9"/>
                                      <a:gd name="T3" fmla="*/ 0 h 9"/>
                                      <a:gd name="T4" fmla="*/ 3 w 9"/>
                                      <a:gd name="T5" fmla="*/ 0 h 9"/>
                                      <a:gd name="T6" fmla="*/ 2 w 9"/>
                                      <a:gd name="T7" fmla="*/ 0 h 9"/>
                                      <a:gd name="T8" fmla="*/ 0 w 9"/>
                                      <a:gd name="T9" fmla="*/ 2 h 9"/>
                                      <a:gd name="T10" fmla="*/ 0 w 9"/>
                                      <a:gd name="T11" fmla="*/ 3 h 9"/>
                                      <a:gd name="T12" fmla="*/ 0 w 9"/>
                                      <a:gd name="T13" fmla="*/ 5 h 9"/>
                                      <a:gd name="T14" fmla="*/ 0 w 9"/>
                                      <a:gd name="T15" fmla="*/ 6 h 9"/>
                                      <a:gd name="T16" fmla="*/ 2 w 9"/>
                                      <a:gd name="T17" fmla="*/ 8 h 9"/>
                                      <a:gd name="T18" fmla="*/ 2 w 9"/>
                                      <a:gd name="T19" fmla="*/ 8 h 9"/>
                                      <a:gd name="T20" fmla="*/ 3 w 9"/>
                                      <a:gd name="T21" fmla="*/ 9 h 9"/>
                                      <a:gd name="T22" fmla="*/ 5 w 9"/>
                                      <a:gd name="T23" fmla="*/ 9 h 9"/>
                                      <a:gd name="T24" fmla="*/ 6 w 9"/>
                                      <a:gd name="T25" fmla="*/ 8 h 9"/>
                                      <a:gd name="T26" fmla="*/ 8 w 9"/>
                                      <a:gd name="T27" fmla="*/ 6 h 9"/>
                                      <a:gd name="T28" fmla="*/ 9 w 9"/>
                                      <a:gd name="T29" fmla="*/ 5 h 9"/>
                                      <a:gd name="T30" fmla="*/ 9 w 9"/>
                                      <a:gd name="T31" fmla="*/ 3 h 9"/>
                                      <a:gd name="T32" fmla="*/ 8 w 9"/>
                                      <a:gd name="T33" fmla="*/ 2 h 9"/>
                                      <a:gd name="T34" fmla="*/ 6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6" y="0"/>
                                        </a:moveTo>
                                        <a:lnTo>
                                          <a:pt x="5" y="0"/>
                                        </a:lnTo>
                                        <a:lnTo>
                                          <a:pt x="3" y="0"/>
                                        </a:lnTo>
                                        <a:lnTo>
                                          <a:pt x="2" y="0"/>
                                        </a:lnTo>
                                        <a:lnTo>
                                          <a:pt x="0" y="2"/>
                                        </a:lnTo>
                                        <a:lnTo>
                                          <a:pt x="0" y="3"/>
                                        </a:lnTo>
                                        <a:lnTo>
                                          <a:pt x="0" y="5"/>
                                        </a:lnTo>
                                        <a:lnTo>
                                          <a:pt x="0" y="6"/>
                                        </a:lnTo>
                                        <a:lnTo>
                                          <a:pt x="2" y="8"/>
                                        </a:lnTo>
                                        <a:lnTo>
                                          <a:pt x="3" y="9"/>
                                        </a:lnTo>
                                        <a:lnTo>
                                          <a:pt x="5" y="9"/>
                                        </a:lnTo>
                                        <a:lnTo>
                                          <a:pt x="6" y="8"/>
                                        </a:lnTo>
                                        <a:lnTo>
                                          <a:pt x="8" y="6"/>
                                        </a:lnTo>
                                        <a:lnTo>
                                          <a:pt x="9" y="5"/>
                                        </a:lnTo>
                                        <a:lnTo>
                                          <a:pt x="9" y="3"/>
                                        </a:lnTo>
                                        <a:lnTo>
                                          <a:pt x="8" y="2"/>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46" name="Freeform 126"/>
                                  <p:cNvSpPr>
                                    <a:spLocks/>
                                  </p:cNvSpPr>
                                  <p:nvPr/>
                                </p:nvSpPr>
                                <p:spPr bwMode="auto">
                                  <a:xfrm>
                                    <a:off x="3707" y="2389"/>
                                    <a:ext cx="9" cy="9"/>
                                  </a:xfrm>
                                  <a:custGeom>
                                    <a:avLst/>
                                    <a:gdLst>
                                      <a:gd name="T0" fmla="*/ 6 w 9"/>
                                      <a:gd name="T1" fmla="*/ 2 h 9"/>
                                      <a:gd name="T2" fmla="*/ 4 w 9"/>
                                      <a:gd name="T3" fmla="*/ 0 h 9"/>
                                      <a:gd name="T4" fmla="*/ 3 w 9"/>
                                      <a:gd name="T5" fmla="*/ 0 h 9"/>
                                      <a:gd name="T6" fmla="*/ 1 w 9"/>
                                      <a:gd name="T7" fmla="*/ 2 h 9"/>
                                      <a:gd name="T8" fmla="*/ 0 w 9"/>
                                      <a:gd name="T9" fmla="*/ 3 h 9"/>
                                      <a:gd name="T10" fmla="*/ 0 w 9"/>
                                      <a:gd name="T11" fmla="*/ 4 h 9"/>
                                      <a:gd name="T12" fmla="*/ 0 w 9"/>
                                      <a:gd name="T13" fmla="*/ 6 h 9"/>
                                      <a:gd name="T14" fmla="*/ 0 w 9"/>
                                      <a:gd name="T15" fmla="*/ 7 h 9"/>
                                      <a:gd name="T16" fmla="*/ 1 w 9"/>
                                      <a:gd name="T17" fmla="*/ 9 h 9"/>
                                      <a:gd name="T18" fmla="*/ 1 w 9"/>
                                      <a:gd name="T19" fmla="*/ 9 h 9"/>
                                      <a:gd name="T20" fmla="*/ 3 w 9"/>
                                      <a:gd name="T21" fmla="*/ 9 h 9"/>
                                      <a:gd name="T22" fmla="*/ 4 w 9"/>
                                      <a:gd name="T23" fmla="*/ 9 h 9"/>
                                      <a:gd name="T24" fmla="*/ 6 w 9"/>
                                      <a:gd name="T25" fmla="*/ 9 h 9"/>
                                      <a:gd name="T26" fmla="*/ 7 w 9"/>
                                      <a:gd name="T27" fmla="*/ 7 h 9"/>
                                      <a:gd name="T28" fmla="*/ 9 w 9"/>
                                      <a:gd name="T29" fmla="*/ 6 h 9"/>
                                      <a:gd name="T30" fmla="*/ 9 w 9"/>
                                      <a:gd name="T31" fmla="*/ 4 h 9"/>
                                      <a:gd name="T32" fmla="*/ 7 w 9"/>
                                      <a:gd name="T33" fmla="*/ 3 h 9"/>
                                      <a:gd name="T34" fmla="*/ 6 w 9"/>
                                      <a:gd name="T35" fmla="*/ 2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6" y="2"/>
                                        </a:moveTo>
                                        <a:lnTo>
                                          <a:pt x="4" y="0"/>
                                        </a:lnTo>
                                        <a:lnTo>
                                          <a:pt x="3" y="0"/>
                                        </a:lnTo>
                                        <a:lnTo>
                                          <a:pt x="1" y="2"/>
                                        </a:lnTo>
                                        <a:lnTo>
                                          <a:pt x="0" y="3"/>
                                        </a:lnTo>
                                        <a:lnTo>
                                          <a:pt x="0" y="4"/>
                                        </a:lnTo>
                                        <a:lnTo>
                                          <a:pt x="0" y="6"/>
                                        </a:lnTo>
                                        <a:lnTo>
                                          <a:pt x="0" y="7"/>
                                        </a:lnTo>
                                        <a:lnTo>
                                          <a:pt x="1" y="9"/>
                                        </a:lnTo>
                                        <a:lnTo>
                                          <a:pt x="3" y="9"/>
                                        </a:lnTo>
                                        <a:lnTo>
                                          <a:pt x="4" y="9"/>
                                        </a:lnTo>
                                        <a:lnTo>
                                          <a:pt x="6" y="9"/>
                                        </a:lnTo>
                                        <a:lnTo>
                                          <a:pt x="7" y="7"/>
                                        </a:lnTo>
                                        <a:lnTo>
                                          <a:pt x="9" y="6"/>
                                        </a:lnTo>
                                        <a:lnTo>
                                          <a:pt x="9" y="4"/>
                                        </a:lnTo>
                                        <a:lnTo>
                                          <a:pt x="7" y="3"/>
                                        </a:lnTo>
                                        <a:lnTo>
                                          <a:pt x="6"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47" name="Freeform 127"/>
                                  <p:cNvSpPr>
                                    <a:spLocks/>
                                  </p:cNvSpPr>
                                  <p:nvPr/>
                                </p:nvSpPr>
                                <p:spPr bwMode="auto">
                                  <a:xfrm>
                                    <a:off x="3721" y="2398"/>
                                    <a:ext cx="9" cy="9"/>
                                  </a:xfrm>
                                  <a:custGeom>
                                    <a:avLst/>
                                    <a:gdLst>
                                      <a:gd name="T0" fmla="*/ 5 w 9"/>
                                      <a:gd name="T1" fmla="*/ 0 h 9"/>
                                      <a:gd name="T2" fmla="*/ 3 w 9"/>
                                      <a:gd name="T3" fmla="*/ 0 h 9"/>
                                      <a:gd name="T4" fmla="*/ 2 w 9"/>
                                      <a:gd name="T5" fmla="*/ 1 h 9"/>
                                      <a:gd name="T6" fmla="*/ 0 w 9"/>
                                      <a:gd name="T7" fmla="*/ 3 h 9"/>
                                      <a:gd name="T8" fmla="*/ 0 w 9"/>
                                      <a:gd name="T9" fmla="*/ 4 h 9"/>
                                      <a:gd name="T10" fmla="*/ 0 w 9"/>
                                      <a:gd name="T11" fmla="*/ 6 h 9"/>
                                      <a:gd name="T12" fmla="*/ 0 w 9"/>
                                      <a:gd name="T13" fmla="*/ 7 h 9"/>
                                      <a:gd name="T14" fmla="*/ 2 w 9"/>
                                      <a:gd name="T15" fmla="*/ 9 h 9"/>
                                      <a:gd name="T16" fmla="*/ 3 w 9"/>
                                      <a:gd name="T17" fmla="*/ 9 h 9"/>
                                      <a:gd name="T18" fmla="*/ 3 w 9"/>
                                      <a:gd name="T19" fmla="*/ 9 h 9"/>
                                      <a:gd name="T20" fmla="*/ 5 w 9"/>
                                      <a:gd name="T21" fmla="*/ 9 h 9"/>
                                      <a:gd name="T22" fmla="*/ 6 w 9"/>
                                      <a:gd name="T23" fmla="*/ 9 h 9"/>
                                      <a:gd name="T24" fmla="*/ 8 w 9"/>
                                      <a:gd name="T25" fmla="*/ 7 h 9"/>
                                      <a:gd name="T26" fmla="*/ 9 w 9"/>
                                      <a:gd name="T27" fmla="*/ 6 h 9"/>
                                      <a:gd name="T28" fmla="*/ 9 w 9"/>
                                      <a:gd name="T29" fmla="*/ 4 h 9"/>
                                      <a:gd name="T30" fmla="*/ 8 w 9"/>
                                      <a:gd name="T31" fmla="*/ 3 h 9"/>
                                      <a:gd name="T32" fmla="*/ 6 w 9"/>
                                      <a:gd name="T33" fmla="*/ 1 h 9"/>
                                      <a:gd name="T34" fmla="*/ 5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5" y="0"/>
                                        </a:moveTo>
                                        <a:lnTo>
                                          <a:pt x="3" y="0"/>
                                        </a:lnTo>
                                        <a:lnTo>
                                          <a:pt x="2" y="1"/>
                                        </a:lnTo>
                                        <a:lnTo>
                                          <a:pt x="0" y="3"/>
                                        </a:lnTo>
                                        <a:lnTo>
                                          <a:pt x="0" y="4"/>
                                        </a:lnTo>
                                        <a:lnTo>
                                          <a:pt x="0" y="6"/>
                                        </a:lnTo>
                                        <a:lnTo>
                                          <a:pt x="0" y="7"/>
                                        </a:lnTo>
                                        <a:lnTo>
                                          <a:pt x="2" y="9"/>
                                        </a:lnTo>
                                        <a:lnTo>
                                          <a:pt x="3" y="9"/>
                                        </a:lnTo>
                                        <a:lnTo>
                                          <a:pt x="5" y="9"/>
                                        </a:lnTo>
                                        <a:lnTo>
                                          <a:pt x="6" y="9"/>
                                        </a:lnTo>
                                        <a:lnTo>
                                          <a:pt x="8" y="7"/>
                                        </a:lnTo>
                                        <a:lnTo>
                                          <a:pt x="9" y="6"/>
                                        </a:lnTo>
                                        <a:lnTo>
                                          <a:pt x="9" y="4"/>
                                        </a:lnTo>
                                        <a:lnTo>
                                          <a:pt x="8" y="3"/>
                                        </a:lnTo>
                                        <a:lnTo>
                                          <a:pt x="6"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48" name="Freeform 128"/>
                                  <p:cNvSpPr>
                                    <a:spLocks/>
                                  </p:cNvSpPr>
                                  <p:nvPr/>
                                </p:nvSpPr>
                                <p:spPr bwMode="auto">
                                  <a:xfrm>
                                    <a:off x="3737" y="2405"/>
                                    <a:ext cx="9" cy="9"/>
                                  </a:xfrm>
                                  <a:custGeom>
                                    <a:avLst/>
                                    <a:gdLst>
                                      <a:gd name="T0" fmla="*/ 5 w 9"/>
                                      <a:gd name="T1" fmla="*/ 0 h 9"/>
                                      <a:gd name="T2" fmla="*/ 3 w 9"/>
                                      <a:gd name="T3" fmla="*/ 0 h 9"/>
                                      <a:gd name="T4" fmla="*/ 2 w 9"/>
                                      <a:gd name="T5" fmla="*/ 2 h 9"/>
                                      <a:gd name="T6" fmla="*/ 0 w 9"/>
                                      <a:gd name="T7" fmla="*/ 3 h 9"/>
                                      <a:gd name="T8" fmla="*/ 0 w 9"/>
                                      <a:gd name="T9" fmla="*/ 4 h 9"/>
                                      <a:gd name="T10" fmla="*/ 0 w 9"/>
                                      <a:gd name="T11" fmla="*/ 6 h 9"/>
                                      <a:gd name="T12" fmla="*/ 0 w 9"/>
                                      <a:gd name="T13" fmla="*/ 7 h 9"/>
                                      <a:gd name="T14" fmla="*/ 2 w 9"/>
                                      <a:gd name="T15" fmla="*/ 9 h 9"/>
                                      <a:gd name="T16" fmla="*/ 3 w 9"/>
                                      <a:gd name="T17" fmla="*/ 9 h 9"/>
                                      <a:gd name="T18" fmla="*/ 3 w 9"/>
                                      <a:gd name="T19" fmla="*/ 9 h 9"/>
                                      <a:gd name="T20" fmla="*/ 5 w 9"/>
                                      <a:gd name="T21" fmla="*/ 9 h 9"/>
                                      <a:gd name="T22" fmla="*/ 6 w 9"/>
                                      <a:gd name="T23" fmla="*/ 9 h 9"/>
                                      <a:gd name="T24" fmla="*/ 8 w 9"/>
                                      <a:gd name="T25" fmla="*/ 7 h 9"/>
                                      <a:gd name="T26" fmla="*/ 9 w 9"/>
                                      <a:gd name="T27" fmla="*/ 6 h 9"/>
                                      <a:gd name="T28" fmla="*/ 9 w 9"/>
                                      <a:gd name="T29" fmla="*/ 4 h 9"/>
                                      <a:gd name="T30" fmla="*/ 8 w 9"/>
                                      <a:gd name="T31" fmla="*/ 3 h 9"/>
                                      <a:gd name="T32" fmla="*/ 6 w 9"/>
                                      <a:gd name="T33" fmla="*/ 2 h 9"/>
                                      <a:gd name="T34" fmla="*/ 5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5" y="0"/>
                                        </a:moveTo>
                                        <a:lnTo>
                                          <a:pt x="3" y="0"/>
                                        </a:lnTo>
                                        <a:lnTo>
                                          <a:pt x="2" y="2"/>
                                        </a:lnTo>
                                        <a:lnTo>
                                          <a:pt x="0" y="3"/>
                                        </a:lnTo>
                                        <a:lnTo>
                                          <a:pt x="0" y="4"/>
                                        </a:lnTo>
                                        <a:lnTo>
                                          <a:pt x="0" y="6"/>
                                        </a:lnTo>
                                        <a:lnTo>
                                          <a:pt x="0" y="7"/>
                                        </a:lnTo>
                                        <a:lnTo>
                                          <a:pt x="2" y="9"/>
                                        </a:lnTo>
                                        <a:lnTo>
                                          <a:pt x="3" y="9"/>
                                        </a:lnTo>
                                        <a:lnTo>
                                          <a:pt x="5" y="9"/>
                                        </a:lnTo>
                                        <a:lnTo>
                                          <a:pt x="6" y="9"/>
                                        </a:lnTo>
                                        <a:lnTo>
                                          <a:pt x="8" y="7"/>
                                        </a:lnTo>
                                        <a:lnTo>
                                          <a:pt x="9" y="6"/>
                                        </a:lnTo>
                                        <a:lnTo>
                                          <a:pt x="9" y="4"/>
                                        </a:lnTo>
                                        <a:lnTo>
                                          <a:pt x="8" y="3"/>
                                        </a:lnTo>
                                        <a:lnTo>
                                          <a:pt x="6" y="2"/>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49" name="Freeform 129"/>
                                  <p:cNvSpPr>
                                    <a:spLocks/>
                                  </p:cNvSpPr>
                                  <p:nvPr/>
                                </p:nvSpPr>
                                <p:spPr bwMode="auto">
                                  <a:xfrm>
                                    <a:off x="3753" y="2409"/>
                                    <a:ext cx="9" cy="9"/>
                                  </a:xfrm>
                                  <a:custGeom>
                                    <a:avLst/>
                                    <a:gdLst>
                                      <a:gd name="T0" fmla="*/ 6 w 9"/>
                                      <a:gd name="T1" fmla="*/ 0 h 9"/>
                                      <a:gd name="T2" fmla="*/ 5 w 9"/>
                                      <a:gd name="T3" fmla="*/ 0 h 9"/>
                                      <a:gd name="T4" fmla="*/ 3 w 9"/>
                                      <a:gd name="T5" fmla="*/ 2 h 9"/>
                                      <a:gd name="T6" fmla="*/ 2 w 9"/>
                                      <a:gd name="T7" fmla="*/ 3 h 9"/>
                                      <a:gd name="T8" fmla="*/ 0 w 9"/>
                                      <a:gd name="T9" fmla="*/ 5 h 9"/>
                                      <a:gd name="T10" fmla="*/ 0 w 9"/>
                                      <a:gd name="T11" fmla="*/ 6 h 9"/>
                                      <a:gd name="T12" fmla="*/ 2 w 9"/>
                                      <a:gd name="T13" fmla="*/ 8 h 9"/>
                                      <a:gd name="T14" fmla="*/ 3 w 9"/>
                                      <a:gd name="T15" fmla="*/ 9 h 9"/>
                                      <a:gd name="T16" fmla="*/ 5 w 9"/>
                                      <a:gd name="T17" fmla="*/ 9 h 9"/>
                                      <a:gd name="T18" fmla="*/ 5 w 9"/>
                                      <a:gd name="T19" fmla="*/ 9 h 9"/>
                                      <a:gd name="T20" fmla="*/ 6 w 9"/>
                                      <a:gd name="T21" fmla="*/ 9 h 9"/>
                                      <a:gd name="T22" fmla="*/ 8 w 9"/>
                                      <a:gd name="T23" fmla="*/ 9 h 9"/>
                                      <a:gd name="T24" fmla="*/ 9 w 9"/>
                                      <a:gd name="T25" fmla="*/ 8 h 9"/>
                                      <a:gd name="T26" fmla="*/ 9 w 9"/>
                                      <a:gd name="T27" fmla="*/ 6 h 9"/>
                                      <a:gd name="T28" fmla="*/ 9 w 9"/>
                                      <a:gd name="T29" fmla="*/ 5 h 9"/>
                                      <a:gd name="T30" fmla="*/ 9 w 9"/>
                                      <a:gd name="T31" fmla="*/ 3 h 9"/>
                                      <a:gd name="T32" fmla="*/ 8 w 9"/>
                                      <a:gd name="T33" fmla="*/ 2 h 9"/>
                                      <a:gd name="T34" fmla="*/ 6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6" y="0"/>
                                        </a:moveTo>
                                        <a:lnTo>
                                          <a:pt x="5" y="0"/>
                                        </a:lnTo>
                                        <a:lnTo>
                                          <a:pt x="3" y="2"/>
                                        </a:lnTo>
                                        <a:lnTo>
                                          <a:pt x="2" y="3"/>
                                        </a:lnTo>
                                        <a:lnTo>
                                          <a:pt x="0" y="5"/>
                                        </a:lnTo>
                                        <a:lnTo>
                                          <a:pt x="0" y="6"/>
                                        </a:lnTo>
                                        <a:lnTo>
                                          <a:pt x="2" y="8"/>
                                        </a:lnTo>
                                        <a:lnTo>
                                          <a:pt x="3" y="9"/>
                                        </a:lnTo>
                                        <a:lnTo>
                                          <a:pt x="5" y="9"/>
                                        </a:lnTo>
                                        <a:lnTo>
                                          <a:pt x="6" y="9"/>
                                        </a:lnTo>
                                        <a:lnTo>
                                          <a:pt x="8" y="9"/>
                                        </a:lnTo>
                                        <a:lnTo>
                                          <a:pt x="9" y="8"/>
                                        </a:lnTo>
                                        <a:lnTo>
                                          <a:pt x="9" y="6"/>
                                        </a:lnTo>
                                        <a:lnTo>
                                          <a:pt x="9" y="5"/>
                                        </a:lnTo>
                                        <a:lnTo>
                                          <a:pt x="9" y="3"/>
                                        </a:lnTo>
                                        <a:lnTo>
                                          <a:pt x="8" y="2"/>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50" name="Freeform 130"/>
                                  <p:cNvSpPr>
                                    <a:spLocks/>
                                  </p:cNvSpPr>
                                  <p:nvPr/>
                                </p:nvSpPr>
                                <p:spPr bwMode="auto">
                                  <a:xfrm>
                                    <a:off x="3771" y="2411"/>
                                    <a:ext cx="8" cy="9"/>
                                  </a:xfrm>
                                  <a:custGeom>
                                    <a:avLst/>
                                    <a:gdLst>
                                      <a:gd name="T0" fmla="*/ 6 w 8"/>
                                      <a:gd name="T1" fmla="*/ 0 h 9"/>
                                      <a:gd name="T2" fmla="*/ 4 w 8"/>
                                      <a:gd name="T3" fmla="*/ 0 h 9"/>
                                      <a:gd name="T4" fmla="*/ 3 w 8"/>
                                      <a:gd name="T5" fmla="*/ 0 h 9"/>
                                      <a:gd name="T6" fmla="*/ 1 w 8"/>
                                      <a:gd name="T7" fmla="*/ 1 h 9"/>
                                      <a:gd name="T8" fmla="*/ 0 w 8"/>
                                      <a:gd name="T9" fmla="*/ 3 h 9"/>
                                      <a:gd name="T10" fmla="*/ 0 w 8"/>
                                      <a:gd name="T11" fmla="*/ 4 h 9"/>
                                      <a:gd name="T12" fmla="*/ 1 w 8"/>
                                      <a:gd name="T13" fmla="*/ 6 h 9"/>
                                      <a:gd name="T14" fmla="*/ 3 w 8"/>
                                      <a:gd name="T15" fmla="*/ 7 h 9"/>
                                      <a:gd name="T16" fmla="*/ 4 w 8"/>
                                      <a:gd name="T17" fmla="*/ 9 h 9"/>
                                      <a:gd name="T18" fmla="*/ 4 w 8"/>
                                      <a:gd name="T19" fmla="*/ 9 h 9"/>
                                      <a:gd name="T20" fmla="*/ 6 w 8"/>
                                      <a:gd name="T21" fmla="*/ 9 h 9"/>
                                      <a:gd name="T22" fmla="*/ 7 w 8"/>
                                      <a:gd name="T23" fmla="*/ 7 h 9"/>
                                      <a:gd name="T24" fmla="*/ 8 w 8"/>
                                      <a:gd name="T25" fmla="*/ 6 h 9"/>
                                      <a:gd name="T26" fmla="*/ 8 w 8"/>
                                      <a:gd name="T27" fmla="*/ 4 h 9"/>
                                      <a:gd name="T28" fmla="*/ 8 w 8"/>
                                      <a:gd name="T29" fmla="*/ 3 h 9"/>
                                      <a:gd name="T30" fmla="*/ 8 w 8"/>
                                      <a:gd name="T31" fmla="*/ 1 h 9"/>
                                      <a:gd name="T32" fmla="*/ 7 w 8"/>
                                      <a:gd name="T33" fmla="*/ 0 h 9"/>
                                      <a:gd name="T34" fmla="*/ 6 w 8"/>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6" y="0"/>
                                        </a:moveTo>
                                        <a:lnTo>
                                          <a:pt x="4" y="0"/>
                                        </a:lnTo>
                                        <a:lnTo>
                                          <a:pt x="3" y="0"/>
                                        </a:lnTo>
                                        <a:lnTo>
                                          <a:pt x="1" y="1"/>
                                        </a:lnTo>
                                        <a:lnTo>
                                          <a:pt x="0" y="3"/>
                                        </a:lnTo>
                                        <a:lnTo>
                                          <a:pt x="0" y="4"/>
                                        </a:lnTo>
                                        <a:lnTo>
                                          <a:pt x="1" y="6"/>
                                        </a:lnTo>
                                        <a:lnTo>
                                          <a:pt x="3" y="7"/>
                                        </a:lnTo>
                                        <a:lnTo>
                                          <a:pt x="4" y="9"/>
                                        </a:lnTo>
                                        <a:lnTo>
                                          <a:pt x="6" y="9"/>
                                        </a:lnTo>
                                        <a:lnTo>
                                          <a:pt x="7" y="7"/>
                                        </a:lnTo>
                                        <a:lnTo>
                                          <a:pt x="8" y="6"/>
                                        </a:lnTo>
                                        <a:lnTo>
                                          <a:pt x="8" y="4"/>
                                        </a:lnTo>
                                        <a:lnTo>
                                          <a:pt x="8" y="3"/>
                                        </a:lnTo>
                                        <a:lnTo>
                                          <a:pt x="8" y="1"/>
                                        </a:lnTo>
                                        <a:lnTo>
                                          <a:pt x="7" y="0"/>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51" name="Freeform 131"/>
                                  <p:cNvSpPr>
                                    <a:spLocks/>
                                  </p:cNvSpPr>
                                  <p:nvPr/>
                                </p:nvSpPr>
                                <p:spPr bwMode="auto">
                                  <a:xfrm>
                                    <a:off x="3788" y="2407"/>
                                    <a:ext cx="9" cy="8"/>
                                  </a:xfrm>
                                  <a:custGeom>
                                    <a:avLst/>
                                    <a:gdLst>
                                      <a:gd name="T0" fmla="*/ 3 w 9"/>
                                      <a:gd name="T1" fmla="*/ 0 h 8"/>
                                      <a:gd name="T2" fmla="*/ 2 w 9"/>
                                      <a:gd name="T3" fmla="*/ 0 h 8"/>
                                      <a:gd name="T4" fmla="*/ 0 w 9"/>
                                      <a:gd name="T5" fmla="*/ 1 h 8"/>
                                      <a:gd name="T6" fmla="*/ 0 w 9"/>
                                      <a:gd name="T7" fmla="*/ 2 h 8"/>
                                      <a:gd name="T8" fmla="*/ 0 w 9"/>
                                      <a:gd name="T9" fmla="*/ 4 h 8"/>
                                      <a:gd name="T10" fmla="*/ 0 w 9"/>
                                      <a:gd name="T11" fmla="*/ 5 h 8"/>
                                      <a:gd name="T12" fmla="*/ 2 w 9"/>
                                      <a:gd name="T13" fmla="*/ 7 h 8"/>
                                      <a:gd name="T14" fmla="*/ 3 w 9"/>
                                      <a:gd name="T15" fmla="*/ 8 h 8"/>
                                      <a:gd name="T16" fmla="*/ 5 w 9"/>
                                      <a:gd name="T17" fmla="*/ 8 h 8"/>
                                      <a:gd name="T18" fmla="*/ 5 w 9"/>
                                      <a:gd name="T19" fmla="*/ 8 h 8"/>
                                      <a:gd name="T20" fmla="*/ 6 w 9"/>
                                      <a:gd name="T21" fmla="*/ 7 h 8"/>
                                      <a:gd name="T22" fmla="*/ 7 w 9"/>
                                      <a:gd name="T23" fmla="*/ 5 h 8"/>
                                      <a:gd name="T24" fmla="*/ 9 w 9"/>
                                      <a:gd name="T25" fmla="*/ 4 h 8"/>
                                      <a:gd name="T26" fmla="*/ 9 w 9"/>
                                      <a:gd name="T27" fmla="*/ 2 h 8"/>
                                      <a:gd name="T28" fmla="*/ 7 w 9"/>
                                      <a:gd name="T29" fmla="*/ 1 h 8"/>
                                      <a:gd name="T30" fmla="*/ 6 w 9"/>
                                      <a:gd name="T31" fmla="*/ 0 h 8"/>
                                      <a:gd name="T32" fmla="*/ 5 w 9"/>
                                      <a:gd name="T33" fmla="*/ 0 h 8"/>
                                      <a:gd name="T34" fmla="*/ 3 w 9"/>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3" y="0"/>
                                        </a:moveTo>
                                        <a:lnTo>
                                          <a:pt x="2" y="0"/>
                                        </a:lnTo>
                                        <a:lnTo>
                                          <a:pt x="0" y="1"/>
                                        </a:lnTo>
                                        <a:lnTo>
                                          <a:pt x="0" y="2"/>
                                        </a:lnTo>
                                        <a:lnTo>
                                          <a:pt x="0" y="4"/>
                                        </a:lnTo>
                                        <a:lnTo>
                                          <a:pt x="0" y="5"/>
                                        </a:lnTo>
                                        <a:lnTo>
                                          <a:pt x="2" y="7"/>
                                        </a:lnTo>
                                        <a:lnTo>
                                          <a:pt x="3" y="8"/>
                                        </a:lnTo>
                                        <a:lnTo>
                                          <a:pt x="5" y="8"/>
                                        </a:lnTo>
                                        <a:lnTo>
                                          <a:pt x="6" y="7"/>
                                        </a:lnTo>
                                        <a:lnTo>
                                          <a:pt x="7" y="5"/>
                                        </a:lnTo>
                                        <a:lnTo>
                                          <a:pt x="9" y="4"/>
                                        </a:lnTo>
                                        <a:lnTo>
                                          <a:pt x="9" y="2"/>
                                        </a:lnTo>
                                        <a:lnTo>
                                          <a:pt x="7" y="1"/>
                                        </a:lnTo>
                                        <a:lnTo>
                                          <a:pt x="6" y="0"/>
                                        </a:lnTo>
                                        <a:lnTo>
                                          <a:pt x="5"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52" name="Freeform 132"/>
                                  <p:cNvSpPr>
                                    <a:spLocks/>
                                  </p:cNvSpPr>
                                  <p:nvPr/>
                                </p:nvSpPr>
                                <p:spPr bwMode="auto">
                                  <a:xfrm>
                                    <a:off x="3804" y="2399"/>
                                    <a:ext cx="9" cy="9"/>
                                  </a:xfrm>
                                  <a:custGeom>
                                    <a:avLst/>
                                    <a:gdLst>
                                      <a:gd name="T0" fmla="*/ 4 w 9"/>
                                      <a:gd name="T1" fmla="*/ 0 h 9"/>
                                      <a:gd name="T2" fmla="*/ 3 w 9"/>
                                      <a:gd name="T3" fmla="*/ 2 h 9"/>
                                      <a:gd name="T4" fmla="*/ 2 w 9"/>
                                      <a:gd name="T5" fmla="*/ 3 h 9"/>
                                      <a:gd name="T6" fmla="*/ 0 w 9"/>
                                      <a:gd name="T7" fmla="*/ 5 h 9"/>
                                      <a:gd name="T8" fmla="*/ 0 w 9"/>
                                      <a:gd name="T9" fmla="*/ 6 h 9"/>
                                      <a:gd name="T10" fmla="*/ 2 w 9"/>
                                      <a:gd name="T11" fmla="*/ 8 h 9"/>
                                      <a:gd name="T12" fmla="*/ 3 w 9"/>
                                      <a:gd name="T13" fmla="*/ 9 h 9"/>
                                      <a:gd name="T14" fmla="*/ 4 w 9"/>
                                      <a:gd name="T15" fmla="*/ 9 h 9"/>
                                      <a:gd name="T16" fmla="*/ 6 w 9"/>
                                      <a:gd name="T17" fmla="*/ 9 h 9"/>
                                      <a:gd name="T18" fmla="*/ 6 w 9"/>
                                      <a:gd name="T19" fmla="*/ 9 h 9"/>
                                      <a:gd name="T20" fmla="*/ 7 w 9"/>
                                      <a:gd name="T21" fmla="*/ 9 h 9"/>
                                      <a:gd name="T22" fmla="*/ 9 w 9"/>
                                      <a:gd name="T23" fmla="*/ 8 h 9"/>
                                      <a:gd name="T24" fmla="*/ 9 w 9"/>
                                      <a:gd name="T25" fmla="*/ 6 h 9"/>
                                      <a:gd name="T26" fmla="*/ 9 w 9"/>
                                      <a:gd name="T27" fmla="*/ 5 h 9"/>
                                      <a:gd name="T28" fmla="*/ 9 w 9"/>
                                      <a:gd name="T29" fmla="*/ 3 h 9"/>
                                      <a:gd name="T30" fmla="*/ 7 w 9"/>
                                      <a:gd name="T31" fmla="*/ 2 h 9"/>
                                      <a:gd name="T32" fmla="*/ 6 w 9"/>
                                      <a:gd name="T33" fmla="*/ 0 h 9"/>
                                      <a:gd name="T34" fmla="*/ 4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4" y="0"/>
                                        </a:moveTo>
                                        <a:lnTo>
                                          <a:pt x="3" y="2"/>
                                        </a:lnTo>
                                        <a:lnTo>
                                          <a:pt x="2" y="3"/>
                                        </a:lnTo>
                                        <a:lnTo>
                                          <a:pt x="0" y="5"/>
                                        </a:lnTo>
                                        <a:lnTo>
                                          <a:pt x="0" y="6"/>
                                        </a:lnTo>
                                        <a:lnTo>
                                          <a:pt x="2" y="8"/>
                                        </a:lnTo>
                                        <a:lnTo>
                                          <a:pt x="3" y="9"/>
                                        </a:lnTo>
                                        <a:lnTo>
                                          <a:pt x="4" y="9"/>
                                        </a:lnTo>
                                        <a:lnTo>
                                          <a:pt x="6" y="9"/>
                                        </a:lnTo>
                                        <a:lnTo>
                                          <a:pt x="7" y="9"/>
                                        </a:lnTo>
                                        <a:lnTo>
                                          <a:pt x="9" y="8"/>
                                        </a:lnTo>
                                        <a:lnTo>
                                          <a:pt x="9" y="6"/>
                                        </a:lnTo>
                                        <a:lnTo>
                                          <a:pt x="9" y="5"/>
                                        </a:lnTo>
                                        <a:lnTo>
                                          <a:pt x="9" y="3"/>
                                        </a:lnTo>
                                        <a:lnTo>
                                          <a:pt x="7" y="2"/>
                                        </a:lnTo>
                                        <a:lnTo>
                                          <a:pt x="6"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53" name="Freeform 133"/>
                                  <p:cNvSpPr>
                                    <a:spLocks/>
                                  </p:cNvSpPr>
                                  <p:nvPr/>
                                </p:nvSpPr>
                                <p:spPr bwMode="auto">
                                  <a:xfrm>
                                    <a:off x="3820" y="2391"/>
                                    <a:ext cx="9" cy="8"/>
                                  </a:xfrm>
                                  <a:custGeom>
                                    <a:avLst/>
                                    <a:gdLst>
                                      <a:gd name="T0" fmla="*/ 2 w 9"/>
                                      <a:gd name="T1" fmla="*/ 1 h 8"/>
                                      <a:gd name="T2" fmla="*/ 0 w 9"/>
                                      <a:gd name="T3" fmla="*/ 2 h 8"/>
                                      <a:gd name="T4" fmla="*/ 0 w 9"/>
                                      <a:gd name="T5" fmla="*/ 4 h 8"/>
                                      <a:gd name="T6" fmla="*/ 0 w 9"/>
                                      <a:gd name="T7" fmla="*/ 5 h 8"/>
                                      <a:gd name="T8" fmla="*/ 0 w 9"/>
                                      <a:gd name="T9" fmla="*/ 7 h 8"/>
                                      <a:gd name="T10" fmla="*/ 2 w 9"/>
                                      <a:gd name="T11" fmla="*/ 8 h 8"/>
                                      <a:gd name="T12" fmla="*/ 3 w 9"/>
                                      <a:gd name="T13" fmla="*/ 8 h 8"/>
                                      <a:gd name="T14" fmla="*/ 4 w 9"/>
                                      <a:gd name="T15" fmla="*/ 8 h 8"/>
                                      <a:gd name="T16" fmla="*/ 6 w 9"/>
                                      <a:gd name="T17" fmla="*/ 8 h 8"/>
                                      <a:gd name="T18" fmla="*/ 6 w 9"/>
                                      <a:gd name="T19" fmla="*/ 8 h 8"/>
                                      <a:gd name="T20" fmla="*/ 7 w 9"/>
                                      <a:gd name="T21" fmla="*/ 7 h 8"/>
                                      <a:gd name="T22" fmla="*/ 9 w 9"/>
                                      <a:gd name="T23" fmla="*/ 5 h 8"/>
                                      <a:gd name="T24" fmla="*/ 9 w 9"/>
                                      <a:gd name="T25" fmla="*/ 4 h 8"/>
                                      <a:gd name="T26" fmla="*/ 7 w 9"/>
                                      <a:gd name="T27" fmla="*/ 2 h 8"/>
                                      <a:gd name="T28" fmla="*/ 6 w 9"/>
                                      <a:gd name="T29" fmla="*/ 1 h 8"/>
                                      <a:gd name="T30" fmla="*/ 4 w 9"/>
                                      <a:gd name="T31" fmla="*/ 0 h 8"/>
                                      <a:gd name="T32" fmla="*/ 3 w 9"/>
                                      <a:gd name="T33" fmla="*/ 0 h 8"/>
                                      <a:gd name="T34" fmla="*/ 2 w 9"/>
                                      <a:gd name="T35" fmla="*/ 1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2" y="1"/>
                                        </a:moveTo>
                                        <a:lnTo>
                                          <a:pt x="0" y="2"/>
                                        </a:lnTo>
                                        <a:lnTo>
                                          <a:pt x="0" y="4"/>
                                        </a:lnTo>
                                        <a:lnTo>
                                          <a:pt x="0" y="5"/>
                                        </a:lnTo>
                                        <a:lnTo>
                                          <a:pt x="0" y="7"/>
                                        </a:lnTo>
                                        <a:lnTo>
                                          <a:pt x="2" y="8"/>
                                        </a:lnTo>
                                        <a:lnTo>
                                          <a:pt x="3" y="8"/>
                                        </a:lnTo>
                                        <a:lnTo>
                                          <a:pt x="4" y="8"/>
                                        </a:lnTo>
                                        <a:lnTo>
                                          <a:pt x="6" y="8"/>
                                        </a:lnTo>
                                        <a:lnTo>
                                          <a:pt x="7" y="7"/>
                                        </a:lnTo>
                                        <a:lnTo>
                                          <a:pt x="9" y="5"/>
                                        </a:lnTo>
                                        <a:lnTo>
                                          <a:pt x="9" y="4"/>
                                        </a:lnTo>
                                        <a:lnTo>
                                          <a:pt x="7" y="2"/>
                                        </a:lnTo>
                                        <a:lnTo>
                                          <a:pt x="6" y="1"/>
                                        </a:lnTo>
                                        <a:lnTo>
                                          <a:pt x="4" y="0"/>
                                        </a:lnTo>
                                        <a:lnTo>
                                          <a:pt x="3" y="0"/>
                                        </a:lnTo>
                                        <a:lnTo>
                                          <a:pt x="2"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54" name="Freeform 134"/>
                                  <p:cNvSpPr>
                                    <a:spLocks/>
                                  </p:cNvSpPr>
                                  <p:nvPr/>
                                </p:nvSpPr>
                                <p:spPr bwMode="auto">
                                  <a:xfrm>
                                    <a:off x="3835" y="2382"/>
                                    <a:ext cx="8" cy="9"/>
                                  </a:xfrm>
                                  <a:custGeom>
                                    <a:avLst/>
                                    <a:gdLst>
                                      <a:gd name="T0" fmla="*/ 1 w 8"/>
                                      <a:gd name="T1" fmla="*/ 1 h 9"/>
                                      <a:gd name="T2" fmla="*/ 0 w 8"/>
                                      <a:gd name="T3" fmla="*/ 3 h 9"/>
                                      <a:gd name="T4" fmla="*/ 0 w 8"/>
                                      <a:gd name="T5" fmla="*/ 4 h 9"/>
                                      <a:gd name="T6" fmla="*/ 0 w 8"/>
                                      <a:gd name="T7" fmla="*/ 6 h 9"/>
                                      <a:gd name="T8" fmla="*/ 0 w 8"/>
                                      <a:gd name="T9" fmla="*/ 7 h 9"/>
                                      <a:gd name="T10" fmla="*/ 1 w 8"/>
                                      <a:gd name="T11" fmla="*/ 9 h 9"/>
                                      <a:gd name="T12" fmla="*/ 3 w 8"/>
                                      <a:gd name="T13" fmla="*/ 9 h 9"/>
                                      <a:gd name="T14" fmla="*/ 4 w 8"/>
                                      <a:gd name="T15" fmla="*/ 9 h 9"/>
                                      <a:gd name="T16" fmla="*/ 5 w 8"/>
                                      <a:gd name="T17" fmla="*/ 9 h 9"/>
                                      <a:gd name="T18" fmla="*/ 5 w 8"/>
                                      <a:gd name="T19" fmla="*/ 9 h 9"/>
                                      <a:gd name="T20" fmla="*/ 7 w 8"/>
                                      <a:gd name="T21" fmla="*/ 7 h 9"/>
                                      <a:gd name="T22" fmla="*/ 8 w 8"/>
                                      <a:gd name="T23" fmla="*/ 6 h 9"/>
                                      <a:gd name="T24" fmla="*/ 8 w 8"/>
                                      <a:gd name="T25" fmla="*/ 4 h 9"/>
                                      <a:gd name="T26" fmla="*/ 7 w 8"/>
                                      <a:gd name="T27" fmla="*/ 3 h 9"/>
                                      <a:gd name="T28" fmla="*/ 5 w 8"/>
                                      <a:gd name="T29" fmla="*/ 1 h 9"/>
                                      <a:gd name="T30" fmla="*/ 4 w 8"/>
                                      <a:gd name="T31" fmla="*/ 0 h 9"/>
                                      <a:gd name="T32" fmla="*/ 3 w 8"/>
                                      <a:gd name="T33" fmla="*/ 0 h 9"/>
                                      <a:gd name="T34" fmla="*/ 1 w 8"/>
                                      <a:gd name="T35" fmla="*/ 1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1" y="1"/>
                                        </a:moveTo>
                                        <a:lnTo>
                                          <a:pt x="0" y="3"/>
                                        </a:lnTo>
                                        <a:lnTo>
                                          <a:pt x="0" y="4"/>
                                        </a:lnTo>
                                        <a:lnTo>
                                          <a:pt x="0" y="6"/>
                                        </a:lnTo>
                                        <a:lnTo>
                                          <a:pt x="0" y="7"/>
                                        </a:lnTo>
                                        <a:lnTo>
                                          <a:pt x="1" y="9"/>
                                        </a:lnTo>
                                        <a:lnTo>
                                          <a:pt x="3" y="9"/>
                                        </a:lnTo>
                                        <a:lnTo>
                                          <a:pt x="4" y="9"/>
                                        </a:lnTo>
                                        <a:lnTo>
                                          <a:pt x="5" y="9"/>
                                        </a:lnTo>
                                        <a:lnTo>
                                          <a:pt x="7" y="7"/>
                                        </a:lnTo>
                                        <a:lnTo>
                                          <a:pt x="8" y="6"/>
                                        </a:lnTo>
                                        <a:lnTo>
                                          <a:pt x="8" y="4"/>
                                        </a:lnTo>
                                        <a:lnTo>
                                          <a:pt x="7" y="3"/>
                                        </a:lnTo>
                                        <a:lnTo>
                                          <a:pt x="5" y="1"/>
                                        </a:lnTo>
                                        <a:lnTo>
                                          <a:pt x="4" y="0"/>
                                        </a:lnTo>
                                        <a:lnTo>
                                          <a:pt x="3" y="0"/>
                                        </a:lnTo>
                                        <a:lnTo>
                                          <a:pt x="1"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55" name="Freeform 135"/>
                                  <p:cNvSpPr>
                                    <a:spLocks/>
                                  </p:cNvSpPr>
                                  <p:nvPr/>
                                </p:nvSpPr>
                                <p:spPr bwMode="auto">
                                  <a:xfrm>
                                    <a:off x="3848" y="2372"/>
                                    <a:ext cx="8" cy="8"/>
                                  </a:xfrm>
                                  <a:custGeom>
                                    <a:avLst/>
                                    <a:gdLst>
                                      <a:gd name="T0" fmla="*/ 3 w 8"/>
                                      <a:gd name="T1" fmla="*/ 1 h 8"/>
                                      <a:gd name="T2" fmla="*/ 1 w 8"/>
                                      <a:gd name="T3" fmla="*/ 3 h 8"/>
                                      <a:gd name="T4" fmla="*/ 0 w 8"/>
                                      <a:gd name="T5" fmla="*/ 4 h 8"/>
                                      <a:gd name="T6" fmla="*/ 0 w 8"/>
                                      <a:gd name="T7" fmla="*/ 5 h 8"/>
                                      <a:gd name="T8" fmla="*/ 1 w 8"/>
                                      <a:gd name="T9" fmla="*/ 7 h 8"/>
                                      <a:gd name="T10" fmla="*/ 3 w 8"/>
                                      <a:gd name="T11" fmla="*/ 8 h 8"/>
                                      <a:gd name="T12" fmla="*/ 4 w 8"/>
                                      <a:gd name="T13" fmla="*/ 8 h 8"/>
                                      <a:gd name="T14" fmla="*/ 6 w 8"/>
                                      <a:gd name="T15" fmla="*/ 8 h 8"/>
                                      <a:gd name="T16" fmla="*/ 7 w 8"/>
                                      <a:gd name="T17" fmla="*/ 8 h 8"/>
                                      <a:gd name="T18" fmla="*/ 7 w 8"/>
                                      <a:gd name="T19" fmla="*/ 8 h 8"/>
                                      <a:gd name="T20" fmla="*/ 8 w 8"/>
                                      <a:gd name="T21" fmla="*/ 7 h 8"/>
                                      <a:gd name="T22" fmla="*/ 8 w 8"/>
                                      <a:gd name="T23" fmla="*/ 5 h 8"/>
                                      <a:gd name="T24" fmla="*/ 8 w 8"/>
                                      <a:gd name="T25" fmla="*/ 4 h 8"/>
                                      <a:gd name="T26" fmla="*/ 8 w 8"/>
                                      <a:gd name="T27" fmla="*/ 3 h 8"/>
                                      <a:gd name="T28" fmla="*/ 7 w 8"/>
                                      <a:gd name="T29" fmla="*/ 1 h 8"/>
                                      <a:gd name="T30" fmla="*/ 6 w 8"/>
                                      <a:gd name="T31" fmla="*/ 0 h 8"/>
                                      <a:gd name="T32" fmla="*/ 4 w 8"/>
                                      <a:gd name="T33" fmla="*/ 0 h 8"/>
                                      <a:gd name="T34" fmla="*/ 3 w 8"/>
                                      <a:gd name="T35" fmla="*/ 1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8"/>
                                      <a:gd name="T56" fmla="*/ 8 w 8"/>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8">
                                        <a:moveTo>
                                          <a:pt x="3" y="1"/>
                                        </a:moveTo>
                                        <a:lnTo>
                                          <a:pt x="1" y="3"/>
                                        </a:lnTo>
                                        <a:lnTo>
                                          <a:pt x="0" y="4"/>
                                        </a:lnTo>
                                        <a:lnTo>
                                          <a:pt x="0" y="5"/>
                                        </a:lnTo>
                                        <a:lnTo>
                                          <a:pt x="1" y="7"/>
                                        </a:lnTo>
                                        <a:lnTo>
                                          <a:pt x="3" y="8"/>
                                        </a:lnTo>
                                        <a:lnTo>
                                          <a:pt x="4" y="8"/>
                                        </a:lnTo>
                                        <a:lnTo>
                                          <a:pt x="6" y="8"/>
                                        </a:lnTo>
                                        <a:lnTo>
                                          <a:pt x="7" y="8"/>
                                        </a:lnTo>
                                        <a:lnTo>
                                          <a:pt x="8" y="7"/>
                                        </a:lnTo>
                                        <a:lnTo>
                                          <a:pt x="8" y="5"/>
                                        </a:lnTo>
                                        <a:lnTo>
                                          <a:pt x="8" y="4"/>
                                        </a:lnTo>
                                        <a:lnTo>
                                          <a:pt x="8" y="3"/>
                                        </a:lnTo>
                                        <a:lnTo>
                                          <a:pt x="7" y="1"/>
                                        </a:lnTo>
                                        <a:lnTo>
                                          <a:pt x="6" y="0"/>
                                        </a:lnTo>
                                        <a:lnTo>
                                          <a:pt x="4" y="0"/>
                                        </a:lnTo>
                                        <a:lnTo>
                                          <a:pt x="3"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56" name="Freeform 136"/>
                                  <p:cNvSpPr>
                                    <a:spLocks/>
                                  </p:cNvSpPr>
                                  <p:nvPr/>
                                </p:nvSpPr>
                                <p:spPr bwMode="auto">
                                  <a:xfrm>
                                    <a:off x="3862" y="2361"/>
                                    <a:ext cx="9" cy="9"/>
                                  </a:xfrm>
                                  <a:custGeom>
                                    <a:avLst/>
                                    <a:gdLst>
                                      <a:gd name="T0" fmla="*/ 3 w 9"/>
                                      <a:gd name="T1" fmla="*/ 0 h 9"/>
                                      <a:gd name="T2" fmla="*/ 2 w 9"/>
                                      <a:gd name="T3" fmla="*/ 2 h 9"/>
                                      <a:gd name="T4" fmla="*/ 0 w 9"/>
                                      <a:gd name="T5" fmla="*/ 3 h 9"/>
                                      <a:gd name="T6" fmla="*/ 0 w 9"/>
                                      <a:gd name="T7" fmla="*/ 5 h 9"/>
                                      <a:gd name="T8" fmla="*/ 2 w 9"/>
                                      <a:gd name="T9" fmla="*/ 6 h 9"/>
                                      <a:gd name="T10" fmla="*/ 3 w 9"/>
                                      <a:gd name="T11" fmla="*/ 8 h 9"/>
                                      <a:gd name="T12" fmla="*/ 5 w 9"/>
                                      <a:gd name="T13" fmla="*/ 9 h 9"/>
                                      <a:gd name="T14" fmla="*/ 6 w 9"/>
                                      <a:gd name="T15" fmla="*/ 9 h 9"/>
                                      <a:gd name="T16" fmla="*/ 7 w 9"/>
                                      <a:gd name="T17" fmla="*/ 8 h 9"/>
                                      <a:gd name="T18" fmla="*/ 7 w 9"/>
                                      <a:gd name="T19" fmla="*/ 8 h 9"/>
                                      <a:gd name="T20" fmla="*/ 9 w 9"/>
                                      <a:gd name="T21" fmla="*/ 6 h 9"/>
                                      <a:gd name="T22" fmla="*/ 9 w 9"/>
                                      <a:gd name="T23" fmla="*/ 5 h 9"/>
                                      <a:gd name="T24" fmla="*/ 9 w 9"/>
                                      <a:gd name="T25" fmla="*/ 3 h 9"/>
                                      <a:gd name="T26" fmla="*/ 9 w 9"/>
                                      <a:gd name="T27" fmla="*/ 2 h 9"/>
                                      <a:gd name="T28" fmla="*/ 7 w 9"/>
                                      <a:gd name="T29" fmla="*/ 0 h 9"/>
                                      <a:gd name="T30" fmla="*/ 6 w 9"/>
                                      <a:gd name="T31" fmla="*/ 0 h 9"/>
                                      <a:gd name="T32" fmla="*/ 5 w 9"/>
                                      <a:gd name="T33" fmla="*/ 0 h 9"/>
                                      <a:gd name="T34" fmla="*/ 3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3" y="0"/>
                                        </a:moveTo>
                                        <a:lnTo>
                                          <a:pt x="2" y="2"/>
                                        </a:lnTo>
                                        <a:lnTo>
                                          <a:pt x="0" y="3"/>
                                        </a:lnTo>
                                        <a:lnTo>
                                          <a:pt x="0" y="5"/>
                                        </a:lnTo>
                                        <a:lnTo>
                                          <a:pt x="2" y="6"/>
                                        </a:lnTo>
                                        <a:lnTo>
                                          <a:pt x="3" y="8"/>
                                        </a:lnTo>
                                        <a:lnTo>
                                          <a:pt x="5" y="9"/>
                                        </a:lnTo>
                                        <a:lnTo>
                                          <a:pt x="6" y="9"/>
                                        </a:lnTo>
                                        <a:lnTo>
                                          <a:pt x="7" y="8"/>
                                        </a:lnTo>
                                        <a:lnTo>
                                          <a:pt x="9" y="6"/>
                                        </a:lnTo>
                                        <a:lnTo>
                                          <a:pt x="9" y="5"/>
                                        </a:lnTo>
                                        <a:lnTo>
                                          <a:pt x="9" y="3"/>
                                        </a:lnTo>
                                        <a:lnTo>
                                          <a:pt x="9" y="2"/>
                                        </a:lnTo>
                                        <a:lnTo>
                                          <a:pt x="7" y="0"/>
                                        </a:lnTo>
                                        <a:lnTo>
                                          <a:pt x="6" y="0"/>
                                        </a:lnTo>
                                        <a:lnTo>
                                          <a:pt x="5"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57" name="Freeform 137"/>
                                  <p:cNvSpPr>
                                    <a:spLocks/>
                                  </p:cNvSpPr>
                                  <p:nvPr/>
                                </p:nvSpPr>
                                <p:spPr bwMode="auto">
                                  <a:xfrm>
                                    <a:off x="3875" y="2350"/>
                                    <a:ext cx="9" cy="9"/>
                                  </a:xfrm>
                                  <a:custGeom>
                                    <a:avLst/>
                                    <a:gdLst>
                                      <a:gd name="T0" fmla="*/ 3 w 9"/>
                                      <a:gd name="T1" fmla="*/ 1 h 9"/>
                                      <a:gd name="T2" fmla="*/ 2 w 9"/>
                                      <a:gd name="T3" fmla="*/ 3 h 9"/>
                                      <a:gd name="T4" fmla="*/ 0 w 9"/>
                                      <a:gd name="T5" fmla="*/ 4 h 9"/>
                                      <a:gd name="T6" fmla="*/ 0 w 9"/>
                                      <a:gd name="T7" fmla="*/ 6 h 9"/>
                                      <a:gd name="T8" fmla="*/ 2 w 9"/>
                                      <a:gd name="T9" fmla="*/ 7 h 9"/>
                                      <a:gd name="T10" fmla="*/ 3 w 9"/>
                                      <a:gd name="T11" fmla="*/ 9 h 9"/>
                                      <a:gd name="T12" fmla="*/ 5 w 9"/>
                                      <a:gd name="T13" fmla="*/ 9 h 9"/>
                                      <a:gd name="T14" fmla="*/ 6 w 9"/>
                                      <a:gd name="T15" fmla="*/ 9 h 9"/>
                                      <a:gd name="T16" fmla="*/ 8 w 9"/>
                                      <a:gd name="T17" fmla="*/ 9 h 9"/>
                                      <a:gd name="T18" fmla="*/ 8 w 9"/>
                                      <a:gd name="T19" fmla="*/ 9 h 9"/>
                                      <a:gd name="T20" fmla="*/ 9 w 9"/>
                                      <a:gd name="T21" fmla="*/ 7 h 9"/>
                                      <a:gd name="T22" fmla="*/ 9 w 9"/>
                                      <a:gd name="T23" fmla="*/ 6 h 9"/>
                                      <a:gd name="T24" fmla="*/ 9 w 9"/>
                                      <a:gd name="T25" fmla="*/ 4 h 9"/>
                                      <a:gd name="T26" fmla="*/ 9 w 9"/>
                                      <a:gd name="T27" fmla="*/ 3 h 9"/>
                                      <a:gd name="T28" fmla="*/ 8 w 9"/>
                                      <a:gd name="T29" fmla="*/ 1 h 9"/>
                                      <a:gd name="T30" fmla="*/ 6 w 9"/>
                                      <a:gd name="T31" fmla="*/ 0 h 9"/>
                                      <a:gd name="T32" fmla="*/ 5 w 9"/>
                                      <a:gd name="T33" fmla="*/ 0 h 9"/>
                                      <a:gd name="T34" fmla="*/ 3 w 9"/>
                                      <a:gd name="T35" fmla="*/ 1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3" y="1"/>
                                        </a:moveTo>
                                        <a:lnTo>
                                          <a:pt x="2" y="3"/>
                                        </a:lnTo>
                                        <a:lnTo>
                                          <a:pt x="0" y="4"/>
                                        </a:lnTo>
                                        <a:lnTo>
                                          <a:pt x="0" y="6"/>
                                        </a:lnTo>
                                        <a:lnTo>
                                          <a:pt x="2" y="7"/>
                                        </a:lnTo>
                                        <a:lnTo>
                                          <a:pt x="3" y="9"/>
                                        </a:lnTo>
                                        <a:lnTo>
                                          <a:pt x="5" y="9"/>
                                        </a:lnTo>
                                        <a:lnTo>
                                          <a:pt x="6" y="9"/>
                                        </a:lnTo>
                                        <a:lnTo>
                                          <a:pt x="8" y="9"/>
                                        </a:lnTo>
                                        <a:lnTo>
                                          <a:pt x="9" y="7"/>
                                        </a:lnTo>
                                        <a:lnTo>
                                          <a:pt x="9" y="6"/>
                                        </a:lnTo>
                                        <a:lnTo>
                                          <a:pt x="9" y="4"/>
                                        </a:lnTo>
                                        <a:lnTo>
                                          <a:pt x="9" y="3"/>
                                        </a:lnTo>
                                        <a:lnTo>
                                          <a:pt x="8" y="1"/>
                                        </a:lnTo>
                                        <a:lnTo>
                                          <a:pt x="6" y="0"/>
                                        </a:lnTo>
                                        <a:lnTo>
                                          <a:pt x="5" y="0"/>
                                        </a:lnTo>
                                        <a:lnTo>
                                          <a:pt x="3"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58" name="Freeform 138"/>
                                  <p:cNvSpPr>
                                    <a:spLocks/>
                                  </p:cNvSpPr>
                                  <p:nvPr/>
                                </p:nvSpPr>
                                <p:spPr bwMode="auto">
                                  <a:xfrm>
                                    <a:off x="3890" y="2340"/>
                                    <a:ext cx="9" cy="8"/>
                                  </a:xfrm>
                                  <a:custGeom>
                                    <a:avLst/>
                                    <a:gdLst>
                                      <a:gd name="T0" fmla="*/ 1 w 9"/>
                                      <a:gd name="T1" fmla="*/ 0 h 8"/>
                                      <a:gd name="T2" fmla="*/ 0 w 9"/>
                                      <a:gd name="T3" fmla="*/ 1 h 8"/>
                                      <a:gd name="T4" fmla="*/ 0 w 9"/>
                                      <a:gd name="T5" fmla="*/ 3 h 8"/>
                                      <a:gd name="T6" fmla="*/ 0 w 9"/>
                                      <a:gd name="T7" fmla="*/ 4 h 8"/>
                                      <a:gd name="T8" fmla="*/ 0 w 9"/>
                                      <a:gd name="T9" fmla="*/ 5 h 8"/>
                                      <a:gd name="T10" fmla="*/ 1 w 9"/>
                                      <a:gd name="T11" fmla="*/ 7 h 8"/>
                                      <a:gd name="T12" fmla="*/ 3 w 9"/>
                                      <a:gd name="T13" fmla="*/ 8 h 8"/>
                                      <a:gd name="T14" fmla="*/ 4 w 9"/>
                                      <a:gd name="T15" fmla="*/ 8 h 8"/>
                                      <a:gd name="T16" fmla="*/ 6 w 9"/>
                                      <a:gd name="T17" fmla="*/ 7 h 8"/>
                                      <a:gd name="T18" fmla="*/ 6 w 9"/>
                                      <a:gd name="T19" fmla="*/ 7 h 8"/>
                                      <a:gd name="T20" fmla="*/ 7 w 9"/>
                                      <a:gd name="T21" fmla="*/ 5 h 8"/>
                                      <a:gd name="T22" fmla="*/ 9 w 9"/>
                                      <a:gd name="T23" fmla="*/ 4 h 8"/>
                                      <a:gd name="T24" fmla="*/ 9 w 9"/>
                                      <a:gd name="T25" fmla="*/ 3 h 8"/>
                                      <a:gd name="T26" fmla="*/ 7 w 9"/>
                                      <a:gd name="T27" fmla="*/ 1 h 8"/>
                                      <a:gd name="T28" fmla="*/ 6 w 9"/>
                                      <a:gd name="T29" fmla="*/ 0 h 8"/>
                                      <a:gd name="T30" fmla="*/ 4 w 9"/>
                                      <a:gd name="T31" fmla="*/ 0 h 8"/>
                                      <a:gd name="T32" fmla="*/ 3 w 9"/>
                                      <a:gd name="T33" fmla="*/ 0 h 8"/>
                                      <a:gd name="T34" fmla="*/ 1 w 9"/>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1" y="0"/>
                                        </a:moveTo>
                                        <a:lnTo>
                                          <a:pt x="0" y="1"/>
                                        </a:lnTo>
                                        <a:lnTo>
                                          <a:pt x="0" y="3"/>
                                        </a:lnTo>
                                        <a:lnTo>
                                          <a:pt x="0" y="4"/>
                                        </a:lnTo>
                                        <a:lnTo>
                                          <a:pt x="0" y="5"/>
                                        </a:lnTo>
                                        <a:lnTo>
                                          <a:pt x="1" y="7"/>
                                        </a:lnTo>
                                        <a:lnTo>
                                          <a:pt x="3" y="8"/>
                                        </a:lnTo>
                                        <a:lnTo>
                                          <a:pt x="4" y="8"/>
                                        </a:lnTo>
                                        <a:lnTo>
                                          <a:pt x="6" y="7"/>
                                        </a:lnTo>
                                        <a:lnTo>
                                          <a:pt x="7" y="5"/>
                                        </a:lnTo>
                                        <a:lnTo>
                                          <a:pt x="9" y="4"/>
                                        </a:lnTo>
                                        <a:lnTo>
                                          <a:pt x="9" y="3"/>
                                        </a:lnTo>
                                        <a:lnTo>
                                          <a:pt x="7" y="1"/>
                                        </a:lnTo>
                                        <a:lnTo>
                                          <a:pt x="6" y="0"/>
                                        </a:lnTo>
                                        <a:lnTo>
                                          <a:pt x="4" y="0"/>
                                        </a:lnTo>
                                        <a:lnTo>
                                          <a:pt x="3" y="0"/>
                                        </a:lnTo>
                                        <a:lnTo>
                                          <a:pt x="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59" name="Freeform 139"/>
                                  <p:cNvSpPr>
                                    <a:spLocks/>
                                  </p:cNvSpPr>
                                  <p:nvPr/>
                                </p:nvSpPr>
                                <p:spPr bwMode="auto">
                                  <a:xfrm>
                                    <a:off x="3903" y="2328"/>
                                    <a:ext cx="9" cy="9"/>
                                  </a:xfrm>
                                  <a:custGeom>
                                    <a:avLst/>
                                    <a:gdLst>
                                      <a:gd name="T0" fmla="*/ 3 w 9"/>
                                      <a:gd name="T1" fmla="*/ 2 h 9"/>
                                      <a:gd name="T2" fmla="*/ 1 w 9"/>
                                      <a:gd name="T3" fmla="*/ 3 h 9"/>
                                      <a:gd name="T4" fmla="*/ 0 w 9"/>
                                      <a:gd name="T5" fmla="*/ 4 h 9"/>
                                      <a:gd name="T6" fmla="*/ 0 w 9"/>
                                      <a:gd name="T7" fmla="*/ 6 h 9"/>
                                      <a:gd name="T8" fmla="*/ 1 w 9"/>
                                      <a:gd name="T9" fmla="*/ 7 h 9"/>
                                      <a:gd name="T10" fmla="*/ 3 w 9"/>
                                      <a:gd name="T11" fmla="*/ 9 h 9"/>
                                      <a:gd name="T12" fmla="*/ 4 w 9"/>
                                      <a:gd name="T13" fmla="*/ 9 h 9"/>
                                      <a:gd name="T14" fmla="*/ 6 w 9"/>
                                      <a:gd name="T15" fmla="*/ 9 h 9"/>
                                      <a:gd name="T16" fmla="*/ 7 w 9"/>
                                      <a:gd name="T17" fmla="*/ 9 h 9"/>
                                      <a:gd name="T18" fmla="*/ 7 w 9"/>
                                      <a:gd name="T19" fmla="*/ 9 h 9"/>
                                      <a:gd name="T20" fmla="*/ 9 w 9"/>
                                      <a:gd name="T21" fmla="*/ 7 h 9"/>
                                      <a:gd name="T22" fmla="*/ 9 w 9"/>
                                      <a:gd name="T23" fmla="*/ 6 h 9"/>
                                      <a:gd name="T24" fmla="*/ 9 w 9"/>
                                      <a:gd name="T25" fmla="*/ 4 h 9"/>
                                      <a:gd name="T26" fmla="*/ 9 w 9"/>
                                      <a:gd name="T27" fmla="*/ 3 h 9"/>
                                      <a:gd name="T28" fmla="*/ 7 w 9"/>
                                      <a:gd name="T29" fmla="*/ 2 h 9"/>
                                      <a:gd name="T30" fmla="*/ 6 w 9"/>
                                      <a:gd name="T31" fmla="*/ 0 h 9"/>
                                      <a:gd name="T32" fmla="*/ 4 w 9"/>
                                      <a:gd name="T33" fmla="*/ 0 h 9"/>
                                      <a:gd name="T34" fmla="*/ 3 w 9"/>
                                      <a:gd name="T35" fmla="*/ 2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3" y="2"/>
                                        </a:moveTo>
                                        <a:lnTo>
                                          <a:pt x="1" y="3"/>
                                        </a:lnTo>
                                        <a:lnTo>
                                          <a:pt x="0" y="4"/>
                                        </a:lnTo>
                                        <a:lnTo>
                                          <a:pt x="0" y="6"/>
                                        </a:lnTo>
                                        <a:lnTo>
                                          <a:pt x="1" y="7"/>
                                        </a:lnTo>
                                        <a:lnTo>
                                          <a:pt x="3" y="9"/>
                                        </a:lnTo>
                                        <a:lnTo>
                                          <a:pt x="4" y="9"/>
                                        </a:lnTo>
                                        <a:lnTo>
                                          <a:pt x="6" y="9"/>
                                        </a:lnTo>
                                        <a:lnTo>
                                          <a:pt x="7" y="9"/>
                                        </a:lnTo>
                                        <a:lnTo>
                                          <a:pt x="9" y="7"/>
                                        </a:lnTo>
                                        <a:lnTo>
                                          <a:pt x="9" y="6"/>
                                        </a:lnTo>
                                        <a:lnTo>
                                          <a:pt x="9" y="4"/>
                                        </a:lnTo>
                                        <a:lnTo>
                                          <a:pt x="9" y="3"/>
                                        </a:lnTo>
                                        <a:lnTo>
                                          <a:pt x="7" y="2"/>
                                        </a:lnTo>
                                        <a:lnTo>
                                          <a:pt x="6" y="0"/>
                                        </a:lnTo>
                                        <a:lnTo>
                                          <a:pt x="4" y="0"/>
                                        </a:lnTo>
                                        <a:lnTo>
                                          <a:pt x="3"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60" name="Freeform 140"/>
                                  <p:cNvSpPr>
                                    <a:spLocks/>
                                  </p:cNvSpPr>
                                  <p:nvPr/>
                                </p:nvSpPr>
                                <p:spPr bwMode="auto">
                                  <a:xfrm>
                                    <a:off x="3916" y="2318"/>
                                    <a:ext cx="9" cy="9"/>
                                  </a:xfrm>
                                  <a:custGeom>
                                    <a:avLst/>
                                    <a:gdLst>
                                      <a:gd name="T0" fmla="*/ 3 w 9"/>
                                      <a:gd name="T1" fmla="*/ 0 h 9"/>
                                      <a:gd name="T2" fmla="*/ 1 w 9"/>
                                      <a:gd name="T3" fmla="*/ 1 h 9"/>
                                      <a:gd name="T4" fmla="*/ 0 w 9"/>
                                      <a:gd name="T5" fmla="*/ 3 h 9"/>
                                      <a:gd name="T6" fmla="*/ 0 w 9"/>
                                      <a:gd name="T7" fmla="*/ 4 h 9"/>
                                      <a:gd name="T8" fmla="*/ 1 w 9"/>
                                      <a:gd name="T9" fmla="*/ 6 h 9"/>
                                      <a:gd name="T10" fmla="*/ 3 w 9"/>
                                      <a:gd name="T11" fmla="*/ 7 h 9"/>
                                      <a:gd name="T12" fmla="*/ 4 w 9"/>
                                      <a:gd name="T13" fmla="*/ 9 h 9"/>
                                      <a:gd name="T14" fmla="*/ 6 w 9"/>
                                      <a:gd name="T15" fmla="*/ 9 h 9"/>
                                      <a:gd name="T16" fmla="*/ 7 w 9"/>
                                      <a:gd name="T17" fmla="*/ 7 h 9"/>
                                      <a:gd name="T18" fmla="*/ 7 w 9"/>
                                      <a:gd name="T19" fmla="*/ 7 h 9"/>
                                      <a:gd name="T20" fmla="*/ 9 w 9"/>
                                      <a:gd name="T21" fmla="*/ 6 h 9"/>
                                      <a:gd name="T22" fmla="*/ 9 w 9"/>
                                      <a:gd name="T23" fmla="*/ 4 h 9"/>
                                      <a:gd name="T24" fmla="*/ 9 w 9"/>
                                      <a:gd name="T25" fmla="*/ 3 h 9"/>
                                      <a:gd name="T26" fmla="*/ 9 w 9"/>
                                      <a:gd name="T27" fmla="*/ 1 h 9"/>
                                      <a:gd name="T28" fmla="*/ 7 w 9"/>
                                      <a:gd name="T29" fmla="*/ 0 h 9"/>
                                      <a:gd name="T30" fmla="*/ 6 w 9"/>
                                      <a:gd name="T31" fmla="*/ 0 h 9"/>
                                      <a:gd name="T32" fmla="*/ 4 w 9"/>
                                      <a:gd name="T33" fmla="*/ 0 h 9"/>
                                      <a:gd name="T34" fmla="*/ 3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3" y="0"/>
                                        </a:moveTo>
                                        <a:lnTo>
                                          <a:pt x="1" y="1"/>
                                        </a:lnTo>
                                        <a:lnTo>
                                          <a:pt x="0" y="3"/>
                                        </a:lnTo>
                                        <a:lnTo>
                                          <a:pt x="0" y="4"/>
                                        </a:lnTo>
                                        <a:lnTo>
                                          <a:pt x="1" y="6"/>
                                        </a:lnTo>
                                        <a:lnTo>
                                          <a:pt x="3" y="7"/>
                                        </a:lnTo>
                                        <a:lnTo>
                                          <a:pt x="4" y="9"/>
                                        </a:lnTo>
                                        <a:lnTo>
                                          <a:pt x="6" y="9"/>
                                        </a:lnTo>
                                        <a:lnTo>
                                          <a:pt x="7" y="7"/>
                                        </a:lnTo>
                                        <a:lnTo>
                                          <a:pt x="9" y="6"/>
                                        </a:lnTo>
                                        <a:lnTo>
                                          <a:pt x="9" y="4"/>
                                        </a:lnTo>
                                        <a:lnTo>
                                          <a:pt x="9" y="3"/>
                                        </a:lnTo>
                                        <a:lnTo>
                                          <a:pt x="9" y="1"/>
                                        </a:lnTo>
                                        <a:lnTo>
                                          <a:pt x="7" y="0"/>
                                        </a:lnTo>
                                        <a:lnTo>
                                          <a:pt x="6" y="0"/>
                                        </a:lnTo>
                                        <a:lnTo>
                                          <a:pt x="4"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61" name="Freeform 141"/>
                                  <p:cNvSpPr>
                                    <a:spLocks/>
                                  </p:cNvSpPr>
                                  <p:nvPr/>
                                </p:nvSpPr>
                                <p:spPr bwMode="auto">
                                  <a:xfrm>
                                    <a:off x="3930" y="2306"/>
                                    <a:ext cx="9" cy="9"/>
                                  </a:xfrm>
                                  <a:custGeom>
                                    <a:avLst/>
                                    <a:gdLst>
                                      <a:gd name="T0" fmla="*/ 2 w 9"/>
                                      <a:gd name="T1" fmla="*/ 2 h 9"/>
                                      <a:gd name="T2" fmla="*/ 0 w 9"/>
                                      <a:gd name="T3" fmla="*/ 3 h 9"/>
                                      <a:gd name="T4" fmla="*/ 0 w 9"/>
                                      <a:gd name="T5" fmla="*/ 5 h 9"/>
                                      <a:gd name="T6" fmla="*/ 0 w 9"/>
                                      <a:gd name="T7" fmla="*/ 6 h 9"/>
                                      <a:gd name="T8" fmla="*/ 0 w 9"/>
                                      <a:gd name="T9" fmla="*/ 8 h 9"/>
                                      <a:gd name="T10" fmla="*/ 2 w 9"/>
                                      <a:gd name="T11" fmla="*/ 9 h 9"/>
                                      <a:gd name="T12" fmla="*/ 3 w 9"/>
                                      <a:gd name="T13" fmla="*/ 9 h 9"/>
                                      <a:gd name="T14" fmla="*/ 5 w 9"/>
                                      <a:gd name="T15" fmla="*/ 9 h 9"/>
                                      <a:gd name="T16" fmla="*/ 6 w 9"/>
                                      <a:gd name="T17" fmla="*/ 9 h 9"/>
                                      <a:gd name="T18" fmla="*/ 6 w 9"/>
                                      <a:gd name="T19" fmla="*/ 9 h 9"/>
                                      <a:gd name="T20" fmla="*/ 8 w 9"/>
                                      <a:gd name="T21" fmla="*/ 8 h 9"/>
                                      <a:gd name="T22" fmla="*/ 9 w 9"/>
                                      <a:gd name="T23" fmla="*/ 6 h 9"/>
                                      <a:gd name="T24" fmla="*/ 9 w 9"/>
                                      <a:gd name="T25" fmla="*/ 5 h 9"/>
                                      <a:gd name="T26" fmla="*/ 8 w 9"/>
                                      <a:gd name="T27" fmla="*/ 3 h 9"/>
                                      <a:gd name="T28" fmla="*/ 6 w 9"/>
                                      <a:gd name="T29" fmla="*/ 2 h 9"/>
                                      <a:gd name="T30" fmla="*/ 5 w 9"/>
                                      <a:gd name="T31" fmla="*/ 0 h 9"/>
                                      <a:gd name="T32" fmla="*/ 3 w 9"/>
                                      <a:gd name="T33" fmla="*/ 0 h 9"/>
                                      <a:gd name="T34" fmla="*/ 2 w 9"/>
                                      <a:gd name="T35" fmla="*/ 2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2" y="2"/>
                                        </a:moveTo>
                                        <a:lnTo>
                                          <a:pt x="0" y="3"/>
                                        </a:lnTo>
                                        <a:lnTo>
                                          <a:pt x="0" y="5"/>
                                        </a:lnTo>
                                        <a:lnTo>
                                          <a:pt x="0" y="6"/>
                                        </a:lnTo>
                                        <a:lnTo>
                                          <a:pt x="0" y="8"/>
                                        </a:lnTo>
                                        <a:lnTo>
                                          <a:pt x="2" y="9"/>
                                        </a:lnTo>
                                        <a:lnTo>
                                          <a:pt x="3" y="9"/>
                                        </a:lnTo>
                                        <a:lnTo>
                                          <a:pt x="5" y="9"/>
                                        </a:lnTo>
                                        <a:lnTo>
                                          <a:pt x="6" y="9"/>
                                        </a:lnTo>
                                        <a:lnTo>
                                          <a:pt x="8" y="8"/>
                                        </a:lnTo>
                                        <a:lnTo>
                                          <a:pt x="9" y="6"/>
                                        </a:lnTo>
                                        <a:lnTo>
                                          <a:pt x="9" y="5"/>
                                        </a:lnTo>
                                        <a:lnTo>
                                          <a:pt x="8" y="3"/>
                                        </a:lnTo>
                                        <a:lnTo>
                                          <a:pt x="6" y="2"/>
                                        </a:lnTo>
                                        <a:lnTo>
                                          <a:pt x="5" y="0"/>
                                        </a:lnTo>
                                        <a:lnTo>
                                          <a:pt x="3" y="0"/>
                                        </a:lnTo>
                                        <a:lnTo>
                                          <a:pt x="2"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grpSp>
                            <p:grpSp>
                              <p:nvGrpSpPr>
                                <p:cNvPr id="75" name="Group 74"/>
                                <p:cNvGrpSpPr/>
                                <p:nvPr/>
                              </p:nvGrpSpPr>
                              <p:grpSpPr>
                                <a:xfrm>
                                  <a:off x="2165350" y="2533650"/>
                                  <a:ext cx="5284788" cy="1771650"/>
                                  <a:chOff x="2165350" y="2533650"/>
                                  <a:chExt cx="5284788" cy="1771650"/>
                                </a:xfrm>
                              </p:grpSpPr>
                              <p:sp>
                                <p:nvSpPr>
                                  <p:cNvPr id="76" name="Freeform 68"/>
                                  <p:cNvSpPr>
                                    <a:spLocks/>
                                  </p:cNvSpPr>
                                  <p:nvPr/>
                                </p:nvSpPr>
                                <p:spPr bwMode="auto">
                                  <a:xfrm>
                                    <a:off x="2303463" y="3281363"/>
                                    <a:ext cx="5146675" cy="239712"/>
                                  </a:xfrm>
                                  <a:custGeom>
                                    <a:avLst/>
                                    <a:gdLst>
                                      <a:gd name="T0" fmla="*/ 2147483646 w 3242"/>
                                      <a:gd name="T1" fmla="*/ 2147483646 h 151"/>
                                      <a:gd name="T2" fmla="*/ 2147483646 w 3242"/>
                                      <a:gd name="T3" fmla="*/ 2147483646 h 151"/>
                                      <a:gd name="T4" fmla="*/ 2147483646 w 3242"/>
                                      <a:gd name="T5" fmla="*/ 2147483646 h 151"/>
                                      <a:gd name="T6" fmla="*/ 2147483646 w 3242"/>
                                      <a:gd name="T7" fmla="*/ 2147483646 h 151"/>
                                      <a:gd name="T8" fmla="*/ 2147483646 w 3242"/>
                                      <a:gd name="T9" fmla="*/ 2147483646 h 151"/>
                                      <a:gd name="T10" fmla="*/ 2147483646 w 3242"/>
                                      <a:gd name="T11" fmla="*/ 2147483646 h 151"/>
                                      <a:gd name="T12" fmla="*/ 2147483646 w 3242"/>
                                      <a:gd name="T13" fmla="*/ 2147483646 h 151"/>
                                      <a:gd name="T14" fmla="*/ 2147483646 w 3242"/>
                                      <a:gd name="T15" fmla="*/ 2147483646 h 151"/>
                                      <a:gd name="T16" fmla="*/ 2147483646 w 3242"/>
                                      <a:gd name="T17" fmla="*/ 2147483646 h 151"/>
                                      <a:gd name="T18" fmla="*/ 2147483646 w 3242"/>
                                      <a:gd name="T19" fmla="*/ 2147483646 h 151"/>
                                      <a:gd name="T20" fmla="*/ 2147483646 w 3242"/>
                                      <a:gd name="T21" fmla="*/ 2147483646 h 151"/>
                                      <a:gd name="T22" fmla="*/ 2147483646 w 3242"/>
                                      <a:gd name="T23" fmla="*/ 2147483646 h 151"/>
                                      <a:gd name="T24" fmla="*/ 2147483646 w 3242"/>
                                      <a:gd name="T25" fmla="*/ 2147483646 h 151"/>
                                      <a:gd name="T26" fmla="*/ 2147483646 w 3242"/>
                                      <a:gd name="T27" fmla="*/ 2147483646 h 151"/>
                                      <a:gd name="T28" fmla="*/ 2147483646 w 3242"/>
                                      <a:gd name="T29" fmla="*/ 2147483646 h 151"/>
                                      <a:gd name="T30" fmla="*/ 2147483646 w 3242"/>
                                      <a:gd name="T31" fmla="*/ 2147483646 h 151"/>
                                      <a:gd name="T32" fmla="*/ 2147483646 w 3242"/>
                                      <a:gd name="T33" fmla="*/ 2147483646 h 151"/>
                                      <a:gd name="T34" fmla="*/ 2147483646 w 3242"/>
                                      <a:gd name="T35" fmla="*/ 2147483646 h 151"/>
                                      <a:gd name="T36" fmla="*/ 2147483646 w 3242"/>
                                      <a:gd name="T37" fmla="*/ 2147483646 h 151"/>
                                      <a:gd name="T38" fmla="*/ 2147483646 w 3242"/>
                                      <a:gd name="T39" fmla="*/ 2147483646 h 151"/>
                                      <a:gd name="T40" fmla="*/ 2147483646 w 3242"/>
                                      <a:gd name="T41" fmla="*/ 2147483646 h 151"/>
                                      <a:gd name="T42" fmla="*/ 2147483646 w 3242"/>
                                      <a:gd name="T43" fmla="*/ 2147483646 h 151"/>
                                      <a:gd name="T44" fmla="*/ 2147483646 w 3242"/>
                                      <a:gd name="T45" fmla="*/ 2147483646 h 151"/>
                                      <a:gd name="T46" fmla="*/ 2147483646 w 3242"/>
                                      <a:gd name="T47" fmla="*/ 2147483646 h 151"/>
                                      <a:gd name="T48" fmla="*/ 2147483646 w 3242"/>
                                      <a:gd name="T49" fmla="*/ 2147483646 h 151"/>
                                      <a:gd name="T50" fmla="*/ 2147483646 w 3242"/>
                                      <a:gd name="T51" fmla="*/ 2147483646 h 151"/>
                                      <a:gd name="T52" fmla="*/ 2147483646 w 3242"/>
                                      <a:gd name="T53" fmla="*/ 2147483646 h 151"/>
                                      <a:gd name="T54" fmla="*/ 2147483646 w 3242"/>
                                      <a:gd name="T55" fmla="*/ 2147483646 h 151"/>
                                      <a:gd name="T56" fmla="*/ 2147483646 w 3242"/>
                                      <a:gd name="T57" fmla="*/ 2147483646 h 151"/>
                                      <a:gd name="T58" fmla="*/ 2147483646 w 3242"/>
                                      <a:gd name="T59" fmla="*/ 2147483646 h 151"/>
                                      <a:gd name="T60" fmla="*/ 2147483646 w 3242"/>
                                      <a:gd name="T61" fmla="*/ 0 h 151"/>
                                      <a:gd name="T62" fmla="*/ 2147483646 w 3242"/>
                                      <a:gd name="T63" fmla="*/ 0 h 151"/>
                                      <a:gd name="T64" fmla="*/ 2147483646 w 3242"/>
                                      <a:gd name="T65" fmla="*/ 0 h 151"/>
                                      <a:gd name="T66" fmla="*/ 2147483646 w 3242"/>
                                      <a:gd name="T67" fmla="*/ 2147483646 h 151"/>
                                      <a:gd name="T68" fmla="*/ 2147483646 w 3242"/>
                                      <a:gd name="T69" fmla="*/ 2147483646 h 151"/>
                                      <a:gd name="T70" fmla="*/ 2147483646 w 3242"/>
                                      <a:gd name="T71" fmla="*/ 2147483646 h 151"/>
                                      <a:gd name="T72" fmla="*/ 2147483646 w 3242"/>
                                      <a:gd name="T73" fmla="*/ 2147483646 h 151"/>
                                      <a:gd name="T74" fmla="*/ 2147483646 w 3242"/>
                                      <a:gd name="T75" fmla="*/ 2147483646 h 151"/>
                                      <a:gd name="T76" fmla="*/ 2147483646 w 3242"/>
                                      <a:gd name="T77" fmla="*/ 2147483646 h 151"/>
                                      <a:gd name="T78" fmla="*/ 2147483646 w 3242"/>
                                      <a:gd name="T79" fmla="*/ 2147483646 h 151"/>
                                      <a:gd name="T80" fmla="*/ 2147483646 w 3242"/>
                                      <a:gd name="T81" fmla="*/ 2147483646 h 151"/>
                                      <a:gd name="T82" fmla="*/ 2147483646 w 3242"/>
                                      <a:gd name="T83" fmla="*/ 2147483646 h 151"/>
                                      <a:gd name="T84" fmla="*/ 2147483646 w 3242"/>
                                      <a:gd name="T85" fmla="*/ 2147483646 h 151"/>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3242"/>
                                      <a:gd name="T130" fmla="*/ 0 h 151"/>
                                      <a:gd name="T131" fmla="*/ 3242 w 3242"/>
                                      <a:gd name="T132" fmla="*/ 151 h 151"/>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3242" h="151">
                                        <a:moveTo>
                                          <a:pt x="0" y="81"/>
                                        </a:moveTo>
                                        <a:lnTo>
                                          <a:pt x="71" y="106"/>
                                        </a:lnTo>
                                        <a:lnTo>
                                          <a:pt x="142" y="127"/>
                                        </a:lnTo>
                                        <a:lnTo>
                                          <a:pt x="176" y="136"/>
                                        </a:lnTo>
                                        <a:lnTo>
                                          <a:pt x="208" y="143"/>
                                        </a:lnTo>
                                        <a:lnTo>
                                          <a:pt x="238" y="148"/>
                                        </a:lnTo>
                                        <a:lnTo>
                                          <a:pt x="266" y="151"/>
                                        </a:lnTo>
                                        <a:lnTo>
                                          <a:pt x="292" y="149"/>
                                        </a:lnTo>
                                        <a:lnTo>
                                          <a:pt x="317" y="145"/>
                                        </a:lnTo>
                                        <a:lnTo>
                                          <a:pt x="338" y="138"/>
                                        </a:lnTo>
                                        <a:lnTo>
                                          <a:pt x="360" y="129"/>
                                        </a:lnTo>
                                        <a:lnTo>
                                          <a:pt x="398" y="110"/>
                                        </a:lnTo>
                                        <a:lnTo>
                                          <a:pt x="417" y="101"/>
                                        </a:lnTo>
                                        <a:lnTo>
                                          <a:pt x="436" y="94"/>
                                        </a:lnTo>
                                        <a:lnTo>
                                          <a:pt x="472" y="82"/>
                                        </a:lnTo>
                                        <a:lnTo>
                                          <a:pt x="505" y="72"/>
                                        </a:lnTo>
                                        <a:lnTo>
                                          <a:pt x="536" y="62"/>
                                        </a:lnTo>
                                        <a:lnTo>
                                          <a:pt x="566" y="55"/>
                                        </a:lnTo>
                                        <a:lnTo>
                                          <a:pt x="579" y="52"/>
                                        </a:lnTo>
                                        <a:lnTo>
                                          <a:pt x="593" y="49"/>
                                        </a:lnTo>
                                        <a:lnTo>
                                          <a:pt x="614" y="45"/>
                                        </a:lnTo>
                                        <a:lnTo>
                                          <a:pt x="626" y="43"/>
                                        </a:lnTo>
                                        <a:lnTo>
                                          <a:pt x="638" y="42"/>
                                        </a:lnTo>
                                        <a:lnTo>
                                          <a:pt x="654" y="39"/>
                                        </a:lnTo>
                                        <a:lnTo>
                                          <a:pt x="671" y="37"/>
                                        </a:lnTo>
                                        <a:lnTo>
                                          <a:pt x="678" y="36"/>
                                        </a:lnTo>
                                        <a:lnTo>
                                          <a:pt x="683" y="36"/>
                                        </a:lnTo>
                                        <a:lnTo>
                                          <a:pt x="686" y="34"/>
                                        </a:lnTo>
                                        <a:lnTo>
                                          <a:pt x="686" y="33"/>
                                        </a:lnTo>
                                        <a:lnTo>
                                          <a:pt x="684" y="32"/>
                                        </a:lnTo>
                                        <a:lnTo>
                                          <a:pt x="686" y="30"/>
                                        </a:lnTo>
                                        <a:lnTo>
                                          <a:pt x="688" y="29"/>
                                        </a:lnTo>
                                        <a:lnTo>
                                          <a:pt x="693" y="27"/>
                                        </a:lnTo>
                                        <a:lnTo>
                                          <a:pt x="703" y="27"/>
                                        </a:lnTo>
                                        <a:lnTo>
                                          <a:pt x="716" y="26"/>
                                        </a:lnTo>
                                        <a:lnTo>
                                          <a:pt x="725" y="24"/>
                                        </a:lnTo>
                                        <a:lnTo>
                                          <a:pt x="735" y="24"/>
                                        </a:lnTo>
                                        <a:lnTo>
                                          <a:pt x="748" y="24"/>
                                        </a:lnTo>
                                        <a:lnTo>
                                          <a:pt x="761" y="23"/>
                                        </a:lnTo>
                                        <a:lnTo>
                                          <a:pt x="777" y="23"/>
                                        </a:lnTo>
                                        <a:lnTo>
                                          <a:pt x="793" y="23"/>
                                        </a:lnTo>
                                        <a:lnTo>
                                          <a:pt x="813" y="21"/>
                                        </a:lnTo>
                                        <a:lnTo>
                                          <a:pt x="835" y="21"/>
                                        </a:lnTo>
                                        <a:lnTo>
                                          <a:pt x="858" y="20"/>
                                        </a:lnTo>
                                        <a:lnTo>
                                          <a:pt x="884" y="20"/>
                                        </a:lnTo>
                                        <a:lnTo>
                                          <a:pt x="914" y="20"/>
                                        </a:lnTo>
                                        <a:lnTo>
                                          <a:pt x="945" y="18"/>
                                        </a:lnTo>
                                        <a:lnTo>
                                          <a:pt x="980" y="18"/>
                                        </a:lnTo>
                                        <a:lnTo>
                                          <a:pt x="1018" y="17"/>
                                        </a:lnTo>
                                        <a:lnTo>
                                          <a:pt x="1059" y="16"/>
                                        </a:lnTo>
                                        <a:lnTo>
                                          <a:pt x="1101" y="16"/>
                                        </a:lnTo>
                                        <a:lnTo>
                                          <a:pt x="1146" y="14"/>
                                        </a:lnTo>
                                        <a:lnTo>
                                          <a:pt x="1192" y="13"/>
                                        </a:lnTo>
                                        <a:lnTo>
                                          <a:pt x="1242" y="13"/>
                                        </a:lnTo>
                                        <a:lnTo>
                                          <a:pt x="1291" y="11"/>
                                        </a:lnTo>
                                        <a:lnTo>
                                          <a:pt x="1396" y="10"/>
                                        </a:lnTo>
                                        <a:lnTo>
                                          <a:pt x="1505" y="7"/>
                                        </a:lnTo>
                                        <a:lnTo>
                                          <a:pt x="1616" y="5"/>
                                        </a:lnTo>
                                        <a:lnTo>
                                          <a:pt x="1728" y="4"/>
                                        </a:lnTo>
                                        <a:lnTo>
                                          <a:pt x="1840" y="2"/>
                                        </a:lnTo>
                                        <a:lnTo>
                                          <a:pt x="1950" y="1"/>
                                        </a:lnTo>
                                        <a:lnTo>
                                          <a:pt x="2058" y="0"/>
                                        </a:lnTo>
                                        <a:lnTo>
                                          <a:pt x="2110" y="0"/>
                                        </a:lnTo>
                                        <a:lnTo>
                                          <a:pt x="2160" y="0"/>
                                        </a:lnTo>
                                        <a:lnTo>
                                          <a:pt x="2209" y="0"/>
                                        </a:lnTo>
                                        <a:lnTo>
                                          <a:pt x="2255" y="0"/>
                                        </a:lnTo>
                                        <a:lnTo>
                                          <a:pt x="2300" y="1"/>
                                        </a:lnTo>
                                        <a:lnTo>
                                          <a:pt x="2344" y="1"/>
                                        </a:lnTo>
                                        <a:lnTo>
                                          <a:pt x="2385" y="1"/>
                                        </a:lnTo>
                                        <a:lnTo>
                                          <a:pt x="2422" y="2"/>
                                        </a:lnTo>
                                        <a:lnTo>
                                          <a:pt x="2495" y="5"/>
                                        </a:lnTo>
                                        <a:lnTo>
                                          <a:pt x="2563" y="8"/>
                                        </a:lnTo>
                                        <a:lnTo>
                                          <a:pt x="2629" y="13"/>
                                        </a:lnTo>
                                        <a:lnTo>
                                          <a:pt x="2693" y="17"/>
                                        </a:lnTo>
                                        <a:lnTo>
                                          <a:pt x="2752" y="23"/>
                                        </a:lnTo>
                                        <a:lnTo>
                                          <a:pt x="2809" y="29"/>
                                        </a:lnTo>
                                        <a:lnTo>
                                          <a:pt x="2864" y="34"/>
                                        </a:lnTo>
                                        <a:lnTo>
                                          <a:pt x="2915" y="42"/>
                                        </a:lnTo>
                                        <a:lnTo>
                                          <a:pt x="2964" y="48"/>
                                        </a:lnTo>
                                        <a:lnTo>
                                          <a:pt x="3011" y="55"/>
                                        </a:lnTo>
                                        <a:lnTo>
                                          <a:pt x="3056" y="61"/>
                                        </a:lnTo>
                                        <a:lnTo>
                                          <a:pt x="3098" y="66"/>
                                        </a:lnTo>
                                        <a:lnTo>
                                          <a:pt x="3137" y="72"/>
                                        </a:lnTo>
                                        <a:lnTo>
                                          <a:pt x="3173" y="77"/>
                                        </a:lnTo>
                                        <a:lnTo>
                                          <a:pt x="3208" y="81"/>
                                        </a:lnTo>
                                        <a:lnTo>
                                          <a:pt x="3242" y="85"/>
                                        </a:lnTo>
                                      </a:path>
                                    </a:pathLst>
                                  </a:custGeom>
                                  <a:noFill/>
                                  <a:ln w="142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grpSp>
                                <p:nvGrpSpPr>
                                  <p:cNvPr id="77" name="Group 76"/>
                                  <p:cNvGrpSpPr/>
                                  <p:nvPr/>
                                </p:nvGrpSpPr>
                                <p:grpSpPr>
                                  <a:xfrm>
                                    <a:off x="2165350" y="2533650"/>
                                    <a:ext cx="5249863" cy="1771650"/>
                                    <a:chOff x="2165350" y="2533650"/>
                                    <a:chExt cx="5249863" cy="1771650"/>
                                  </a:xfrm>
                                </p:grpSpPr>
                                <p:sp>
                                  <p:nvSpPr>
                                    <p:cNvPr id="78" name="Freeform 4"/>
                                    <p:cNvSpPr>
                                      <a:spLocks/>
                                    </p:cNvSpPr>
                                    <p:nvPr/>
                                  </p:nvSpPr>
                                  <p:spPr bwMode="auto">
                                    <a:xfrm>
                                      <a:off x="2276475" y="2533650"/>
                                      <a:ext cx="109538" cy="774700"/>
                                    </a:xfrm>
                                    <a:custGeom>
                                      <a:avLst/>
                                      <a:gdLst>
                                        <a:gd name="T0" fmla="*/ 2147483646 w 69"/>
                                        <a:gd name="T1" fmla="*/ 0 h 488"/>
                                        <a:gd name="T2" fmla="*/ 2147483646 w 69"/>
                                        <a:gd name="T3" fmla="*/ 2147483646 h 488"/>
                                        <a:gd name="T4" fmla="*/ 0 w 69"/>
                                        <a:gd name="T5" fmla="*/ 2147483646 h 488"/>
                                        <a:gd name="T6" fmla="*/ 0 60000 65536"/>
                                        <a:gd name="T7" fmla="*/ 0 60000 65536"/>
                                        <a:gd name="T8" fmla="*/ 0 60000 65536"/>
                                        <a:gd name="T9" fmla="*/ 0 w 69"/>
                                        <a:gd name="T10" fmla="*/ 0 h 488"/>
                                        <a:gd name="T11" fmla="*/ 69 w 69"/>
                                        <a:gd name="T12" fmla="*/ 488 h 488"/>
                                      </a:gdLst>
                                      <a:ahLst/>
                                      <a:cxnLst>
                                        <a:cxn ang="T6">
                                          <a:pos x="T0" y="T1"/>
                                        </a:cxn>
                                        <a:cxn ang="T7">
                                          <a:pos x="T2" y="T3"/>
                                        </a:cxn>
                                        <a:cxn ang="T8">
                                          <a:pos x="T4" y="T5"/>
                                        </a:cxn>
                                      </a:cxnLst>
                                      <a:rect l="T9" t="T10" r="T11" b="T12"/>
                                      <a:pathLst>
                                        <a:path w="69" h="488">
                                          <a:moveTo>
                                            <a:pt x="69" y="0"/>
                                          </a:moveTo>
                                          <a:lnTo>
                                            <a:pt x="69" y="349"/>
                                          </a:lnTo>
                                          <a:lnTo>
                                            <a:pt x="0" y="488"/>
                                          </a:lnTo>
                                        </a:path>
                                      </a:pathLst>
                                    </a:custGeom>
                                    <a:noFill/>
                                    <a:ln w="142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79" name="Freeform 5"/>
                                    <p:cNvSpPr>
                                      <a:spLocks/>
                                    </p:cNvSpPr>
                                    <p:nvPr/>
                                  </p:nvSpPr>
                                  <p:spPr bwMode="auto">
                                    <a:xfrm>
                                      <a:off x="2276475" y="3529013"/>
                                      <a:ext cx="109538" cy="776287"/>
                                    </a:xfrm>
                                    <a:custGeom>
                                      <a:avLst/>
                                      <a:gdLst>
                                        <a:gd name="T0" fmla="*/ 2147483646 w 69"/>
                                        <a:gd name="T1" fmla="*/ 2147483646 h 489"/>
                                        <a:gd name="T2" fmla="*/ 2147483646 w 69"/>
                                        <a:gd name="T3" fmla="*/ 2147483646 h 489"/>
                                        <a:gd name="T4" fmla="*/ 0 w 69"/>
                                        <a:gd name="T5" fmla="*/ 0 h 489"/>
                                        <a:gd name="T6" fmla="*/ 0 60000 65536"/>
                                        <a:gd name="T7" fmla="*/ 0 60000 65536"/>
                                        <a:gd name="T8" fmla="*/ 0 60000 65536"/>
                                        <a:gd name="T9" fmla="*/ 0 w 69"/>
                                        <a:gd name="T10" fmla="*/ 0 h 489"/>
                                        <a:gd name="T11" fmla="*/ 69 w 69"/>
                                        <a:gd name="T12" fmla="*/ 489 h 489"/>
                                      </a:gdLst>
                                      <a:ahLst/>
                                      <a:cxnLst>
                                        <a:cxn ang="T6">
                                          <a:pos x="T0" y="T1"/>
                                        </a:cxn>
                                        <a:cxn ang="T7">
                                          <a:pos x="T2" y="T3"/>
                                        </a:cxn>
                                        <a:cxn ang="T8">
                                          <a:pos x="T4" y="T5"/>
                                        </a:cxn>
                                      </a:cxnLst>
                                      <a:rect l="T9" t="T10" r="T11" b="T12"/>
                                      <a:pathLst>
                                        <a:path w="69" h="489">
                                          <a:moveTo>
                                            <a:pt x="69" y="489"/>
                                          </a:moveTo>
                                          <a:lnTo>
                                            <a:pt x="69" y="140"/>
                                          </a:lnTo>
                                          <a:lnTo>
                                            <a:pt x="0" y="0"/>
                                          </a:lnTo>
                                        </a:path>
                                      </a:pathLst>
                                    </a:custGeom>
                                    <a:noFill/>
                                    <a:ln w="142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80" name="Freeform 6"/>
                                    <p:cNvSpPr>
                                      <a:spLocks/>
                                    </p:cNvSpPr>
                                    <p:nvPr/>
                                  </p:nvSpPr>
                                  <p:spPr bwMode="auto">
                                    <a:xfrm>
                                      <a:off x="2165350" y="3308350"/>
                                      <a:ext cx="111125" cy="220663"/>
                                    </a:xfrm>
                                    <a:custGeom>
                                      <a:avLst/>
                                      <a:gdLst>
                                        <a:gd name="T0" fmla="*/ 0 w 70"/>
                                        <a:gd name="T1" fmla="*/ 0 h 139"/>
                                        <a:gd name="T2" fmla="*/ 2147483646 w 70"/>
                                        <a:gd name="T3" fmla="*/ 2147483646 h 139"/>
                                        <a:gd name="T4" fmla="*/ 2147483646 w 70"/>
                                        <a:gd name="T5" fmla="*/ 2147483646 h 139"/>
                                        <a:gd name="T6" fmla="*/ 2147483646 w 70"/>
                                        <a:gd name="T7" fmla="*/ 2147483646 h 139"/>
                                        <a:gd name="T8" fmla="*/ 2147483646 w 70"/>
                                        <a:gd name="T9" fmla="*/ 2147483646 h 139"/>
                                        <a:gd name="T10" fmla="*/ 2147483646 w 70"/>
                                        <a:gd name="T11" fmla="*/ 2147483646 h 139"/>
                                        <a:gd name="T12" fmla="*/ 2147483646 w 70"/>
                                        <a:gd name="T13" fmla="*/ 2147483646 h 139"/>
                                        <a:gd name="T14" fmla="*/ 2147483646 w 70"/>
                                        <a:gd name="T15" fmla="*/ 2147483646 h 139"/>
                                        <a:gd name="T16" fmla="*/ 2147483646 w 70"/>
                                        <a:gd name="T17" fmla="*/ 2147483646 h 139"/>
                                        <a:gd name="T18" fmla="*/ 2147483646 w 70"/>
                                        <a:gd name="T19" fmla="*/ 2147483646 h 139"/>
                                        <a:gd name="T20" fmla="*/ 2147483646 w 70"/>
                                        <a:gd name="T21" fmla="*/ 2147483646 h 139"/>
                                        <a:gd name="T22" fmla="*/ 2147483646 w 70"/>
                                        <a:gd name="T23" fmla="*/ 2147483646 h 139"/>
                                        <a:gd name="T24" fmla="*/ 2147483646 w 70"/>
                                        <a:gd name="T25" fmla="*/ 2147483646 h 139"/>
                                        <a:gd name="T26" fmla="*/ 2147483646 w 70"/>
                                        <a:gd name="T27" fmla="*/ 2147483646 h 139"/>
                                        <a:gd name="T28" fmla="*/ 0 w 70"/>
                                        <a:gd name="T29" fmla="*/ 2147483646 h 13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70"/>
                                        <a:gd name="T46" fmla="*/ 0 h 139"/>
                                        <a:gd name="T47" fmla="*/ 70 w 70"/>
                                        <a:gd name="T48" fmla="*/ 139 h 13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70" h="139">
                                          <a:moveTo>
                                            <a:pt x="0" y="0"/>
                                          </a:moveTo>
                                          <a:lnTo>
                                            <a:pt x="26" y="17"/>
                                          </a:lnTo>
                                          <a:lnTo>
                                            <a:pt x="38" y="26"/>
                                          </a:lnTo>
                                          <a:lnTo>
                                            <a:pt x="48" y="35"/>
                                          </a:lnTo>
                                          <a:lnTo>
                                            <a:pt x="57" y="44"/>
                                          </a:lnTo>
                                          <a:lnTo>
                                            <a:pt x="64" y="52"/>
                                          </a:lnTo>
                                          <a:lnTo>
                                            <a:pt x="68" y="61"/>
                                          </a:lnTo>
                                          <a:lnTo>
                                            <a:pt x="70" y="70"/>
                                          </a:lnTo>
                                          <a:lnTo>
                                            <a:pt x="68" y="78"/>
                                          </a:lnTo>
                                          <a:lnTo>
                                            <a:pt x="64" y="87"/>
                                          </a:lnTo>
                                          <a:lnTo>
                                            <a:pt x="57" y="96"/>
                                          </a:lnTo>
                                          <a:lnTo>
                                            <a:pt x="48" y="105"/>
                                          </a:lnTo>
                                          <a:lnTo>
                                            <a:pt x="38" y="113"/>
                                          </a:lnTo>
                                          <a:lnTo>
                                            <a:pt x="26" y="122"/>
                                          </a:lnTo>
                                          <a:lnTo>
                                            <a:pt x="0" y="139"/>
                                          </a:lnTo>
                                        </a:path>
                                      </a:pathLst>
                                    </a:custGeom>
                                    <a:noFill/>
                                    <a:ln w="142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81" name="Freeform 7"/>
                                    <p:cNvSpPr>
                                      <a:spLocks/>
                                    </p:cNvSpPr>
                                    <p:nvPr/>
                                  </p:nvSpPr>
                                  <p:spPr bwMode="auto">
                                    <a:xfrm>
                                      <a:off x="3160713" y="2574925"/>
                                      <a:ext cx="442912" cy="554038"/>
                                    </a:xfrm>
                                    <a:custGeom>
                                      <a:avLst/>
                                      <a:gdLst>
                                        <a:gd name="T0" fmla="*/ 2147483646 w 279"/>
                                        <a:gd name="T1" fmla="*/ 0 h 349"/>
                                        <a:gd name="T2" fmla="*/ 0 w 279"/>
                                        <a:gd name="T3" fmla="*/ 0 h 349"/>
                                        <a:gd name="T4" fmla="*/ 0 w 279"/>
                                        <a:gd name="T5" fmla="*/ 2147483646 h 349"/>
                                        <a:gd name="T6" fmla="*/ 2147483646 w 279"/>
                                        <a:gd name="T7" fmla="*/ 2147483646 h 349"/>
                                        <a:gd name="T8" fmla="*/ 0 60000 65536"/>
                                        <a:gd name="T9" fmla="*/ 0 60000 65536"/>
                                        <a:gd name="T10" fmla="*/ 0 60000 65536"/>
                                        <a:gd name="T11" fmla="*/ 0 60000 65536"/>
                                        <a:gd name="T12" fmla="*/ 0 w 279"/>
                                        <a:gd name="T13" fmla="*/ 0 h 349"/>
                                        <a:gd name="T14" fmla="*/ 279 w 279"/>
                                        <a:gd name="T15" fmla="*/ 349 h 349"/>
                                      </a:gdLst>
                                      <a:ahLst/>
                                      <a:cxnLst>
                                        <a:cxn ang="T8">
                                          <a:pos x="T0" y="T1"/>
                                        </a:cxn>
                                        <a:cxn ang="T9">
                                          <a:pos x="T2" y="T3"/>
                                        </a:cxn>
                                        <a:cxn ang="T10">
                                          <a:pos x="T4" y="T5"/>
                                        </a:cxn>
                                        <a:cxn ang="T11">
                                          <a:pos x="T6" y="T7"/>
                                        </a:cxn>
                                      </a:cxnLst>
                                      <a:rect l="T12" t="T13" r="T14" b="T15"/>
                                      <a:pathLst>
                                        <a:path w="279" h="349">
                                          <a:moveTo>
                                            <a:pt x="209" y="0"/>
                                          </a:moveTo>
                                          <a:lnTo>
                                            <a:pt x="0" y="0"/>
                                          </a:lnTo>
                                          <a:lnTo>
                                            <a:pt x="0" y="349"/>
                                          </a:lnTo>
                                          <a:lnTo>
                                            <a:pt x="279" y="349"/>
                                          </a:lnTo>
                                        </a:path>
                                      </a:pathLst>
                                    </a:custGeom>
                                    <a:noFill/>
                                    <a:ln w="142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82" name="Freeform 8"/>
                                    <p:cNvSpPr>
                                      <a:spLocks/>
                                    </p:cNvSpPr>
                                    <p:nvPr/>
                                  </p:nvSpPr>
                                  <p:spPr bwMode="auto">
                                    <a:xfrm>
                                      <a:off x="3160713" y="3681413"/>
                                      <a:ext cx="442912" cy="554037"/>
                                    </a:xfrm>
                                    <a:custGeom>
                                      <a:avLst/>
                                      <a:gdLst>
                                        <a:gd name="T0" fmla="*/ 2147483646 w 279"/>
                                        <a:gd name="T1" fmla="*/ 2147483646 h 349"/>
                                        <a:gd name="T2" fmla="*/ 0 w 279"/>
                                        <a:gd name="T3" fmla="*/ 2147483646 h 349"/>
                                        <a:gd name="T4" fmla="*/ 0 w 279"/>
                                        <a:gd name="T5" fmla="*/ 0 h 349"/>
                                        <a:gd name="T6" fmla="*/ 2147483646 w 279"/>
                                        <a:gd name="T7" fmla="*/ 0 h 349"/>
                                        <a:gd name="T8" fmla="*/ 0 60000 65536"/>
                                        <a:gd name="T9" fmla="*/ 0 60000 65536"/>
                                        <a:gd name="T10" fmla="*/ 0 60000 65536"/>
                                        <a:gd name="T11" fmla="*/ 0 60000 65536"/>
                                        <a:gd name="T12" fmla="*/ 0 w 279"/>
                                        <a:gd name="T13" fmla="*/ 0 h 349"/>
                                        <a:gd name="T14" fmla="*/ 279 w 279"/>
                                        <a:gd name="T15" fmla="*/ 349 h 349"/>
                                      </a:gdLst>
                                      <a:ahLst/>
                                      <a:cxnLst>
                                        <a:cxn ang="T8">
                                          <a:pos x="T0" y="T1"/>
                                        </a:cxn>
                                        <a:cxn ang="T9">
                                          <a:pos x="T2" y="T3"/>
                                        </a:cxn>
                                        <a:cxn ang="T10">
                                          <a:pos x="T4" y="T5"/>
                                        </a:cxn>
                                        <a:cxn ang="T11">
                                          <a:pos x="T6" y="T7"/>
                                        </a:cxn>
                                      </a:cxnLst>
                                      <a:rect l="T12" t="T13" r="T14" b="T15"/>
                                      <a:pathLst>
                                        <a:path w="279" h="349">
                                          <a:moveTo>
                                            <a:pt x="209" y="349"/>
                                          </a:moveTo>
                                          <a:lnTo>
                                            <a:pt x="0" y="349"/>
                                          </a:lnTo>
                                          <a:lnTo>
                                            <a:pt x="0" y="0"/>
                                          </a:lnTo>
                                          <a:lnTo>
                                            <a:pt x="279" y="0"/>
                                          </a:lnTo>
                                        </a:path>
                                      </a:pathLst>
                                    </a:custGeom>
                                    <a:noFill/>
                                    <a:ln w="142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grpSp>
                                  <p:nvGrpSpPr>
                                    <p:cNvPr id="83" name="Group 59"/>
                                    <p:cNvGrpSpPr>
                                      <a:grpSpLocks/>
                                    </p:cNvGrpSpPr>
                                    <p:nvPr/>
                                  </p:nvGrpSpPr>
                                  <p:grpSpPr bwMode="auto">
                                    <a:xfrm>
                                      <a:off x="4600575" y="3668713"/>
                                      <a:ext cx="1770063" cy="552450"/>
                                      <a:chOff x="2910" y="2263"/>
                                      <a:chExt cx="1115" cy="348"/>
                                    </a:xfrm>
                                  </p:grpSpPr>
                                  <p:sp>
                                    <p:nvSpPr>
                                      <p:cNvPr id="135" name="Freeform 60"/>
                                      <p:cNvSpPr>
                                        <a:spLocks/>
                                      </p:cNvSpPr>
                                      <p:nvPr/>
                                    </p:nvSpPr>
                                    <p:spPr bwMode="auto">
                                      <a:xfrm>
                                        <a:off x="2910" y="2263"/>
                                        <a:ext cx="1115" cy="348"/>
                                      </a:xfrm>
                                      <a:custGeom>
                                        <a:avLst/>
                                        <a:gdLst>
                                          <a:gd name="T0" fmla="*/ 697 w 1115"/>
                                          <a:gd name="T1" fmla="*/ 0 h 348"/>
                                          <a:gd name="T2" fmla="*/ 0 w 1115"/>
                                          <a:gd name="T3" fmla="*/ 0 h 348"/>
                                          <a:gd name="T4" fmla="*/ 0 w 1115"/>
                                          <a:gd name="T5" fmla="*/ 348 h 348"/>
                                          <a:gd name="T6" fmla="*/ 1115 w 1115"/>
                                          <a:gd name="T7" fmla="*/ 348 h 348"/>
                                          <a:gd name="T8" fmla="*/ 1115 w 1115"/>
                                          <a:gd name="T9" fmla="*/ 0 h 348"/>
                                          <a:gd name="T10" fmla="*/ 1045 w 1115"/>
                                          <a:gd name="T11" fmla="*/ 0 h 348"/>
                                          <a:gd name="T12" fmla="*/ 1045 w 1115"/>
                                          <a:gd name="T13" fmla="*/ 279 h 348"/>
                                          <a:gd name="T14" fmla="*/ 139 w 1115"/>
                                          <a:gd name="T15" fmla="*/ 279 h 348"/>
                                          <a:gd name="T16" fmla="*/ 139 w 1115"/>
                                          <a:gd name="T17" fmla="*/ 69 h 348"/>
                                          <a:gd name="T18" fmla="*/ 697 w 1115"/>
                                          <a:gd name="T19" fmla="*/ 69 h 348"/>
                                          <a:gd name="T20" fmla="*/ 697 w 1115"/>
                                          <a:gd name="T21" fmla="*/ 0 h 34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115"/>
                                          <a:gd name="T34" fmla="*/ 0 h 348"/>
                                          <a:gd name="T35" fmla="*/ 1115 w 1115"/>
                                          <a:gd name="T36" fmla="*/ 348 h 34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115" h="348">
                                            <a:moveTo>
                                              <a:pt x="697" y="0"/>
                                            </a:moveTo>
                                            <a:lnTo>
                                              <a:pt x="0" y="0"/>
                                            </a:lnTo>
                                            <a:lnTo>
                                              <a:pt x="0" y="348"/>
                                            </a:lnTo>
                                            <a:lnTo>
                                              <a:pt x="1115" y="348"/>
                                            </a:lnTo>
                                            <a:lnTo>
                                              <a:pt x="1115" y="0"/>
                                            </a:lnTo>
                                            <a:lnTo>
                                              <a:pt x="1045" y="0"/>
                                            </a:lnTo>
                                            <a:lnTo>
                                              <a:pt x="1045" y="279"/>
                                            </a:lnTo>
                                            <a:lnTo>
                                              <a:pt x="139" y="279"/>
                                            </a:lnTo>
                                            <a:lnTo>
                                              <a:pt x="139" y="69"/>
                                            </a:lnTo>
                                            <a:lnTo>
                                              <a:pt x="697" y="69"/>
                                            </a:lnTo>
                                            <a:lnTo>
                                              <a:pt x="697" y="0"/>
                                            </a:lnTo>
                                            <a:close/>
                                          </a:path>
                                        </a:pathLst>
                                      </a:custGeom>
                                      <a:solidFill>
                                        <a:srgbClr val="B2B2B2"/>
                                      </a:solidFill>
                                      <a:ln w="14288">
                                        <a:solidFill>
                                          <a:srgbClr val="000000"/>
                                        </a:solidFill>
                                        <a:prstDash val="solid"/>
                                        <a:round/>
                                        <a:headEnd/>
                                        <a:tailEnd/>
                                      </a:ln>
                                    </p:spPr>
                                    <p:txBody>
                                      <a:bodyPr/>
                                      <a:lstStyle/>
                                      <a:p>
                                        <a:endParaRPr lang="en-GB"/>
                                      </a:p>
                                    </p:txBody>
                                  </p:sp>
                                  <p:sp>
                                    <p:nvSpPr>
                                      <p:cNvPr id="136" name="Line 61"/>
                                      <p:cNvSpPr>
                                        <a:spLocks noChangeShapeType="1"/>
                                      </p:cNvSpPr>
                                      <p:nvPr/>
                                    </p:nvSpPr>
                                    <p:spPr bwMode="auto">
                                      <a:xfrm flipV="1">
                                        <a:off x="3049" y="2332"/>
                                        <a:ext cx="558" cy="210"/>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137" name="Line 62"/>
                                      <p:cNvSpPr>
                                        <a:spLocks noChangeShapeType="1"/>
                                      </p:cNvSpPr>
                                      <p:nvPr/>
                                    </p:nvSpPr>
                                    <p:spPr bwMode="auto">
                                      <a:xfrm>
                                        <a:off x="3049" y="2332"/>
                                        <a:ext cx="558" cy="210"/>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GB"/>
                                      </a:p>
                                    </p:txBody>
                                  </p:sp>
                                </p:grpSp>
                                <p:grpSp>
                                  <p:nvGrpSpPr>
                                    <p:cNvPr id="84" name="Group 63"/>
                                    <p:cNvGrpSpPr>
                                      <a:grpSpLocks/>
                                    </p:cNvGrpSpPr>
                                    <p:nvPr/>
                                  </p:nvGrpSpPr>
                                  <p:grpSpPr bwMode="auto">
                                    <a:xfrm>
                                      <a:off x="4600575" y="2560638"/>
                                      <a:ext cx="1770063" cy="554037"/>
                                      <a:chOff x="2910" y="1565"/>
                                      <a:chExt cx="1115" cy="349"/>
                                    </a:xfrm>
                                  </p:grpSpPr>
                                  <p:sp>
                                    <p:nvSpPr>
                                      <p:cNvPr id="132" name="Freeform 64"/>
                                      <p:cNvSpPr>
                                        <a:spLocks/>
                                      </p:cNvSpPr>
                                      <p:nvPr/>
                                    </p:nvSpPr>
                                    <p:spPr bwMode="auto">
                                      <a:xfrm>
                                        <a:off x="2910" y="1565"/>
                                        <a:ext cx="1115" cy="349"/>
                                      </a:xfrm>
                                      <a:custGeom>
                                        <a:avLst/>
                                        <a:gdLst>
                                          <a:gd name="T0" fmla="*/ 697 w 1115"/>
                                          <a:gd name="T1" fmla="*/ 349 h 349"/>
                                          <a:gd name="T2" fmla="*/ 0 w 1115"/>
                                          <a:gd name="T3" fmla="*/ 349 h 349"/>
                                          <a:gd name="T4" fmla="*/ 0 w 1115"/>
                                          <a:gd name="T5" fmla="*/ 0 h 349"/>
                                          <a:gd name="T6" fmla="*/ 1115 w 1115"/>
                                          <a:gd name="T7" fmla="*/ 0 h 349"/>
                                          <a:gd name="T8" fmla="*/ 1115 w 1115"/>
                                          <a:gd name="T9" fmla="*/ 349 h 349"/>
                                          <a:gd name="T10" fmla="*/ 1045 w 1115"/>
                                          <a:gd name="T11" fmla="*/ 349 h 349"/>
                                          <a:gd name="T12" fmla="*/ 1045 w 1115"/>
                                          <a:gd name="T13" fmla="*/ 70 h 349"/>
                                          <a:gd name="T14" fmla="*/ 139 w 1115"/>
                                          <a:gd name="T15" fmla="*/ 70 h 349"/>
                                          <a:gd name="T16" fmla="*/ 139 w 1115"/>
                                          <a:gd name="T17" fmla="*/ 279 h 349"/>
                                          <a:gd name="T18" fmla="*/ 697 w 1115"/>
                                          <a:gd name="T19" fmla="*/ 279 h 349"/>
                                          <a:gd name="T20" fmla="*/ 697 w 1115"/>
                                          <a:gd name="T21" fmla="*/ 349 h 34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115"/>
                                          <a:gd name="T34" fmla="*/ 0 h 349"/>
                                          <a:gd name="T35" fmla="*/ 1115 w 1115"/>
                                          <a:gd name="T36" fmla="*/ 349 h 34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115" h="349">
                                            <a:moveTo>
                                              <a:pt x="697" y="349"/>
                                            </a:moveTo>
                                            <a:lnTo>
                                              <a:pt x="0" y="349"/>
                                            </a:lnTo>
                                            <a:lnTo>
                                              <a:pt x="0" y="0"/>
                                            </a:lnTo>
                                            <a:lnTo>
                                              <a:pt x="1115" y="0"/>
                                            </a:lnTo>
                                            <a:lnTo>
                                              <a:pt x="1115" y="349"/>
                                            </a:lnTo>
                                            <a:lnTo>
                                              <a:pt x="1045" y="349"/>
                                            </a:lnTo>
                                            <a:lnTo>
                                              <a:pt x="1045" y="70"/>
                                            </a:lnTo>
                                            <a:lnTo>
                                              <a:pt x="139" y="70"/>
                                            </a:lnTo>
                                            <a:lnTo>
                                              <a:pt x="139" y="279"/>
                                            </a:lnTo>
                                            <a:lnTo>
                                              <a:pt x="697" y="279"/>
                                            </a:lnTo>
                                            <a:lnTo>
                                              <a:pt x="697" y="349"/>
                                            </a:lnTo>
                                            <a:close/>
                                          </a:path>
                                        </a:pathLst>
                                      </a:custGeom>
                                      <a:solidFill>
                                        <a:srgbClr val="B2B2B2"/>
                                      </a:solidFill>
                                      <a:ln w="14288">
                                        <a:solidFill>
                                          <a:srgbClr val="000000"/>
                                        </a:solidFill>
                                        <a:prstDash val="solid"/>
                                        <a:round/>
                                        <a:headEnd/>
                                        <a:tailEnd/>
                                      </a:ln>
                                    </p:spPr>
                                    <p:txBody>
                                      <a:bodyPr/>
                                      <a:lstStyle/>
                                      <a:p>
                                        <a:endParaRPr lang="en-GB"/>
                                      </a:p>
                                    </p:txBody>
                                  </p:sp>
                                  <p:sp>
                                    <p:nvSpPr>
                                      <p:cNvPr id="133" name="Line 65"/>
                                      <p:cNvSpPr>
                                        <a:spLocks noChangeShapeType="1"/>
                                      </p:cNvSpPr>
                                      <p:nvPr/>
                                    </p:nvSpPr>
                                    <p:spPr bwMode="auto">
                                      <a:xfrm flipV="1">
                                        <a:off x="3049" y="1635"/>
                                        <a:ext cx="558" cy="209"/>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134" name="Line 66"/>
                                      <p:cNvSpPr>
                                        <a:spLocks noChangeShapeType="1"/>
                                      </p:cNvSpPr>
                                      <p:nvPr/>
                                    </p:nvSpPr>
                                    <p:spPr bwMode="auto">
                                      <a:xfrm>
                                        <a:off x="3049" y="1635"/>
                                        <a:ext cx="558" cy="209"/>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GB"/>
                                      </a:p>
                                    </p:txBody>
                                  </p:sp>
                                </p:grpSp>
                                <p:sp>
                                  <p:nvSpPr>
                                    <p:cNvPr id="85" name="Freeform 67"/>
                                    <p:cNvSpPr>
                                      <a:spLocks/>
                                    </p:cNvSpPr>
                                    <p:nvPr/>
                                  </p:nvSpPr>
                                  <p:spPr bwMode="auto">
                                    <a:xfrm>
                                      <a:off x="2268538" y="3308350"/>
                                      <a:ext cx="5146675" cy="239713"/>
                                    </a:xfrm>
                                    <a:custGeom>
                                      <a:avLst/>
                                      <a:gdLst>
                                        <a:gd name="T0" fmla="*/ 2147483646 w 3242"/>
                                        <a:gd name="T1" fmla="*/ 2147483646 h 151"/>
                                        <a:gd name="T2" fmla="*/ 2147483646 w 3242"/>
                                        <a:gd name="T3" fmla="*/ 2147483646 h 151"/>
                                        <a:gd name="T4" fmla="*/ 2147483646 w 3242"/>
                                        <a:gd name="T5" fmla="*/ 2147483646 h 151"/>
                                        <a:gd name="T6" fmla="*/ 2147483646 w 3242"/>
                                        <a:gd name="T7" fmla="*/ 2147483646 h 151"/>
                                        <a:gd name="T8" fmla="*/ 2147483646 w 3242"/>
                                        <a:gd name="T9" fmla="*/ 2147483646 h 151"/>
                                        <a:gd name="T10" fmla="*/ 2147483646 w 3242"/>
                                        <a:gd name="T11" fmla="*/ 2147483646 h 151"/>
                                        <a:gd name="T12" fmla="*/ 2147483646 w 3242"/>
                                        <a:gd name="T13" fmla="*/ 2147483646 h 151"/>
                                        <a:gd name="T14" fmla="*/ 2147483646 w 3242"/>
                                        <a:gd name="T15" fmla="*/ 2147483646 h 151"/>
                                        <a:gd name="T16" fmla="*/ 2147483646 w 3242"/>
                                        <a:gd name="T17" fmla="*/ 2147483646 h 151"/>
                                        <a:gd name="T18" fmla="*/ 2147483646 w 3242"/>
                                        <a:gd name="T19" fmla="*/ 2147483646 h 151"/>
                                        <a:gd name="T20" fmla="*/ 2147483646 w 3242"/>
                                        <a:gd name="T21" fmla="*/ 2147483646 h 151"/>
                                        <a:gd name="T22" fmla="*/ 2147483646 w 3242"/>
                                        <a:gd name="T23" fmla="*/ 2147483646 h 151"/>
                                        <a:gd name="T24" fmla="*/ 2147483646 w 3242"/>
                                        <a:gd name="T25" fmla="*/ 2147483646 h 151"/>
                                        <a:gd name="T26" fmla="*/ 2147483646 w 3242"/>
                                        <a:gd name="T27" fmla="*/ 2147483646 h 151"/>
                                        <a:gd name="T28" fmla="*/ 2147483646 w 3242"/>
                                        <a:gd name="T29" fmla="*/ 2147483646 h 151"/>
                                        <a:gd name="T30" fmla="*/ 2147483646 w 3242"/>
                                        <a:gd name="T31" fmla="*/ 2147483646 h 151"/>
                                        <a:gd name="T32" fmla="*/ 2147483646 w 3242"/>
                                        <a:gd name="T33" fmla="*/ 2147483646 h 151"/>
                                        <a:gd name="T34" fmla="*/ 2147483646 w 3242"/>
                                        <a:gd name="T35" fmla="*/ 2147483646 h 151"/>
                                        <a:gd name="T36" fmla="*/ 2147483646 w 3242"/>
                                        <a:gd name="T37" fmla="*/ 2147483646 h 151"/>
                                        <a:gd name="T38" fmla="*/ 2147483646 w 3242"/>
                                        <a:gd name="T39" fmla="*/ 2147483646 h 151"/>
                                        <a:gd name="T40" fmla="*/ 2147483646 w 3242"/>
                                        <a:gd name="T41" fmla="*/ 2147483646 h 151"/>
                                        <a:gd name="T42" fmla="*/ 2147483646 w 3242"/>
                                        <a:gd name="T43" fmla="*/ 2147483646 h 151"/>
                                        <a:gd name="T44" fmla="*/ 2147483646 w 3242"/>
                                        <a:gd name="T45" fmla="*/ 2147483646 h 151"/>
                                        <a:gd name="T46" fmla="*/ 2147483646 w 3242"/>
                                        <a:gd name="T47" fmla="*/ 2147483646 h 151"/>
                                        <a:gd name="T48" fmla="*/ 2147483646 w 3242"/>
                                        <a:gd name="T49" fmla="*/ 2147483646 h 151"/>
                                        <a:gd name="T50" fmla="*/ 2147483646 w 3242"/>
                                        <a:gd name="T51" fmla="*/ 2147483646 h 151"/>
                                        <a:gd name="T52" fmla="*/ 2147483646 w 3242"/>
                                        <a:gd name="T53" fmla="*/ 2147483646 h 151"/>
                                        <a:gd name="T54" fmla="*/ 2147483646 w 3242"/>
                                        <a:gd name="T55" fmla="*/ 2147483646 h 151"/>
                                        <a:gd name="T56" fmla="*/ 2147483646 w 3242"/>
                                        <a:gd name="T57" fmla="*/ 2147483646 h 151"/>
                                        <a:gd name="T58" fmla="*/ 2147483646 w 3242"/>
                                        <a:gd name="T59" fmla="*/ 2147483646 h 151"/>
                                        <a:gd name="T60" fmla="*/ 2147483646 w 3242"/>
                                        <a:gd name="T61" fmla="*/ 2147483646 h 151"/>
                                        <a:gd name="T62" fmla="*/ 2147483646 w 3242"/>
                                        <a:gd name="T63" fmla="*/ 2147483646 h 151"/>
                                        <a:gd name="T64" fmla="*/ 2147483646 w 3242"/>
                                        <a:gd name="T65" fmla="*/ 2147483646 h 151"/>
                                        <a:gd name="T66" fmla="*/ 2147483646 w 3242"/>
                                        <a:gd name="T67" fmla="*/ 2147483646 h 151"/>
                                        <a:gd name="T68" fmla="*/ 2147483646 w 3242"/>
                                        <a:gd name="T69" fmla="*/ 2147483646 h 151"/>
                                        <a:gd name="T70" fmla="*/ 2147483646 w 3242"/>
                                        <a:gd name="T71" fmla="*/ 2147483646 h 151"/>
                                        <a:gd name="T72" fmla="*/ 2147483646 w 3242"/>
                                        <a:gd name="T73" fmla="*/ 2147483646 h 151"/>
                                        <a:gd name="T74" fmla="*/ 2147483646 w 3242"/>
                                        <a:gd name="T75" fmla="*/ 2147483646 h 151"/>
                                        <a:gd name="T76" fmla="*/ 2147483646 w 3242"/>
                                        <a:gd name="T77" fmla="*/ 2147483646 h 151"/>
                                        <a:gd name="T78" fmla="*/ 2147483646 w 3242"/>
                                        <a:gd name="T79" fmla="*/ 2147483646 h 151"/>
                                        <a:gd name="T80" fmla="*/ 2147483646 w 3242"/>
                                        <a:gd name="T81" fmla="*/ 2147483646 h 151"/>
                                        <a:gd name="T82" fmla="*/ 2147483646 w 3242"/>
                                        <a:gd name="T83" fmla="*/ 2147483646 h 151"/>
                                        <a:gd name="T84" fmla="*/ 2147483646 w 3242"/>
                                        <a:gd name="T85" fmla="*/ 2147483646 h 151"/>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3242"/>
                                        <a:gd name="T130" fmla="*/ 0 h 151"/>
                                        <a:gd name="T131" fmla="*/ 3242 w 3242"/>
                                        <a:gd name="T132" fmla="*/ 151 h 151"/>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3242" h="151">
                                          <a:moveTo>
                                            <a:pt x="0" y="70"/>
                                          </a:moveTo>
                                          <a:lnTo>
                                            <a:pt x="71" y="45"/>
                                          </a:lnTo>
                                          <a:lnTo>
                                            <a:pt x="143" y="23"/>
                                          </a:lnTo>
                                          <a:lnTo>
                                            <a:pt x="176" y="15"/>
                                          </a:lnTo>
                                          <a:lnTo>
                                            <a:pt x="208" y="7"/>
                                          </a:lnTo>
                                          <a:lnTo>
                                            <a:pt x="238" y="3"/>
                                          </a:lnTo>
                                          <a:lnTo>
                                            <a:pt x="266" y="0"/>
                                          </a:lnTo>
                                          <a:lnTo>
                                            <a:pt x="292" y="1"/>
                                          </a:lnTo>
                                          <a:lnTo>
                                            <a:pt x="317" y="6"/>
                                          </a:lnTo>
                                          <a:lnTo>
                                            <a:pt x="339" y="13"/>
                                          </a:lnTo>
                                          <a:lnTo>
                                            <a:pt x="360" y="22"/>
                                          </a:lnTo>
                                          <a:lnTo>
                                            <a:pt x="398" y="41"/>
                                          </a:lnTo>
                                          <a:lnTo>
                                            <a:pt x="417" y="49"/>
                                          </a:lnTo>
                                          <a:lnTo>
                                            <a:pt x="436" y="57"/>
                                          </a:lnTo>
                                          <a:lnTo>
                                            <a:pt x="472" y="68"/>
                                          </a:lnTo>
                                          <a:lnTo>
                                            <a:pt x="506" y="78"/>
                                          </a:lnTo>
                                          <a:lnTo>
                                            <a:pt x="536" y="89"/>
                                          </a:lnTo>
                                          <a:lnTo>
                                            <a:pt x="567" y="96"/>
                                          </a:lnTo>
                                          <a:lnTo>
                                            <a:pt x="580" y="99"/>
                                          </a:lnTo>
                                          <a:lnTo>
                                            <a:pt x="593" y="102"/>
                                          </a:lnTo>
                                          <a:lnTo>
                                            <a:pt x="615" y="106"/>
                                          </a:lnTo>
                                          <a:lnTo>
                                            <a:pt x="626" y="108"/>
                                          </a:lnTo>
                                          <a:lnTo>
                                            <a:pt x="638" y="109"/>
                                          </a:lnTo>
                                          <a:lnTo>
                                            <a:pt x="654" y="112"/>
                                          </a:lnTo>
                                          <a:lnTo>
                                            <a:pt x="671" y="113"/>
                                          </a:lnTo>
                                          <a:lnTo>
                                            <a:pt x="678" y="115"/>
                                          </a:lnTo>
                                          <a:lnTo>
                                            <a:pt x="683" y="116"/>
                                          </a:lnTo>
                                          <a:lnTo>
                                            <a:pt x="686" y="116"/>
                                          </a:lnTo>
                                          <a:lnTo>
                                            <a:pt x="686" y="118"/>
                                          </a:lnTo>
                                          <a:lnTo>
                                            <a:pt x="684" y="121"/>
                                          </a:lnTo>
                                          <a:lnTo>
                                            <a:pt x="686" y="121"/>
                                          </a:lnTo>
                                          <a:lnTo>
                                            <a:pt x="689" y="122"/>
                                          </a:lnTo>
                                          <a:lnTo>
                                            <a:pt x="693" y="124"/>
                                          </a:lnTo>
                                          <a:lnTo>
                                            <a:pt x="703" y="125"/>
                                          </a:lnTo>
                                          <a:lnTo>
                                            <a:pt x="716" y="125"/>
                                          </a:lnTo>
                                          <a:lnTo>
                                            <a:pt x="725" y="126"/>
                                          </a:lnTo>
                                          <a:lnTo>
                                            <a:pt x="735" y="126"/>
                                          </a:lnTo>
                                          <a:lnTo>
                                            <a:pt x="748" y="126"/>
                                          </a:lnTo>
                                          <a:lnTo>
                                            <a:pt x="761" y="128"/>
                                          </a:lnTo>
                                          <a:lnTo>
                                            <a:pt x="777" y="128"/>
                                          </a:lnTo>
                                          <a:lnTo>
                                            <a:pt x="793" y="129"/>
                                          </a:lnTo>
                                          <a:lnTo>
                                            <a:pt x="814" y="129"/>
                                          </a:lnTo>
                                          <a:lnTo>
                                            <a:pt x="835" y="129"/>
                                          </a:lnTo>
                                          <a:lnTo>
                                            <a:pt x="859" y="131"/>
                                          </a:lnTo>
                                          <a:lnTo>
                                            <a:pt x="885" y="131"/>
                                          </a:lnTo>
                                          <a:lnTo>
                                            <a:pt x="914" y="131"/>
                                          </a:lnTo>
                                          <a:lnTo>
                                            <a:pt x="946" y="132"/>
                                          </a:lnTo>
                                          <a:lnTo>
                                            <a:pt x="981" y="132"/>
                                          </a:lnTo>
                                          <a:lnTo>
                                            <a:pt x="1018" y="134"/>
                                          </a:lnTo>
                                          <a:lnTo>
                                            <a:pt x="1059" y="135"/>
                                          </a:lnTo>
                                          <a:lnTo>
                                            <a:pt x="1101" y="135"/>
                                          </a:lnTo>
                                          <a:lnTo>
                                            <a:pt x="1146" y="137"/>
                                          </a:lnTo>
                                          <a:lnTo>
                                            <a:pt x="1193" y="138"/>
                                          </a:lnTo>
                                          <a:lnTo>
                                            <a:pt x="1242" y="138"/>
                                          </a:lnTo>
                                          <a:lnTo>
                                            <a:pt x="1291" y="139"/>
                                          </a:lnTo>
                                          <a:lnTo>
                                            <a:pt x="1396" y="141"/>
                                          </a:lnTo>
                                          <a:lnTo>
                                            <a:pt x="1505" y="144"/>
                                          </a:lnTo>
                                          <a:lnTo>
                                            <a:pt x="1617" y="145"/>
                                          </a:lnTo>
                                          <a:lnTo>
                                            <a:pt x="1728" y="147"/>
                                          </a:lnTo>
                                          <a:lnTo>
                                            <a:pt x="1840" y="148"/>
                                          </a:lnTo>
                                          <a:lnTo>
                                            <a:pt x="1951" y="150"/>
                                          </a:lnTo>
                                          <a:lnTo>
                                            <a:pt x="2058" y="151"/>
                                          </a:lnTo>
                                          <a:lnTo>
                                            <a:pt x="2110" y="151"/>
                                          </a:lnTo>
                                          <a:lnTo>
                                            <a:pt x="2160" y="151"/>
                                          </a:lnTo>
                                          <a:lnTo>
                                            <a:pt x="2209" y="151"/>
                                          </a:lnTo>
                                          <a:lnTo>
                                            <a:pt x="2256" y="151"/>
                                          </a:lnTo>
                                          <a:lnTo>
                                            <a:pt x="2301" y="150"/>
                                          </a:lnTo>
                                          <a:lnTo>
                                            <a:pt x="2344" y="150"/>
                                          </a:lnTo>
                                          <a:lnTo>
                                            <a:pt x="2385" y="150"/>
                                          </a:lnTo>
                                          <a:lnTo>
                                            <a:pt x="2423" y="148"/>
                                          </a:lnTo>
                                          <a:lnTo>
                                            <a:pt x="2495" y="145"/>
                                          </a:lnTo>
                                          <a:lnTo>
                                            <a:pt x="2564" y="142"/>
                                          </a:lnTo>
                                          <a:lnTo>
                                            <a:pt x="2629" y="138"/>
                                          </a:lnTo>
                                          <a:lnTo>
                                            <a:pt x="2693" y="134"/>
                                          </a:lnTo>
                                          <a:lnTo>
                                            <a:pt x="2752" y="128"/>
                                          </a:lnTo>
                                          <a:lnTo>
                                            <a:pt x="2809" y="122"/>
                                          </a:lnTo>
                                          <a:lnTo>
                                            <a:pt x="2864" y="116"/>
                                          </a:lnTo>
                                          <a:lnTo>
                                            <a:pt x="2915" y="109"/>
                                          </a:lnTo>
                                          <a:lnTo>
                                            <a:pt x="2964" y="103"/>
                                          </a:lnTo>
                                          <a:lnTo>
                                            <a:pt x="3011" y="96"/>
                                          </a:lnTo>
                                          <a:lnTo>
                                            <a:pt x="3056" y="90"/>
                                          </a:lnTo>
                                          <a:lnTo>
                                            <a:pt x="3098" y="84"/>
                                          </a:lnTo>
                                          <a:lnTo>
                                            <a:pt x="3137" y="78"/>
                                          </a:lnTo>
                                          <a:lnTo>
                                            <a:pt x="3174" y="74"/>
                                          </a:lnTo>
                                          <a:lnTo>
                                            <a:pt x="3208" y="70"/>
                                          </a:lnTo>
                                          <a:lnTo>
                                            <a:pt x="3242" y="65"/>
                                          </a:lnTo>
                                        </a:path>
                                      </a:pathLst>
                                    </a:custGeom>
                                    <a:noFill/>
                                    <a:ln w="142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grpSp>
                                  <p:nvGrpSpPr>
                                    <p:cNvPr id="86" name="Group 142"/>
                                    <p:cNvGrpSpPr>
                                      <a:grpSpLocks/>
                                    </p:cNvGrpSpPr>
                                    <p:nvPr/>
                                  </p:nvGrpSpPr>
                                  <p:grpSpPr bwMode="auto">
                                    <a:xfrm>
                                      <a:off x="5692775" y="3709988"/>
                                      <a:ext cx="546100" cy="122237"/>
                                      <a:chOff x="3598" y="2289"/>
                                      <a:chExt cx="344" cy="77"/>
                                    </a:xfrm>
                                  </p:grpSpPr>
                                  <p:sp>
                                    <p:nvSpPr>
                                      <p:cNvPr id="110" name="Freeform 143"/>
                                      <p:cNvSpPr>
                                        <a:spLocks/>
                                      </p:cNvSpPr>
                                      <p:nvPr/>
                                    </p:nvSpPr>
                                    <p:spPr bwMode="auto">
                                      <a:xfrm>
                                        <a:off x="3598" y="2289"/>
                                        <a:ext cx="9" cy="9"/>
                                      </a:xfrm>
                                      <a:custGeom>
                                        <a:avLst/>
                                        <a:gdLst>
                                          <a:gd name="T0" fmla="*/ 6 w 9"/>
                                          <a:gd name="T1" fmla="*/ 0 h 9"/>
                                          <a:gd name="T2" fmla="*/ 4 w 9"/>
                                          <a:gd name="T3" fmla="*/ 0 h 9"/>
                                          <a:gd name="T4" fmla="*/ 3 w 9"/>
                                          <a:gd name="T5" fmla="*/ 1 h 9"/>
                                          <a:gd name="T6" fmla="*/ 1 w 9"/>
                                          <a:gd name="T7" fmla="*/ 3 h 9"/>
                                          <a:gd name="T8" fmla="*/ 0 w 9"/>
                                          <a:gd name="T9" fmla="*/ 4 h 9"/>
                                          <a:gd name="T10" fmla="*/ 0 w 9"/>
                                          <a:gd name="T11" fmla="*/ 4 h 9"/>
                                          <a:gd name="T12" fmla="*/ 1 w 9"/>
                                          <a:gd name="T13" fmla="*/ 6 h 9"/>
                                          <a:gd name="T14" fmla="*/ 3 w 9"/>
                                          <a:gd name="T15" fmla="*/ 7 h 9"/>
                                          <a:gd name="T16" fmla="*/ 4 w 9"/>
                                          <a:gd name="T17" fmla="*/ 9 h 9"/>
                                          <a:gd name="T18" fmla="*/ 4 w 9"/>
                                          <a:gd name="T19" fmla="*/ 9 h 9"/>
                                          <a:gd name="T20" fmla="*/ 4 w 9"/>
                                          <a:gd name="T21" fmla="*/ 9 h 9"/>
                                          <a:gd name="T22" fmla="*/ 6 w 9"/>
                                          <a:gd name="T23" fmla="*/ 7 h 9"/>
                                          <a:gd name="T24" fmla="*/ 7 w 9"/>
                                          <a:gd name="T25" fmla="*/ 6 h 9"/>
                                          <a:gd name="T26" fmla="*/ 9 w 9"/>
                                          <a:gd name="T27" fmla="*/ 4 h 9"/>
                                          <a:gd name="T28" fmla="*/ 9 w 9"/>
                                          <a:gd name="T29" fmla="*/ 4 h 9"/>
                                          <a:gd name="T30" fmla="*/ 7 w 9"/>
                                          <a:gd name="T31" fmla="*/ 3 h 9"/>
                                          <a:gd name="T32" fmla="*/ 6 w 9"/>
                                          <a:gd name="T33" fmla="*/ 1 h 9"/>
                                          <a:gd name="T34" fmla="*/ 6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6" y="0"/>
                                            </a:moveTo>
                                            <a:lnTo>
                                              <a:pt x="4" y="0"/>
                                            </a:lnTo>
                                            <a:lnTo>
                                              <a:pt x="3" y="1"/>
                                            </a:lnTo>
                                            <a:lnTo>
                                              <a:pt x="1" y="3"/>
                                            </a:lnTo>
                                            <a:lnTo>
                                              <a:pt x="0" y="4"/>
                                            </a:lnTo>
                                            <a:lnTo>
                                              <a:pt x="1" y="6"/>
                                            </a:lnTo>
                                            <a:lnTo>
                                              <a:pt x="3" y="7"/>
                                            </a:lnTo>
                                            <a:lnTo>
                                              <a:pt x="4" y="9"/>
                                            </a:lnTo>
                                            <a:lnTo>
                                              <a:pt x="6" y="7"/>
                                            </a:lnTo>
                                            <a:lnTo>
                                              <a:pt x="7" y="6"/>
                                            </a:lnTo>
                                            <a:lnTo>
                                              <a:pt x="9" y="4"/>
                                            </a:lnTo>
                                            <a:lnTo>
                                              <a:pt x="7" y="3"/>
                                            </a:lnTo>
                                            <a:lnTo>
                                              <a:pt x="6" y="1"/>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11" name="Freeform 144"/>
                                      <p:cNvSpPr>
                                        <a:spLocks/>
                                      </p:cNvSpPr>
                                      <p:nvPr/>
                                    </p:nvSpPr>
                                    <p:spPr bwMode="auto">
                                      <a:xfrm>
                                        <a:off x="3614" y="2296"/>
                                        <a:ext cx="9" cy="9"/>
                                      </a:xfrm>
                                      <a:custGeom>
                                        <a:avLst/>
                                        <a:gdLst>
                                          <a:gd name="T0" fmla="*/ 6 w 9"/>
                                          <a:gd name="T1" fmla="*/ 2 h 9"/>
                                          <a:gd name="T2" fmla="*/ 4 w 9"/>
                                          <a:gd name="T3" fmla="*/ 0 h 9"/>
                                          <a:gd name="T4" fmla="*/ 3 w 9"/>
                                          <a:gd name="T5" fmla="*/ 0 h 9"/>
                                          <a:gd name="T6" fmla="*/ 1 w 9"/>
                                          <a:gd name="T7" fmla="*/ 2 h 9"/>
                                          <a:gd name="T8" fmla="*/ 0 w 9"/>
                                          <a:gd name="T9" fmla="*/ 3 h 9"/>
                                          <a:gd name="T10" fmla="*/ 0 w 9"/>
                                          <a:gd name="T11" fmla="*/ 4 h 9"/>
                                          <a:gd name="T12" fmla="*/ 0 w 9"/>
                                          <a:gd name="T13" fmla="*/ 6 h 9"/>
                                          <a:gd name="T14" fmla="*/ 0 w 9"/>
                                          <a:gd name="T15" fmla="*/ 7 h 9"/>
                                          <a:gd name="T16" fmla="*/ 1 w 9"/>
                                          <a:gd name="T17" fmla="*/ 9 h 9"/>
                                          <a:gd name="T18" fmla="*/ 1 w 9"/>
                                          <a:gd name="T19" fmla="*/ 9 h 9"/>
                                          <a:gd name="T20" fmla="*/ 3 w 9"/>
                                          <a:gd name="T21" fmla="*/ 9 h 9"/>
                                          <a:gd name="T22" fmla="*/ 4 w 9"/>
                                          <a:gd name="T23" fmla="*/ 9 h 9"/>
                                          <a:gd name="T24" fmla="*/ 6 w 9"/>
                                          <a:gd name="T25" fmla="*/ 9 h 9"/>
                                          <a:gd name="T26" fmla="*/ 7 w 9"/>
                                          <a:gd name="T27" fmla="*/ 7 h 9"/>
                                          <a:gd name="T28" fmla="*/ 9 w 9"/>
                                          <a:gd name="T29" fmla="*/ 6 h 9"/>
                                          <a:gd name="T30" fmla="*/ 9 w 9"/>
                                          <a:gd name="T31" fmla="*/ 4 h 9"/>
                                          <a:gd name="T32" fmla="*/ 7 w 9"/>
                                          <a:gd name="T33" fmla="*/ 3 h 9"/>
                                          <a:gd name="T34" fmla="*/ 6 w 9"/>
                                          <a:gd name="T35" fmla="*/ 2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6" y="2"/>
                                            </a:moveTo>
                                            <a:lnTo>
                                              <a:pt x="4" y="0"/>
                                            </a:lnTo>
                                            <a:lnTo>
                                              <a:pt x="3" y="0"/>
                                            </a:lnTo>
                                            <a:lnTo>
                                              <a:pt x="1" y="2"/>
                                            </a:lnTo>
                                            <a:lnTo>
                                              <a:pt x="0" y="3"/>
                                            </a:lnTo>
                                            <a:lnTo>
                                              <a:pt x="0" y="4"/>
                                            </a:lnTo>
                                            <a:lnTo>
                                              <a:pt x="0" y="6"/>
                                            </a:lnTo>
                                            <a:lnTo>
                                              <a:pt x="0" y="7"/>
                                            </a:lnTo>
                                            <a:lnTo>
                                              <a:pt x="1" y="9"/>
                                            </a:lnTo>
                                            <a:lnTo>
                                              <a:pt x="3" y="9"/>
                                            </a:lnTo>
                                            <a:lnTo>
                                              <a:pt x="4" y="9"/>
                                            </a:lnTo>
                                            <a:lnTo>
                                              <a:pt x="6" y="9"/>
                                            </a:lnTo>
                                            <a:lnTo>
                                              <a:pt x="7" y="7"/>
                                            </a:lnTo>
                                            <a:lnTo>
                                              <a:pt x="9" y="6"/>
                                            </a:lnTo>
                                            <a:lnTo>
                                              <a:pt x="9" y="4"/>
                                            </a:lnTo>
                                            <a:lnTo>
                                              <a:pt x="7" y="3"/>
                                            </a:lnTo>
                                            <a:lnTo>
                                              <a:pt x="6"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12" name="Freeform 145"/>
                                      <p:cNvSpPr>
                                        <a:spLocks/>
                                      </p:cNvSpPr>
                                      <p:nvPr/>
                                    </p:nvSpPr>
                                    <p:spPr bwMode="auto">
                                      <a:xfrm>
                                        <a:off x="3628" y="2305"/>
                                        <a:ext cx="9" cy="9"/>
                                      </a:xfrm>
                                      <a:custGeom>
                                        <a:avLst/>
                                        <a:gdLst>
                                          <a:gd name="T0" fmla="*/ 8 w 9"/>
                                          <a:gd name="T1" fmla="*/ 1 h 9"/>
                                          <a:gd name="T2" fmla="*/ 6 w 9"/>
                                          <a:gd name="T3" fmla="*/ 0 h 9"/>
                                          <a:gd name="T4" fmla="*/ 5 w 9"/>
                                          <a:gd name="T5" fmla="*/ 0 h 9"/>
                                          <a:gd name="T6" fmla="*/ 3 w 9"/>
                                          <a:gd name="T7" fmla="*/ 1 h 9"/>
                                          <a:gd name="T8" fmla="*/ 2 w 9"/>
                                          <a:gd name="T9" fmla="*/ 3 h 9"/>
                                          <a:gd name="T10" fmla="*/ 0 w 9"/>
                                          <a:gd name="T11" fmla="*/ 4 h 9"/>
                                          <a:gd name="T12" fmla="*/ 0 w 9"/>
                                          <a:gd name="T13" fmla="*/ 6 h 9"/>
                                          <a:gd name="T14" fmla="*/ 2 w 9"/>
                                          <a:gd name="T15" fmla="*/ 7 h 9"/>
                                          <a:gd name="T16" fmla="*/ 3 w 9"/>
                                          <a:gd name="T17" fmla="*/ 9 h 9"/>
                                          <a:gd name="T18" fmla="*/ 3 w 9"/>
                                          <a:gd name="T19" fmla="*/ 9 h 9"/>
                                          <a:gd name="T20" fmla="*/ 5 w 9"/>
                                          <a:gd name="T21" fmla="*/ 9 h 9"/>
                                          <a:gd name="T22" fmla="*/ 6 w 9"/>
                                          <a:gd name="T23" fmla="*/ 9 h 9"/>
                                          <a:gd name="T24" fmla="*/ 8 w 9"/>
                                          <a:gd name="T25" fmla="*/ 9 h 9"/>
                                          <a:gd name="T26" fmla="*/ 9 w 9"/>
                                          <a:gd name="T27" fmla="*/ 7 h 9"/>
                                          <a:gd name="T28" fmla="*/ 9 w 9"/>
                                          <a:gd name="T29" fmla="*/ 6 h 9"/>
                                          <a:gd name="T30" fmla="*/ 9 w 9"/>
                                          <a:gd name="T31" fmla="*/ 4 h 9"/>
                                          <a:gd name="T32" fmla="*/ 9 w 9"/>
                                          <a:gd name="T33" fmla="*/ 3 h 9"/>
                                          <a:gd name="T34" fmla="*/ 8 w 9"/>
                                          <a:gd name="T35" fmla="*/ 1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8" y="1"/>
                                            </a:moveTo>
                                            <a:lnTo>
                                              <a:pt x="6" y="0"/>
                                            </a:lnTo>
                                            <a:lnTo>
                                              <a:pt x="5" y="0"/>
                                            </a:lnTo>
                                            <a:lnTo>
                                              <a:pt x="3" y="1"/>
                                            </a:lnTo>
                                            <a:lnTo>
                                              <a:pt x="2" y="3"/>
                                            </a:lnTo>
                                            <a:lnTo>
                                              <a:pt x="0" y="4"/>
                                            </a:lnTo>
                                            <a:lnTo>
                                              <a:pt x="0" y="6"/>
                                            </a:lnTo>
                                            <a:lnTo>
                                              <a:pt x="2" y="7"/>
                                            </a:lnTo>
                                            <a:lnTo>
                                              <a:pt x="3" y="9"/>
                                            </a:lnTo>
                                            <a:lnTo>
                                              <a:pt x="5" y="9"/>
                                            </a:lnTo>
                                            <a:lnTo>
                                              <a:pt x="6" y="9"/>
                                            </a:lnTo>
                                            <a:lnTo>
                                              <a:pt x="8" y="9"/>
                                            </a:lnTo>
                                            <a:lnTo>
                                              <a:pt x="9" y="7"/>
                                            </a:lnTo>
                                            <a:lnTo>
                                              <a:pt x="9" y="6"/>
                                            </a:lnTo>
                                            <a:lnTo>
                                              <a:pt x="9" y="4"/>
                                            </a:lnTo>
                                            <a:lnTo>
                                              <a:pt x="9" y="3"/>
                                            </a:lnTo>
                                            <a:lnTo>
                                              <a:pt x="8"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13" name="Freeform 146"/>
                                      <p:cNvSpPr>
                                        <a:spLocks/>
                                      </p:cNvSpPr>
                                      <p:nvPr/>
                                    </p:nvSpPr>
                                    <p:spPr bwMode="auto">
                                      <a:xfrm>
                                        <a:off x="3644" y="2314"/>
                                        <a:ext cx="9" cy="8"/>
                                      </a:xfrm>
                                      <a:custGeom>
                                        <a:avLst/>
                                        <a:gdLst>
                                          <a:gd name="T0" fmla="*/ 6 w 9"/>
                                          <a:gd name="T1" fmla="*/ 1 h 8"/>
                                          <a:gd name="T2" fmla="*/ 5 w 9"/>
                                          <a:gd name="T3" fmla="*/ 0 h 8"/>
                                          <a:gd name="T4" fmla="*/ 3 w 9"/>
                                          <a:gd name="T5" fmla="*/ 0 h 8"/>
                                          <a:gd name="T6" fmla="*/ 2 w 9"/>
                                          <a:gd name="T7" fmla="*/ 1 h 8"/>
                                          <a:gd name="T8" fmla="*/ 0 w 9"/>
                                          <a:gd name="T9" fmla="*/ 2 h 8"/>
                                          <a:gd name="T10" fmla="*/ 0 w 9"/>
                                          <a:gd name="T11" fmla="*/ 4 h 8"/>
                                          <a:gd name="T12" fmla="*/ 0 w 9"/>
                                          <a:gd name="T13" fmla="*/ 5 h 8"/>
                                          <a:gd name="T14" fmla="*/ 0 w 9"/>
                                          <a:gd name="T15" fmla="*/ 7 h 8"/>
                                          <a:gd name="T16" fmla="*/ 2 w 9"/>
                                          <a:gd name="T17" fmla="*/ 8 h 8"/>
                                          <a:gd name="T18" fmla="*/ 2 w 9"/>
                                          <a:gd name="T19" fmla="*/ 8 h 8"/>
                                          <a:gd name="T20" fmla="*/ 3 w 9"/>
                                          <a:gd name="T21" fmla="*/ 8 h 8"/>
                                          <a:gd name="T22" fmla="*/ 5 w 9"/>
                                          <a:gd name="T23" fmla="*/ 8 h 8"/>
                                          <a:gd name="T24" fmla="*/ 6 w 9"/>
                                          <a:gd name="T25" fmla="*/ 8 h 8"/>
                                          <a:gd name="T26" fmla="*/ 8 w 9"/>
                                          <a:gd name="T27" fmla="*/ 7 h 8"/>
                                          <a:gd name="T28" fmla="*/ 9 w 9"/>
                                          <a:gd name="T29" fmla="*/ 5 h 8"/>
                                          <a:gd name="T30" fmla="*/ 9 w 9"/>
                                          <a:gd name="T31" fmla="*/ 4 h 8"/>
                                          <a:gd name="T32" fmla="*/ 8 w 9"/>
                                          <a:gd name="T33" fmla="*/ 2 h 8"/>
                                          <a:gd name="T34" fmla="*/ 6 w 9"/>
                                          <a:gd name="T35" fmla="*/ 1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6" y="1"/>
                                            </a:moveTo>
                                            <a:lnTo>
                                              <a:pt x="5" y="0"/>
                                            </a:lnTo>
                                            <a:lnTo>
                                              <a:pt x="3" y="0"/>
                                            </a:lnTo>
                                            <a:lnTo>
                                              <a:pt x="2" y="1"/>
                                            </a:lnTo>
                                            <a:lnTo>
                                              <a:pt x="0" y="2"/>
                                            </a:lnTo>
                                            <a:lnTo>
                                              <a:pt x="0" y="4"/>
                                            </a:lnTo>
                                            <a:lnTo>
                                              <a:pt x="0" y="5"/>
                                            </a:lnTo>
                                            <a:lnTo>
                                              <a:pt x="0" y="7"/>
                                            </a:lnTo>
                                            <a:lnTo>
                                              <a:pt x="2" y="8"/>
                                            </a:lnTo>
                                            <a:lnTo>
                                              <a:pt x="3" y="8"/>
                                            </a:lnTo>
                                            <a:lnTo>
                                              <a:pt x="5" y="8"/>
                                            </a:lnTo>
                                            <a:lnTo>
                                              <a:pt x="6" y="8"/>
                                            </a:lnTo>
                                            <a:lnTo>
                                              <a:pt x="8" y="7"/>
                                            </a:lnTo>
                                            <a:lnTo>
                                              <a:pt x="9" y="5"/>
                                            </a:lnTo>
                                            <a:lnTo>
                                              <a:pt x="9" y="4"/>
                                            </a:lnTo>
                                            <a:lnTo>
                                              <a:pt x="8" y="2"/>
                                            </a:lnTo>
                                            <a:lnTo>
                                              <a:pt x="6"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14" name="Freeform 147"/>
                                      <p:cNvSpPr>
                                        <a:spLocks/>
                                      </p:cNvSpPr>
                                      <p:nvPr/>
                                    </p:nvSpPr>
                                    <p:spPr bwMode="auto">
                                      <a:xfrm>
                                        <a:off x="3659" y="2322"/>
                                        <a:ext cx="9" cy="9"/>
                                      </a:xfrm>
                                      <a:custGeom>
                                        <a:avLst/>
                                        <a:gdLst>
                                          <a:gd name="T0" fmla="*/ 7 w 9"/>
                                          <a:gd name="T1" fmla="*/ 2 h 9"/>
                                          <a:gd name="T2" fmla="*/ 6 w 9"/>
                                          <a:gd name="T3" fmla="*/ 0 h 9"/>
                                          <a:gd name="T4" fmla="*/ 4 w 9"/>
                                          <a:gd name="T5" fmla="*/ 0 h 9"/>
                                          <a:gd name="T6" fmla="*/ 3 w 9"/>
                                          <a:gd name="T7" fmla="*/ 2 h 9"/>
                                          <a:gd name="T8" fmla="*/ 1 w 9"/>
                                          <a:gd name="T9" fmla="*/ 3 h 9"/>
                                          <a:gd name="T10" fmla="*/ 0 w 9"/>
                                          <a:gd name="T11" fmla="*/ 5 h 9"/>
                                          <a:gd name="T12" fmla="*/ 0 w 9"/>
                                          <a:gd name="T13" fmla="*/ 6 h 9"/>
                                          <a:gd name="T14" fmla="*/ 1 w 9"/>
                                          <a:gd name="T15" fmla="*/ 8 h 9"/>
                                          <a:gd name="T16" fmla="*/ 3 w 9"/>
                                          <a:gd name="T17" fmla="*/ 9 h 9"/>
                                          <a:gd name="T18" fmla="*/ 3 w 9"/>
                                          <a:gd name="T19" fmla="*/ 9 h 9"/>
                                          <a:gd name="T20" fmla="*/ 4 w 9"/>
                                          <a:gd name="T21" fmla="*/ 9 h 9"/>
                                          <a:gd name="T22" fmla="*/ 6 w 9"/>
                                          <a:gd name="T23" fmla="*/ 9 h 9"/>
                                          <a:gd name="T24" fmla="*/ 7 w 9"/>
                                          <a:gd name="T25" fmla="*/ 9 h 9"/>
                                          <a:gd name="T26" fmla="*/ 9 w 9"/>
                                          <a:gd name="T27" fmla="*/ 8 h 9"/>
                                          <a:gd name="T28" fmla="*/ 9 w 9"/>
                                          <a:gd name="T29" fmla="*/ 6 h 9"/>
                                          <a:gd name="T30" fmla="*/ 9 w 9"/>
                                          <a:gd name="T31" fmla="*/ 5 h 9"/>
                                          <a:gd name="T32" fmla="*/ 9 w 9"/>
                                          <a:gd name="T33" fmla="*/ 3 h 9"/>
                                          <a:gd name="T34" fmla="*/ 7 w 9"/>
                                          <a:gd name="T35" fmla="*/ 2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7" y="2"/>
                                            </a:moveTo>
                                            <a:lnTo>
                                              <a:pt x="6" y="0"/>
                                            </a:lnTo>
                                            <a:lnTo>
                                              <a:pt x="4" y="0"/>
                                            </a:lnTo>
                                            <a:lnTo>
                                              <a:pt x="3" y="2"/>
                                            </a:lnTo>
                                            <a:lnTo>
                                              <a:pt x="1" y="3"/>
                                            </a:lnTo>
                                            <a:lnTo>
                                              <a:pt x="0" y="5"/>
                                            </a:lnTo>
                                            <a:lnTo>
                                              <a:pt x="0" y="6"/>
                                            </a:lnTo>
                                            <a:lnTo>
                                              <a:pt x="1" y="8"/>
                                            </a:lnTo>
                                            <a:lnTo>
                                              <a:pt x="3" y="9"/>
                                            </a:lnTo>
                                            <a:lnTo>
                                              <a:pt x="4" y="9"/>
                                            </a:lnTo>
                                            <a:lnTo>
                                              <a:pt x="6" y="9"/>
                                            </a:lnTo>
                                            <a:lnTo>
                                              <a:pt x="7" y="9"/>
                                            </a:lnTo>
                                            <a:lnTo>
                                              <a:pt x="9" y="8"/>
                                            </a:lnTo>
                                            <a:lnTo>
                                              <a:pt x="9" y="6"/>
                                            </a:lnTo>
                                            <a:lnTo>
                                              <a:pt x="9" y="5"/>
                                            </a:lnTo>
                                            <a:lnTo>
                                              <a:pt x="9" y="3"/>
                                            </a:lnTo>
                                            <a:lnTo>
                                              <a:pt x="7"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15" name="Freeform 148"/>
                                      <p:cNvSpPr>
                                        <a:spLocks/>
                                      </p:cNvSpPr>
                                      <p:nvPr/>
                                    </p:nvSpPr>
                                    <p:spPr bwMode="auto">
                                      <a:xfrm>
                                        <a:off x="3675" y="2331"/>
                                        <a:ext cx="9" cy="9"/>
                                      </a:xfrm>
                                      <a:custGeom>
                                        <a:avLst/>
                                        <a:gdLst>
                                          <a:gd name="T0" fmla="*/ 4 w 9"/>
                                          <a:gd name="T1" fmla="*/ 0 h 9"/>
                                          <a:gd name="T2" fmla="*/ 3 w 9"/>
                                          <a:gd name="T3" fmla="*/ 0 h 9"/>
                                          <a:gd name="T4" fmla="*/ 1 w 9"/>
                                          <a:gd name="T5" fmla="*/ 0 h 9"/>
                                          <a:gd name="T6" fmla="*/ 0 w 9"/>
                                          <a:gd name="T7" fmla="*/ 1 h 9"/>
                                          <a:gd name="T8" fmla="*/ 0 w 9"/>
                                          <a:gd name="T9" fmla="*/ 3 h 9"/>
                                          <a:gd name="T10" fmla="*/ 0 w 9"/>
                                          <a:gd name="T11" fmla="*/ 4 h 9"/>
                                          <a:gd name="T12" fmla="*/ 0 w 9"/>
                                          <a:gd name="T13" fmla="*/ 6 h 9"/>
                                          <a:gd name="T14" fmla="*/ 1 w 9"/>
                                          <a:gd name="T15" fmla="*/ 7 h 9"/>
                                          <a:gd name="T16" fmla="*/ 3 w 9"/>
                                          <a:gd name="T17" fmla="*/ 9 h 9"/>
                                          <a:gd name="T18" fmla="*/ 3 w 9"/>
                                          <a:gd name="T19" fmla="*/ 9 h 9"/>
                                          <a:gd name="T20" fmla="*/ 4 w 9"/>
                                          <a:gd name="T21" fmla="*/ 9 h 9"/>
                                          <a:gd name="T22" fmla="*/ 6 w 9"/>
                                          <a:gd name="T23" fmla="*/ 7 h 9"/>
                                          <a:gd name="T24" fmla="*/ 7 w 9"/>
                                          <a:gd name="T25" fmla="*/ 6 h 9"/>
                                          <a:gd name="T26" fmla="*/ 9 w 9"/>
                                          <a:gd name="T27" fmla="*/ 4 h 9"/>
                                          <a:gd name="T28" fmla="*/ 9 w 9"/>
                                          <a:gd name="T29" fmla="*/ 3 h 9"/>
                                          <a:gd name="T30" fmla="*/ 7 w 9"/>
                                          <a:gd name="T31" fmla="*/ 1 h 9"/>
                                          <a:gd name="T32" fmla="*/ 6 w 9"/>
                                          <a:gd name="T33" fmla="*/ 0 h 9"/>
                                          <a:gd name="T34" fmla="*/ 4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4" y="0"/>
                                            </a:moveTo>
                                            <a:lnTo>
                                              <a:pt x="3" y="0"/>
                                            </a:lnTo>
                                            <a:lnTo>
                                              <a:pt x="1" y="0"/>
                                            </a:lnTo>
                                            <a:lnTo>
                                              <a:pt x="0" y="1"/>
                                            </a:lnTo>
                                            <a:lnTo>
                                              <a:pt x="0" y="3"/>
                                            </a:lnTo>
                                            <a:lnTo>
                                              <a:pt x="0" y="4"/>
                                            </a:lnTo>
                                            <a:lnTo>
                                              <a:pt x="0" y="6"/>
                                            </a:lnTo>
                                            <a:lnTo>
                                              <a:pt x="1" y="7"/>
                                            </a:lnTo>
                                            <a:lnTo>
                                              <a:pt x="3" y="9"/>
                                            </a:lnTo>
                                            <a:lnTo>
                                              <a:pt x="4" y="9"/>
                                            </a:lnTo>
                                            <a:lnTo>
                                              <a:pt x="6" y="7"/>
                                            </a:lnTo>
                                            <a:lnTo>
                                              <a:pt x="7" y="6"/>
                                            </a:lnTo>
                                            <a:lnTo>
                                              <a:pt x="9" y="4"/>
                                            </a:lnTo>
                                            <a:lnTo>
                                              <a:pt x="9" y="3"/>
                                            </a:lnTo>
                                            <a:lnTo>
                                              <a:pt x="7" y="1"/>
                                            </a:lnTo>
                                            <a:lnTo>
                                              <a:pt x="6"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16" name="Freeform 149"/>
                                      <p:cNvSpPr>
                                        <a:spLocks/>
                                      </p:cNvSpPr>
                                      <p:nvPr/>
                                    </p:nvSpPr>
                                    <p:spPr bwMode="auto">
                                      <a:xfrm>
                                        <a:off x="3691" y="2338"/>
                                        <a:ext cx="9" cy="9"/>
                                      </a:xfrm>
                                      <a:custGeom>
                                        <a:avLst/>
                                        <a:gdLst>
                                          <a:gd name="T0" fmla="*/ 4 w 9"/>
                                          <a:gd name="T1" fmla="*/ 0 h 9"/>
                                          <a:gd name="T2" fmla="*/ 3 w 9"/>
                                          <a:gd name="T3" fmla="*/ 0 h 9"/>
                                          <a:gd name="T4" fmla="*/ 1 w 9"/>
                                          <a:gd name="T5" fmla="*/ 0 h 9"/>
                                          <a:gd name="T6" fmla="*/ 0 w 9"/>
                                          <a:gd name="T7" fmla="*/ 2 h 9"/>
                                          <a:gd name="T8" fmla="*/ 0 w 9"/>
                                          <a:gd name="T9" fmla="*/ 3 h 9"/>
                                          <a:gd name="T10" fmla="*/ 0 w 9"/>
                                          <a:gd name="T11" fmla="*/ 5 h 9"/>
                                          <a:gd name="T12" fmla="*/ 0 w 9"/>
                                          <a:gd name="T13" fmla="*/ 6 h 9"/>
                                          <a:gd name="T14" fmla="*/ 1 w 9"/>
                                          <a:gd name="T15" fmla="*/ 7 h 9"/>
                                          <a:gd name="T16" fmla="*/ 3 w 9"/>
                                          <a:gd name="T17" fmla="*/ 9 h 9"/>
                                          <a:gd name="T18" fmla="*/ 3 w 9"/>
                                          <a:gd name="T19" fmla="*/ 9 h 9"/>
                                          <a:gd name="T20" fmla="*/ 4 w 9"/>
                                          <a:gd name="T21" fmla="*/ 9 h 9"/>
                                          <a:gd name="T22" fmla="*/ 6 w 9"/>
                                          <a:gd name="T23" fmla="*/ 7 h 9"/>
                                          <a:gd name="T24" fmla="*/ 7 w 9"/>
                                          <a:gd name="T25" fmla="*/ 6 h 9"/>
                                          <a:gd name="T26" fmla="*/ 9 w 9"/>
                                          <a:gd name="T27" fmla="*/ 5 h 9"/>
                                          <a:gd name="T28" fmla="*/ 9 w 9"/>
                                          <a:gd name="T29" fmla="*/ 3 h 9"/>
                                          <a:gd name="T30" fmla="*/ 7 w 9"/>
                                          <a:gd name="T31" fmla="*/ 2 h 9"/>
                                          <a:gd name="T32" fmla="*/ 6 w 9"/>
                                          <a:gd name="T33" fmla="*/ 0 h 9"/>
                                          <a:gd name="T34" fmla="*/ 4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4" y="0"/>
                                            </a:moveTo>
                                            <a:lnTo>
                                              <a:pt x="3" y="0"/>
                                            </a:lnTo>
                                            <a:lnTo>
                                              <a:pt x="1" y="0"/>
                                            </a:lnTo>
                                            <a:lnTo>
                                              <a:pt x="0" y="2"/>
                                            </a:lnTo>
                                            <a:lnTo>
                                              <a:pt x="0" y="3"/>
                                            </a:lnTo>
                                            <a:lnTo>
                                              <a:pt x="0" y="5"/>
                                            </a:lnTo>
                                            <a:lnTo>
                                              <a:pt x="0" y="6"/>
                                            </a:lnTo>
                                            <a:lnTo>
                                              <a:pt x="1" y="7"/>
                                            </a:lnTo>
                                            <a:lnTo>
                                              <a:pt x="3" y="9"/>
                                            </a:lnTo>
                                            <a:lnTo>
                                              <a:pt x="4" y="9"/>
                                            </a:lnTo>
                                            <a:lnTo>
                                              <a:pt x="6" y="7"/>
                                            </a:lnTo>
                                            <a:lnTo>
                                              <a:pt x="7" y="6"/>
                                            </a:lnTo>
                                            <a:lnTo>
                                              <a:pt x="9" y="5"/>
                                            </a:lnTo>
                                            <a:lnTo>
                                              <a:pt x="9" y="3"/>
                                            </a:lnTo>
                                            <a:lnTo>
                                              <a:pt x="7" y="2"/>
                                            </a:lnTo>
                                            <a:lnTo>
                                              <a:pt x="6"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17" name="Freeform 150"/>
                                      <p:cNvSpPr>
                                        <a:spLocks/>
                                      </p:cNvSpPr>
                                      <p:nvPr/>
                                    </p:nvSpPr>
                                    <p:spPr bwMode="auto">
                                      <a:xfrm>
                                        <a:off x="3707" y="2344"/>
                                        <a:ext cx="9" cy="9"/>
                                      </a:xfrm>
                                      <a:custGeom>
                                        <a:avLst/>
                                        <a:gdLst>
                                          <a:gd name="T0" fmla="*/ 4 w 9"/>
                                          <a:gd name="T1" fmla="*/ 0 h 9"/>
                                          <a:gd name="T2" fmla="*/ 3 w 9"/>
                                          <a:gd name="T3" fmla="*/ 0 h 9"/>
                                          <a:gd name="T4" fmla="*/ 1 w 9"/>
                                          <a:gd name="T5" fmla="*/ 1 h 9"/>
                                          <a:gd name="T6" fmla="*/ 0 w 9"/>
                                          <a:gd name="T7" fmla="*/ 3 h 9"/>
                                          <a:gd name="T8" fmla="*/ 0 w 9"/>
                                          <a:gd name="T9" fmla="*/ 4 h 9"/>
                                          <a:gd name="T10" fmla="*/ 0 w 9"/>
                                          <a:gd name="T11" fmla="*/ 6 h 9"/>
                                          <a:gd name="T12" fmla="*/ 0 w 9"/>
                                          <a:gd name="T13" fmla="*/ 7 h 9"/>
                                          <a:gd name="T14" fmla="*/ 1 w 9"/>
                                          <a:gd name="T15" fmla="*/ 9 h 9"/>
                                          <a:gd name="T16" fmla="*/ 3 w 9"/>
                                          <a:gd name="T17" fmla="*/ 9 h 9"/>
                                          <a:gd name="T18" fmla="*/ 3 w 9"/>
                                          <a:gd name="T19" fmla="*/ 9 h 9"/>
                                          <a:gd name="T20" fmla="*/ 4 w 9"/>
                                          <a:gd name="T21" fmla="*/ 9 h 9"/>
                                          <a:gd name="T22" fmla="*/ 6 w 9"/>
                                          <a:gd name="T23" fmla="*/ 9 h 9"/>
                                          <a:gd name="T24" fmla="*/ 7 w 9"/>
                                          <a:gd name="T25" fmla="*/ 7 h 9"/>
                                          <a:gd name="T26" fmla="*/ 9 w 9"/>
                                          <a:gd name="T27" fmla="*/ 6 h 9"/>
                                          <a:gd name="T28" fmla="*/ 9 w 9"/>
                                          <a:gd name="T29" fmla="*/ 4 h 9"/>
                                          <a:gd name="T30" fmla="*/ 7 w 9"/>
                                          <a:gd name="T31" fmla="*/ 3 h 9"/>
                                          <a:gd name="T32" fmla="*/ 6 w 9"/>
                                          <a:gd name="T33" fmla="*/ 1 h 9"/>
                                          <a:gd name="T34" fmla="*/ 4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4" y="0"/>
                                            </a:moveTo>
                                            <a:lnTo>
                                              <a:pt x="3" y="0"/>
                                            </a:lnTo>
                                            <a:lnTo>
                                              <a:pt x="1" y="1"/>
                                            </a:lnTo>
                                            <a:lnTo>
                                              <a:pt x="0" y="3"/>
                                            </a:lnTo>
                                            <a:lnTo>
                                              <a:pt x="0" y="4"/>
                                            </a:lnTo>
                                            <a:lnTo>
                                              <a:pt x="0" y="6"/>
                                            </a:lnTo>
                                            <a:lnTo>
                                              <a:pt x="0" y="7"/>
                                            </a:lnTo>
                                            <a:lnTo>
                                              <a:pt x="1" y="9"/>
                                            </a:lnTo>
                                            <a:lnTo>
                                              <a:pt x="3" y="9"/>
                                            </a:lnTo>
                                            <a:lnTo>
                                              <a:pt x="4" y="9"/>
                                            </a:lnTo>
                                            <a:lnTo>
                                              <a:pt x="6" y="9"/>
                                            </a:lnTo>
                                            <a:lnTo>
                                              <a:pt x="7" y="7"/>
                                            </a:lnTo>
                                            <a:lnTo>
                                              <a:pt x="9" y="6"/>
                                            </a:lnTo>
                                            <a:lnTo>
                                              <a:pt x="9" y="4"/>
                                            </a:lnTo>
                                            <a:lnTo>
                                              <a:pt x="7" y="3"/>
                                            </a:lnTo>
                                            <a:lnTo>
                                              <a:pt x="6" y="1"/>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18" name="Freeform 151"/>
                                      <p:cNvSpPr>
                                        <a:spLocks/>
                                      </p:cNvSpPr>
                                      <p:nvPr/>
                                    </p:nvSpPr>
                                    <p:spPr bwMode="auto">
                                      <a:xfrm>
                                        <a:off x="3723" y="2351"/>
                                        <a:ext cx="9" cy="9"/>
                                      </a:xfrm>
                                      <a:custGeom>
                                        <a:avLst/>
                                        <a:gdLst>
                                          <a:gd name="T0" fmla="*/ 4 w 9"/>
                                          <a:gd name="T1" fmla="*/ 0 h 9"/>
                                          <a:gd name="T2" fmla="*/ 3 w 9"/>
                                          <a:gd name="T3" fmla="*/ 0 h 9"/>
                                          <a:gd name="T4" fmla="*/ 1 w 9"/>
                                          <a:gd name="T5" fmla="*/ 0 h 9"/>
                                          <a:gd name="T6" fmla="*/ 0 w 9"/>
                                          <a:gd name="T7" fmla="*/ 2 h 9"/>
                                          <a:gd name="T8" fmla="*/ 0 w 9"/>
                                          <a:gd name="T9" fmla="*/ 3 h 9"/>
                                          <a:gd name="T10" fmla="*/ 0 w 9"/>
                                          <a:gd name="T11" fmla="*/ 5 h 9"/>
                                          <a:gd name="T12" fmla="*/ 0 w 9"/>
                                          <a:gd name="T13" fmla="*/ 6 h 9"/>
                                          <a:gd name="T14" fmla="*/ 1 w 9"/>
                                          <a:gd name="T15" fmla="*/ 8 h 9"/>
                                          <a:gd name="T16" fmla="*/ 3 w 9"/>
                                          <a:gd name="T17" fmla="*/ 9 h 9"/>
                                          <a:gd name="T18" fmla="*/ 3 w 9"/>
                                          <a:gd name="T19" fmla="*/ 9 h 9"/>
                                          <a:gd name="T20" fmla="*/ 4 w 9"/>
                                          <a:gd name="T21" fmla="*/ 9 h 9"/>
                                          <a:gd name="T22" fmla="*/ 6 w 9"/>
                                          <a:gd name="T23" fmla="*/ 8 h 9"/>
                                          <a:gd name="T24" fmla="*/ 7 w 9"/>
                                          <a:gd name="T25" fmla="*/ 6 h 9"/>
                                          <a:gd name="T26" fmla="*/ 9 w 9"/>
                                          <a:gd name="T27" fmla="*/ 5 h 9"/>
                                          <a:gd name="T28" fmla="*/ 9 w 9"/>
                                          <a:gd name="T29" fmla="*/ 3 h 9"/>
                                          <a:gd name="T30" fmla="*/ 7 w 9"/>
                                          <a:gd name="T31" fmla="*/ 2 h 9"/>
                                          <a:gd name="T32" fmla="*/ 6 w 9"/>
                                          <a:gd name="T33" fmla="*/ 0 h 9"/>
                                          <a:gd name="T34" fmla="*/ 4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4" y="0"/>
                                            </a:moveTo>
                                            <a:lnTo>
                                              <a:pt x="3" y="0"/>
                                            </a:lnTo>
                                            <a:lnTo>
                                              <a:pt x="1" y="0"/>
                                            </a:lnTo>
                                            <a:lnTo>
                                              <a:pt x="0" y="2"/>
                                            </a:lnTo>
                                            <a:lnTo>
                                              <a:pt x="0" y="3"/>
                                            </a:lnTo>
                                            <a:lnTo>
                                              <a:pt x="0" y="5"/>
                                            </a:lnTo>
                                            <a:lnTo>
                                              <a:pt x="0" y="6"/>
                                            </a:lnTo>
                                            <a:lnTo>
                                              <a:pt x="1" y="8"/>
                                            </a:lnTo>
                                            <a:lnTo>
                                              <a:pt x="3" y="9"/>
                                            </a:lnTo>
                                            <a:lnTo>
                                              <a:pt x="4" y="9"/>
                                            </a:lnTo>
                                            <a:lnTo>
                                              <a:pt x="6" y="8"/>
                                            </a:lnTo>
                                            <a:lnTo>
                                              <a:pt x="7" y="6"/>
                                            </a:lnTo>
                                            <a:lnTo>
                                              <a:pt x="9" y="5"/>
                                            </a:lnTo>
                                            <a:lnTo>
                                              <a:pt x="9" y="3"/>
                                            </a:lnTo>
                                            <a:lnTo>
                                              <a:pt x="7" y="2"/>
                                            </a:lnTo>
                                            <a:lnTo>
                                              <a:pt x="6"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19" name="Freeform 152"/>
                                      <p:cNvSpPr>
                                        <a:spLocks/>
                                      </p:cNvSpPr>
                                      <p:nvPr/>
                                    </p:nvSpPr>
                                    <p:spPr bwMode="auto">
                                      <a:xfrm>
                                        <a:off x="3739" y="2356"/>
                                        <a:ext cx="8" cy="8"/>
                                      </a:xfrm>
                                      <a:custGeom>
                                        <a:avLst/>
                                        <a:gdLst>
                                          <a:gd name="T0" fmla="*/ 6 w 8"/>
                                          <a:gd name="T1" fmla="*/ 0 h 8"/>
                                          <a:gd name="T2" fmla="*/ 4 w 8"/>
                                          <a:gd name="T3" fmla="*/ 0 h 8"/>
                                          <a:gd name="T4" fmla="*/ 3 w 8"/>
                                          <a:gd name="T5" fmla="*/ 0 h 8"/>
                                          <a:gd name="T6" fmla="*/ 1 w 8"/>
                                          <a:gd name="T7" fmla="*/ 1 h 8"/>
                                          <a:gd name="T8" fmla="*/ 0 w 8"/>
                                          <a:gd name="T9" fmla="*/ 3 h 8"/>
                                          <a:gd name="T10" fmla="*/ 0 w 8"/>
                                          <a:gd name="T11" fmla="*/ 4 h 8"/>
                                          <a:gd name="T12" fmla="*/ 1 w 8"/>
                                          <a:gd name="T13" fmla="*/ 5 h 8"/>
                                          <a:gd name="T14" fmla="*/ 3 w 8"/>
                                          <a:gd name="T15" fmla="*/ 7 h 8"/>
                                          <a:gd name="T16" fmla="*/ 4 w 8"/>
                                          <a:gd name="T17" fmla="*/ 8 h 8"/>
                                          <a:gd name="T18" fmla="*/ 4 w 8"/>
                                          <a:gd name="T19" fmla="*/ 8 h 8"/>
                                          <a:gd name="T20" fmla="*/ 6 w 8"/>
                                          <a:gd name="T21" fmla="*/ 8 h 8"/>
                                          <a:gd name="T22" fmla="*/ 7 w 8"/>
                                          <a:gd name="T23" fmla="*/ 7 h 8"/>
                                          <a:gd name="T24" fmla="*/ 8 w 8"/>
                                          <a:gd name="T25" fmla="*/ 5 h 8"/>
                                          <a:gd name="T26" fmla="*/ 8 w 8"/>
                                          <a:gd name="T27" fmla="*/ 4 h 8"/>
                                          <a:gd name="T28" fmla="*/ 8 w 8"/>
                                          <a:gd name="T29" fmla="*/ 3 h 8"/>
                                          <a:gd name="T30" fmla="*/ 8 w 8"/>
                                          <a:gd name="T31" fmla="*/ 1 h 8"/>
                                          <a:gd name="T32" fmla="*/ 7 w 8"/>
                                          <a:gd name="T33" fmla="*/ 0 h 8"/>
                                          <a:gd name="T34" fmla="*/ 6 w 8"/>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8"/>
                                          <a:gd name="T56" fmla="*/ 8 w 8"/>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8">
                                            <a:moveTo>
                                              <a:pt x="6" y="0"/>
                                            </a:moveTo>
                                            <a:lnTo>
                                              <a:pt x="4" y="0"/>
                                            </a:lnTo>
                                            <a:lnTo>
                                              <a:pt x="3" y="0"/>
                                            </a:lnTo>
                                            <a:lnTo>
                                              <a:pt x="1" y="1"/>
                                            </a:lnTo>
                                            <a:lnTo>
                                              <a:pt x="0" y="3"/>
                                            </a:lnTo>
                                            <a:lnTo>
                                              <a:pt x="0" y="4"/>
                                            </a:lnTo>
                                            <a:lnTo>
                                              <a:pt x="1" y="5"/>
                                            </a:lnTo>
                                            <a:lnTo>
                                              <a:pt x="3" y="7"/>
                                            </a:lnTo>
                                            <a:lnTo>
                                              <a:pt x="4" y="8"/>
                                            </a:lnTo>
                                            <a:lnTo>
                                              <a:pt x="6" y="8"/>
                                            </a:lnTo>
                                            <a:lnTo>
                                              <a:pt x="7" y="7"/>
                                            </a:lnTo>
                                            <a:lnTo>
                                              <a:pt x="8" y="5"/>
                                            </a:lnTo>
                                            <a:lnTo>
                                              <a:pt x="8" y="4"/>
                                            </a:lnTo>
                                            <a:lnTo>
                                              <a:pt x="8" y="3"/>
                                            </a:lnTo>
                                            <a:lnTo>
                                              <a:pt x="8" y="1"/>
                                            </a:lnTo>
                                            <a:lnTo>
                                              <a:pt x="7" y="0"/>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20" name="Freeform 153"/>
                                      <p:cNvSpPr>
                                        <a:spLocks/>
                                      </p:cNvSpPr>
                                      <p:nvPr/>
                                    </p:nvSpPr>
                                    <p:spPr bwMode="auto">
                                      <a:xfrm>
                                        <a:off x="3756" y="2357"/>
                                        <a:ext cx="9" cy="9"/>
                                      </a:xfrm>
                                      <a:custGeom>
                                        <a:avLst/>
                                        <a:gdLst>
                                          <a:gd name="T0" fmla="*/ 6 w 9"/>
                                          <a:gd name="T1" fmla="*/ 0 h 9"/>
                                          <a:gd name="T2" fmla="*/ 5 w 9"/>
                                          <a:gd name="T3" fmla="*/ 0 h 9"/>
                                          <a:gd name="T4" fmla="*/ 3 w 9"/>
                                          <a:gd name="T5" fmla="*/ 2 h 9"/>
                                          <a:gd name="T6" fmla="*/ 2 w 9"/>
                                          <a:gd name="T7" fmla="*/ 3 h 9"/>
                                          <a:gd name="T8" fmla="*/ 0 w 9"/>
                                          <a:gd name="T9" fmla="*/ 4 h 9"/>
                                          <a:gd name="T10" fmla="*/ 0 w 9"/>
                                          <a:gd name="T11" fmla="*/ 6 h 9"/>
                                          <a:gd name="T12" fmla="*/ 2 w 9"/>
                                          <a:gd name="T13" fmla="*/ 7 h 9"/>
                                          <a:gd name="T14" fmla="*/ 3 w 9"/>
                                          <a:gd name="T15" fmla="*/ 9 h 9"/>
                                          <a:gd name="T16" fmla="*/ 5 w 9"/>
                                          <a:gd name="T17" fmla="*/ 9 h 9"/>
                                          <a:gd name="T18" fmla="*/ 5 w 9"/>
                                          <a:gd name="T19" fmla="*/ 9 h 9"/>
                                          <a:gd name="T20" fmla="*/ 6 w 9"/>
                                          <a:gd name="T21" fmla="*/ 9 h 9"/>
                                          <a:gd name="T22" fmla="*/ 7 w 9"/>
                                          <a:gd name="T23" fmla="*/ 9 h 9"/>
                                          <a:gd name="T24" fmla="*/ 9 w 9"/>
                                          <a:gd name="T25" fmla="*/ 7 h 9"/>
                                          <a:gd name="T26" fmla="*/ 9 w 9"/>
                                          <a:gd name="T27" fmla="*/ 6 h 9"/>
                                          <a:gd name="T28" fmla="*/ 9 w 9"/>
                                          <a:gd name="T29" fmla="*/ 4 h 9"/>
                                          <a:gd name="T30" fmla="*/ 9 w 9"/>
                                          <a:gd name="T31" fmla="*/ 3 h 9"/>
                                          <a:gd name="T32" fmla="*/ 7 w 9"/>
                                          <a:gd name="T33" fmla="*/ 2 h 9"/>
                                          <a:gd name="T34" fmla="*/ 6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6" y="0"/>
                                            </a:moveTo>
                                            <a:lnTo>
                                              <a:pt x="5" y="0"/>
                                            </a:lnTo>
                                            <a:lnTo>
                                              <a:pt x="3" y="2"/>
                                            </a:lnTo>
                                            <a:lnTo>
                                              <a:pt x="2" y="3"/>
                                            </a:lnTo>
                                            <a:lnTo>
                                              <a:pt x="0" y="4"/>
                                            </a:lnTo>
                                            <a:lnTo>
                                              <a:pt x="0" y="6"/>
                                            </a:lnTo>
                                            <a:lnTo>
                                              <a:pt x="2" y="7"/>
                                            </a:lnTo>
                                            <a:lnTo>
                                              <a:pt x="3" y="9"/>
                                            </a:lnTo>
                                            <a:lnTo>
                                              <a:pt x="5" y="9"/>
                                            </a:lnTo>
                                            <a:lnTo>
                                              <a:pt x="6" y="9"/>
                                            </a:lnTo>
                                            <a:lnTo>
                                              <a:pt x="7" y="9"/>
                                            </a:lnTo>
                                            <a:lnTo>
                                              <a:pt x="9" y="7"/>
                                            </a:lnTo>
                                            <a:lnTo>
                                              <a:pt x="9" y="6"/>
                                            </a:lnTo>
                                            <a:lnTo>
                                              <a:pt x="9" y="4"/>
                                            </a:lnTo>
                                            <a:lnTo>
                                              <a:pt x="9" y="3"/>
                                            </a:lnTo>
                                            <a:lnTo>
                                              <a:pt x="7" y="2"/>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21" name="Freeform 154"/>
                                      <p:cNvSpPr>
                                        <a:spLocks/>
                                      </p:cNvSpPr>
                                      <p:nvPr/>
                                    </p:nvSpPr>
                                    <p:spPr bwMode="auto">
                                      <a:xfrm>
                                        <a:off x="3774" y="2357"/>
                                        <a:ext cx="8" cy="9"/>
                                      </a:xfrm>
                                      <a:custGeom>
                                        <a:avLst/>
                                        <a:gdLst>
                                          <a:gd name="T0" fmla="*/ 5 w 8"/>
                                          <a:gd name="T1" fmla="*/ 0 h 9"/>
                                          <a:gd name="T2" fmla="*/ 4 w 8"/>
                                          <a:gd name="T3" fmla="*/ 0 h 9"/>
                                          <a:gd name="T4" fmla="*/ 3 w 8"/>
                                          <a:gd name="T5" fmla="*/ 2 h 9"/>
                                          <a:gd name="T6" fmla="*/ 1 w 8"/>
                                          <a:gd name="T7" fmla="*/ 3 h 9"/>
                                          <a:gd name="T8" fmla="*/ 0 w 8"/>
                                          <a:gd name="T9" fmla="*/ 4 h 9"/>
                                          <a:gd name="T10" fmla="*/ 0 w 8"/>
                                          <a:gd name="T11" fmla="*/ 6 h 9"/>
                                          <a:gd name="T12" fmla="*/ 1 w 8"/>
                                          <a:gd name="T13" fmla="*/ 7 h 9"/>
                                          <a:gd name="T14" fmla="*/ 3 w 8"/>
                                          <a:gd name="T15" fmla="*/ 9 h 9"/>
                                          <a:gd name="T16" fmla="*/ 4 w 8"/>
                                          <a:gd name="T17" fmla="*/ 9 h 9"/>
                                          <a:gd name="T18" fmla="*/ 4 w 8"/>
                                          <a:gd name="T19" fmla="*/ 9 h 9"/>
                                          <a:gd name="T20" fmla="*/ 5 w 8"/>
                                          <a:gd name="T21" fmla="*/ 9 h 9"/>
                                          <a:gd name="T22" fmla="*/ 7 w 8"/>
                                          <a:gd name="T23" fmla="*/ 9 h 9"/>
                                          <a:gd name="T24" fmla="*/ 8 w 8"/>
                                          <a:gd name="T25" fmla="*/ 7 h 9"/>
                                          <a:gd name="T26" fmla="*/ 8 w 8"/>
                                          <a:gd name="T27" fmla="*/ 6 h 9"/>
                                          <a:gd name="T28" fmla="*/ 8 w 8"/>
                                          <a:gd name="T29" fmla="*/ 4 h 9"/>
                                          <a:gd name="T30" fmla="*/ 8 w 8"/>
                                          <a:gd name="T31" fmla="*/ 3 h 9"/>
                                          <a:gd name="T32" fmla="*/ 7 w 8"/>
                                          <a:gd name="T33" fmla="*/ 2 h 9"/>
                                          <a:gd name="T34" fmla="*/ 5 w 8"/>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5" y="0"/>
                                            </a:moveTo>
                                            <a:lnTo>
                                              <a:pt x="4" y="0"/>
                                            </a:lnTo>
                                            <a:lnTo>
                                              <a:pt x="3" y="2"/>
                                            </a:lnTo>
                                            <a:lnTo>
                                              <a:pt x="1" y="3"/>
                                            </a:lnTo>
                                            <a:lnTo>
                                              <a:pt x="0" y="4"/>
                                            </a:lnTo>
                                            <a:lnTo>
                                              <a:pt x="0" y="6"/>
                                            </a:lnTo>
                                            <a:lnTo>
                                              <a:pt x="1" y="7"/>
                                            </a:lnTo>
                                            <a:lnTo>
                                              <a:pt x="3" y="9"/>
                                            </a:lnTo>
                                            <a:lnTo>
                                              <a:pt x="4" y="9"/>
                                            </a:lnTo>
                                            <a:lnTo>
                                              <a:pt x="5" y="9"/>
                                            </a:lnTo>
                                            <a:lnTo>
                                              <a:pt x="7" y="9"/>
                                            </a:lnTo>
                                            <a:lnTo>
                                              <a:pt x="8" y="7"/>
                                            </a:lnTo>
                                            <a:lnTo>
                                              <a:pt x="8" y="6"/>
                                            </a:lnTo>
                                            <a:lnTo>
                                              <a:pt x="8" y="4"/>
                                            </a:lnTo>
                                            <a:lnTo>
                                              <a:pt x="8" y="3"/>
                                            </a:lnTo>
                                            <a:lnTo>
                                              <a:pt x="7" y="2"/>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22" name="Freeform 155"/>
                                      <p:cNvSpPr>
                                        <a:spLocks/>
                                      </p:cNvSpPr>
                                      <p:nvPr/>
                                    </p:nvSpPr>
                                    <p:spPr bwMode="auto">
                                      <a:xfrm>
                                        <a:off x="3791" y="2354"/>
                                        <a:ext cx="9" cy="9"/>
                                      </a:xfrm>
                                      <a:custGeom>
                                        <a:avLst/>
                                        <a:gdLst>
                                          <a:gd name="T0" fmla="*/ 4 w 9"/>
                                          <a:gd name="T1" fmla="*/ 0 h 9"/>
                                          <a:gd name="T2" fmla="*/ 3 w 9"/>
                                          <a:gd name="T3" fmla="*/ 2 h 9"/>
                                          <a:gd name="T4" fmla="*/ 2 w 9"/>
                                          <a:gd name="T5" fmla="*/ 3 h 9"/>
                                          <a:gd name="T6" fmla="*/ 0 w 9"/>
                                          <a:gd name="T7" fmla="*/ 5 h 9"/>
                                          <a:gd name="T8" fmla="*/ 0 w 9"/>
                                          <a:gd name="T9" fmla="*/ 6 h 9"/>
                                          <a:gd name="T10" fmla="*/ 2 w 9"/>
                                          <a:gd name="T11" fmla="*/ 7 h 9"/>
                                          <a:gd name="T12" fmla="*/ 3 w 9"/>
                                          <a:gd name="T13" fmla="*/ 9 h 9"/>
                                          <a:gd name="T14" fmla="*/ 4 w 9"/>
                                          <a:gd name="T15" fmla="*/ 9 h 9"/>
                                          <a:gd name="T16" fmla="*/ 6 w 9"/>
                                          <a:gd name="T17" fmla="*/ 9 h 9"/>
                                          <a:gd name="T18" fmla="*/ 6 w 9"/>
                                          <a:gd name="T19" fmla="*/ 9 h 9"/>
                                          <a:gd name="T20" fmla="*/ 7 w 9"/>
                                          <a:gd name="T21" fmla="*/ 9 h 9"/>
                                          <a:gd name="T22" fmla="*/ 9 w 9"/>
                                          <a:gd name="T23" fmla="*/ 7 h 9"/>
                                          <a:gd name="T24" fmla="*/ 9 w 9"/>
                                          <a:gd name="T25" fmla="*/ 6 h 9"/>
                                          <a:gd name="T26" fmla="*/ 9 w 9"/>
                                          <a:gd name="T27" fmla="*/ 5 h 9"/>
                                          <a:gd name="T28" fmla="*/ 9 w 9"/>
                                          <a:gd name="T29" fmla="*/ 3 h 9"/>
                                          <a:gd name="T30" fmla="*/ 7 w 9"/>
                                          <a:gd name="T31" fmla="*/ 2 h 9"/>
                                          <a:gd name="T32" fmla="*/ 6 w 9"/>
                                          <a:gd name="T33" fmla="*/ 0 h 9"/>
                                          <a:gd name="T34" fmla="*/ 4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4" y="0"/>
                                            </a:moveTo>
                                            <a:lnTo>
                                              <a:pt x="3" y="2"/>
                                            </a:lnTo>
                                            <a:lnTo>
                                              <a:pt x="2" y="3"/>
                                            </a:lnTo>
                                            <a:lnTo>
                                              <a:pt x="0" y="5"/>
                                            </a:lnTo>
                                            <a:lnTo>
                                              <a:pt x="0" y="6"/>
                                            </a:lnTo>
                                            <a:lnTo>
                                              <a:pt x="2" y="7"/>
                                            </a:lnTo>
                                            <a:lnTo>
                                              <a:pt x="3" y="9"/>
                                            </a:lnTo>
                                            <a:lnTo>
                                              <a:pt x="4" y="9"/>
                                            </a:lnTo>
                                            <a:lnTo>
                                              <a:pt x="6" y="9"/>
                                            </a:lnTo>
                                            <a:lnTo>
                                              <a:pt x="7" y="9"/>
                                            </a:lnTo>
                                            <a:lnTo>
                                              <a:pt x="9" y="7"/>
                                            </a:lnTo>
                                            <a:lnTo>
                                              <a:pt x="9" y="6"/>
                                            </a:lnTo>
                                            <a:lnTo>
                                              <a:pt x="9" y="5"/>
                                            </a:lnTo>
                                            <a:lnTo>
                                              <a:pt x="9" y="3"/>
                                            </a:lnTo>
                                            <a:lnTo>
                                              <a:pt x="7" y="2"/>
                                            </a:lnTo>
                                            <a:lnTo>
                                              <a:pt x="6"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23" name="Freeform 156"/>
                                      <p:cNvSpPr>
                                        <a:spLocks/>
                                      </p:cNvSpPr>
                                      <p:nvPr/>
                                    </p:nvSpPr>
                                    <p:spPr bwMode="auto">
                                      <a:xfrm>
                                        <a:off x="3808" y="2350"/>
                                        <a:ext cx="9" cy="9"/>
                                      </a:xfrm>
                                      <a:custGeom>
                                        <a:avLst/>
                                        <a:gdLst>
                                          <a:gd name="T0" fmla="*/ 3 w 9"/>
                                          <a:gd name="T1" fmla="*/ 0 h 9"/>
                                          <a:gd name="T2" fmla="*/ 2 w 9"/>
                                          <a:gd name="T3" fmla="*/ 1 h 9"/>
                                          <a:gd name="T4" fmla="*/ 0 w 9"/>
                                          <a:gd name="T5" fmla="*/ 3 h 9"/>
                                          <a:gd name="T6" fmla="*/ 0 w 9"/>
                                          <a:gd name="T7" fmla="*/ 4 h 9"/>
                                          <a:gd name="T8" fmla="*/ 0 w 9"/>
                                          <a:gd name="T9" fmla="*/ 6 h 9"/>
                                          <a:gd name="T10" fmla="*/ 0 w 9"/>
                                          <a:gd name="T11" fmla="*/ 7 h 9"/>
                                          <a:gd name="T12" fmla="*/ 2 w 9"/>
                                          <a:gd name="T13" fmla="*/ 9 h 9"/>
                                          <a:gd name="T14" fmla="*/ 3 w 9"/>
                                          <a:gd name="T15" fmla="*/ 9 h 9"/>
                                          <a:gd name="T16" fmla="*/ 5 w 9"/>
                                          <a:gd name="T17" fmla="*/ 9 h 9"/>
                                          <a:gd name="T18" fmla="*/ 5 w 9"/>
                                          <a:gd name="T19" fmla="*/ 9 h 9"/>
                                          <a:gd name="T20" fmla="*/ 6 w 9"/>
                                          <a:gd name="T21" fmla="*/ 9 h 9"/>
                                          <a:gd name="T22" fmla="*/ 8 w 9"/>
                                          <a:gd name="T23" fmla="*/ 7 h 9"/>
                                          <a:gd name="T24" fmla="*/ 9 w 9"/>
                                          <a:gd name="T25" fmla="*/ 6 h 9"/>
                                          <a:gd name="T26" fmla="*/ 9 w 9"/>
                                          <a:gd name="T27" fmla="*/ 4 h 9"/>
                                          <a:gd name="T28" fmla="*/ 8 w 9"/>
                                          <a:gd name="T29" fmla="*/ 3 h 9"/>
                                          <a:gd name="T30" fmla="*/ 6 w 9"/>
                                          <a:gd name="T31" fmla="*/ 1 h 9"/>
                                          <a:gd name="T32" fmla="*/ 5 w 9"/>
                                          <a:gd name="T33" fmla="*/ 0 h 9"/>
                                          <a:gd name="T34" fmla="*/ 3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3" y="0"/>
                                            </a:moveTo>
                                            <a:lnTo>
                                              <a:pt x="2" y="1"/>
                                            </a:lnTo>
                                            <a:lnTo>
                                              <a:pt x="0" y="3"/>
                                            </a:lnTo>
                                            <a:lnTo>
                                              <a:pt x="0" y="4"/>
                                            </a:lnTo>
                                            <a:lnTo>
                                              <a:pt x="0" y="6"/>
                                            </a:lnTo>
                                            <a:lnTo>
                                              <a:pt x="0" y="7"/>
                                            </a:lnTo>
                                            <a:lnTo>
                                              <a:pt x="2" y="9"/>
                                            </a:lnTo>
                                            <a:lnTo>
                                              <a:pt x="3" y="9"/>
                                            </a:lnTo>
                                            <a:lnTo>
                                              <a:pt x="5" y="9"/>
                                            </a:lnTo>
                                            <a:lnTo>
                                              <a:pt x="6" y="9"/>
                                            </a:lnTo>
                                            <a:lnTo>
                                              <a:pt x="8" y="7"/>
                                            </a:lnTo>
                                            <a:lnTo>
                                              <a:pt x="9" y="6"/>
                                            </a:lnTo>
                                            <a:lnTo>
                                              <a:pt x="9" y="4"/>
                                            </a:lnTo>
                                            <a:lnTo>
                                              <a:pt x="8" y="3"/>
                                            </a:lnTo>
                                            <a:lnTo>
                                              <a:pt x="6" y="1"/>
                                            </a:lnTo>
                                            <a:lnTo>
                                              <a:pt x="5"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24" name="Freeform 157"/>
                                      <p:cNvSpPr>
                                        <a:spLocks/>
                                      </p:cNvSpPr>
                                      <p:nvPr/>
                                    </p:nvSpPr>
                                    <p:spPr bwMode="auto">
                                      <a:xfrm>
                                        <a:off x="3824" y="2344"/>
                                        <a:ext cx="9" cy="9"/>
                                      </a:xfrm>
                                      <a:custGeom>
                                        <a:avLst/>
                                        <a:gdLst>
                                          <a:gd name="T0" fmla="*/ 3 w 9"/>
                                          <a:gd name="T1" fmla="*/ 0 h 9"/>
                                          <a:gd name="T2" fmla="*/ 2 w 9"/>
                                          <a:gd name="T3" fmla="*/ 1 h 9"/>
                                          <a:gd name="T4" fmla="*/ 0 w 9"/>
                                          <a:gd name="T5" fmla="*/ 3 h 9"/>
                                          <a:gd name="T6" fmla="*/ 0 w 9"/>
                                          <a:gd name="T7" fmla="*/ 4 h 9"/>
                                          <a:gd name="T8" fmla="*/ 0 w 9"/>
                                          <a:gd name="T9" fmla="*/ 6 h 9"/>
                                          <a:gd name="T10" fmla="*/ 0 w 9"/>
                                          <a:gd name="T11" fmla="*/ 7 h 9"/>
                                          <a:gd name="T12" fmla="*/ 2 w 9"/>
                                          <a:gd name="T13" fmla="*/ 9 h 9"/>
                                          <a:gd name="T14" fmla="*/ 3 w 9"/>
                                          <a:gd name="T15" fmla="*/ 9 h 9"/>
                                          <a:gd name="T16" fmla="*/ 5 w 9"/>
                                          <a:gd name="T17" fmla="*/ 9 h 9"/>
                                          <a:gd name="T18" fmla="*/ 5 w 9"/>
                                          <a:gd name="T19" fmla="*/ 9 h 9"/>
                                          <a:gd name="T20" fmla="*/ 6 w 9"/>
                                          <a:gd name="T21" fmla="*/ 9 h 9"/>
                                          <a:gd name="T22" fmla="*/ 8 w 9"/>
                                          <a:gd name="T23" fmla="*/ 7 h 9"/>
                                          <a:gd name="T24" fmla="*/ 9 w 9"/>
                                          <a:gd name="T25" fmla="*/ 6 h 9"/>
                                          <a:gd name="T26" fmla="*/ 9 w 9"/>
                                          <a:gd name="T27" fmla="*/ 4 h 9"/>
                                          <a:gd name="T28" fmla="*/ 8 w 9"/>
                                          <a:gd name="T29" fmla="*/ 3 h 9"/>
                                          <a:gd name="T30" fmla="*/ 6 w 9"/>
                                          <a:gd name="T31" fmla="*/ 1 h 9"/>
                                          <a:gd name="T32" fmla="*/ 5 w 9"/>
                                          <a:gd name="T33" fmla="*/ 0 h 9"/>
                                          <a:gd name="T34" fmla="*/ 3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3" y="0"/>
                                            </a:moveTo>
                                            <a:lnTo>
                                              <a:pt x="2" y="1"/>
                                            </a:lnTo>
                                            <a:lnTo>
                                              <a:pt x="0" y="3"/>
                                            </a:lnTo>
                                            <a:lnTo>
                                              <a:pt x="0" y="4"/>
                                            </a:lnTo>
                                            <a:lnTo>
                                              <a:pt x="0" y="6"/>
                                            </a:lnTo>
                                            <a:lnTo>
                                              <a:pt x="0" y="7"/>
                                            </a:lnTo>
                                            <a:lnTo>
                                              <a:pt x="2" y="9"/>
                                            </a:lnTo>
                                            <a:lnTo>
                                              <a:pt x="3" y="9"/>
                                            </a:lnTo>
                                            <a:lnTo>
                                              <a:pt x="5" y="9"/>
                                            </a:lnTo>
                                            <a:lnTo>
                                              <a:pt x="6" y="9"/>
                                            </a:lnTo>
                                            <a:lnTo>
                                              <a:pt x="8" y="7"/>
                                            </a:lnTo>
                                            <a:lnTo>
                                              <a:pt x="9" y="6"/>
                                            </a:lnTo>
                                            <a:lnTo>
                                              <a:pt x="9" y="4"/>
                                            </a:lnTo>
                                            <a:lnTo>
                                              <a:pt x="8" y="3"/>
                                            </a:lnTo>
                                            <a:lnTo>
                                              <a:pt x="6" y="1"/>
                                            </a:lnTo>
                                            <a:lnTo>
                                              <a:pt x="5"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25" name="Freeform 158"/>
                                      <p:cNvSpPr>
                                        <a:spLocks/>
                                      </p:cNvSpPr>
                                      <p:nvPr/>
                                    </p:nvSpPr>
                                    <p:spPr bwMode="auto">
                                      <a:xfrm>
                                        <a:off x="3840" y="2337"/>
                                        <a:ext cx="9" cy="8"/>
                                      </a:xfrm>
                                      <a:custGeom>
                                        <a:avLst/>
                                        <a:gdLst>
                                          <a:gd name="T0" fmla="*/ 3 w 9"/>
                                          <a:gd name="T1" fmla="*/ 0 h 8"/>
                                          <a:gd name="T2" fmla="*/ 2 w 9"/>
                                          <a:gd name="T3" fmla="*/ 1 h 8"/>
                                          <a:gd name="T4" fmla="*/ 0 w 9"/>
                                          <a:gd name="T5" fmla="*/ 3 h 8"/>
                                          <a:gd name="T6" fmla="*/ 0 w 9"/>
                                          <a:gd name="T7" fmla="*/ 4 h 8"/>
                                          <a:gd name="T8" fmla="*/ 0 w 9"/>
                                          <a:gd name="T9" fmla="*/ 6 h 8"/>
                                          <a:gd name="T10" fmla="*/ 0 w 9"/>
                                          <a:gd name="T11" fmla="*/ 7 h 8"/>
                                          <a:gd name="T12" fmla="*/ 2 w 9"/>
                                          <a:gd name="T13" fmla="*/ 8 h 8"/>
                                          <a:gd name="T14" fmla="*/ 3 w 9"/>
                                          <a:gd name="T15" fmla="*/ 8 h 8"/>
                                          <a:gd name="T16" fmla="*/ 5 w 9"/>
                                          <a:gd name="T17" fmla="*/ 8 h 8"/>
                                          <a:gd name="T18" fmla="*/ 5 w 9"/>
                                          <a:gd name="T19" fmla="*/ 8 h 8"/>
                                          <a:gd name="T20" fmla="*/ 6 w 9"/>
                                          <a:gd name="T21" fmla="*/ 8 h 8"/>
                                          <a:gd name="T22" fmla="*/ 8 w 9"/>
                                          <a:gd name="T23" fmla="*/ 7 h 8"/>
                                          <a:gd name="T24" fmla="*/ 9 w 9"/>
                                          <a:gd name="T25" fmla="*/ 6 h 8"/>
                                          <a:gd name="T26" fmla="*/ 9 w 9"/>
                                          <a:gd name="T27" fmla="*/ 4 h 8"/>
                                          <a:gd name="T28" fmla="*/ 8 w 9"/>
                                          <a:gd name="T29" fmla="*/ 3 h 8"/>
                                          <a:gd name="T30" fmla="*/ 6 w 9"/>
                                          <a:gd name="T31" fmla="*/ 1 h 8"/>
                                          <a:gd name="T32" fmla="*/ 5 w 9"/>
                                          <a:gd name="T33" fmla="*/ 0 h 8"/>
                                          <a:gd name="T34" fmla="*/ 3 w 9"/>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3" y="0"/>
                                            </a:moveTo>
                                            <a:lnTo>
                                              <a:pt x="2" y="1"/>
                                            </a:lnTo>
                                            <a:lnTo>
                                              <a:pt x="0" y="3"/>
                                            </a:lnTo>
                                            <a:lnTo>
                                              <a:pt x="0" y="4"/>
                                            </a:lnTo>
                                            <a:lnTo>
                                              <a:pt x="0" y="6"/>
                                            </a:lnTo>
                                            <a:lnTo>
                                              <a:pt x="0" y="7"/>
                                            </a:lnTo>
                                            <a:lnTo>
                                              <a:pt x="2" y="8"/>
                                            </a:lnTo>
                                            <a:lnTo>
                                              <a:pt x="3" y="8"/>
                                            </a:lnTo>
                                            <a:lnTo>
                                              <a:pt x="5" y="8"/>
                                            </a:lnTo>
                                            <a:lnTo>
                                              <a:pt x="6" y="8"/>
                                            </a:lnTo>
                                            <a:lnTo>
                                              <a:pt x="8" y="7"/>
                                            </a:lnTo>
                                            <a:lnTo>
                                              <a:pt x="9" y="6"/>
                                            </a:lnTo>
                                            <a:lnTo>
                                              <a:pt x="9" y="4"/>
                                            </a:lnTo>
                                            <a:lnTo>
                                              <a:pt x="8" y="3"/>
                                            </a:lnTo>
                                            <a:lnTo>
                                              <a:pt x="6" y="1"/>
                                            </a:lnTo>
                                            <a:lnTo>
                                              <a:pt x="5"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26" name="Freeform 159"/>
                                      <p:cNvSpPr>
                                        <a:spLocks/>
                                      </p:cNvSpPr>
                                      <p:nvPr/>
                                    </p:nvSpPr>
                                    <p:spPr bwMode="auto">
                                      <a:xfrm>
                                        <a:off x="3856" y="2330"/>
                                        <a:ext cx="9" cy="8"/>
                                      </a:xfrm>
                                      <a:custGeom>
                                        <a:avLst/>
                                        <a:gdLst>
                                          <a:gd name="T0" fmla="*/ 3 w 9"/>
                                          <a:gd name="T1" fmla="*/ 0 h 8"/>
                                          <a:gd name="T2" fmla="*/ 2 w 9"/>
                                          <a:gd name="T3" fmla="*/ 1 h 8"/>
                                          <a:gd name="T4" fmla="*/ 0 w 9"/>
                                          <a:gd name="T5" fmla="*/ 2 h 8"/>
                                          <a:gd name="T6" fmla="*/ 0 w 9"/>
                                          <a:gd name="T7" fmla="*/ 4 h 8"/>
                                          <a:gd name="T8" fmla="*/ 0 w 9"/>
                                          <a:gd name="T9" fmla="*/ 5 h 8"/>
                                          <a:gd name="T10" fmla="*/ 0 w 9"/>
                                          <a:gd name="T11" fmla="*/ 7 h 8"/>
                                          <a:gd name="T12" fmla="*/ 2 w 9"/>
                                          <a:gd name="T13" fmla="*/ 8 h 8"/>
                                          <a:gd name="T14" fmla="*/ 3 w 9"/>
                                          <a:gd name="T15" fmla="*/ 8 h 8"/>
                                          <a:gd name="T16" fmla="*/ 5 w 9"/>
                                          <a:gd name="T17" fmla="*/ 8 h 8"/>
                                          <a:gd name="T18" fmla="*/ 5 w 9"/>
                                          <a:gd name="T19" fmla="*/ 8 h 8"/>
                                          <a:gd name="T20" fmla="*/ 6 w 9"/>
                                          <a:gd name="T21" fmla="*/ 8 h 8"/>
                                          <a:gd name="T22" fmla="*/ 8 w 9"/>
                                          <a:gd name="T23" fmla="*/ 7 h 8"/>
                                          <a:gd name="T24" fmla="*/ 9 w 9"/>
                                          <a:gd name="T25" fmla="*/ 5 h 8"/>
                                          <a:gd name="T26" fmla="*/ 9 w 9"/>
                                          <a:gd name="T27" fmla="*/ 4 h 8"/>
                                          <a:gd name="T28" fmla="*/ 8 w 9"/>
                                          <a:gd name="T29" fmla="*/ 2 h 8"/>
                                          <a:gd name="T30" fmla="*/ 6 w 9"/>
                                          <a:gd name="T31" fmla="*/ 1 h 8"/>
                                          <a:gd name="T32" fmla="*/ 5 w 9"/>
                                          <a:gd name="T33" fmla="*/ 0 h 8"/>
                                          <a:gd name="T34" fmla="*/ 3 w 9"/>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3" y="0"/>
                                            </a:moveTo>
                                            <a:lnTo>
                                              <a:pt x="2" y="1"/>
                                            </a:lnTo>
                                            <a:lnTo>
                                              <a:pt x="0" y="2"/>
                                            </a:lnTo>
                                            <a:lnTo>
                                              <a:pt x="0" y="4"/>
                                            </a:lnTo>
                                            <a:lnTo>
                                              <a:pt x="0" y="5"/>
                                            </a:lnTo>
                                            <a:lnTo>
                                              <a:pt x="0" y="7"/>
                                            </a:lnTo>
                                            <a:lnTo>
                                              <a:pt x="2" y="8"/>
                                            </a:lnTo>
                                            <a:lnTo>
                                              <a:pt x="3" y="8"/>
                                            </a:lnTo>
                                            <a:lnTo>
                                              <a:pt x="5" y="8"/>
                                            </a:lnTo>
                                            <a:lnTo>
                                              <a:pt x="6" y="8"/>
                                            </a:lnTo>
                                            <a:lnTo>
                                              <a:pt x="8" y="7"/>
                                            </a:lnTo>
                                            <a:lnTo>
                                              <a:pt x="9" y="5"/>
                                            </a:lnTo>
                                            <a:lnTo>
                                              <a:pt x="9" y="4"/>
                                            </a:lnTo>
                                            <a:lnTo>
                                              <a:pt x="8" y="2"/>
                                            </a:lnTo>
                                            <a:lnTo>
                                              <a:pt x="6" y="1"/>
                                            </a:lnTo>
                                            <a:lnTo>
                                              <a:pt x="5"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27" name="Freeform 160"/>
                                      <p:cNvSpPr>
                                        <a:spLocks/>
                                      </p:cNvSpPr>
                                      <p:nvPr/>
                                    </p:nvSpPr>
                                    <p:spPr bwMode="auto">
                                      <a:xfrm>
                                        <a:off x="3872" y="2322"/>
                                        <a:ext cx="9" cy="9"/>
                                      </a:xfrm>
                                      <a:custGeom>
                                        <a:avLst/>
                                        <a:gdLst>
                                          <a:gd name="T0" fmla="*/ 2 w 9"/>
                                          <a:gd name="T1" fmla="*/ 2 h 9"/>
                                          <a:gd name="T2" fmla="*/ 0 w 9"/>
                                          <a:gd name="T3" fmla="*/ 3 h 9"/>
                                          <a:gd name="T4" fmla="*/ 0 w 9"/>
                                          <a:gd name="T5" fmla="*/ 5 h 9"/>
                                          <a:gd name="T6" fmla="*/ 0 w 9"/>
                                          <a:gd name="T7" fmla="*/ 6 h 9"/>
                                          <a:gd name="T8" fmla="*/ 0 w 9"/>
                                          <a:gd name="T9" fmla="*/ 8 h 9"/>
                                          <a:gd name="T10" fmla="*/ 2 w 9"/>
                                          <a:gd name="T11" fmla="*/ 9 h 9"/>
                                          <a:gd name="T12" fmla="*/ 3 w 9"/>
                                          <a:gd name="T13" fmla="*/ 9 h 9"/>
                                          <a:gd name="T14" fmla="*/ 5 w 9"/>
                                          <a:gd name="T15" fmla="*/ 9 h 9"/>
                                          <a:gd name="T16" fmla="*/ 6 w 9"/>
                                          <a:gd name="T17" fmla="*/ 9 h 9"/>
                                          <a:gd name="T18" fmla="*/ 6 w 9"/>
                                          <a:gd name="T19" fmla="*/ 9 h 9"/>
                                          <a:gd name="T20" fmla="*/ 8 w 9"/>
                                          <a:gd name="T21" fmla="*/ 8 h 9"/>
                                          <a:gd name="T22" fmla="*/ 9 w 9"/>
                                          <a:gd name="T23" fmla="*/ 6 h 9"/>
                                          <a:gd name="T24" fmla="*/ 9 w 9"/>
                                          <a:gd name="T25" fmla="*/ 5 h 9"/>
                                          <a:gd name="T26" fmla="*/ 8 w 9"/>
                                          <a:gd name="T27" fmla="*/ 3 h 9"/>
                                          <a:gd name="T28" fmla="*/ 6 w 9"/>
                                          <a:gd name="T29" fmla="*/ 2 h 9"/>
                                          <a:gd name="T30" fmla="*/ 5 w 9"/>
                                          <a:gd name="T31" fmla="*/ 0 h 9"/>
                                          <a:gd name="T32" fmla="*/ 3 w 9"/>
                                          <a:gd name="T33" fmla="*/ 0 h 9"/>
                                          <a:gd name="T34" fmla="*/ 2 w 9"/>
                                          <a:gd name="T35" fmla="*/ 2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2" y="2"/>
                                            </a:moveTo>
                                            <a:lnTo>
                                              <a:pt x="0" y="3"/>
                                            </a:lnTo>
                                            <a:lnTo>
                                              <a:pt x="0" y="5"/>
                                            </a:lnTo>
                                            <a:lnTo>
                                              <a:pt x="0" y="6"/>
                                            </a:lnTo>
                                            <a:lnTo>
                                              <a:pt x="0" y="8"/>
                                            </a:lnTo>
                                            <a:lnTo>
                                              <a:pt x="2" y="9"/>
                                            </a:lnTo>
                                            <a:lnTo>
                                              <a:pt x="3" y="9"/>
                                            </a:lnTo>
                                            <a:lnTo>
                                              <a:pt x="5" y="9"/>
                                            </a:lnTo>
                                            <a:lnTo>
                                              <a:pt x="6" y="9"/>
                                            </a:lnTo>
                                            <a:lnTo>
                                              <a:pt x="8" y="8"/>
                                            </a:lnTo>
                                            <a:lnTo>
                                              <a:pt x="9" y="6"/>
                                            </a:lnTo>
                                            <a:lnTo>
                                              <a:pt x="9" y="5"/>
                                            </a:lnTo>
                                            <a:lnTo>
                                              <a:pt x="8" y="3"/>
                                            </a:lnTo>
                                            <a:lnTo>
                                              <a:pt x="6" y="2"/>
                                            </a:lnTo>
                                            <a:lnTo>
                                              <a:pt x="5" y="0"/>
                                            </a:lnTo>
                                            <a:lnTo>
                                              <a:pt x="3" y="0"/>
                                            </a:lnTo>
                                            <a:lnTo>
                                              <a:pt x="2"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28" name="Freeform 161"/>
                                      <p:cNvSpPr>
                                        <a:spLocks/>
                                      </p:cNvSpPr>
                                      <p:nvPr/>
                                    </p:nvSpPr>
                                    <p:spPr bwMode="auto">
                                      <a:xfrm>
                                        <a:off x="3887" y="2315"/>
                                        <a:ext cx="9" cy="9"/>
                                      </a:xfrm>
                                      <a:custGeom>
                                        <a:avLst/>
                                        <a:gdLst>
                                          <a:gd name="T0" fmla="*/ 3 w 9"/>
                                          <a:gd name="T1" fmla="*/ 0 h 9"/>
                                          <a:gd name="T2" fmla="*/ 1 w 9"/>
                                          <a:gd name="T3" fmla="*/ 1 h 9"/>
                                          <a:gd name="T4" fmla="*/ 0 w 9"/>
                                          <a:gd name="T5" fmla="*/ 3 h 9"/>
                                          <a:gd name="T6" fmla="*/ 0 w 9"/>
                                          <a:gd name="T7" fmla="*/ 4 h 9"/>
                                          <a:gd name="T8" fmla="*/ 1 w 9"/>
                                          <a:gd name="T9" fmla="*/ 6 h 9"/>
                                          <a:gd name="T10" fmla="*/ 3 w 9"/>
                                          <a:gd name="T11" fmla="*/ 7 h 9"/>
                                          <a:gd name="T12" fmla="*/ 4 w 9"/>
                                          <a:gd name="T13" fmla="*/ 9 h 9"/>
                                          <a:gd name="T14" fmla="*/ 6 w 9"/>
                                          <a:gd name="T15" fmla="*/ 9 h 9"/>
                                          <a:gd name="T16" fmla="*/ 7 w 9"/>
                                          <a:gd name="T17" fmla="*/ 7 h 9"/>
                                          <a:gd name="T18" fmla="*/ 7 w 9"/>
                                          <a:gd name="T19" fmla="*/ 7 h 9"/>
                                          <a:gd name="T20" fmla="*/ 9 w 9"/>
                                          <a:gd name="T21" fmla="*/ 6 h 9"/>
                                          <a:gd name="T22" fmla="*/ 9 w 9"/>
                                          <a:gd name="T23" fmla="*/ 4 h 9"/>
                                          <a:gd name="T24" fmla="*/ 9 w 9"/>
                                          <a:gd name="T25" fmla="*/ 3 h 9"/>
                                          <a:gd name="T26" fmla="*/ 9 w 9"/>
                                          <a:gd name="T27" fmla="*/ 1 h 9"/>
                                          <a:gd name="T28" fmla="*/ 7 w 9"/>
                                          <a:gd name="T29" fmla="*/ 0 h 9"/>
                                          <a:gd name="T30" fmla="*/ 6 w 9"/>
                                          <a:gd name="T31" fmla="*/ 0 h 9"/>
                                          <a:gd name="T32" fmla="*/ 4 w 9"/>
                                          <a:gd name="T33" fmla="*/ 0 h 9"/>
                                          <a:gd name="T34" fmla="*/ 3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3" y="0"/>
                                            </a:moveTo>
                                            <a:lnTo>
                                              <a:pt x="1" y="1"/>
                                            </a:lnTo>
                                            <a:lnTo>
                                              <a:pt x="0" y="3"/>
                                            </a:lnTo>
                                            <a:lnTo>
                                              <a:pt x="0" y="4"/>
                                            </a:lnTo>
                                            <a:lnTo>
                                              <a:pt x="1" y="6"/>
                                            </a:lnTo>
                                            <a:lnTo>
                                              <a:pt x="3" y="7"/>
                                            </a:lnTo>
                                            <a:lnTo>
                                              <a:pt x="4" y="9"/>
                                            </a:lnTo>
                                            <a:lnTo>
                                              <a:pt x="6" y="9"/>
                                            </a:lnTo>
                                            <a:lnTo>
                                              <a:pt x="7" y="7"/>
                                            </a:lnTo>
                                            <a:lnTo>
                                              <a:pt x="9" y="6"/>
                                            </a:lnTo>
                                            <a:lnTo>
                                              <a:pt x="9" y="4"/>
                                            </a:lnTo>
                                            <a:lnTo>
                                              <a:pt x="9" y="3"/>
                                            </a:lnTo>
                                            <a:lnTo>
                                              <a:pt x="9" y="1"/>
                                            </a:lnTo>
                                            <a:lnTo>
                                              <a:pt x="7" y="0"/>
                                            </a:lnTo>
                                            <a:lnTo>
                                              <a:pt x="6" y="0"/>
                                            </a:lnTo>
                                            <a:lnTo>
                                              <a:pt x="4"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29" name="Freeform 162"/>
                                      <p:cNvSpPr>
                                        <a:spLocks/>
                                      </p:cNvSpPr>
                                      <p:nvPr/>
                                    </p:nvSpPr>
                                    <p:spPr bwMode="auto">
                                      <a:xfrm>
                                        <a:off x="3903" y="2306"/>
                                        <a:ext cx="9" cy="9"/>
                                      </a:xfrm>
                                      <a:custGeom>
                                        <a:avLst/>
                                        <a:gdLst>
                                          <a:gd name="T0" fmla="*/ 1 w 9"/>
                                          <a:gd name="T1" fmla="*/ 0 h 9"/>
                                          <a:gd name="T2" fmla="*/ 0 w 9"/>
                                          <a:gd name="T3" fmla="*/ 2 h 9"/>
                                          <a:gd name="T4" fmla="*/ 0 w 9"/>
                                          <a:gd name="T5" fmla="*/ 3 h 9"/>
                                          <a:gd name="T6" fmla="*/ 0 w 9"/>
                                          <a:gd name="T7" fmla="*/ 5 h 9"/>
                                          <a:gd name="T8" fmla="*/ 0 w 9"/>
                                          <a:gd name="T9" fmla="*/ 6 h 9"/>
                                          <a:gd name="T10" fmla="*/ 1 w 9"/>
                                          <a:gd name="T11" fmla="*/ 8 h 9"/>
                                          <a:gd name="T12" fmla="*/ 3 w 9"/>
                                          <a:gd name="T13" fmla="*/ 9 h 9"/>
                                          <a:gd name="T14" fmla="*/ 4 w 9"/>
                                          <a:gd name="T15" fmla="*/ 9 h 9"/>
                                          <a:gd name="T16" fmla="*/ 6 w 9"/>
                                          <a:gd name="T17" fmla="*/ 8 h 9"/>
                                          <a:gd name="T18" fmla="*/ 6 w 9"/>
                                          <a:gd name="T19" fmla="*/ 8 h 9"/>
                                          <a:gd name="T20" fmla="*/ 7 w 9"/>
                                          <a:gd name="T21" fmla="*/ 6 h 9"/>
                                          <a:gd name="T22" fmla="*/ 9 w 9"/>
                                          <a:gd name="T23" fmla="*/ 5 h 9"/>
                                          <a:gd name="T24" fmla="*/ 9 w 9"/>
                                          <a:gd name="T25" fmla="*/ 3 h 9"/>
                                          <a:gd name="T26" fmla="*/ 7 w 9"/>
                                          <a:gd name="T27" fmla="*/ 2 h 9"/>
                                          <a:gd name="T28" fmla="*/ 6 w 9"/>
                                          <a:gd name="T29" fmla="*/ 0 h 9"/>
                                          <a:gd name="T30" fmla="*/ 4 w 9"/>
                                          <a:gd name="T31" fmla="*/ 0 h 9"/>
                                          <a:gd name="T32" fmla="*/ 3 w 9"/>
                                          <a:gd name="T33" fmla="*/ 0 h 9"/>
                                          <a:gd name="T34" fmla="*/ 1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1" y="0"/>
                                            </a:moveTo>
                                            <a:lnTo>
                                              <a:pt x="0" y="2"/>
                                            </a:lnTo>
                                            <a:lnTo>
                                              <a:pt x="0" y="3"/>
                                            </a:lnTo>
                                            <a:lnTo>
                                              <a:pt x="0" y="5"/>
                                            </a:lnTo>
                                            <a:lnTo>
                                              <a:pt x="0" y="6"/>
                                            </a:lnTo>
                                            <a:lnTo>
                                              <a:pt x="1" y="8"/>
                                            </a:lnTo>
                                            <a:lnTo>
                                              <a:pt x="3" y="9"/>
                                            </a:lnTo>
                                            <a:lnTo>
                                              <a:pt x="4" y="9"/>
                                            </a:lnTo>
                                            <a:lnTo>
                                              <a:pt x="6" y="8"/>
                                            </a:lnTo>
                                            <a:lnTo>
                                              <a:pt x="7" y="6"/>
                                            </a:lnTo>
                                            <a:lnTo>
                                              <a:pt x="9" y="5"/>
                                            </a:lnTo>
                                            <a:lnTo>
                                              <a:pt x="9" y="3"/>
                                            </a:lnTo>
                                            <a:lnTo>
                                              <a:pt x="7" y="2"/>
                                            </a:lnTo>
                                            <a:lnTo>
                                              <a:pt x="6" y="0"/>
                                            </a:lnTo>
                                            <a:lnTo>
                                              <a:pt x="4" y="0"/>
                                            </a:lnTo>
                                            <a:lnTo>
                                              <a:pt x="3" y="0"/>
                                            </a:lnTo>
                                            <a:lnTo>
                                              <a:pt x="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30" name="Freeform 163"/>
                                      <p:cNvSpPr>
                                        <a:spLocks/>
                                      </p:cNvSpPr>
                                      <p:nvPr/>
                                    </p:nvSpPr>
                                    <p:spPr bwMode="auto">
                                      <a:xfrm>
                                        <a:off x="3917" y="2298"/>
                                        <a:ext cx="9" cy="8"/>
                                      </a:xfrm>
                                      <a:custGeom>
                                        <a:avLst/>
                                        <a:gdLst>
                                          <a:gd name="T0" fmla="*/ 3 w 9"/>
                                          <a:gd name="T1" fmla="*/ 1 h 8"/>
                                          <a:gd name="T2" fmla="*/ 2 w 9"/>
                                          <a:gd name="T3" fmla="*/ 2 h 8"/>
                                          <a:gd name="T4" fmla="*/ 0 w 9"/>
                                          <a:gd name="T5" fmla="*/ 4 h 8"/>
                                          <a:gd name="T6" fmla="*/ 0 w 9"/>
                                          <a:gd name="T7" fmla="*/ 5 h 8"/>
                                          <a:gd name="T8" fmla="*/ 2 w 9"/>
                                          <a:gd name="T9" fmla="*/ 7 h 8"/>
                                          <a:gd name="T10" fmla="*/ 3 w 9"/>
                                          <a:gd name="T11" fmla="*/ 8 h 8"/>
                                          <a:gd name="T12" fmla="*/ 5 w 9"/>
                                          <a:gd name="T13" fmla="*/ 8 h 8"/>
                                          <a:gd name="T14" fmla="*/ 6 w 9"/>
                                          <a:gd name="T15" fmla="*/ 8 h 8"/>
                                          <a:gd name="T16" fmla="*/ 8 w 9"/>
                                          <a:gd name="T17" fmla="*/ 8 h 8"/>
                                          <a:gd name="T18" fmla="*/ 8 w 9"/>
                                          <a:gd name="T19" fmla="*/ 8 h 8"/>
                                          <a:gd name="T20" fmla="*/ 9 w 9"/>
                                          <a:gd name="T21" fmla="*/ 7 h 8"/>
                                          <a:gd name="T22" fmla="*/ 9 w 9"/>
                                          <a:gd name="T23" fmla="*/ 5 h 8"/>
                                          <a:gd name="T24" fmla="*/ 9 w 9"/>
                                          <a:gd name="T25" fmla="*/ 4 h 8"/>
                                          <a:gd name="T26" fmla="*/ 9 w 9"/>
                                          <a:gd name="T27" fmla="*/ 2 h 8"/>
                                          <a:gd name="T28" fmla="*/ 8 w 9"/>
                                          <a:gd name="T29" fmla="*/ 1 h 8"/>
                                          <a:gd name="T30" fmla="*/ 6 w 9"/>
                                          <a:gd name="T31" fmla="*/ 0 h 8"/>
                                          <a:gd name="T32" fmla="*/ 5 w 9"/>
                                          <a:gd name="T33" fmla="*/ 0 h 8"/>
                                          <a:gd name="T34" fmla="*/ 3 w 9"/>
                                          <a:gd name="T35" fmla="*/ 1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3" y="1"/>
                                            </a:moveTo>
                                            <a:lnTo>
                                              <a:pt x="2" y="2"/>
                                            </a:lnTo>
                                            <a:lnTo>
                                              <a:pt x="0" y="4"/>
                                            </a:lnTo>
                                            <a:lnTo>
                                              <a:pt x="0" y="5"/>
                                            </a:lnTo>
                                            <a:lnTo>
                                              <a:pt x="2" y="7"/>
                                            </a:lnTo>
                                            <a:lnTo>
                                              <a:pt x="3" y="8"/>
                                            </a:lnTo>
                                            <a:lnTo>
                                              <a:pt x="5" y="8"/>
                                            </a:lnTo>
                                            <a:lnTo>
                                              <a:pt x="6" y="8"/>
                                            </a:lnTo>
                                            <a:lnTo>
                                              <a:pt x="8" y="8"/>
                                            </a:lnTo>
                                            <a:lnTo>
                                              <a:pt x="9" y="7"/>
                                            </a:lnTo>
                                            <a:lnTo>
                                              <a:pt x="9" y="5"/>
                                            </a:lnTo>
                                            <a:lnTo>
                                              <a:pt x="9" y="4"/>
                                            </a:lnTo>
                                            <a:lnTo>
                                              <a:pt x="9" y="2"/>
                                            </a:lnTo>
                                            <a:lnTo>
                                              <a:pt x="8" y="1"/>
                                            </a:lnTo>
                                            <a:lnTo>
                                              <a:pt x="6" y="0"/>
                                            </a:lnTo>
                                            <a:lnTo>
                                              <a:pt x="5" y="0"/>
                                            </a:lnTo>
                                            <a:lnTo>
                                              <a:pt x="3"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31" name="Freeform 164"/>
                                      <p:cNvSpPr>
                                        <a:spLocks/>
                                      </p:cNvSpPr>
                                      <p:nvPr/>
                                    </p:nvSpPr>
                                    <p:spPr bwMode="auto">
                                      <a:xfrm>
                                        <a:off x="3933" y="2290"/>
                                        <a:ext cx="9" cy="9"/>
                                      </a:xfrm>
                                      <a:custGeom>
                                        <a:avLst/>
                                        <a:gdLst>
                                          <a:gd name="T0" fmla="*/ 5 w 9"/>
                                          <a:gd name="T1" fmla="*/ 0 h 9"/>
                                          <a:gd name="T2" fmla="*/ 3 w 9"/>
                                          <a:gd name="T3" fmla="*/ 2 h 9"/>
                                          <a:gd name="T4" fmla="*/ 2 w 9"/>
                                          <a:gd name="T5" fmla="*/ 3 h 9"/>
                                          <a:gd name="T6" fmla="*/ 0 w 9"/>
                                          <a:gd name="T7" fmla="*/ 5 h 9"/>
                                          <a:gd name="T8" fmla="*/ 0 w 9"/>
                                          <a:gd name="T9" fmla="*/ 6 h 9"/>
                                          <a:gd name="T10" fmla="*/ 2 w 9"/>
                                          <a:gd name="T11" fmla="*/ 8 h 9"/>
                                          <a:gd name="T12" fmla="*/ 3 w 9"/>
                                          <a:gd name="T13" fmla="*/ 9 h 9"/>
                                          <a:gd name="T14" fmla="*/ 5 w 9"/>
                                          <a:gd name="T15" fmla="*/ 9 h 9"/>
                                          <a:gd name="T16" fmla="*/ 6 w 9"/>
                                          <a:gd name="T17" fmla="*/ 9 h 9"/>
                                          <a:gd name="T18" fmla="*/ 6 w 9"/>
                                          <a:gd name="T19" fmla="*/ 9 h 9"/>
                                          <a:gd name="T20" fmla="*/ 8 w 9"/>
                                          <a:gd name="T21" fmla="*/ 9 h 9"/>
                                          <a:gd name="T22" fmla="*/ 9 w 9"/>
                                          <a:gd name="T23" fmla="*/ 8 h 9"/>
                                          <a:gd name="T24" fmla="*/ 9 w 9"/>
                                          <a:gd name="T25" fmla="*/ 6 h 9"/>
                                          <a:gd name="T26" fmla="*/ 9 w 9"/>
                                          <a:gd name="T27" fmla="*/ 5 h 9"/>
                                          <a:gd name="T28" fmla="*/ 9 w 9"/>
                                          <a:gd name="T29" fmla="*/ 3 h 9"/>
                                          <a:gd name="T30" fmla="*/ 8 w 9"/>
                                          <a:gd name="T31" fmla="*/ 2 h 9"/>
                                          <a:gd name="T32" fmla="*/ 6 w 9"/>
                                          <a:gd name="T33" fmla="*/ 0 h 9"/>
                                          <a:gd name="T34" fmla="*/ 5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5" y="0"/>
                                            </a:moveTo>
                                            <a:lnTo>
                                              <a:pt x="3" y="2"/>
                                            </a:lnTo>
                                            <a:lnTo>
                                              <a:pt x="2" y="3"/>
                                            </a:lnTo>
                                            <a:lnTo>
                                              <a:pt x="0" y="5"/>
                                            </a:lnTo>
                                            <a:lnTo>
                                              <a:pt x="0" y="6"/>
                                            </a:lnTo>
                                            <a:lnTo>
                                              <a:pt x="2" y="8"/>
                                            </a:lnTo>
                                            <a:lnTo>
                                              <a:pt x="3" y="9"/>
                                            </a:lnTo>
                                            <a:lnTo>
                                              <a:pt x="5" y="9"/>
                                            </a:lnTo>
                                            <a:lnTo>
                                              <a:pt x="6" y="9"/>
                                            </a:lnTo>
                                            <a:lnTo>
                                              <a:pt x="8" y="9"/>
                                            </a:lnTo>
                                            <a:lnTo>
                                              <a:pt x="9" y="8"/>
                                            </a:lnTo>
                                            <a:lnTo>
                                              <a:pt x="9" y="6"/>
                                            </a:lnTo>
                                            <a:lnTo>
                                              <a:pt x="9" y="5"/>
                                            </a:lnTo>
                                            <a:lnTo>
                                              <a:pt x="9" y="3"/>
                                            </a:lnTo>
                                            <a:lnTo>
                                              <a:pt x="8" y="2"/>
                                            </a:lnTo>
                                            <a:lnTo>
                                              <a:pt x="6" y="0"/>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grpSp>
                                <p:grpSp>
                                  <p:nvGrpSpPr>
                                    <p:cNvPr id="87" name="Group 190"/>
                                    <p:cNvGrpSpPr>
                                      <a:grpSpLocks/>
                                    </p:cNvGrpSpPr>
                                    <p:nvPr/>
                                  </p:nvGrpSpPr>
                                  <p:grpSpPr bwMode="auto">
                                    <a:xfrm>
                                      <a:off x="5707063" y="2965450"/>
                                      <a:ext cx="546100" cy="122238"/>
                                      <a:chOff x="3607" y="1820"/>
                                      <a:chExt cx="344" cy="77"/>
                                    </a:xfrm>
                                  </p:grpSpPr>
                                  <p:sp>
                                    <p:nvSpPr>
                                      <p:cNvPr id="88" name="Freeform 191"/>
                                      <p:cNvSpPr>
                                        <a:spLocks/>
                                      </p:cNvSpPr>
                                      <p:nvPr/>
                                    </p:nvSpPr>
                                    <p:spPr bwMode="auto">
                                      <a:xfrm>
                                        <a:off x="3607" y="1888"/>
                                        <a:ext cx="8" cy="9"/>
                                      </a:xfrm>
                                      <a:custGeom>
                                        <a:avLst/>
                                        <a:gdLst>
                                          <a:gd name="T0" fmla="*/ 4 w 8"/>
                                          <a:gd name="T1" fmla="*/ 0 h 9"/>
                                          <a:gd name="T2" fmla="*/ 3 w 8"/>
                                          <a:gd name="T3" fmla="*/ 1 h 9"/>
                                          <a:gd name="T4" fmla="*/ 1 w 8"/>
                                          <a:gd name="T5" fmla="*/ 3 h 9"/>
                                          <a:gd name="T6" fmla="*/ 0 w 8"/>
                                          <a:gd name="T7" fmla="*/ 4 h 9"/>
                                          <a:gd name="T8" fmla="*/ 0 w 8"/>
                                          <a:gd name="T9" fmla="*/ 4 h 9"/>
                                          <a:gd name="T10" fmla="*/ 1 w 8"/>
                                          <a:gd name="T11" fmla="*/ 6 h 9"/>
                                          <a:gd name="T12" fmla="*/ 3 w 8"/>
                                          <a:gd name="T13" fmla="*/ 7 h 9"/>
                                          <a:gd name="T14" fmla="*/ 4 w 8"/>
                                          <a:gd name="T15" fmla="*/ 9 h 9"/>
                                          <a:gd name="T16" fmla="*/ 5 w 8"/>
                                          <a:gd name="T17" fmla="*/ 9 h 9"/>
                                          <a:gd name="T18" fmla="*/ 5 w 8"/>
                                          <a:gd name="T19" fmla="*/ 9 h 9"/>
                                          <a:gd name="T20" fmla="*/ 7 w 8"/>
                                          <a:gd name="T21" fmla="*/ 7 h 9"/>
                                          <a:gd name="T22" fmla="*/ 8 w 8"/>
                                          <a:gd name="T23" fmla="*/ 6 h 9"/>
                                          <a:gd name="T24" fmla="*/ 8 w 8"/>
                                          <a:gd name="T25" fmla="*/ 4 h 9"/>
                                          <a:gd name="T26" fmla="*/ 8 w 8"/>
                                          <a:gd name="T27" fmla="*/ 3 h 9"/>
                                          <a:gd name="T28" fmla="*/ 8 w 8"/>
                                          <a:gd name="T29" fmla="*/ 1 h 9"/>
                                          <a:gd name="T30" fmla="*/ 7 w 8"/>
                                          <a:gd name="T31" fmla="*/ 0 h 9"/>
                                          <a:gd name="T32" fmla="*/ 5 w 8"/>
                                          <a:gd name="T33" fmla="*/ 0 h 9"/>
                                          <a:gd name="T34" fmla="*/ 4 w 8"/>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4" y="0"/>
                                            </a:moveTo>
                                            <a:lnTo>
                                              <a:pt x="3" y="1"/>
                                            </a:lnTo>
                                            <a:lnTo>
                                              <a:pt x="1" y="3"/>
                                            </a:lnTo>
                                            <a:lnTo>
                                              <a:pt x="0" y="4"/>
                                            </a:lnTo>
                                            <a:lnTo>
                                              <a:pt x="1" y="6"/>
                                            </a:lnTo>
                                            <a:lnTo>
                                              <a:pt x="3" y="7"/>
                                            </a:lnTo>
                                            <a:lnTo>
                                              <a:pt x="4" y="9"/>
                                            </a:lnTo>
                                            <a:lnTo>
                                              <a:pt x="5" y="9"/>
                                            </a:lnTo>
                                            <a:lnTo>
                                              <a:pt x="7" y="7"/>
                                            </a:lnTo>
                                            <a:lnTo>
                                              <a:pt x="8" y="6"/>
                                            </a:lnTo>
                                            <a:lnTo>
                                              <a:pt x="8" y="4"/>
                                            </a:lnTo>
                                            <a:lnTo>
                                              <a:pt x="8" y="3"/>
                                            </a:lnTo>
                                            <a:lnTo>
                                              <a:pt x="8" y="1"/>
                                            </a:lnTo>
                                            <a:lnTo>
                                              <a:pt x="7" y="0"/>
                                            </a:lnTo>
                                            <a:lnTo>
                                              <a:pt x="5"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89" name="Freeform 192"/>
                                      <p:cNvSpPr>
                                        <a:spLocks/>
                                      </p:cNvSpPr>
                                      <p:nvPr/>
                                    </p:nvSpPr>
                                    <p:spPr bwMode="auto">
                                      <a:xfrm>
                                        <a:off x="3623" y="1881"/>
                                        <a:ext cx="8" cy="8"/>
                                      </a:xfrm>
                                      <a:custGeom>
                                        <a:avLst/>
                                        <a:gdLst>
                                          <a:gd name="T0" fmla="*/ 1 w 8"/>
                                          <a:gd name="T1" fmla="*/ 0 h 8"/>
                                          <a:gd name="T2" fmla="*/ 0 w 8"/>
                                          <a:gd name="T3" fmla="*/ 1 h 8"/>
                                          <a:gd name="T4" fmla="*/ 0 w 8"/>
                                          <a:gd name="T5" fmla="*/ 2 h 8"/>
                                          <a:gd name="T6" fmla="*/ 0 w 8"/>
                                          <a:gd name="T7" fmla="*/ 4 h 8"/>
                                          <a:gd name="T8" fmla="*/ 0 w 8"/>
                                          <a:gd name="T9" fmla="*/ 5 h 8"/>
                                          <a:gd name="T10" fmla="*/ 1 w 8"/>
                                          <a:gd name="T11" fmla="*/ 7 h 8"/>
                                          <a:gd name="T12" fmla="*/ 3 w 8"/>
                                          <a:gd name="T13" fmla="*/ 8 h 8"/>
                                          <a:gd name="T14" fmla="*/ 4 w 8"/>
                                          <a:gd name="T15" fmla="*/ 8 h 8"/>
                                          <a:gd name="T16" fmla="*/ 5 w 8"/>
                                          <a:gd name="T17" fmla="*/ 7 h 8"/>
                                          <a:gd name="T18" fmla="*/ 5 w 8"/>
                                          <a:gd name="T19" fmla="*/ 7 h 8"/>
                                          <a:gd name="T20" fmla="*/ 7 w 8"/>
                                          <a:gd name="T21" fmla="*/ 5 h 8"/>
                                          <a:gd name="T22" fmla="*/ 8 w 8"/>
                                          <a:gd name="T23" fmla="*/ 4 h 8"/>
                                          <a:gd name="T24" fmla="*/ 8 w 8"/>
                                          <a:gd name="T25" fmla="*/ 2 h 8"/>
                                          <a:gd name="T26" fmla="*/ 7 w 8"/>
                                          <a:gd name="T27" fmla="*/ 1 h 8"/>
                                          <a:gd name="T28" fmla="*/ 5 w 8"/>
                                          <a:gd name="T29" fmla="*/ 0 h 8"/>
                                          <a:gd name="T30" fmla="*/ 4 w 8"/>
                                          <a:gd name="T31" fmla="*/ 0 h 8"/>
                                          <a:gd name="T32" fmla="*/ 3 w 8"/>
                                          <a:gd name="T33" fmla="*/ 0 h 8"/>
                                          <a:gd name="T34" fmla="*/ 1 w 8"/>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8"/>
                                          <a:gd name="T56" fmla="*/ 8 w 8"/>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8">
                                            <a:moveTo>
                                              <a:pt x="1" y="0"/>
                                            </a:moveTo>
                                            <a:lnTo>
                                              <a:pt x="0" y="1"/>
                                            </a:lnTo>
                                            <a:lnTo>
                                              <a:pt x="0" y="2"/>
                                            </a:lnTo>
                                            <a:lnTo>
                                              <a:pt x="0" y="4"/>
                                            </a:lnTo>
                                            <a:lnTo>
                                              <a:pt x="0" y="5"/>
                                            </a:lnTo>
                                            <a:lnTo>
                                              <a:pt x="1" y="7"/>
                                            </a:lnTo>
                                            <a:lnTo>
                                              <a:pt x="3" y="8"/>
                                            </a:lnTo>
                                            <a:lnTo>
                                              <a:pt x="4" y="8"/>
                                            </a:lnTo>
                                            <a:lnTo>
                                              <a:pt x="5" y="7"/>
                                            </a:lnTo>
                                            <a:lnTo>
                                              <a:pt x="7" y="5"/>
                                            </a:lnTo>
                                            <a:lnTo>
                                              <a:pt x="8" y="4"/>
                                            </a:lnTo>
                                            <a:lnTo>
                                              <a:pt x="8" y="2"/>
                                            </a:lnTo>
                                            <a:lnTo>
                                              <a:pt x="7" y="1"/>
                                            </a:lnTo>
                                            <a:lnTo>
                                              <a:pt x="5" y="0"/>
                                            </a:lnTo>
                                            <a:lnTo>
                                              <a:pt x="4" y="0"/>
                                            </a:lnTo>
                                            <a:lnTo>
                                              <a:pt x="3" y="0"/>
                                            </a:lnTo>
                                            <a:lnTo>
                                              <a:pt x="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90" name="Freeform 193"/>
                                      <p:cNvSpPr>
                                        <a:spLocks/>
                                      </p:cNvSpPr>
                                      <p:nvPr/>
                                    </p:nvSpPr>
                                    <p:spPr bwMode="auto">
                                      <a:xfrm>
                                        <a:off x="3637" y="1872"/>
                                        <a:ext cx="9" cy="9"/>
                                      </a:xfrm>
                                      <a:custGeom>
                                        <a:avLst/>
                                        <a:gdLst>
                                          <a:gd name="T0" fmla="*/ 3 w 9"/>
                                          <a:gd name="T1" fmla="*/ 0 h 9"/>
                                          <a:gd name="T2" fmla="*/ 2 w 9"/>
                                          <a:gd name="T3" fmla="*/ 1 h 9"/>
                                          <a:gd name="T4" fmla="*/ 0 w 9"/>
                                          <a:gd name="T5" fmla="*/ 3 h 9"/>
                                          <a:gd name="T6" fmla="*/ 0 w 9"/>
                                          <a:gd name="T7" fmla="*/ 4 h 9"/>
                                          <a:gd name="T8" fmla="*/ 2 w 9"/>
                                          <a:gd name="T9" fmla="*/ 6 h 9"/>
                                          <a:gd name="T10" fmla="*/ 3 w 9"/>
                                          <a:gd name="T11" fmla="*/ 7 h 9"/>
                                          <a:gd name="T12" fmla="*/ 4 w 9"/>
                                          <a:gd name="T13" fmla="*/ 9 h 9"/>
                                          <a:gd name="T14" fmla="*/ 6 w 9"/>
                                          <a:gd name="T15" fmla="*/ 9 h 9"/>
                                          <a:gd name="T16" fmla="*/ 7 w 9"/>
                                          <a:gd name="T17" fmla="*/ 7 h 9"/>
                                          <a:gd name="T18" fmla="*/ 7 w 9"/>
                                          <a:gd name="T19" fmla="*/ 7 h 9"/>
                                          <a:gd name="T20" fmla="*/ 9 w 9"/>
                                          <a:gd name="T21" fmla="*/ 6 h 9"/>
                                          <a:gd name="T22" fmla="*/ 9 w 9"/>
                                          <a:gd name="T23" fmla="*/ 4 h 9"/>
                                          <a:gd name="T24" fmla="*/ 9 w 9"/>
                                          <a:gd name="T25" fmla="*/ 3 h 9"/>
                                          <a:gd name="T26" fmla="*/ 9 w 9"/>
                                          <a:gd name="T27" fmla="*/ 1 h 9"/>
                                          <a:gd name="T28" fmla="*/ 7 w 9"/>
                                          <a:gd name="T29" fmla="*/ 0 h 9"/>
                                          <a:gd name="T30" fmla="*/ 6 w 9"/>
                                          <a:gd name="T31" fmla="*/ 0 h 9"/>
                                          <a:gd name="T32" fmla="*/ 4 w 9"/>
                                          <a:gd name="T33" fmla="*/ 0 h 9"/>
                                          <a:gd name="T34" fmla="*/ 3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3" y="0"/>
                                            </a:moveTo>
                                            <a:lnTo>
                                              <a:pt x="2" y="1"/>
                                            </a:lnTo>
                                            <a:lnTo>
                                              <a:pt x="0" y="3"/>
                                            </a:lnTo>
                                            <a:lnTo>
                                              <a:pt x="0" y="4"/>
                                            </a:lnTo>
                                            <a:lnTo>
                                              <a:pt x="2" y="6"/>
                                            </a:lnTo>
                                            <a:lnTo>
                                              <a:pt x="3" y="7"/>
                                            </a:lnTo>
                                            <a:lnTo>
                                              <a:pt x="4" y="9"/>
                                            </a:lnTo>
                                            <a:lnTo>
                                              <a:pt x="6" y="9"/>
                                            </a:lnTo>
                                            <a:lnTo>
                                              <a:pt x="7" y="7"/>
                                            </a:lnTo>
                                            <a:lnTo>
                                              <a:pt x="9" y="6"/>
                                            </a:lnTo>
                                            <a:lnTo>
                                              <a:pt x="9" y="4"/>
                                            </a:lnTo>
                                            <a:lnTo>
                                              <a:pt x="9" y="3"/>
                                            </a:lnTo>
                                            <a:lnTo>
                                              <a:pt x="9" y="1"/>
                                            </a:lnTo>
                                            <a:lnTo>
                                              <a:pt x="7" y="0"/>
                                            </a:lnTo>
                                            <a:lnTo>
                                              <a:pt x="6" y="0"/>
                                            </a:lnTo>
                                            <a:lnTo>
                                              <a:pt x="4"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91" name="Freeform 194"/>
                                      <p:cNvSpPr>
                                        <a:spLocks/>
                                      </p:cNvSpPr>
                                      <p:nvPr/>
                                    </p:nvSpPr>
                                    <p:spPr bwMode="auto">
                                      <a:xfrm>
                                        <a:off x="3653" y="1863"/>
                                        <a:ext cx="9" cy="9"/>
                                      </a:xfrm>
                                      <a:custGeom>
                                        <a:avLst/>
                                        <a:gdLst>
                                          <a:gd name="T0" fmla="*/ 2 w 9"/>
                                          <a:gd name="T1" fmla="*/ 0 h 9"/>
                                          <a:gd name="T2" fmla="*/ 0 w 9"/>
                                          <a:gd name="T3" fmla="*/ 2 h 9"/>
                                          <a:gd name="T4" fmla="*/ 0 w 9"/>
                                          <a:gd name="T5" fmla="*/ 3 h 9"/>
                                          <a:gd name="T6" fmla="*/ 0 w 9"/>
                                          <a:gd name="T7" fmla="*/ 4 h 9"/>
                                          <a:gd name="T8" fmla="*/ 0 w 9"/>
                                          <a:gd name="T9" fmla="*/ 6 h 9"/>
                                          <a:gd name="T10" fmla="*/ 2 w 9"/>
                                          <a:gd name="T11" fmla="*/ 7 h 9"/>
                                          <a:gd name="T12" fmla="*/ 3 w 9"/>
                                          <a:gd name="T13" fmla="*/ 9 h 9"/>
                                          <a:gd name="T14" fmla="*/ 4 w 9"/>
                                          <a:gd name="T15" fmla="*/ 9 h 9"/>
                                          <a:gd name="T16" fmla="*/ 6 w 9"/>
                                          <a:gd name="T17" fmla="*/ 7 h 9"/>
                                          <a:gd name="T18" fmla="*/ 6 w 9"/>
                                          <a:gd name="T19" fmla="*/ 7 h 9"/>
                                          <a:gd name="T20" fmla="*/ 7 w 9"/>
                                          <a:gd name="T21" fmla="*/ 6 h 9"/>
                                          <a:gd name="T22" fmla="*/ 9 w 9"/>
                                          <a:gd name="T23" fmla="*/ 4 h 9"/>
                                          <a:gd name="T24" fmla="*/ 9 w 9"/>
                                          <a:gd name="T25" fmla="*/ 3 h 9"/>
                                          <a:gd name="T26" fmla="*/ 7 w 9"/>
                                          <a:gd name="T27" fmla="*/ 2 h 9"/>
                                          <a:gd name="T28" fmla="*/ 6 w 9"/>
                                          <a:gd name="T29" fmla="*/ 0 h 9"/>
                                          <a:gd name="T30" fmla="*/ 4 w 9"/>
                                          <a:gd name="T31" fmla="*/ 0 h 9"/>
                                          <a:gd name="T32" fmla="*/ 3 w 9"/>
                                          <a:gd name="T33" fmla="*/ 0 h 9"/>
                                          <a:gd name="T34" fmla="*/ 2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2" y="0"/>
                                            </a:moveTo>
                                            <a:lnTo>
                                              <a:pt x="0" y="2"/>
                                            </a:lnTo>
                                            <a:lnTo>
                                              <a:pt x="0" y="3"/>
                                            </a:lnTo>
                                            <a:lnTo>
                                              <a:pt x="0" y="4"/>
                                            </a:lnTo>
                                            <a:lnTo>
                                              <a:pt x="0" y="6"/>
                                            </a:lnTo>
                                            <a:lnTo>
                                              <a:pt x="2" y="7"/>
                                            </a:lnTo>
                                            <a:lnTo>
                                              <a:pt x="3" y="9"/>
                                            </a:lnTo>
                                            <a:lnTo>
                                              <a:pt x="4" y="9"/>
                                            </a:lnTo>
                                            <a:lnTo>
                                              <a:pt x="6" y="7"/>
                                            </a:lnTo>
                                            <a:lnTo>
                                              <a:pt x="7" y="6"/>
                                            </a:lnTo>
                                            <a:lnTo>
                                              <a:pt x="9" y="4"/>
                                            </a:lnTo>
                                            <a:lnTo>
                                              <a:pt x="9" y="3"/>
                                            </a:lnTo>
                                            <a:lnTo>
                                              <a:pt x="7" y="2"/>
                                            </a:lnTo>
                                            <a:lnTo>
                                              <a:pt x="6" y="0"/>
                                            </a:lnTo>
                                            <a:lnTo>
                                              <a:pt x="4" y="0"/>
                                            </a:lnTo>
                                            <a:lnTo>
                                              <a:pt x="3" y="0"/>
                                            </a:lnTo>
                                            <a:lnTo>
                                              <a:pt x="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92" name="Freeform 195"/>
                                      <p:cNvSpPr>
                                        <a:spLocks/>
                                      </p:cNvSpPr>
                                      <p:nvPr/>
                                    </p:nvSpPr>
                                    <p:spPr bwMode="auto">
                                      <a:xfrm>
                                        <a:off x="3668" y="1854"/>
                                        <a:ext cx="8" cy="9"/>
                                      </a:xfrm>
                                      <a:custGeom>
                                        <a:avLst/>
                                        <a:gdLst>
                                          <a:gd name="T0" fmla="*/ 3 w 8"/>
                                          <a:gd name="T1" fmla="*/ 0 h 9"/>
                                          <a:gd name="T2" fmla="*/ 1 w 8"/>
                                          <a:gd name="T3" fmla="*/ 2 h 9"/>
                                          <a:gd name="T4" fmla="*/ 0 w 8"/>
                                          <a:gd name="T5" fmla="*/ 3 h 9"/>
                                          <a:gd name="T6" fmla="*/ 0 w 8"/>
                                          <a:gd name="T7" fmla="*/ 5 h 9"/>
                                          <a:gd name="T8" fmla="*/ 1 w 8"/>
                                          <a:gd name="T9" fmla="*/ 6 h 9"/>
                                          <a:gd name="T10" fmla="*/ 3 w 8"/>
                                          <a:gd name="T11" fmla="*/ 8 h 9"/>
                                          <a:gd name="T12" fmla="*/ 4 w 8"/>
                                          <a:gd name="T13" fmla="*/ 9 h 9"/>
                                          <a:gd name="T14" fmla="*/ 5 w 8"/>
                                          <a:gd name="T15" fmla="*/ 9 h 9"/>
                                          <a:gd name="T16" fmla="*/ 7 w 8"/>
                                          <a:gd name="T17" fmla="*/ 8 h 9"/>
                                          <a:gd name="T18" fmla="*/ 7 w 8"/>
                                          <a:gd name="T19" fmla="*/ 8 h 9"/>
                                          <a:gd name="T20" fmla="*/ 8 w 8"/>
                                          <a:gd name="T21" fmla="*/ 6 h 9"/>
                                          <a:gd name="T22" fmla="*/ 8 w 8"/>
                                          <a:gd name="T23" fmla="*/ 5 h 9"/>
                                          <a:gd name="T24" fmla="*/ 8 w 8"/>
                                          <a:gd name="T25" fmla="*/ 3 h 9"/>
                                          <a:gd name="T26" fmla="*/ 8 w 8"/>
                                          <a:gd name="T27" fmla="*/ 2 h 9"/>
                                          <a:gd name="T28" fmla="*/ 7 w 8"/>
                                          <a:gd name="T29" fmla="*/ 0 h 9"/>
                                          <a:gd name="T30" fmla="*/ 5 w 8"/>
                                          <a:gd name="T31" fmla="*/ 0 h 9"/>
                                          <a:gd name="T32" fmla="*/ 4 w 8"/>
                                          <a:gd name="T33" fmla="*/ 0 h 9"/>
                                          <a:gd name="T34" fmla="*/ 3 w 8"/>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3" y="0"/>
                                            </a:moveTo>
                                            <a:lnTo>
                                              <a:pt x="1" y="2"/>
                                            </a:lnTo>
                                            <a:lnTo>
                                              <a:pt x="0" y="3"/>
                                            </a:lnTo>
                                            <a:lnTo>
                                              <a:pt x="0" y="5"/>
                                            </a:lnTo>
                                            <a:lnTo>
                                              <a:pt x="1" y="6"/>
                                            </a:lnTo>
                                            <a:lnTo>
                                              <a:pt x="3" y="8"/>
                                            </a:lnTo>
                                            <a:lnTo>
                                              <a:pt x="4" y="9"/>
                                            </a:lnTo>
                                            <a:lnTo>
                                              <a:pt x="5" y="9"/>
                                            </a:lnTo>
                                            <a:lnTo>
                                              <a:pt x="7" y="8"/>
                                            </a:lnTo>
                                            <a:lnTo>
                                              <a:pt x="8" y="6"/>
                                            </a:lnTo>
                                            <a:lnTo>
                                              <a:pt x="8" y="5"/>
                                            </a:lnTo>
                                            <a:lnTo>
                                              <a:pt x="8" y="3"/>
                                            </a:lnTo>
                                            <a:lnTo>
                                              <a:pt x="8" y="2"/>
                                            </a:lnTo>
                                            <a:lnTo>
                                              <a:pt x="7" y="0"/>
                                            </a:lnTo>
                                            <a:lnTo>
                                              <a:pt x="5" y="0"/>
                                            </a:lnTo>
                                            <a:lnTo>
                                              <a:pt x="4"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93" name="Freeform 196"/>
                                      <p:cNvSpPr>
                                        <a:spLocks/>
                                      </p:cNvSpPr>
                                      <p:nvPr/>
                                    </p:nvSpPr>
                                    <p:spPr bwMode="auto">
                                      <a:xfrm>
                                        <a:off x="3684" y="1846"/>
                                        <a:ext cx="8" cy="8"/>
                                      </a:xfrm>
                                      <a:custGeom>
                                        <a:avLst/>
                                        <a:gdLst>
                                          <a:gd name="T0" fmla="*/ 3 w 8"/>
                                          <a:gd name="T1" fmla="*/ 0 h 8"/>
                                          <a:gd name="T2" fmla="*/ 1 w 8"/>
                                          <a:gd name="T3" fmla="*/ 1 h 8"/>
                                          <a:gd name="T4" fmla="*/ 0 w 8"/>
                                          <a:gd name="T5" fmla="*/ 3 h 8"/>
                                          <a:gd name="T6" fmla="*/ 0 w 8"/>
                                          <a:gd name="T7" fmla="*/ 4 h 8"/>
                                          <a:gd name="T8" fmla="*/ 0 w 8"/>
                                          <a:gd name="T9" fmla="*/ 5 h 8"/>
                                          <a:gd name="T10" fmla="*/ 0 w 8"/>
                                          <a:gd name="T11" fmla="*/ 7 h 8"/>
                                          <a:gd name="T12" fmla="*/ 1 w 8"/>
                                          <a:gd name="T13" fmla="*/ 8 h 8"/>
                                          <a:gd name="T14" fmla="*/ 3 w 8"/>
                                          <a:gd name="T15" fmla="*/ 8 h 8"/>
                                          <a:gd name="T16" fmla="*/ 4 w 8"/>
                                          <a:gd name="T17" fmla="*/ 8 h 8"/>
                                          <a:gd name="T18" fmla="*/ 4 w 8"/>
                                          <a:gd name="T19" fmla="*/ 8 h 8"/>
                                          <a:gd name="T20" fmla="*/ 5 w 8"/>
                                          <a:gd name="T21" fmla="*/ 8 h 8"/>
                                          <a:gd name="T22" fmla="*/ 7 w 8"/>
                                          <a:gd name="T23" fmla="*/ 7 h 8"/>
                                          <a:gd name="T24" fmla="*/ 8 w 8"/>
                                          <a:gd name="T25" fmla="*/ 5 h 8"/>
                                          <a:gd name="T26" fmla="*/ 8 w 8"/>
                                          <a:gd name="T27" fmla="*/ 4 h 8"/>
                                          <a:gd name="T28" fmla="*/ 7 w 8"/>
                                          <a:gd name="T29" fmla="*/ 3 h 8"/>
                                          <a:gd name="T30" fmla="*/ 5 w 8"/>
                                          <a:gd name="T31" fmla="*/ 1 h 8"/>
                                          <a:gd name="T32" fmla="*/ 4 w 8"/>
                                          <a:gd name="T33" fmla="*/ 0 h 8"/>
                                          <a:gd name="T34" fmla="*/ 3 w 8"/>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8"/>
                                          <a:gd name="T56" fmla="*/ 8 w 8"/>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8">
                                            <a:moveTo>
                                              <a:pt x="3" y="0"/>
                                            </a:moveTo>
                                            <a:lnTo>
                                              <a:pt x="1" y="1"/>
                                            </a:lnTo>
                                            <a:lnTo>
                                              <a:pt x="0" y="3"/>
                                            </a:lnTo>
                                            <a:lnTo>
                                              <a:pt x="0" y="4"/>
                                            </a:lnTo>
                                            <a:lnTo>
                                              <a:pt x="0" y="5"/>
                                            </a:lnTo>
                                            <a:lnTo>
                                              <a:pt x="0" y="7"/>
                                            </a:lnTo>
                                            <a:lnTo>
                                              <a:pt x="1" y="8"/>
                                            </a:lnTo>
                                            <a:lnTo>
                                              <a:pt x="3" y="8"/>
                                            </a:lnTo>
                                            <a:lnTo>
                                              <a:pt x="4" y="8"/>
                                            </a:lnTo>
                                            <a:lnTo>
                                              <a:pt x="5" y="8"/>
                                            </a:lnTo>
                                            <a:lnTo>
                                              <a:pt x="7" y="7"/>
                                            </a:lnTo>
                                            <a:lnTo>
                                              <a:pt x="8" y="5"/>
                                            </a:lnTo>
                                            <a:lnTo>
                                              <a:pt x="8" y="4"/>
                                            </a:lnTo>
                                            <a:lnTo>
                                              <a:pt x="7" y="3"/>
                                            </a:lnTo>
                                            <a:lnTo>
                                              <a:pt x="5" y="1"/>
                                            </a:lnTo>
                                            <a:lnTo>
                                              <a:pt x="4"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94" name="Freeform 197"/>
                                      <p:cNvSpPr>
                                        <a:spLocks/>
                                      </p:cNvSpPr>
                                      <p:nvPr/>
                                    </p:nvSpPr>
                                    <p:spPr bwMode="auto">
                                      <a:xfrm>
                                        <a:off x="3700" y="1838"/>
                                        <a:ext cx="8" cy="9"/>
                                      </a:xfrm>
                                      <a:custGeom>
                                        <a:avLst/>
                                        <a:gdLst>
                                          <a:gd name="T0" fmla="*/ 2 w 8"/>
                                          <a:gd name="T1" fmla="*/ 0 h 9"/>
                                          <a:gd name="T2" fmla="*/ 1 w 8"/>
                                          <a:gd name="T3" fmla="*/ 2 h 9"/>
                                          <a:gd name="T4" fmla="*/ 0 w 8"/>
                                          <a:gd name="T5" fmla="*/ 3 h 9"/>
                                          <a:gd name="T6" fmla="*/ 0 w 8"/>
                                          <a:gd name="T7" fmla="*/ 5 h 9"/>
                                          <a:gd name="T8" fmla="*/ 0 w 8"/>
                                          <a:gd name="T9" fmla="*/ 6 h 9"/>
                                          <a:gd name="T10" fmla="*/ 0 w 8"/>
                                          <a:gd name="T11" fmla="*/ 8 h 9"/>
                                          <a:gd name="T12" fmla="*/ 1 w 8"/>
                                          <a:gd name="T13" fmla="*/ 9 h 9"/>
                                          <a:gd name="T14" fmla="*/ 2 w 8"/>
                                          <a:gd name="T15" fmla="*/ 9 h 9"/>
                                          <a:gd name="T16" fmla="*/ 4 w 8"/>
                                          <a:gd name="T17" fmla="*/ 9 h 9"/>
                                          <a:gd name="T18" fmla="*/ 4 w 8"/>
                                          <a:gd name="T19" fmla="*/ 9 h 9"/>
                                          <a:gd name="T20" fmla="*/ 5 w 8"/>
                                          <a:gd name="T21" fmla="*/ 9 h 9"/>
                                          <a:gd name="T22" fmla="*/ 7 w 8"/>
                                          <a:gd name="T23" fmla="*/ 8 h 9"/>
                                          <a:gd name="T24" fmla="*/ 8 w 8"/>
                                          <a:gd name="T25" fmla="*/ 6 h 9"/>
                                          <a:gd name="T26" fmla="*/ 8 w 8"/>
                                          <a:gd name="T27" fmla="*/ 5 h 9"/>
                                          <a:gd name="T28" fmla="*/ 7 w 8"/>
                                          <a:gd name="T29" fmla="*/ 3 h 9"/>
                                          <a:gd name="T30" fmla="*/ 5 w 8"/>
                                          <a:gd name="T31" fmla="*/ 2 h 9"/>
                                          <a:gd name="T32" fmla="*/ 4 w 8"/>
                                          <a:gd name="T33" fmla="*/ 0 h 9"/>
                                          <a:gd name="T34" fmla="*/ 2 w 8"/>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2" y="0"/>
                                            </a:moveTo>
                                            <a:lnTo>
                                              <a:pt x="1" y="2"/>
                                            </a:lnTo>
                                            <a:lnTo>
                                              <a:pt x="0" y="3"/>
                                            </a:lnTo>
                                            <a:lnTo>
                                              <a:pt x="0" y="5"/>
                                            </a:lnTo>
                                            <a:lnTo>
                                              <a:pt x="0" y="6"/>
                                            </a:lnTo>
                                            <a:lnTo>
                                              <a:pt x="0" y="8"/>
                                            </a:lnTo>
                                            <a:lnTo>
                                              <a:pt x="1" y="9"/>
                                            </a:lnTo>
                                            <a:lnTo>
                                              <a:pt x="2" y="9"/>
                                            </a:lnTo>
                                            <a:lnTo>
                                              <a:pt x="4" y="9"/>
                                            </a:lnTo>
                                            <a:lnTo>
                                              <a:pt x="5" y="9"/>
                                            </a:lnTo>
                                            <a:lnTo>
                                              <a:pt x="7" y="8"/>
                                            </a:lnTo>
                                            <a:lnTo>
                                              <a:pt x="8" y="6"/>
                                            </a:lnTo>
                                            <a:lnTo>
                                              <a:pt x="8" y="5"/>
                                            </a:lnTo>
                                            <a:lnTo>
                                              <a:pt x="7" y="3"/>
                                            </a:lnTo>
                                            <a:lnTo>
                                              <a:pt x="5" y="2"/>
                                            </a:lnTo>
                                            <a:lnTo>
                                              <a:pt x="4" y="0"/>
                                            </a:lnTo>
                                            <a:lnTo>
                                              <a:pt x="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95" name="Freeform 198"/>
                                      <p:cNvSpPr>
                                        <a:spLocks/>
                                      </p:cNvSpPr>
                                      <p:nvPr/>
                                    </p:nvSpPr>
                                    <p:spPr bwMode="auto">
                                      <a:xfrm>
                                        <a:off x="3716" y="1833"/>
                                        <a:ext cx="8" cy="8"/>
                                      </a:xfrm>
                                      <a:custGeom>
                                        <a:avLst/>
                                        <a:gdLst>
                                          <a:gd name="T0" fmla="*/ 2 w 8"/>
                                          <a:gd name="T1" fmla="*/ 0 h 8"/>
                                          <a:gd name="T2" fmla="*/ 1 w 8"/>
                                          <a:gd name="T3" fmla="*/ 0 h 8"/>
                                          <a:gd name="T4" fmla="*/ 0 w 8"/>
                                          <a:gd name="T5" fmla="*/ 1 h 8"/>
                                          <a:gd name="T6" fmla="*/ 0 w 8"/>
                                          <a:gd name="T7" fmla="*/ 3 h 8"/>
                                          <a:gd name="T8" fmla="*/ 0 w 8"/>
                                          <a:gd name="T9" fmla="*/ 4 h 8"/>
                                          <a:gd name="T10" fmla="*/ 0 w 8"/>
                                          <a:gd name="T11" fmla="*/ 5 h 8"/>
                                          <a:gd name="T12" fmla="*/ 1 w 8"/>
                                          <a:gd name="T13" fmla="*/ 7 h 8"/>
                                          <a:gd name="T14" fmla="*/ 2 w 8"/>
                                          <a:gd name="T15" fmla="*/ 8 h 8"/>
                                          <a:gd name="T16" fmla="*/ 4 w 8"/>
                                          <a:gd name="T17" fmla="*/ 8 h 8"/>
                                          <a:gd name="T18" fmla="*/ 4 w 8"/>
                                          <a:gd name="T19" fmla="*/ 8 h 8"/>
                                          <a:gd name="T20" fmla="*/ 5 w 8"/>
                                          <a:gd name="T21" fmla="*/ 7 h 8"/>
                                          <a:gd name="T22" fmla="*/ 7 w 8"/>
                                          <a:gd name="T23" fmla="*/ 5 h 8"/>
                                          <a:gd name="T24" fmla="*/ 8 w 8"/>
                                          <a:gd name="T25" fmla="*/ 4 h 8"/>
                                          <a:gd name="T26" fmla="*/ 8 w 8"/>
                                          <a:gd name="T27" fmla="*/ 3 h 8"/>
                                          <a:gd name="T28" fmla="*/ 7 w 8"/>
                                          <a:gd name="T29" fmla="*/ 1 h 8"/>
                                          <a:gd name="T30" fmla="*/ 5 w 8"/>
                                          <a:gd name="T31" fmla="*/ 0 h 8"/>
                                          <a:gd name="T32" fmla="*/ 4 w 8"/>
                                          <a:gd name="T33" fmla="*/ 0 h 8"/>
                                          <a:gd name="T34" fmla="*/ 2 w 8"/>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8"/>
                                          <a:gd name="T56" fmla="*/ 8 w 8"/>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8">
                                            <a:moveTo>
                                              <a:pt x="2" y="0"/>
                                            </a:moveTo>
                                            <a:lnTo>
                                              <a:pt x="1" y="0"/>
                                            </a:lnTo>
                                            <a:lnTo>
                                              <a:pt x="0" y="1"/>
                                            </a:lnTo>
                                            <a:lnTo>
                                              <a:pt x="0" y="3"/>
                                            </a:lnTo>
                                            <a:lnTo>
                                              <a:pt x="0" y="4"/>
                                            </a:lnTo>
                                            <a:lnTo>
                                              <a:pt x="0" y="5"/>
                                            </a:lnTo>
                                            <a:lnTo>
                                              <a:pt x="1" y="7"/>
                                            </a:lnTo>
                                            <a:lnTo>
                                              <a:pt x="2" y="8"/>
                                            </a:lnTo>
                                            <a:lnTo>
                                              <a:pt x="4" y="8"/>
                                            </a:lnTo>
                                            <a:lnTo>
                                              <a:pt x="5" y="7"/>
                                            </a:lnTo>
                                            <a:lnTo>
                                              <a:pt x="7" y="5"/>
                                            </a:lnTo>
                                            <a:lnTo>
                                              <a:pt x="8" y="4"/>
                                            </a:lnTo>
                                            <a:lnTo>
                                              <a:pt x="8" y="3"/>
                                            </a:lnTo>
                                            <a:lnTo>
                                              <a:pt x="7" y="1"/>
                                            </a:lnTo>
                                            <a:lnTo>
                                              <a:pt x="5" y="0"/>
                                            </a:lnTo>
                                            <a:lnTo>
                                              <a:pt x="4" y="0"/>
                                            </a:lnTo>
                                            <a:lnTo>
                                              <a:pt x="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96" name="Freeform 199"/>
                                      <p:cNvSpPr>
                                        <a:spLocks/>
                                      </p:cNvSpPr>
                                      <p:nvPr/>
                                    </p:nvSpPr>
                                    <p:spPr bwMode="auto">
                                      <a:xfrm>
                                        <a:off x="3732" y="1825"/>
                                        <a:ext cx="8" cy="9"/>
                                      </a:xfrm>
                                      <a:custGeom>
                                        <a:avLst/>
                                        <a:gdLst>
                                          <a:gd name="T0" fmla="*/ 2 w 8"/>
                                          <a:gd name="T1" fmla="*/ 0 h 9"/>
                                          <a:gd name="T2" fmla="*/ 1 w 8"/>
                                          <a:gd name="T3" fmla="*/ 2 h 9"/>
                                          <a:gd name="T4" fmla="*/ 0 w 8"/>
                                          <a:gd name="T5" fmla="*/ 3 h 9"/>
                                          <a:gd name="T6" fmla="*/ 0 w 8"/>
                                          <a:gd name="T7" fmla="*/ 5 h 9"/>
                                          <a:gd name="T8" fmla="*/ 0 w 8"/>
                                          <a:gd name="T9" fmla="*/ 6 h 9"/>
                                          <a:gd name="T10" fmla="*/ 0 w 8"/>
                                          <a:gd name="T11" fmla="*/ 8 h 9"/>
                                          <a:gd name="T12" fmla="*/ 1 w 8"/>
                                          <a:gd name="T13" fmla="*/ 9 h 9"/>
                                          <a:gd name="T14" fmla="*/ 2 w 8"/>
                                          <a:gd name="T15" fmla="*/ 9 h 9"/>
                                          <a:gd name="T16" fmla="*/ 4 w 8"/>
                                          <a:gd name="T17" fmla="*/ 9 h 9"/>
                                          <a:gd name="T18" fmla="*/ 4 w 8"/>
                                          <a:gd name="T19" fmla="*/ 9 h 9"/>
                                          <a:gd name="T20" fmla="*/ 5 w 8"/>
                                          <a:gd name="T21" fmla="*/ 9 h 9"/>
                                          <a:gd name="T22" fmla="*/ 7 w 8"/>
                                          <a:gd name="T23" fmla="*/ 8 h 9"/>
                                          <a:gd name="T24" fmla="*/ 8 w 8"/>
                                          <a:gd name="T25" fmla="*/ 6 h 9"/>
                                          <a:gd name="T26" fmla="*/ 8 w 8"/>
                                          <a:gd name="T27" fmla="*/ 5 h 9"/>
                                          <a:gd name="T28" fmla="*/ 7 w 8"/>
                                          <a:gd name="T29" fmla="*/ 3 h 9"/>
                                          <a:gd name="T30" fmla="*/ 5 w 8"/>
                                          <a:gd name="T31" fmla="*/ 2 h 9"/>
                                          <a:gd name="T32" fmla="*/ 4 w 8"/>
                                          <a:gd name="T33" fmla="*/ 0 h 9"/>
                                          <a:gd name="T34" fmla="*/ 2 w 8"/>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2" y="0"/>
                                            </a:moveTo>
                                            <a:lnTo>
                                              <a:pt x="1" y="2"/>
                                            </a:lnTo>
                                            <a:lnTo>
                                              <a:pt x="0" y="3"/>
                                            </a:lnTo>
                                            <a:lnTo>
                                              <a:pt x="0" y="5"/>
                                            </a:lnTo>
                                            <a:lnTo>
                                              <a:pt x="0" y="6"/>
                                            </a:lnTo>
                                            <a:lnTo>
                                              <a:pt x="0" y="8"/>
                                            </a:lnTo>
                                            <a:lnTo>
                                              <a:pt x="1" y="9"/>
                                            </a:lnTo>
                                            <a:lnTo>
                                              <a:pt x="2" y="9"/>
                                            </a:lnTo>
                                            <a:lnTo>
                                              <a:pt x="4" y="9"/>
                                            </a:lnTo>
                                            <a:lnTo>
                                              <a:pt x="5" y="9"/>
                                            </a:lnTo>
                                            <a:lnTo>
                                              <a:pt x="7" y="8"/>
                                            </a:lnTo>
                                            <a:lnTo>
                                              <a:pt x="8" y="6"/>
                                            </a:lnTo>
                                            <a:lnTo>
                                              <a:pt x="8" y="5"/>
                                            </a:lnTo>
                                            <a:lnTo>
                                              <a:pt x="7" y="3"/>
                                            </a:lnTo>
                                            <a:lnTo>
                                              <a:pt x="5" y="2"/>
                                            </a:lnTo>
                                            <a:lnTo>
                                              <a:pt x="4" y="0"/>
                                            </a:lnTo>
                                            <a:lnTo>
                                              <a:pt x="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97" name="Freeform 200"/>
                                      <p:cNvSpPr>
                                        <a:spLocks/>
                                      </p:cNvSpPr>
                                      <p:nvPr/>
                                    </p:nvSpPr>
                                    <p:spPr bwMode="auto">
                                      <a:xfrm>
                                        <a:off x="3747" y="1821"/>
                                        <a:ext cx="9" cy="9"/>
                                      </a:xfrm>
                                      <a:custGeom>
                                        <a:avLst/>
                                        <a:gdLst>
                                          <a:gd name="T0" fmla="*/ 5 w 9"/>
                                          <a:gd name="T1" fmla="*/ 0 h 9"/>
                                          <a:gd name="T2" fmla="*/ 3 w 9"/>
                                          <a:gd name="T3" fmla="*/ 1 h 9"/>
                                          <a:gd name="T4" fmla="*/ 2 w 9"/>
                                          <a:gd name="T5" fmla="*/ 3 h 9"/>
                                          <a:gd name="T6" fmla="*/ 0 w 9"/>
                                          <a:gd name="T7" fmla="*/ 4 h 9"/>
                                          <a:gd name="T8" fmla="*/ 0 w 9"/>
                                          <a:gd name="T9" fmla="*/ 6 h 9"/>
                                          <a:gd name="T10" fmla="*/ 2 w 9"/>
                                          <a:gd name="T11" fmla="*/ 7 h 9"/>
                                          <a:gd name="T12" fmla="*/ 3 w 9"/>
                                          <a:gd name="T13" fmla="*/ 9 h 9"/>
                                          <a:gd name="T14" fmla="*/ 5 w 9"/>
                                          <a:gd name="T15" fmla="*/ 9 h 9"/>
                                          <a:gd name="T16" fmla="*/ 6 w 9"/>
                                          <a:gd name="T17" fmla="*/ 9 h 9"/>
                                          <a:gd name="T18" fmla="*/ 6 w 9"/>
                                          <a:gd name="T19" fmla="*/ 9 h 9"/>
                                          <a:gd name="T20" fmla="*/ 8 w 9"/>
                                          <a:gd name="T21" fmla="*/ 9 h 9"/>
                                          <a:gd name="T22" fmla="*/ 9 w 9"/>
                                          <a:gd name="T23" fmla="*/ 7 h 9"/>
                                          <a:gd name="T24" fmla="*/ 9 w 9"/>
                                          <a:gd name="T25" fmla="*/ 6 h 9"/>
                                          <a:gd name="T26" fmla="*/ 9 w 9"/>
                                          <a:gd name="T27" fmla="*/ 4 h 9"/>
                                          <a:gd name="T28" fmla="*/ 9 w 9"/>
                                          <a:gd name="T29" fmla="*/ 3 h 9"/>
                                          <a:gd name="T30" fmla="*/ 8 w 9"/>
                                          <a:gd name="T31" fmla="*/ 1 h 9"/>
                                          <a:gd name="T32" fmla="*/ 6 w 9"/>
                                          <a:gd name="T33" fmla="*/ 0 h 9"/>
                                          <a:gd name="T34" fmla="*/ 5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5" y="0"/>
                                            </a:moveTo>
                                            <a:lnTo>
                                              <a:pt x="3" y="1"/>
                                            </a:lnTo>
                                            <a:lnTo>
                                              <a:pt x="2" y="3"/>
                                            </a:lnTo>
                                            <a:lnTo>
                                              <a:pt x="0" y="4"/>
                                            </a:lnTo>
                                            <a:lnTo>
                                              <a:pt x="0" y="6"/>
                                            </a:lnTo>
                                            <a:lnTo>
                                              <a:pt x="2" y="7"/>
                                            </a:lnTo>
                                            <a:lnTo>
                                              <a:pt x="3" y="9"/>
                                            </a:lnTo>
                                            <a:lnTo>
                                              <a:pt x="5" y="9"/>
                                            </a:lnTo>
                                            <a:lnTo>
                                              <a:pt x="6" y="9"/>
                                            </a:lnTo>
                                            <a:lnTo>
                                              <a:pt x="8" y="9"/>
                                            </a:lnTo>
                                            <a:lnTo>
                                              <a:pt x="9" y="7"/>
                                            </a:lnTo>
                                            <a:lnTo>
                                              <a:pt x="9" y="6"/>
                                            </a:lnTo>
                                            <a:lnTo>
                                              <a:pt x="9" y="4"/>
                                            </a:lnTo>
                                            <a:lnTo>
                                              <a:pt x="9" y="3"/>
                                            </a:lnTo>
                                            <a:lnTo>
                                              <a:pt x="8" y="1"/>
                                            </a:lnTo>
                                            <a:lnTo>
                                              <a:pt x="6" y="0"/>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98" name="Freeform 201"/>
                                      <p:cNvSpPr>
                                        <a:spLocks/>
                                      </p:cNvSpPr>
                                      <p:nvPr/>
                                    </p:nvSpPr>
                                    <p:spPr bwMode="auto">
                                      <a:xfrm>
                                        <a:off x="3765" y="1820"/>
                                        <a:ext cx="9" cy="8"/>
                                      </a:xfrm>
                                      <a:custGeom>
                                        <a:avLst/>
                                        <a:gdLst>
                                          <a:gd name="T0" fmla="*/ 6 w 9"/>
                                          <a:gd name="T1" fmla="*/ 0 h 8"/>
                                          <a:gd name="T2" fmla="*/ 4 w 9"/>
                                          <a:gd name="T3" fmla="*/ 0 h 8"/>
                                          <a:gd name="T4" fmla="*/ 3 w 9"/>
                                          <a:gd name="T5" fmla="*/ 0 h 8"/>
                                          <a:gd name="T6" fmla="*/ 1 w 9"/>
                                          <a:gd name="T7" fmla="*/ 1 h 8"/>
                                          <a:gd name="T8" fmla="*/ 0 w 9"/>
                                          <a:gd name="T9" fmla="*/ 2 h 8"/>
                                          <a:gd name="T10" fmla="*/ 0 w 9"/>
                                          <a:gd name="T11" fmla="*/ 4 h 8"/>
                                          <a:gd name="T12" fmla="*/ 1 w 9"/>
                                          <a:gd name="T13" fmla="*/ 5 h 8"/>
                                          <a:gd name="T14" fmla="*/ 3 w 9"/>
                                          <a:gd name="T15" fmla="*/ 7 h 8"/>
                                          <a:gd name="T16" fmla="*/ 4 w 9"/>
                                          <a:gd name="T17" fmla="*/ 8 h 8"/>
                                          <a:gd name="T18" fmla="*/ 4 w 9"/>
                                          <a:gd name="T19" fmla="*/ 8 h 8"/>
                                          <a:gd name="T20" fmla="*/ 6 w 9"/>
                                          <a:gd name="T21" fmla="*/ 8 h 8"/>
                                          <a:gd name="T22" fmla="*/ 7 w 9"/>
                                          <a:gd name="T23" fmla="*/ 7 h 8"/>
                                          <a:gd name="T24" fmla="*/ 9 w 9"/>
                                          <a:gd name="T25" fmla="*/ 5 h 8"/>
                                          <a:gd name="T26" fmla="*/ 9 w 9"/>
                                          <a:gd name="T27" fmla="*/ 4 h 8"/>
                                          <a:gd name="T28" fmla="*/ 9 w 9"/>
                                          <a:gd name="T29" fmla="*/ 2 h 8"/>
                                          <a:gd name="T30" fmla="*/ 9 w 9"/>
                                          <a:gd name="T31" fmla="*/ 1 h 8"/>
                                          <a:gd name="T32" fmla="*/ 7 w 9"/>
                                          <a:gd name="T33" fmla="*/ 0 h 8"/>
                                          <a:gd name="T34" fmla="*/ 6 w 9"/>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6" y="0"/>
                                            </a:moveTo>
                                            <a:lnTo>
                                              <a:pt x="4" y="0"/>
                                            </a:lnTo>
                                            <a:lnTo>
                                              <a:pt x="3" y="0"/>
                                            </a:lnTo>
                                            <a:lnTo>
                                              <a:pt x="1" y="1"/>
                                            </a:lnTo>
                                            <a:lnTo>
                                              <a:pt x="0" y="2"/>
                                            </a:lnTo>
                                            <a:lnTo>
                                              <a:pt x="0" y="4"/>
                                            </a:lnTo>
                                            <a:lnTo>
                                              <a:pt x="1" y="5"/>
                                            </a:lnTo>
                                            <a:lnTo>
                                              <a:pt x="3" y="7"/>
                                            </a:lnTo>
                                            <a:lnTo>
                                              <a:pt x="4" y="8"/>
                                            </a:lnTo>
                                            <a:lnTo>
                                              <a:pt x="6" y="8"/>
                                            </a:lnTo>
                                            <a:lnTo>
                                              <a:pt x="7" y="7"/>
                                            </a:lnTo>
                                            <a:lnTo>
                                              <a:pt x="9" y="5"/>
                                            </a:lnTo>
                                            <a:lnTo>
                                              <a:pt x="9" y="4"/>
                                            </a:lnTo>
                                            <a:lnTo>
                                              <a:pt x="9" y="2"/>
                                            </a:lnTo>
                                            <a:lnTo>
                                              <a:pt x="9" y="1"/>
                                            </a:lnTo>
                                            <a:lnTo>
                                              <a:pt x="7" y="0"/>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99" name="Freeform 202"/>
                                      <p:cNvSpPr>
                                        <a:spLocks/>
                                      </p:cNvSpPr>
                                      <p:nvPr/>
                                    </p:nvSpPr>
                                    <p:spPr bwMode="auto">
                                      <a:xfrm>
                                        <a:off x="3782" y="1820"/>
                                        <a:ext cx="9" cy="8"/>
                                      </a:xfrm>
                                      <a:custGeom>
                                        <a:avLst/>
                                        <a:gdLst>
                                          <a:gd name="T0" fmla="*/ 6 w 9"/>
                                          <a:gd name="T1" fmla="*/ 0 h 8"/>
                                          <a:gd name="T2" fmla="*/ 5 w 9"/>
                                          <a:gd name="T3" fmla="*/ 0 h 8"/>
                                          <a:gd name="T4" fmla="*/ 3 w 9"/>
                                          <a:gd name="T5" fmla="*/ 0 h 8"/>
                                          <a:gd name="T6" fmla="*/ 2 w 9"/>
                                          <a:gd name="T7" fmla="*/ 1 h 8"/>
                                          <a:gd name="T8" fmla="*/ 0 w 9"/>
                                          <a:gd name="T9" fmla="*/ 2 h 8"/>
                                          <a:gd name="T10" fmla="*/ 0 w 9"/>
                                          <a:gd name="T11" fmla="*/ 4 h 8"/>
                                          <a:gd name="T12" fmla="*/ 2 w 9"/>
                                          <a:gd name="T13" fmla="*/ 5 h 8"/>
                                          <a:gd name="T14" fmla="*/ 3 w 9"/>
                                          <a:gd name="T15" fmla="*/ 7 h 8"/>
                                          <a:gd name="T16" fmla="*/ 5 w 9"/>
                                          <a:gd name="T17" fmla="*/ 8 h 8"/>
                                          <a:gd name="T18" fmla="*/ 5 w 9"/>
                                          <a:gd name="T19" fmla="*/ 8 h 8"/>
                                          <a:gd name="T20" fmla="*/ 6 w 9"/>
                                          <a:gd name="T21" fmla="*/ 8 h 8"/>
                                          <a:gd name="T22" fmla="*/ 8 w 9"/>
                                          <a:gd name="T23" fmla="*/ 7 h 8"/>
                                          <a:gd name="T24" fmla="*/ 9 w 9"/>
                                          <a:gd name="T25" fmla="*/ 5 h 8"/>
                                          <a:gd name="T26" fmla="*/ 9 w 9"/>
                                          <a:gd name="T27" fmla="*/ 4 h 8"/>
                                          <a:gd name="T28" fmla="*/ 9 w 9"/>
                                          <a:gd name="T29" fmla="*/ 2 h 8"/>
                                          <a:gd name="T30" fmla="*/ 9 w 9"/>
                                          <a:gd name="T31" fmla="*/ 1 h 8"/>
                                          <a:gd name="T32" fmla="*/ 8 w 9"/>
                                          <a:gd name="T33" fmla="*/ 0 h 8"/>
                                          <a:gd name="T34" fmla="*/ 6 w 9"/>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6" y="0"/>
                                            </a:moveTo>
                                            <a:lnTo>
                                              <a:pt x="5" y="0"/>
                                            </a:lnTo>
                                            <a:lnTo>
                                              <a:pt x="3" y="0"/>
                                            </a:lnTo>
                                            <a:lnTo>
                                              <a:pt x="2" y="1"/>
                                            </a:lnTo>
                                            <a:lnTo>
                                              <a:pt x="0" y="2"/>
                                            </a:lnTo>
                                            <a:lnTo>
                                              <a:pt x="0" y="4"/>
                                            </a:lnTo>
                                            <a:lnTo>
                                              <a:pt x="2" y="5"/>
                                            </a:lnTo>
                                            <a:lnTo>
                                              <a:pt x="3" y="7"/>
                                            </a:lnTo>
                                            <a:lnTo>
                                              <a:pt x="5" y="8"/>
                                            </a:lnTo>
                                            <a:lnTo>
                                              <a:pt x="6" y="8"/>
                                            </a:lnTo>
                                            <a:lnTo>
                                              <a:pt x="8" y="7"/>
                                            </a:lnTo>
                                            <a:lnTo>
                                              <a:pt x="9" y="5"/>
                                            </a:lnTo>
                                            <a:lnTo>
                                              <a:pt x="9" y="4"/>
                                            </a:lnTo>
                                            <a:lnTo>
                                              <a:pt x="9" y="2"/>
                                            </a:lnTo>
                                            <a:lnTo>
                                              <a:pt x="9" y="1"/>
                                            </a:lnTo>
                                            <a:lnTo>
                                              <a:pt x="8" y="0"/>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00" name="Freeform 203"/>
                                      <p:cNvSpPr>
                                        <a:spLocks/>
                                      </p:cNvSpPr>
                                      <p:nvPr/>
                                    </p:nvSpPr>
                                    <p:spPr bwMode="auto">
                                      <a:xfrm>
                                        <a:off x="3800" y="1822"/>
                                        <a:ext cx="8" cy="9"/>
                                      </a:xfrm>
                                      <a:custGeom>
                                        <a:avLst/>
                                        <a:gdLst>
                                          <a:gd name="T0" fmla="*/ 6 w 8"/>
                                          <a:gd name="T1" fmla="*/ 0 h 9"/>
                                          <a:gd name="T2" fmla="*/ 4 w 8"/>
                                          <a:gd name="T3" fmla="*/ 0 h 9"/>
                                          <a:gd name="T4" fmla="*/ 3 w 8"/>
                                          <a:gd name="T5" fmla="*/ 0 h 9"/>
                                          <a:gd name="T6" fmla="*/ 1 w 8"/>
                                          <a:gd name="T7" fmla="*/ 2 h 9"/>
                                          <a:gd name="T8" fmla="*/ 0 w 8"/>
                                          <a:gd name="T9" fmla="*/ 3 h 9"/>
                                          <a:gd name="T10" fmla="*/ 0 w 8"/>
                                          <a:gd name="T11" fmla="*/ 5 h 9"/>
                                          <a:gd name="T12" fmla="*/ 1 w 8"/>
                                          <a:gd name="T13" fmla="*/ 6 h 9"/>
                                          <a:gd name="T14" fmla="*/ 3 w 8"/>
                                          <a:gd name="T15" fmla="*/ 8 h 9"/>
                                          <a:gd name="T16" fmla="*/ 4 w 8"/>
                                          <a:gd name="T17" fmla="*/ 9 h 9"/>
                                          <a:gd name="T18" fmla="*/ 4 w 8"/>
                                          <a:gd name="T19" fmla="*/ 9 h 9"/>
                                          <a:gd name="T20" fmla="*/ 6 w 8"/>
                                          <a:gd name="T21" fmla="*/ 9 h 9"/>
                                          <a:gd name="T22" fmla="*/ 7 w 8"/>
                                          <a:gd name="T23" fmla="*/ 8 h 9"/>
                                          <a:gd name="T24" fmla="*/ 8 w 8"/>
                                          <a:gd name="T25" fmla="*/ 6 h 9"/>
                                          <a:gd name="T26" fmla="*/ 8 w 8"/>
                                          <a:gd name="T27" fmla="*/ 5 h 9"/>
                                          <a:gd name="T28" fmla="*/ 8 w 8"/>
                                          <a:gd name="T29" fmla="*/ 3 h 9"/>
                                          <a:gd name="T30" fmla="*/ 8 w 8"/>
                                          <a:gd name="T31" fmla="*/ 2 h 9"/>
                                          <a:gd name="T32" fmla="*/ 7 w 8"/>
                                          <a:gd name="T33" fmla="*/ 0 h 9"/>
                                          <a:gd name="T34" fmla="*/ 6 w 8"/>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6" y="0"/>
                                            </a:moveTo>
                                            <a:lnTo>
                                              <a:pt x="4" y="0"/>
                                            </a:lnTo>
                                            <a:lnTo>
                                              <a:pt x="3" y="0"/>
                                            </a:lnTo>
                                            <a:lnTo>
                                              <a:pt x="1" y="2"/>
                                            </a:lnTo>
                                            <a:lnTo>
                                              <a:pt x="0" y="3"/>
                                            </a:lnTo>
                                            <a:lnTo>
                                              <a:pt x="0" y="5"/>
                                            </a:lnTo>
                                            <a:lnTo>
                                              <a:pt x="1" y="6"/>
                                            </a:lnTo>
                                            <a:lnTo>
                                              <a:pt x="3" y="8"/>
                                            </a:lnTo>
                                            <a:lnTo>
                                              <a:pt x="4" y="9"/>
                                            </a:lnTo>
                                            <a:lnTo>
                                              <a:pt x="6" y="9"/>
                                            </a:lnTo>
                                            <a:lnTo>
                                              <a:pt x="7" y="8"/>
                                            </a:lnTo>
                                            <a:lnTo>
                                              <a:pt x="8" y="6"/>
                                            </a:lnTo>
                                            <a:lnTo>
                                              <a:pt x="8" y="5"/>
                                            </a:lnTo>
                                            <a:lnTo>
                                              <a:pt x="8" y="3"/>
                                            </a:lnTo>
                                            <a:lnTo>
                                              <a:pt x="8" y="2"/>
                                            </a:lnTo>
                                            <a:lnTo>
                                              <a:pt x="7" y="0"/>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01" name="Freeform 204"/>
                                      <p:cNvSpPr>
                                        <a:spLocks/>
                                      </p:cNvSpPr>
                                      <p:nvPr/>
                                    </p:nvSpPr>
                                    <p:spPr bwMode="auto">
                                      <a:xfrm>
                                        <a:off x="3817" y="1827"/>
                                        <a:ext cx="9" cy="9"/>
                                      </a:xfrm>
                                      <a:custGeom>
                                        <a:avLst/>
                                        <a:gdLst>
                                          <a:gd name="T0" fmla="*/ 5 w 9"/>
                                          <a:gd name="T1" fmla="*/ 0 h 9"/>
                                          <a:gd name="T2" fmla="*/ 3 w 9"/>
                                          <a:gd name="T3" fmla="*/ 0 h 9"/>
                                          <a:gd name="T4" fmla="*/ 2 w 9"/>
                                          <a:gd name="T5" fmla="*/ 0 h 9"/>
                                          <a:gd name="T6" fmla="*/ 0 w 9"/>
                                          <a:gd name="T7" fmla="*/ 1 h 9"/>
                                          <a:gd name="T8" fmla="*/ 0 w 9"/>
                                          <a:gd name="T9" fmla="*/ 3 h 9"/>
                                          <a:gd name="T10" fmla="*/ 0 w 9"/>
                                          <a:gd name="T11" fmla="*/ 4 h 9"/>
                                          <a:gd name="T12" fmla="*/ 0 w 9"/>
                                          <a:gd name="T13" fmla="*/ 6 h 9"/>
                                          <a:gd name="T14" fmla="*/ 2 w 9"/>
                                          <a:gd name="T15" fmla="*/ 7 h 9"/>
                                          <a:gd name="T16" fmla="*/ 3 w 9"/>
                                          <a:gd name="T17" fmla="*/ 9 h 9"/>
                                          <a:gd name="T18" fmla="*/ 3 w 9"/>
                                          <a:gd name="T19" fmla="*/ 9 h 9"/>
                                          <a:gd name="T20" fmla="*/ 5 w 9"/>
                                          <a:gd name="T21" fmla="*/ 9 h 9"/>
                                          <a:gd name="T22" fmla="*/ 6 w 9"/>
                                          <a:gd name="T23" fmla="*/ 7 h 9"/>
                                          <a:gd name="T24" fmla="*/ 7 w 9"/>
                                          <a:gd name="T25" fmla="*/ 6 h 9"/>
                                          <a:gd name="T26" fmla="*/ 9 w 9"/>
                                          <a:gd name="T27" fmla="*/ 4 h 9"/>
                                          <a:gd name="T28" fmla="*/ 9 w 9"/>
                                          <a:gd name="T29" fmla="*/ 3 h 9"/>
                                          <a:gd name="T30" fmla="*/ 7 w 9"/>
                                          <a:gd name="T31" fmla="*/ 1 h 9"/>
                                          <a:gd name="T32" fmla="*/ 6 w 9"/>
                                          <a:gd name="T33" fmla="*/ 0 h 9"/>
                                          <a:gd name="T34" fmla="*/ 5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5" y="0"/>
                                            </a:moveTo>
                                            <a:lnTo>
                                              <a:pt x="3" y="0"/>
                                            </a:lnTo>
                                            <a:lnTo>
                                              <a:pt x="2" y="0"/>
                                            </a:lnTo>
                                            <a:lnTo>
                                              <a:pt x="0" y="1"/>
                                            </a:lnTo>
                                            <a:lnTo>
                                              <a:pt x="0" y="3"/>
                                            </a:lnTo>
                                            <a:lnTo>
                                              <a:pt x="0" y="4"/>
                                            </a:lnTo>
                                            <a:lnTo>
                                              <a:pt x="0" y="6"/>
                                            </a:lnTo>
                                            <a:lnTo>
                                              <a:pt x="2" y="7"/>
                                            </a:lnTo>
                                            <a:lnTo>
                                              <a:pt x="3" y="9"/>
                                            </a:lnTo>
                                            <a:lnTo>
                                              <a:pt x="5" y="9"/>
                                            </a:lnTo>
                                            <a:lnTo>
                                              <a:pt x="6" y="7"/>
                                            </a:lnTo>
                                            <a:lnTo>
                                              <a:pt x="7" y="6"/>
                                            </a:lnTo>
                                            <a:lnTo>
                                              <a:pt x="9" y="4"/>
                                            </a:lnTo>
                                            <a:lnTo>
                                              <a:pt x="9" y="3"/>
                                            </a:lnTo>
                                            <a:lnTo>
                                              <a:pt x="7" y="1"/>
                                            </a:lnTo>
                                            <a:lnTo>
                                              <a:pt x="6" y="0"/>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02" name="Freeform 205"/>
                                      <p:cNvSpPr>
                                        <a:spLocks/>
                                      </p:cNvSpPr>
                                      <p:nvPr/>
                                    </p:nvSpPr>
                                    <p:spPr bwMode="auto">
                                      <a:xfrm>
                                        <a:off x="3833" y="1833"/>
                                        <a:ext cx="9" cy="8"/>
                                      </a:xfrm>
                                      <a:custGeom>
                                        <a:avLst/>
                                        <a:gdLst>
                                          <a:gd name="T0" fmla="*/ 5 w 9"/>
                                          <a:gd name="T1" fmla="*/ 0 h 8"/>
                                          <a:gd name="T2" fmla="*/ 3 w 9"/>
                                          <a:gd name="T3" fmla="*/ 0 h 8"/>
                                          <a:gd name="T4" fmla="*/ 2 w 9"/>
                                          <a:gd name="T5" fmla="*/ 1 h 8"/>
                                          <a:gd name="T6" fmla="*/ 0 w 9"/>
                                          <a:gd name="T7" fmla="*/ 3 h 8"/>
                                          <a:gd name="T8" fmla="*/ 0 w 9"/>
                                          <a:gd name="T9" fmla="*/ 4 h 8"/>
                                          <a:gd name="T10" fmla="*/ 0 w 9"/>
                                          <a:gd name="T11" fmla="*/ 5 h 8"/>
                                          <a:gd name="T12" fmla="*/ 0 w 9"/>
                                          <a:gd name="T13" fmla="*/ 7 h 8"/>
                                          <a:gd name="T14" fmla="*/ 2 w 9"/>
                                          <a:gd name="T15" fmla="*/ 8 h 8"/>
                                          <a:gd name="T16" fmla="*/ 3 w 9"/>
                                          <a:gd name="T17" fmla="*/ 8 h 8"/>
                                          <a:gd name="T18" fmla="*/ 3 w 9"/>
                                          <a:gd name="T19" fmla="*/ 8 h 8"/>
                                          <a:gd name="T20" fmla="*/ 5 w 9"/>
                                          <a:gd name="T21" fmla="*/ 8 h 8"/>
                                          <a:gd name="T22" fmla="*/ 6 w 9"/>
                                          <a:gd name="T23" fmla="*/ 8 h 8"/>
                                          <a:gd name="T24" fmla="*/ 7 w 9"/>
                                          <a:gd name="T25" fmla="*/ 7 h 8"/>
                                          <a:gd name="T26" fmla="*/ 9 w 9"/>
                                          <a:gd name="T27" fmla="*/ 5 h 8"/>
                                          <a:gd name="T28" fmla="*/ 9 w 9"/>
                                          <a:gd name="T29" fmla="*/ 4 h 8"/>
                                          <a:gd name="T30" fmla="*/ 7 w 9"/>
                                          <a:gd name="T31" fmla="*/ 3 h 8"/>
                                          <a:gd name="T32" fmla="*/ 6 w 9"/>
                                          <a:gd name="T33" fmla="*/ 1 h 8"/>
                                          <a:gd name="T34" fmla="*/ 5 w 9"/>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5" y="0"/>
                                            </a:moveTo>
                                            <a:lnTo>
                                              <a:pt x="3" y="0"/>
                                            </a:lnTo>
                                            <a:lnTo>
                                              <a:pt x="2" y="1"/>
                                            </a:lnTo>
                                            <a:lnTo>
                                              <a:pt x="0" y="3"/>
                                            </a:lnTo>
                                            <a:lnTo>
                                              <a:pt x="0" y="4"/>
                                            </a:lnTo>
                                            <a:lnTo>
                                              <a:pt x="0" y="5"/>
                                            </a:lnTo>
                                            <a:lnTo>
                                              <a:pt x="0" y="7"/>
                                            </a:lnTo>
                                            <a:lnTo>
                                              <a:pt x="2" y="8"/>
                                            </a:lnTo>
                                            <a:lnTo>
                                              <a:pt x="3" y="8"/>
                                            </a:lnTo>
                                            <a:lnTo>
                                              <a:pt x="5" y="8"/>
                                            </a:lnTo>
                                            <a:lnTo>
                                              <a:pt x="6" y="8"/>
                                            </a:lnTo>
                                            <a:lnTo>
                                              <a:pt x="7" y="7"/>
                                            </a:lnTo>
                                            <a:lnTo>
                                              <a:pt x="9" y="5"/>
                                            </a:lnTo>
                                            <a:lnTo>
                                              <a:pt x="9" y="4"/>
                                            </a:lnTo>
                                            <a:lnTo>
                                              <a:pt x="7" y="3"/>
                                            </a:lnTo>
                                            <a:lnTo>
                                              <a:pt x="6"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03" name="Freeform 206"/>
                                      <p:cNvSpPr>
                                        <a:spLocks/>
                                      </p:cNvSpPr>
                                      <p:nvPr/>
                                    </p:nvSpPr>
                                    <p:spPr bwMode="auto">
                                      <a:xfrm>
                                        <a:off x="3849" y="1840"/>
                                        <a:ext cx="9" cy="9"/>
                                      </a:xfrm>
                                      <a:custGeom>
                                        <a:avLst/>
                                        <a:gdLst>
                                          <a:gd name="T0" fmla="*/ 5 w 9"/>
                                          <a:gd name="T1" fmla="*/ 0 h 9"/>
                                          <a:gd name="T2" fmla="*/ 3 w 9"/>
                                          <a:gd name="T3" fmla="*/ 0 h 9"/>
                                          <a:gd name="T4" fmla="*/ 2 w 9"/>
                                          <a:gd name="T5" fmla="*/ 0 h 9"/>
                                          <a:gd name="T6" fmla="*/ 0 w 9"/>
                                          <a:gd name="T7" fmla="*/ 1 h 9"/>
                                          <a:gd name="T8" fmla="*/ 0 w 9"/>
                                          <a:gd name="T9" fmla="*/ 3 h 9"/>
                                          <a:gd name="T10" fmla="*/ 0 w 9"/>
                                          <a:gd name="T11" fmla="*/ 4 h 9"/>
                                          <a:gd name="T12" fmla="*/ 0 w 9"/>
                                          <a:gd name="T13" fmla="*/ 6 h 9"/>
                                          <a:gd name="T14" fmla="*/ 2 w 9"/>
                                          <a:gd name="T15" fmla="*/ 7 h 9"/>
                                          <a:gd name="T16" fmla="*/ 3 w 9"/>
                                          <a:gd name="T17" fmla="*/ 9 h 9"/>
                                          <a:gd name="T18" fmla="*/ 3 w 9"/>
                                          <a:gd name="T19" fmla="*/ 9 h 9"/>
                                          <a:gd name="T20" fmla="*/ 5 w 9"/>
                                          <a:gd name="T21" fmla="*/ 9 h 9"/>
                                          <a:gd name="T22" fmla="*/ 6 w 9"/>
                                          <a:gd name="T23" fmla="*/ 7 h 9"/>
                                          <a:gd name="T24" fmla="*/ 7 w 9"/>
                                          <a:gd name="T25" fmla="*/ 6 h 9"/>
                                          <a:gd name="T26" fmla="*/ 9 w 9"/>
                                          <a:gd name="T27" fmla="*/ 4 h 9"/>
                                          <a:gd name="T28" fmla="*/ 9 w 9"/>
                                          <a:gd name="T29" fmla="*/ 3 h 9"/>
                                          <a:gd name="T30" fmla="*/ 7 w 9"/>
                                          <a:gd name="T31" fmla="*/ 1 h 9"/>
                                          <a:gd name="T32" fmla="*/ 6 w 9"/>
                                          <a:gd name="T33" fmla="*/ 0 h 9"/>
                                          <a:gd name="T34" fmla="*/ 5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5" y="0"/>
                                            </a:moveTo>
                                            <a:lnTo>
                                              <a:pt x="3" y="0"/>
                                            </a:lnTo>
                                            <a:lnTo>
                                              <a:pt x="2" y="0"/>
                                            </a:lnTo>
                                            <a:lnTo>
                                              <a:pt x="0" y="1"/>
                                            </a:lnTo>
                                            <a:lnTo>
                                              <a:pt x="0" y="3"/>
                                            </a:lnTo>
                                            <a:lnTo>
                                              <a:pt x="0" y="4"/>
                                            </a:lnTo>
                                            <a:lnTo>
                                              <a:pt x="0" y="6"/>
                                            </a:lnTo>
                                            <a:lnTo>
                                              <a:pt x="2" y="7"/>
                                            </a:lnTo>
                                            <a:lnTo>
                                              <a:pt x="3" y="9"/>
                                            </a:lnTo>
                                            <a:lnTo>
                                              <a:pt x="5" y="9"/>
                                            </a:lnTo>
                                            <a:lnTo>
                                              <a:pt x="6" y="7"/>
                                            </a:lnTo>
                                            <a:lnTo>
                                              <a:pt x="7" y="6"/>
                                            </a:lnTo>
                                            <a:lnTo>
                                              <a:pt x="9" y="4"/>
                                            </a:lnTo>
                                            <a:lnTo>
                                              <a:pt x="9" y="3"/>
                                            </a:lnTo>
                                            <a:lnTo>
                                              <a:pt x="7" y="1"/>
                                            </a:lnTo>
                                            <a:lnTo>
                                              <a:pt x="6" y="0"/>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04" name="Freeform 207"/>
                                      <p:cNvSpPr>
                                        <a:spLocks/>
                                      </p:cNvSpPr>
                                      <p:nvPr/>
                                    </p:nvSpPr>
                                    <p:spPr bwMode="auto">
                                      <a:xfrm>
                                        <a:off x="3865" y="1847"/>
                                        <a:ext cx="9" cy="9"/>
                                      </a:xfrm>
                                      <a:custGeom>
                                        <a:avLst/>
                                        <a:gdLst>
                                          <a:gd name="T0" fmla="*/ 4 w 9"/>
                                          <a:gd name="T1" fmla="*/ 0 h 9"/>
                                          <a:gd name="T2" fmla="*/ 3 w 9"/>
                                          <a:gd name="T3" fmla="*/ 0 h 9"/>
                                          <a:gd name="T4" fmla="*/ 2 w 9"/>
                                          <a:gd name="T5" fmla="*/ 0 h 9"/>
                                          <a:gd name="T6" fmla="*/ 0 w 9"/>
                                          <a:gd name="T7" fmla="*/ 2 h 9"/>
                                          <a:gd name="T8" fmla="*/ 0 w 9"/>
                                          <a:gd name="T9" fmla="*/ 3 h 9"/>
                                          <a:gd name="T10" fmla="*/ 0 w 9"/>
                                          <a:gd name="T11" fmla="*/ 4 h 9"/>
                                          <a:gd name="T12" fmla="*/ 0 w 9"/>
                                          <a:gd name="T13" fmla="*/ 6 h 9"/>
                                          <a:gd name="T14" fmla="*/ 2 w 9"/>
                                          <a:gd name="T15" fmla="*/ 7 h 9"/>
                                          <a:gd name="T16" fmla="*/ 3 w 9"/>
                                          <a:gd name="T17" fmla="*/ 9 h 9"/>
                                          <a:gd name="T18" fmla="*/ 3 w 9"/>
                                          <a:gd name="T19" fmla="*/ 9 h 9"/>
                                          <a:gd name="T20" fmla="*/ 4 w 9"/>
                                          <a:gd name="T21" fmla="*/ 9 h 9"/>
                                          <a:gd name="T22" fmla="*/ 6 w 9"/>
                                          <a:gd name="T23" fmla="*/ 7 h 9"/>
                                          <a:gd name="T24" fmla="*/ 7 w 9"/>
                                          <a:gd name="T25" fmla="*/ 6 h 9"/>
                                          <a:gd name="T26" fmla="*/ 9 w 9"/>
                                          <a:gd name="T27" fmla="*/ 4 h 9"/>
                                          <a:gd name="T28" fmla="*/ 9 w 9"/>
                                          <a:gd name="T29" fmla="*/ 3 h 9"/>
                                          <a:gd name="T30" fmla="*/ 7 w 9"/>
                                          <a:gd name="T31" fmla="*/ 2 h 9"/>
                                          <a:gd name="T32" fmla="*/ 6 w 9"/>
                                          <a:gd name="T33" fmla="*/ 0 h 9"/>
                                          <a:gd name="T34" fmla="*/ 4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4" y="0"/>
                                            </a:moveTo>
                                            <a:lnTo>
                                              <a:pt x="3" y="0"/>
                                            </a:lnTo>
                                            <a:lnTo>
                                              <a:pt x="2" y="0"/>
                                            </a:lnTo>
                                            <a:lnTo>
                                              <a:pt x="0" y="2"/>
                                            </a:lnTo>
                                            <a:lnTo>
                                              <a:pt x="0" y="3"/>
                                            </a:lnTo>
                                            <a:lnTo>
                                              <a:pt x="0" y="4"/>
                                            </a:lnTo>
                                            <a:lnTo>
                                              <a:pt x="0" y="6"/>
                                            </a:lnTo>
                                            <a:lnTo>
                                              <a:pt x="2" y="7"/>
                                            </a:lnTo>
                                            <a:lnTo>
                                              <a:pt x="3" y="9"/>
                                            </a:lnTo>
                                            <a:lnTo>
                                              <a:pt x="4" y="9"/>
                                            </a:lnTo>
                                            <a:lnTo>
                                              <a:pt x="6" y="7"/>
                                            </a:lnTo>
                                            <a:lnTo>
                                              <a:pt x="7" y="6"/>
                                            </a:lnTo>
                                            <a:lnTo>
                                              <a:pt x="9" y="4"/>
                                            </a:lnTo>
                                            <a:lnTo>
                                              <a:pt x="9" y="3"/>
                                            </a:lnTo>
                                            <a:lnTo>
                                              <a:pt x="7" y="2"/>
                                            </a:lnTo>
                                            <a:lnTo>
                                              <a:pt x="6"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05" name="Freeform 208"/>
                                      <p:cNvSpPr>
                                        <a:spLocks/>
                                      </p:cNvSpPr>
                                      <p:nvPr/>
                                    </p:nvSpPr>
                                    <p:spPr bwMode="auto">
                                      <a:xfrm>
                                        <a:off x="3881" y="1854"/>
                                        <a:ext cx="9" cy="9"/>
                                      </a:xfrm>
                                      <a:custGeom>
                                        <a:avLst/>
                                        <a:gdLst>
                                          <a:gd name="T0" fmla="*/ 6 w 9"/>
                                          <a:gd name="T1" fmla="*/ 0 h 9"/>
                                          <a:gd name="T2" fmla="*/ 4 w 9"/>
                                          <a:gd name="T3" fmla="*/ 0 h 9"/>
                                          <a:gd name="T4" fmla="*/ 3 w 9"/>
                                          <a:gd name="T5" fmla="*/ 0 h 9"/>
                                          <a:gd name="T6" fmla="*/ 2 w 9"/>
                                          <a:gd name="T7" fmla="*/ 0 h 9"/>
                                          <a:gd name="T8" fmla="*/ 0 w 9"/>
                                          <a:gd name="T9" fmla="*/ 2 h 9"/>
                                          <a:gd name="T10" fmla="*/ 0 w 9"/>
                                          <a:gd name="T11" fmla="*/ 3 h 9"/>
                                          <a:gd name="T12" fmla="*/ 0 w 9"/>
                                          <a:gd name="T13" fmla="*/ 5 h 9"/>
                                          <a:gd name="T14" fmla="*/ 0 w 9"/>
                                          <a:gd name="T15" fmla="*/ 6 h 9"/>
                                          <a:gd name="T16" fmla="*/ 2 w 9"/>
                                          <a:gd name="T17" fmla="*/ 8 h 9"/>
                                          <a:gd name="T18" fmla="*/ 2 w 9"/>
                                          <a:gd name="T19" fmla="*/ 8 h 9"/>
                                          <a:gd name="T20" fmla="*/ 3 w 9"/>
                                          <a:gd name="T21" fmla="*/ 9 h 9"/>
                                          <a:gd name="T22" fmla="*/ 4 w 9"/>
                                          <a:gd name="T23" fmla="*/ 9 h 9"/>
                                          <a:gd name="T24" fmla="*/ 6 w 9"/>
                                          <a:gd name="T25" fmla="*/ 8 h 9"/>
                                          <a:gd name="T26" fmla="*/ 7 w 9"/>
                                          <a:gd name="T27" fmla="*/ 6 h 9"/>
                                          <a:gd name="T28" fmla="*/ 9 w 9"/>
                                          <a:gd name="T29" fmla="*/ 5 h 9"/>
                                          <a:gd name="T30" fmla="*/ 9 w 9"/>
                                          <a:gd name="T31" fmla="*/ 3 h 9"/>
                                          <a:gd name="T32" fmla="*/ 7 w 9"/>
                                          <a:gd name="T33" fmla="*/ 2 h 9"/>
                                          <a:gd name="T34" fmla="*/ 6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6" y="0"/>
                                            </a:moveTo>
                                            <a:lnTo>
                                              <a:pt x="4" y="0"/>
                                            </a:lnTo>
                                            <a:lnTo>
                                              <a:pt x="3" y="0"/>
                                            </a:lnTo>
                                            <a:lnTo>
                                              <a:pt x="2" y="0"/>
                                            </a:lnTo>
                                            <a:lnTo>
                                              <a:pt x="0" y="2"/>
                                            </a:lnTo>
                                            <a:lnTo>
                                              <a:pt x="0" y="3"/>
                                            </a:lnTo>
                                            <a:lnTo>
                                              <a:pt x="0" y="5"/>
                                            </a:lnTo>
                                            <a:lnTo>
                                              <a:pt x="0" y="6"/>
                                            </a:lnTo>
                                            <a:lnTo>
                                              <a:pt x="2" y="8"/>
                                            </a:lnTo>
                                            <a:lnTo>
                                              <a:pt x="3" y="9"/>
                                            </a:lnTo>
                                            <a:lnTo>
                                              <a:pt x="4" y="9"/>
                                            </a:lnTo>
                                            <a:lnTo>
                                              <a:pt x="6" y="8"/>
                                            </a:lnTo>
                                            <a:lnTo>
                                              <a:pt x="7" y="6"/>
                                            </a:lnTo>
                                            <a:lnTo>
                                              <a:pt x="9" y="5"/>
                                            </a:lnTo>
                                            <a:lnTo>
                                              <a:pt x="9" y="3"/>
                                            </a:lnTo>
                                            <a:lnTo>
                                              <a:pt x="7" y="2"/>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06" name="Freeform 209"/>
                                      <p:cNvSpPr>
                                        <a:spLocks/>
                                      </p:cNvSpPr>
                                      <p:nvPr/>
                                    </p:nvSpPr>
                                    <p:spPr bwMode="auto">
                                      <a:xfrm>
                                        <a:off x="3896" y="1862"/>
                                        <a:ext cx="8" cy="8"/>
                                      </a:xfrm>
                                      <a:custGeom>
                                        <a:avLst/>
                                        <a:gdLst>
                                          <a:gd name="T0" fmla="*/ 7 w 8"/>
                                          <a:gd name="T1" fmla="*/ 1 h 8"/>
                                          <a:gd name="T2" fmla="*/ 5 w 8"/>
                                          <a:gd name="T3" fmla="*/ 0 h 8"/>
                                          <a:gd name="T4" fmla="*/ 4 w 8"/>
                                          <a:gd name="T5" fmla="*/ 0 h 8"/>
                                          <a:gd name="T6" fmla="*/ 3 w 8"/>
                                          <a:gd name="T7" fmla="*/ 1 h 8"/>
                                          <a:gd name="T8" fmla="*/ 1 w 8"/>
                                          <a:gd name="T9" fmla="*/ 3 h 8"/>
                                          <a:gd name="T10" fmla="*/ 0 w 8"/>
                                          <a:gd name="T11" fmla="*/ 4 h 8"/>
                                          <a:gd name="T12" fmla="*/ 0 w 8"/>
                                          <a:gd name="T13" fmla="*/ 5 h 8"/>
                                          <a:gd name="T14" fmla="*/ 1 w 8"/>
                                          <a:gd name="T15" fmla="*/ 7 h 8"/>
                                          <a:gd name="T16" fmla="*/ 3 w 8"/>
                                          <a:gd name="T17" fmla="*/ 8 h 8"/>
                                          <a:gd name="T18" fmla="*/ 3 w 8"/>
                                          <a:gd name="T19" fmla="*/ 8 h 8"/>
                                          <a:gd name="T20" fmla="*/ 4 w 8"/>
                                          <a:gd name="T21" fmla="*/ 8 h 8"/>
                                          <a:gd name="T22" fmla="*/ 5 w 8"/>
                                          <a:gd name="T23" fmla="*/ 8 h 8"/>
                                          <a:gd name="T24" fmla="*/ 7 w 8"/>
                                          <a:gd name="T25" fmla="*/ 8 h 8"/>
                                          <a:gd name="T26" fmla="*/ 8 w 8"/>
                                          <a:gd name="T27" fmla="*/ 7 h 8"/>
                                          <a:gd name="T28" fmla="*/ 8 w 8"/>
                                          <a:gd name="T29" fmla="*/ 5 h 8"/>
                                          <a:gd name="T30" fmla="*/ 8 w 8"/>
                                          <a:gd name="T31" fmla="*/ 4 h 8"/>
                                          <a:gd name="T32" fmla="*/ 8 w 8"/>
                                          <a:gd name="T33" fmla="*/ 3 h 8"/>
                                          <a:gd name="T34" fmla="*/ 7 w 8"/>
                                          <a:gd name="T35" fmla="*/ 1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8"/>
                                          <a:gd name="T56" fmla="*/ 8 w 8"/>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8">
                                            <a:moveTo>
                                              <a:pt x="7" y="1"/>
                                            </a:moveTo>
                                            <a:lnTo>
                                              <a:pt x="5" y="0"/>
                                            </a:lnTo>
                                            <a:lnTo>
                                              <a:pt x="4" y="0"/>
                                            </a:lnTo>
                                            <a:lnTo>
                                              <a:pt x="3" y="1"/>
                                            </a:lnTo>
                                            <a:lnTo>
                                              <a:pt x="1" y="3"/>
                                            </a:lnTo>
                                            <a:lnTo>
                                              <a:pt x="0" y="4"/>
                                            </a:lnTo>
                                            <a:lnTo>
                                              <a:pt x="0" y="5"/>
                                            </a:lnTo>
                                            <a:lnTo>
                                              <a:pt x="1" y="7"/>
                                            </a:lnTo>
                                            <a:lnTo>
                                              <a:pt x="3" y="8"/>
                                            </a:lnTo>
                                            <a:lnTo>
                                              <a:pt x="4" y="8"/>
                                            </a:lnTo>
                                            <a:lnTo>
                                              <a:pt x="5" y="8"/>
                                            </a:lnTo>
                                            <a:lnTo>
                                              <a:pt x="7" y="8"/>
                                            </a:lnTo>
                                            <a:lnTo>
                                              <a:pt x="8" y="7"/>
                                            </a:lnTo>
                                            <a:lnTo>
                                              <a:pt x="8" y="5"/>
                                            </a:lnTo>
                                            <a:lnTo>
                                              <a:pt x="8" y="4"/>
                                            </a:lnTo>
                                            <a:lnTo>
                                              <a:pt x="8" y="3"/>
                                            </a:lnTo>
                                            <a:lnTo>
                                              <a:pt x="7"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07" name="Freeform 210"/>
                                      <p:cNvSpPr>
                                        <a:spLocks/>
                                      </p:cNvSpPr>
                                      <p:nvPr/>
                                    </p:nvSpPr>
                                    <p:spPr bwMode="auto">
                                      <a:xfrm>
                                        <a:off x="3912" y="1870"/>
                                        <a:ext cx="8" cy="9"/>
                                      </a:xfrm>
                                      <a:custGeom>
                                        <a:avLst/>
                                        <a:gdLst>
                                          <a:gd name="T0" fmla="*/ 5 w 8"/>
                                          <a:gd name="T1" fmla="*/ 2 h 9"/>
                                          <a:gd name="T2" fmla="*/ 4 w 8"/>
                                          <a:gd name="T3" fmla="*/ 0 h 9"/>
                                          <a:gd name="T4" fmla="*/ 3 w 8"/>
                                          <a:gd name="T5" fmla="*/ 0 h 9"/>
                                          <a:gd name="T6" fmla="*/ 1 w 8"/>
                                          <a:gd name="T7" fmla="*/ 2 h 9"/>
                                          <a:gd name="T8" fmla="*/ 0 w 8"/>
                                          <a:gd name="T9" fmla="*/ 3 h 9"/>
                                          <a:gd name="T10" fmla="*/ 0 w 8"/>
                                          <a:gd name="T11" fmla="*/ 5 h 9"/>
                                          <a:gd name="T12" fmla="*/ 0 w 8"/>
                                          <a:gd name="T13" fmla="*/ 6 h 9"/>
                                          <a:gd name="T14" fmla="*/ 0 w 8"/>
                                          <a:gd name="T15" fmla="*/ 8 h 9"/>
                                          <a:gd name="T16" fmla="*/ 1 w 8"/>
                                          <a:gd name="T17" fmla="*/ 9 h 9"/>
                                          <a:gd name="T18" fmla="*/ 1 w 8"/>
                                          <a:gd name="T19" fmla="*/ 9 h 9"/>
                                          <a:gd name="T20" fmla="*/ 3 w 8"/>
                                          <a:gd name="T21" fmla="*/ 9 h 9"/>
                                          <a:gd name="T22" fmla="*/ 4 w 8"/>
                                          <a:gd name="T23" fmla="*/ 9 h 9"/>
                                          <a:gd name="T24" fmla="*/ 5 w 8"/>
                                          <a:gd name="T25" fmla="*/ 9 h 9"/>
                                          <a:gd name="T26" fmla="*/ 7 w 8"/>
                                          <a:gd name="T27" fmla="*/ 8 h 9"/>
                                          <a:gd name="T28" fmla="*/ 8 w 8"/>
                                          <a:gd name="T29" fmla="*/ 6 h 9"/>
                                          <a:gd name="T30" fmla="*/ 8 w 8"/>
                                          <a:gd name="T31" fmla="*/ 5 h 9"/>
                                          <a:gd name="T32" fmla="*/ 7 w 8"/>
                                          <a:gd name="T33" fmla="*/ 3 h 9"/>
                                          <a:gd name="T34" fmla="*/ 5 w 8"/>
                                          <a:gd name="T35" fmla="*/ 2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5" y="2"/>
                                            </a:moveTo>
                                            <a:lnTo>
                                              <a:pt x="4" y="0"/>
                                            </a:lnTo>
                                            <a:lnTo>
                                              <a:pt x="3" y="0"/>
                                            </a:lnTo>
                                            <a:lnTo>
                                              <a:pt x="1" y="2"/>
                                            </a:lnTo>
                                            <a:lnTo>
                                              <a:pt x="0" y="3"/>
                                            </a:lnTo>
                                            <a:lnTo>
                                              <a:pt x="0" y="5"/>
                                            </a:lnTo>
                                            <a:lnTo>
                                              <a:pt x="0" y="6"/>
                                            </a:lnTo>
                                            <a:lnTo>
                                              <a:pt x="0" y="8"/>
                                            </a:lnTo>
                                            <a:lnTo>
                                              <a:pt x="1" y="9"/>
                                            </a:lnTo>
                                            <a:lnTo>
                                              <a:pt x="3" y="9"/>
                                            </a:lnTo>
                                            <a:lnTo>
                                              <a:pt x="4" y="9"/>
                                            </a:lnTo>
                                            <a:lnTo>
                                              <a:pt x="5" y="9"/>
                                            </a:lnTo>
                                            <a:lnTo>
                                              <a:pt x="7" y="8"/>
                                            </a:lnTo>
                                            <a:lnTo>
                                              <a:pt x="8" y="6"/>
                                            </a:lnTo>
                                            <a:lnTo>
                                              <a:pt x="8" y="5"/>
                                            </a:lnTo>
                                            <a:lnTo>
                                              <a:pt x="7" y="3"/>
                                            </a:lnTo>
                                            <a:lnTo>
                                              <a:pt x="5"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08" name="Freeform 211"/>
                                      <p:cNvSpPr>
                                        <a:spLocks/>
                                      </p:cNvSpPr>
                                      <p:nvPr/>
                                    </p:nvSpPr>
                                    <p:spPr bwMode="auto">
                                      <a:xfrm>
                                        <a:off x="3926" y="1879"/>
                                        <a:ext cx="9" cy="9"/>
                                      </a:xfrm>
                                      <a:custGeom>
                                        <a:avLst/>
                                        <a:gdLst>
                                          <a:gd name="T0" fmla="*/ 7 w 9"/>
                                          <a:gd name="T1" fmla="*/ 0 h 9"/>
                                          <a:gd name="T2" fmla="*/ 6 w 9"/>
                                          <a:gd name="T3" fmla="*/ 0 h 9"/>
                                          <a:gd name="T4" fmla="*/ 4 w 9"/>
                                          <a:gd name="T5" fmla="*/ 0 h 9"/>
                                          <a:gd name="T6" fmla="*/ 3 w 9"/>
                                          <a:gd name="T7" fmla="*/ 0 h 9"/>
                                          <a:gd name="T8" fmla="*/ 2 w 9"/>
                                          <a:gd name="T9" fmla="*/ 2 h 9"/>
                                          <a:gd name="T10" fmla="*/ 0 w 9"/>
                                          <a:gd name="T11" fmla="*/ 3 h 9"/>
                                          <a:gd name="T12" fmla="*/ 0 w 9"/>
                                          <a:gd name="T13" fmla="*/ 4 h 9"/>
                                          <a:gd name="T14" fmla="*/ 2 w 9"/>
                                          <a:gd name="T15" fmla="*/ 6 h 9"/>
                                          <a:gd name="T16" fmla="*/ 3 w 9"/>
                                          <a:gd name="T17" fmla="*/ 7 h 9"/>
                                          <a:gd name="T18" fmla="*/ 3 w 9"/>
                                          <a:gd name="T19" fmla="*/ 7 h 9"/>
                                          <a:gd name="T20" fmla="*/ 4 w 9"/>
                                          <a:gd name="T21" fmla="*/ 9 h 9"/>
                                          <a:gd name="T22" fmla="*/ 6 w 9"/>
                                          <a:gd name="T23" fmla="*/ 9 h 9"/>
                                          <a:gd name="T24" fmla="*/ 7 w 9"/>
                                          <a:gd name="T25" fmla="*/ 7 h 9"/>
                                          <a:gd name="T26" fmla="*/ 9 w 9"/>
                                          <a:gd name="T27" fmla="*/ 6 h 9"/>
                                          <a:gd name="T28" fmla="*/ 9 w 9"/>
                                          <a:gd name="T29" fmla="*/ 4 h 9"/>
                                          <a:gd name="T30" fmla="*/ 9 w 9"/>
                                          <a:gd name="T31" fmla="*/ 3 h 9"/>
                                          <a:gd name="T32" fmla="*/ 9 w 9"/>
                                          <a:gd name="T33" fmla="*/ 2 h 9"/>
                                          <a:gd name="T34" fmla="*/ 7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7" y="0"/>
                                            </a:moveTo>
                                            <a:lnTo>
                                              <a:pt x="6" y="0"/>
                                            </a:lnTo>
                                            <a:lnTo>
                                              <a:pt x="4" y="0"/>
                                            </a:lnTo>
                                            <a:lnTo>
                                              <a:pt x="3" y="0"/>
                                            </a:lnTo>
                                            <a:lnTo>
                                              <a:pt x="2" y="2"/>
                                            </a:lnTo>
                                            <a:lnTo>
                                              <a:pt x="0" y="3"/>
                                            </a:lnTo>
                                            <a:lnTo>
                                              <a:pt x="0" y="4"/>
                                            </a:lnTo>
                                            <a:lnTo>
                                              <a:pt x="2" y="6"/>
                                            </a:lnTo>
                                            <a:lnTo>
                                              <a:pt x="3" y="7"/>
                                            </a:lnTo>
                                            <a:lnTo>
                                              <a:pt x="4" y="9"/>
                                            </a:lnTo>
                                            <a:lnTo>
                                              <a:pt x="6" y="9"/>
                                            </a:lnTo>
                                            <a:lnTo>
                                              <a:pt x="7" y="7"/>
                                            </a:lnTo>
                                            <a:lnTo>
                                              <a:pt x="9" y="6"/>
                                            </a:lnTo>
                                            <a:lnTo>
                                              <a:pt x="9" y="4"/>
                                            </a:lnTo>
                                            <a:lnTo>
                                              <a:pt x="9" y="3"/>
                                            </a:lnTo>
                                            <a:lnTo>
                                              <a:pt x="9" y="2"/>
                                            </a:lnTo>
                                            <a:lnTo>
                                              <a:pt x="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09" name="Freeform 212"/>
                                      <p:cNvSpPr>
                                        <a:spLocks/>
                                      </p:cNvSpPr>
                                      <p:nvPr/>
                                    </p:nvSpPr>
                                    <p:spPr bwMode="auto">
                                      <a:xfrm>
                                        <a:off x="3942" y="1886"/>
                                        <a:ext cx="9" cy="9"/>
                                      </a:xfrm>
                                      <a:custGeom>
                                        <a:avLst/>
                                        <a:gdLst>
                                          <a:gd name="T0" fmla="*/ 6 w 9"/>
                                          <a:gd name="T1" fmla="*/ 0 h 9"/>
                                          <a:gd name="T2" fmla="*/ 4 w 9"/>
                                          <a:gd name="T3" fmla="*/ 0 h 9"/>
                                          <a:gd name="T4" fmla="*/ 3 w 9"/>
                                          <a:gd name="T5" fmla="*/ 0 h 9"/>
                                          <a:gd name="T6" fmla="*/ 2 w 9"/>
                                          <a:gd name="T7" fmla="*/ 2 h 9"/>
                                          <a:gd name="T8" fmla="*/ 0 w 9"/>
                                          <a:gd name="T9" fmla="*/ 3 h 9"/>
                                          <a:gd name="T10" fmla="*/ 0 w 9"/>
                                          <a:gd name="T11" fmla="*/ 5 h 9"/>
                                          <a:gd name="T12" fmla="*/ 2 w 9"/>
                                          <a:gd name="T13" fmla="*/ 6 h 9"/>
                                          <a:gd name="T14" fmla="*/ 3 w 9"/>
                                          <a:gd name="T15" fmla="*/ 8 h 9"/>
                                          <a:gd name="T16" fmla="*/ 4 w 9"/>
                                          <a:gd name="T17" fmla="*/ 9 h 9"/>
                                          <a:gd name="T18" fmla="*/ 4 w 9"/>
                                          <a:gd name="T19" fmla="*/ 9 h 9"/>
                                          <a:gd name="T20" fmla="*/ 6 w 9"/>
                                          <a:gd name="T21" fmla="*/ 9 h 9"/>
                                          <a:gd name="T22" fmla="*/ 7 w 9"/>
                                          <a:gd name="T23" fmla="*/ 8 h 9"/>
                                          <a:gd name="T24" fmla="*/ 9 w 9"/>
                                          <a:gd name="T25" fmla="*/ 6 h 9"/>
                                          <a:gd name="T26" fmla="*/ 9 w 9"/>
                                          <a:gd name="T27" fmla="*/ 5 h 9"/>
                                          <a:gd name="T28" fmla="*/ 9 w 9"/>
                                          <a:gd name="T29" fmla="*/ 3 h 9"/>
                                          <a:gd name="T30" fmla="*/ 9 w 9"/>
                                          <a:gd name="T31" fmla="*/ 2 h 9"/>
                                          <a:gd name="T32" fmla="*/ 7 w 9"/>
                                          <a:gd name="T33" fmla="*/ 0 h 9"/>
                                          <a:gd name="T34" fmla="*/ 6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6" y="0"/>
                                            </a:moveTo>
                                            <a:lnTo>
                                              <a:pt x="4" y="0"/>
                                            </a:lnTo>
                                            <a:lnTo>
                                              <a:pt x="3" y="0"/>
                                            </a:lnTo>
                                            <a:lnTo>
                                              <a:pt x="2" y="2"/>
                                            </a:lnTo>
                                            <a:lnTo>
                                              <a:pt x="0" y="3"/>
                                            </a:lnTo>
                                            <a:lnTo>
                                              <a:pt x="0" y="5"/>
                                            </a:lnTo>
                                            <a:lnTo>
                                              <a:pt x="2" y="6"/>
                                            </a:lnTo>
                                            <a:lnTo>
                                              <a:pt x="3" y="8"/>
                                            </a:lnTo>
                                            <a:lnTo>
                                              <a:pt x="4" y="9"/>
                                            </a:lnTo>
                                            <a:lnTo>
                                              <a:pt x="6" y="9"/>
                                            </a:lnTo>
                                            <a:lnTo>
                                              <a:pt x="7" y="8"/>
                                            </a:lnTo>
                                            <a:lnTo>
                                              <a:pt x="9" y="6"/>
                                            </a:lnTo>
                                            <a:lnTo>
                                              <a:pt x="9" y="5"/>
                                            </a:lnTo>
                                            <a:lnTo>
                                              <a:pt x="9" y="3"/>
                                            </a:lnTo>
                                            <a:lnTo>
                                              <a:pt x="9" y="2"/>
                                            </a:lnTo>
                                            <a:lnTo>
                                              <a:pt x="7" y="0"/>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grpSp>
                              </p:grpSp>
                            </p:grpSp>
                          </p:grpSp>
                        </p:grpSp>
                        <p:grpSp>
                          <p:nvGrpSpPr>
                            <p:cNvPr id="41" name="Group 292"/>
                            <p:cNvGrpSpPr>
                              <a:grpSpLocks/>
                            </p:cNvGrpSpPr>
                            <p:nvPr/>
                          </p:nvGrpSpPr>
                          <p:grpSpPr bwMode="auto">
                            <a:xfrm>
                              <a:off x="5656263" y="3135313"/>
                              <a:ext cx="652462" cy="247650"/>
                              <a:chOff x="3575" y="1927"/>
                              <a:chExt cx="411" cy="156"/>
                            </a:xfrm>
                          </p:grpSpPr>
                          <p:sp>
                            <p:nvSpPr>
                              <p:cNvPr id="42" name="Freeform 293"/>
                              <p:cNvSpPr>
                                <a:spLocks/>
                              </p:cNvSpPr>
                              <p:nvPr/>
                            </p:nvSpPr>
                            <p:spPr bwMode="auto">
                              <a:xfrm>
                                <a:off x="3977" y="1927"/>
                                <a:ext cx="9" cy="9"/>
                              </a:xfrm>
                              <a:custGeom>
                                <a:avLst/>
                                <a:gdLst>
                                  <a:gd name="T0" fmla="*/ 7 w 9"/>
                                  <a:gd name="T1" fmla="*/ 9 h 9"/>
                                  <a:gd name="T2" fmla="*/ 7 w 9"/>
                                  <a:gd name="T3" fmla="*/ 6 h 9"/>
                                  <a:gd name="T4" fmla="*/ 9 w 9"/>
                                  <a:gd name="T5" fmla="*/ 4 h 9"/>
                                  <a:gd name="T6" fmla="*/ 9 w 9"/>
                                  <a:gd name="T7" fmla="*/ 4 h 9"/>
                                  <a:gd name="T8" fmla="*/ 7 w 9"/>
                                  <a:gd name="T9" fmla="*/ 3 h 9"/>
                                  <a:gd name="T10" fmla="*/ 6 w 9"/>
                                  <a:gd name="T11" fmla="*/ 2 h 9"/>
                                  <a:gd name="T12" fmla="*/ 4 w 9"/>
                                  <a:gd name="T13" fmla="*/ 0 h 9"/>
                                  <a:gd name="T14" fmla="*/ 4 w 9"/>
                                  <a:gd name="T15" fmla="*/ 0 h 9"/>
                                  <a:gd name="T16" fmla="*/ 3 w 9"/>
                                  <a:gd name="T17" fmla="*/ 2 h 9"/>
                                  <a:gd name="T18" fmla="*/ 1 w 9"/>
                                  <a:gd name="T19" fmla="*/ 2 h 9"/>
                                  <a:gd name="T20" fmla="*/ 0 w 9"/>
                                  <a:gd name="T21" fmla="*/ 3 h 9"/>
                                  <a:gd name="T22" fmla="*/ 0 w 9"/>
                                  <a:gd name="T23" fmla="*/ 4 h 9"/>
                                  <a:gd name="T24" fmla="*/ 0 w 9"/>
                                  <a:gd name="T25" fmla="*/ 6 h 9"/>
                                  <a:gd name="T26" fmla="*/ 0 w 9"/>
                                  <a:gd name="T27" fmla="*/ 7 h 9"/>
                                  <a:gd name="T28" fmla="*/ 1 w 9"/>
                                  <a:gd name="T29" fmla="*/ 9 h 9"/>
                                  <a:gd name="T30" fmla="*/ 3 w 9"/>
                                  <a:gd name="T31" fmla="*/ 9 h 9"/>
                                  <a:gd name="T32" fmla="*/ 4 w 9"/>
                                  <a:gd name="T33" fmla="*/ 9 h 9"/>
                                  <a:gd name="T34" fmla="*/ 6 w 9"/>
                                  <a:gd name="T35" fmla="*/ 9 h 9"/>
                                  <a:gd name="T36" fmla="*/ 7 w 9"/>
                                  <a:gd name="T37" fmla="*/ 9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9"/>
                                  <a:gd name="T58" fmla="*/ 0 h 9"/>
                                  <a:gd name="T59" fmla="*/ 9 w 9"/>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9" h="9">
                                    <a:moveTo>
                                      <a:pt x="7" y="9"/>
                                    </a:moveTo>
                                    <a:lnTo>
                                      <a:pt x="7" y="6"/>
                                    </a:lnTo>
                                    <a:lnTo>
                                      <a:pt x="9" y="4"/>
                                    </a:lnTo>
                                    <a:lnTo>
                                      <a:pt x="7" y="3"/>
                                    </a:lnTo>
                                    <a:lnTo>
                                      <a:pt x="6" y="2"/>
                                    </a:lnTo>
                                    <a:lnTo>
                                      <a:pt x="4" y="0"/>
                                    </a:lnTo>
                                    <a:lnTo>
                                      <a:pt x="3" y="2"/>
                                    </a:lnTo>
                                    <a:lnTo>
                                      <a:pt x="1" y="2"/>
                                    </a:lnTo>
                                    <a:lnTo>
                                      <a:pt x="0" y="3"/>
                                    </a:lnTo>
                                    <a:lnTo>
                                      <a:pt x="0" y="4"/>
                                    </a:lnTo>
                                    <a:lnTo>
                                      <a:pt x="0" y="6"/>
                                    </a:lnTo>
                                    <a:lnTo>
                                      <a:pt x="0" y="7"/>
                                    </a:lnTo>
                                    <a:lnTo>
                                      <a:pt x="1" y="9"/>
                                    </a:lnTo>
                                    <a:lnTo>
                                      <a:pt x="3" y="9"/>
                                    </a:lnTo>
                                    <a:lnTo>
                                      <a:pt x="4" y="9"/>
                                    </a:lnTo>
                                    <a:lnTo>
                                      <a:pt x="6" y="9"/>
                                    </a:lnTo>
                                    <a:lnTo>
                                      <a:pt x="7"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43" name="Freeform 294"/>
                              <p:cNvSpPr>
                                <a:spLocks/>
                              </p:cNvSpPr>
                              <p:nvPr/>
                            </p:nvSpPr>
                            <p:spPr bwMode="auto">
                              <a:xfrm>
                                <a:off x="3964" y="1939"/>
                                <a:ext cx="9" cy="8"/>
                              </a:xfrm>
                              <a:custGeom>
                                <a:avLst/>
                                <a:gdLst>
                                  <a:gd name="T0" fmla="*/ 7 w 9"/>
                                  <a:gd name="T1" fmla="*/ 8 h 8"/>
                                  <a:gd name="T2" fmla="*/ 9 w 9"/>
                                  <a:gd name="T3" fmla="*/ 7 h 8"/>
                                  <a:gd name="T4" fmla="*/ 9 w 9"/>
                                  <a:gd name="T5" fmla="*/ 5 h 8"/>
                                  <a:gd name="T6" fmla="*/ 9 w 9"/>
                                  <a:gd name="T7" fmla="*/ 4 h 8"/>
                                  <a:gd name="T8" fmla="*/ 9 w 9"/>
                                  <a:gd name="T9" fmla="*/ 3 h 8"/>
                                  <a:gd name="T10" fmla="*/ 7 w 9"/>
                                  <a:gd name="T11" fmla="*/ 1 h 8"/>
                                  <a:gd name="T12" fmla="*/ 6 w 9"/>
                                  <a:gd name="T13" fmla="*/ 0 h 8"/>
                                  <a:gd name="T14" fmla="*/ 4 w 9"/>
                                  <a:gd name="T15" fmla="*/ 0 h 8"/>
                                  <a:gd name="T16" fmla="*/ 3 w 9"/>
                                  <a:gd name="T17" fmla="*/ 1 h 8"/>
                                  <a:gd name="T18" fmla="*/ 3 w 9"/>
                                  <a:gd name="T19" fmla="*/ 1 h 8"/>
                                  <a:gd name="T20" fmla="*/ 1 w 9"/>
                                  <a:gd name="T21" fmla="*/ 3 h 8"/>
                                  <a:gd name="T22" fmla="*/ 0 w 9"/>
                                  <a:gd name="T23" fmla="*/ 4 h 8"/>
                                  <a:gd name="T24" fmla="*/ 0 w 9"/>
                                  <a:gd name="T25" fmla="*/ 5 h 8"/>
                                  <a:gd name="T26" fmla="*/ 1 w 9"/>
                                  <a:gd name="T27" fmla="*/ 7 h 8"/>
                                  <a:gd name="T28" fmla="*/ 3 w 9"/>
                                  <a:gd name="T29" fmla="*/ 8 h 8"/>
                                  <a:gd name="T30" fmla="*/ 4 w 9"/>
                                  <a:gd name="T31" fmla="*/ 8 h 8"/>
                                  <a:gd name="T32" fmla="*/ 6 w 9"/>
                                  <a:gd name="T33" fmla="*/ 8 h 8"/>
                                  <a:gd name="T34" fmla="*/ 7 w 9"/>
                                  <a:gd name="T35" fmla="*/ 8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7" y="8"/>
                                    </a:moveTo>
                                    <a:lnTo>
                                      <a:pt x="9" y="7"/>
                                    </a:lnTo>
                                    <a:lnTo>
                                      <a:pt x="9" y="5"/>
                                    </a:lnTo>
                                    <a:lnTo>
                                      <a:pt x="9" y="4"/>
                                    </a:lnTo>
                                    <a:lnTo>
                                      <a:pt x="9" y="3"/>
                                    </a:lnTo>
                                    <a:lnTo>
                                      <a:pt x="7" y="1"/>
                                    </a:lnTo>
                                    <a:lnTo>
                                      <a:pt x="6" y="0"/>
                                    </a:lnTo>
                                    <a:lnTo>
                                      <a:pt x="4" y="0"/>
                                    </a:lnTo>
                                    <a:lnTo>
                                      <a:pt x="3" y="1"/>
                                    </a:lnTo>
                                    <a:lnTo>
                                      <a:pt x="1" y="3"/>
                                    </a:lnTo>
                                    <a:lnTo>
                                      <a:pt x="0" y="4"/>
                                    </a:lnTo>
                                    <a:lnTo>
                                      <a:pt x="0" y="5"/>
                                    </a:lnTo>
                                    <a:lnTo>
                                      <a:pt x="1" y="7"/>
                                    </a:lnTo>
                                    <a:lnTo>
                                      <a:pt x="3" y="8"/>
                                    </a:lnTo>
                                    <a:lnTo>
                                      <a:pt x="4" y="8"/>
                                    </a:lnTo>
                                    <a:lnTo>
                                      <a:pt x="6" y="8"/>
                                    </a:lnTo>
                                    <a:lnTo>
                                      <a:pt x="7"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44" name="Freeform 295"/>
                              <p:cNvSpPr>
                                <a:spLocks/>
                              </p:cNvSpPr>
                              <p:nvPr/>
                            </p:nvSpPr>
                            <p:spPr bwMode="auto">
                              <a:xfrm>
                                <a:off x="3952" y="1950"/>
                                <a:ext cx="9" cy="9"/>
                              </a:xfrm>
                              <a:custGeom>
                                <a:avLst/>
                                <a:gdLst>
                                  <a:gd name="T0" fmla="*/ 8 w 9"/>
                                  <a:gd name="T1" fmla="*/ 8 h 9"/>
                                  <a:gd name="T2" fmla="*/ 9 w 9"/>
                                  <a:gd name="T3" fmla="*/ 6 h 9"/>
                                  <a:gd name="T4" fmla="*/ 9 w 9"/>
                                  <a:gd name="T5" fmla="*/ 5 h 9"/>
                                  <a:gd name="T6" fmla="*/ 8 w 9"/>
                                  <a:gd name="T7" fmla="*/ 3 h 9"/>
                                  <a:gd name="T8" fmla="*/ 6 w 9"/>
                                  <a:gd name="T9" fmla="*/ 2 h 9"/>
                                  <a:gd name="T10" fmla="*/ 5 w 9"/>
                                  <a:gd name="T11" fmla="*/ 0 h 9"/>
                                  <a:gd name="T12" fmla="*/ 3 w 9"/>
                                  <a:gd name="T13" fmla="*/ 0 h 9"/>
                                  <a:gd name="T14" fmla="*/ 2 w 9"/>
                                  <a:gd name="T15" fmla="*/ 2 h 9"/>
                                  <a:gd name="T16" fmla="*/ 0 w 9"/>
                                  <a:gd name="T17" fmla="*/ 3 h 9"/>
                                  <a:gd name="T18" fmla="*/ 0 w 9"/>
                                  <a:gd name="T19" fmla="*/ 3 h 9"/>
                                  <a:gd name="T20" fmla="*/ 0 w 9"/>
                                  <a:gd name="T21" fmla="*/ 5 h 9"/>
                                  <a:gd name="T22" fmla="*/ 0 w 9"/>
                                  <a:gd name="T23" fmla="*/ 6 h 9"/>
                                  <a:gd name="T24" fmla="*/ 0 w 9"/>
                                  <a:gd name="T25" fmla="*/ 8 h 9"/>
                                  <a:gd name="T26" fmla="*/ 2 w 9"/>
                                  <a:gd name="T27" fmla="*/ 9 h 9"/>
                                  <a:gd name="T28" fmla="*/ 3 w 9"/>
                                  <a:gd name="T29" fmla="*/ 9 h 9"/>
                                  <a:gd name="T30" fmla="*/ 5 w 9"/>
                                  <a:gd name="T31" fmla="*/ 9 h 9"/>
                                  <a:gd name="T32" fmla="*/ 6 w 9"/>
                                  <a:gd name="T33" fmla="*/ 9 h 9"/>
                                  <a:gd name="T34" fmla="*/ 8 w 9"/>
                                  <a:gd name="T35" fmla="*/ 8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8" y="8"/>
                                    </a:moveTo>
                                    <a:lnTo>
                                      <a:pt x="9" y="6"/>
                                    </a:lnTo>
                                    <a:lnTo>
                                      <a:pt x="9" y="5"/>
                                    </a:lnTo>
                                    <a:lnTo>
                                      <a:pt x="8" y="3"/>
                                    </a:lnTo>
                                    <a:lnTo>
                                      <a:pt x="6" y="2"/>
                                    </a:lnTo>
                                    <a:lnTo>
                                      <a:pt x="5" y="0"/>
                                    </a:lnTo>
                                    <a:lnTo>
                                      <a:pt x="3" y="0"/>
                                    </a:lnTo>
                                    <a:lnTo>
                                      <a:pt x="2" y="2"/>
                                    </a:lnTo>
                                    <a:lnTo>
                                      <a:pt x="0" y="3"/>
                                    </a:lnTo>
                                    <a:lnTo>
                                      <a:pt x="0" y="5"/>
                                    </a:lnTo>
                                    <a:lnTo>
                                      <a:pt x="0" y="6"/>
                                    </a:lnTo>
                                    <a:lnTo>
                                      <a:pt x="0" y="8"/>
                                    </a:lnTo>
                                    <a:lnTo>
                                      <a:pt x="2" y="9"/>
                                    </a:lnTo>
                                    <a:lnTo>
                                      <a:pt x="3" y="9"/>
                                    </a:lnTo>
                                    <a:lnTo>
                                      <a:pt x="5" y="9"/>
                                    </a:lnTo>
                                    <a:lnTo>
                                      <a:pt x="6" y="9"/>
                                    </a:lnTo>
                                    <a:lnTo>
                                      <a:pt x="8"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45" name="Freeform 296"/>
                              <p:cNvSpPr>
                                <a:spLocks/>
                              </p:cNvSpPr>
                              <p:nvPr/>
                            </p:nvSpPr>
                            <p:spPr bwMode="auto">
                              <a:xfrm>
                                <a:off x="3939" y="1963"/>
                                <a:ext cx="9" cy="9"/>
                              </a:xfrm>
                              <a:custGeom>
                                <a:avLst/>
                                <a:gdLst>
                                  <a:gd name="T0" fmla="*/ 9 w 9"/>
                                  <a:gd name="T1" fmla="*/ 6 h 9"/>
                                  <a:gd name="T2" fmla="*/ 9 w 9"/>
                                  <a:gd name="T3" fmla="*/ 5 h 9"/>
                                  <a:gd name="T4" fmla="*/ 9 w 9"/>
                                  <a:gd name="T5" fmla="*/ 3 h 9"/>
                                  <a:gd name="T6" fmla="*/ 9 w 9"/>
                                  <a:gd name="T7" fmla="*/ 2 h 9"/>
                                  <a:gd name="T8" fmla="*/ 7 w 9"/>
                                  <a:gd name="T9" fmla="*/ 0 h 9"/>
                                  <a:gd name="T10" fmla="*/ 6 w 9"/>
                                  <a:gd name="T11" fmla="*/ 0 h 9"/>
                                  <a:gd name="T12" fmla="*/ 5 w 9"/>
                                  <a:gd name="T13" fmla="*/ 0 h 9"/>
                                  <a:gd name="T14" fmla="*/ 3 w 9"/>
                                  <a:gd name="T15" fmla="*/ 0 h 9"/>
                                  <a:gd name="T16" fmla="*/ 2 w 9"/>
                                  <a:gd name="T17" fmla="*/ 2 h 9"/>
                                  <a:gd name="T18" fmla="*/ 2 w 9"/>
                                  <a:gd name="T19" fmla="*/ 2 h 9"/>
                                  <a:gd name="T20" fmla="*/ 0 w 9"/>
                                  <a:gd name="T21" fmla="*/ 3 h 9"/>
                                  <a:gd name="T22" fmla="*/ 0 w 9"/>
                                  <a:gd name="T23" fmla="*/ 5 h 9"/>
                                  <a:gd name="T24" fmla="*/ 2 w 9"/>
                                  <a:gd name="T25" fmla="*/ 6 h 9"/>
                                  <a:gd name="T26" fmla="*/ 3 w 9"/>
                                  <a:gd name="T27" fmla="*/ 8 h 9"/>
                                  <a:gd name="T28" fmla="*/ 5 w 9"/>
                                  <a:gd name="T29" fmla="*/ 9 h 9"/>
                                  <a:gd name="T30" fmla="*/ 6 w 9"/>
                                  <a:gd name="T31" fmla="*/ 9 h 9"/>
                                  <a:gd name="T32" fmla="*/ 7 w 9"/>
                                  <a:gd name="T33" fmla="*/ 8 h 9"/>
                                  <a:gd name="T34" fmla="*/ 9 w 9"/>
                                  <a:gd name="T35" fmla="*/ 6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9" y="6"/>
                                    </a:moveTo>
                                    <a:lnTo>
                                      <a:pt x="9" y="5"/>
                                    </a:lnTo>
                                    <a:lnTo>
                                      <a:pt x="9" y="3"/>
                                    </a:lnTo>
                                    <a:lnTo>
                                      <a:pt x="9" y="2"/>
                                    </a:lnTo>
                                    <a:lnTo>
                                      <a:pt x="7" y="0"/>
                                    </a:lnTo>
                                    <a:lnTo>
                                      <a:pt x="6" y="0"/>
                                    </a:lnTo>
                                    <a:lnTo>
                                      <a:pt x="5" y="0"/>
                                    </a:lnTo>
                                    <a:lnTo>
                                      <a:pt x="3" y="0"/>
                                    </a:lnTo>
                                    <a:lnTo>
                                      <a:pt x="2" y="2"/>
                                    </a:lnTo>
                                    <a:lnTo>
                                      <a:pt x="0" y="3"/>
                                    </a:lnTo>
                                    <a:lnTo>
                                      <a:pt x="0" y="5"/>
                                    </a:lnTo>
                                    <a:lnTo>
                                      <a:pt x="2" y="6"/>
                                    </a:lnTo>
                                    <a:lnTo>
                                      <a:pt x="3" y="8"/>
                                    </a:lnTo>
                                    <a:lnTo>
                                      <a:pt x="5" y="9"/>
                                    </a:lnTo>
                                    <a:lnTo>
                                      <a:pt x="6" y="9"/>
                                    </a:lnTo>
                                    <a:lnTo>
                                      <a:pt x="7" y="8"/>
                                    </a:lnTo>
                                    <a:lnTo>
                                      <a:pt x="9"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46" name="Freeform 297"/>
                              <p:cNvSpPr>
                                <a:spLocks/>
                              </p:cNvSpPr>
                              <p:nvPr/>
                            </p:nvSpPr>
                            <p:spPr bwMode="auto">
                              <a:xfrm>
                                <a:off x="3928" y="1975"/>
                                <a:ext cx="8" cy="9"/>
                              </a:xfrm>
                              <a:custGeom>
                                <a:avLst/>
                                <a:gdLst>
                                  <a:gd name="T0" fmla="*/ 7 w 8"/>
                                  <a:gd name="T1" fmla="*/ 7 h 9"/>
                                  <a:gd name="T2" fmla="*/ 8 w 8"/>
                                  <a:gd name="T3" fmla="*/ 6 h 9"/>
                                  <a:gd name="T4" fmla="*/ 8 w 8"/>
                                  <a:gd name="T5" fmla="*/ 4 h 9"/>
                                  <a:gd name="T6" fmla="*/ 7 w 8"/>
                                  <a:gd name="T7" fmla="*/ 3 h 9"/>
                                  <a:gd name="T8" fmla="*/ 5 w 8"/>
                                  <a:gd name="T9" fmla="*/ 1 h 9"/>
                                  <a:gd name="T10" fmla="*/ 4 w 8"/>
                                  <a:gd name="T11" fmla="*/ 0 h 9"/>
                                  <a:gd name="T12" fmla="*/ 2 w 8"/>
                                  <a:gd name="T13" fmla="*/ 0 h 9"/>
                                  <a:gd name="T14" fmla="*/ 1 w 8"/>
                                  <a:gd name="T15" fmla="*/ 1 h 9"/>
                                  <a:gd name="T16" fmla="*/ 0 w 8"/>
                                  <a:gd name="T17" fmla="*/ 3 h 9"/>
                                  <a:gd name="T18" fmla="*/ 0 w 8"/>
                                  <a:gd name="T19" fmla="*/ 3 h 9"/>
                                  <a:gd name="T20" fmla="*/ 0 w 8"/>
                                  <a:gd name="T21" fmla="*/ 4 h 9"/>
                                  <a:gd name="T22" fmla="*/ 0 w 8"/>
                                  <a:gd name="T23" fmla="*/ 6 h 9"/>
                                  <a:gd name="T24" fmla="*/ 0 w 8"/>
                                  <a:gd name="T25" fmla="*/ 7 h 9"/>
                                  <a:gd name="T26" fmla="*/ 1 w 8"/>
                                  <a:gd name="T27" fmla="*/ 9 h 9"/>
                                  <a:gd name="T28" fmla="*/ 2 w 8"/>
                                  <a:gd name="T29" fmla="*/ 9 h 9"/>
                                  <a:gd name="T30" fmla="*/ 4 w 8"/>
                                  <a:gd name="T31" fmla="*/ 9 h 9"/>
                                  <a:gd name="T32" fmla="*/ 5 w 8"/>
                                  <a:gd name="T33" fmla="*/ 9 h 9"/>
                                  <a:gd name="T34" fmla="*/ 7 w 8"/>
                                  <a:gd name="T35" fmla="*/ 7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7" y="7"/>
                                    </a:moveTo>
                                    <a:lnTo>
                                      <a:pt x="8" y="6"/>
                                    </a:lnTo>
                                    <a:lnTo>
                                      <a:pt x="8" y="4"/>
                                    </a:lnTo>
                                    <a:lnTo>
                                      <a:pt x="7" y="3"/>
                                    </a:lnTo>
                                    <a:lnTo>
                                      <a:pt x="5" y="1"/>
                                    </a:lnTo>
                                    <a:lnTo>
                                      <a:pt x="4" y="0"/>
                                    </a:lnTo>
                                    <a:lnTo>
                                      <a:pt x="2" y="0"/>
                                    </a:lnTo>
                                    <a:lnTo>
                                      <a:pt x="1" y="1"/>
                                    </a:lnTo>
                                    <a:lnTo>
                                      <a:pt x="0" y="3"/>
                                    </a:lnTo>
                                    <a:lnTo>
                                      <a:pt x="0" y="4"/>
                                    </a:lnTo>
                                    <a:lnTo>
                                      <a:pt x="0" y="6"/>
                                    </a:lnTo>
                                    <a:lnTo>
                                      <a:pt x="0" y="7"/>
                                    </a:lnTo>
                                    <a:lnTo>
                                      <a:pt x="1" y="9"/>
                                    </a:lnTo>
                                    <a:lnTo>
                                      <a:pt x="2" y="9"/>
                                    </a:lnTo>
                                    <a:lnTo>
                                      <a:pt x="4" y="9"/>
                                    </a:lnTo>
                                    <a:lnTo>
                                      <a:pt x="5" y="9"/>
                                    </a:lnTo>
                                    <a:lnTo>
                                      <a:pt x="7"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47" name="Freeform 298"/>
                              <p:cNvSpPr>
                                <a:spLocks/>
                              </p:cNvSpPr>
                              <p:nvPr/>
                            </p:nvSpPr>
                            <p:spPr bwMode="auto">
                              <a:xfrm>
                                <a:off x="3915" y="1988"/>
                                <a:ext cx="8" cy="9"/>
                              </a:xfrm>
                              <a:custGeom>
                                <a:avLst/>
                                <a:gdLst>
                                  <a:gd name="T0" fmla="*/ 7 w 8"/>
                                  <a:gd name="T1" fmla="*/ 7 h 9"/>
                                  <a:gd name="T2" fmla="*/ 8 w 8"/>
                                  <a:gd name="T3" fmla="*/ 6 h 9"/>
                                  <a:gd name="T4" fmla="*/ 8 w 8"/>
                                  <a:gd name="T5" fmla="*/ 4 h 9"/>
                                  <a:gd name="T6" fmla="*/ 8 w 8"/>
                                  <a:gd name="T7" fmla="*/ 3 h 9"/>
                                  <a:gd name="T8" fmla="*/ 8 w 8"/>
                                  <a:gd name="T9" fmla="*/ 2 h 9"/>
                                  <a:gd name="T10" fmla="*/ 7 w 8"/>
                                  <a:gd name="T11" fmla="*/ 0 h 9"/>
                                  <a:gd name="T12" fmla="*/ 5 w 8"/>
                                  <a:gd name="T13" fmla="*/ 0 h 9"/>
                                  <a:gd name="T14" fmla="*/ 4 w 8"/>
                                  <a:gd name="T15" fmla="*/ 0 h 9"/>
                                  <a:gd name="T16" fmla="*/ 2 w 8"/>
                                  <a:gd name="T17" fmla="*/ 0 h 9"/>
                                  <a:gd name="T18" fmla="*/ 2 w 8"/>
                                  <a:gd name="T19" fmla="*/ 0 h 9"/>
                                  <a:gd name="T20" fmla="*/ 1 w 8"/>
                                  <a:gd name="T21" fmla="*/ 2 h 9"/>
                                  <a:gd name="T22" fmla="*/ 0 w 8"/>
                                  <a:gd name="T23" fmla="*/ 3 h 9"/>
                                  <a:gd name="T24" fmla="*/ 0 w 8"/>
                                  <a:gd name="T25" fmla="*/ 4 h 9"/>
                                  <a:gd name="T26" fmla="*/ 1 w 8"/>
                                  <a:gd name="T27" fmla="*/ 6 h 9"/>
                                  <a:gd name="T28" fmla="*/ 2 w 8"/>
                                  <a:gd name="T29" fmla="*/ 7 h 9"/>
                                  <a:gd name="T30" fmla="*/ 4 w 8"/>
                                  <a:gd name="T31" fmla="*/ 9 h 9"/>
                                  <a:gd name="T32" fmla="*/ 5 w 8"/>
                                  <a:gd name="T33" fmla="*/ 9 h 9"/>
                                  <a:gd name="T34" fmla="*/ 7 w 8"/>
                                  <a:gd name="T35" fmla="*/ 7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7" y="7"/>
                                    </a:moveTo>
                                    <a:lnTo>
                                      <a:pt x="8" y="6"/>
                                    </a:lnTo>
                                    <a:lnTo>
                                      <a:pt x="8" y="4"/>
                                    </a:lnTo>
                                    <a:lnTo>
                                      <a:pt x="8" y="3"/>
                                    </a:lnTo>
                                    <a:lnTo>
                                      <a:pt x="8" y="2"/>
                                    </a:lnTo>
                                    <a:lnTo>
                                      <a:pt x="7" y="0"/>
                                    </a:lnTo>
                                    <a:lnTo>
                                      <a:pt x="5" y="0"/>
                                    </a:lnTo>
                                    <a:lnTo>
                                      <a:pt x="4" y="0"/>
                                    </a:lnTo>
                                    <a:lnTo>
                                      <a:pt x="2" y="0"/>
                                    </a:lnTo>
                                    <a:lnTo>
                                      <a:pt x="1" y="2"/>
                                    </a:lnTo>
                                    <a:lnTo>
                                      <a:pt x="0" y="3"/>
                                    </a:lnTo>
                                    <a:lnTo>
                                      <a:pt x="0" y="4"/>
                                    </a:lnTo>
                                    <a:lnTo>
                                      <a:pt x="1" y="6"/>
                                    </a:lnTo>
                                    <a:lnTo>
                                      <a:pt x="2" y="7"/>
                                    </a:lnTo>
                                    <a:lnTo>
                                      <a:pt x="4" y="9"/>
                                    </a:lnTo>
                                    <a:lnTo>
                                      <a:pt x="5" y="9"/>
                                    </a:lnTo>
                                    <a:lnTo>
                                      <a:pt x="7"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48" name="Freeform 299"/>
                              <p:cNvSpPr>
                                <a:spLocks/>
                              </p:cNvSpPr>
                              <p:nvPr/>
                            </p:nvSpPr>
                            <p:spPr bwMode="auto">
                              <a:xfrm>
                                <a:off x="3901" y="2000"/>
                                <a:ext cx="9" cy="8"/>
                              </a:xfrm>
                              <a:custGeom>
                                <a:avLst/>
                                <a:gdLst>
                                  <a:gd name="T0" fmla="*/ 8 w 9"/>
                                  <a:gd name="T1" fmla="*/ 8 h 8"/>
                                  <a:gd name="T2" fmla="*/ 9 w 9"/>
                                  <a:gd name="T3" fmla="*/ 7 h 8"/>
                                  <a:gd name="T4" fmla="*/ 9 w 9"/>
                                  <a:gd name="T5" fmla="*/ 6 h 8"/>
                                  <a:gd name="T6" fmla="*/ 9 w 9"/>
                                  <a:gd name="T7" fmla="*/ 4 h 8"/>
                                  <a:gd name="T8" fmla="*/ 9 w 9"/>
                                  <a:gd name="T9" fmla="*/ 3 h 8"/>
                                  <a:gd name="T10" fmla="*/ 8 w 9"/>
                                  <a:gd name="T11" fmla="*/ 1 h 8"/>
                                  <a:gd name="T12" fmla="*/ 6 w 9"/>
                                  <a:gd name="T13" fmla="*/ 0 h 8"/>
                                  <a:gd name="T14" fmla="*/ 5 w 9"/>
                                  <a:gd name="T15" fmla="*/ 0 h 8"/>
                                  <a:gd name="T16" fmla="*/ 3 w 9"/>
                                  <a:gd name="T17" fmla="*/ 1 h 8"/>
                                  <a:gd name="T18" fmla="*/ 3 w 9"/>
                                  <a:gd name="T19" fmla="*/ 1 h 8"/>
                                  <a:gd name="T20" fmla="*/ 2 w 9"/>
                                  <a:gd name="T21" fmla="*/ 3 h 8"/>
                                  <a:gd name="T22" fmla="*/ 0 w 9"/>
                                  <a:gd name="T23" fmla="*/ 4 h 8"/>
                                  <a:gd name="T24" fmla="*/ 0 w 9"/>
                                  <a:gd name="T25" fmla="*/ 6 h 8"/>
                                  <a:gd name="T26" fmla="*/ 2 w 9"/>
                                  <a:gd name="T27" fmla="*/ 7 h 8"/>
                                  <a:gd name="T28" fmla="*/ 3 w 9"/>
                                  <a:gd name="T29" fmla="*/ 8 h 8"/>
                                  <a:gd name="T30" fmla="*/ 5 w 9"/>
                                  <a:gd name="T31" fmla="*/ 8 h 8"/>
                                  <a:gd name="T32" fmla="*/ 6 w 9"/>
                                  <a:gd name="T33" fmla="*/ 8 h 8"/>
                                  <a:gd name="T34" fmla="*/ 8 w 9"/>
                                  <a:gd name="T35" fmla="*/ 8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8" y="8"/>
                                    </a:moveTo>
                                    <a:lnTo>
                                      <a:pt x="9" y="7"/>
                                    </a:lnTo>
                                    <a:lnTo>
                                      <a:pt x="9" y="6"/>
                                    </a:lnTo>
                                    <a:lnTo>
                                      <a:pt x="9" y="4"/>
                                    </a:lnTo>
                                    <a:lnTo>
                                      <a:pt x="9" y="3"/>
                                    </a:lnTo>
                                    <a:lnTo>
                                      <a:pt x="8" y="1"/>
                                    </a:lnTo>
                                    <a:lnTo>
                                      <a:pt x="6" y="0"/>
                                    </a:lnTo>
                                    <a:lnTo>
                                      <a:pt x="5" y="0"/>
                                    </a:lnTo>
                                    <a:lnTo>
                                      <a:pt x="3" y="1"/>
                                    </a:lnTo>
                                    <a:lnTo>
                                      <a:pt x="2" y="3"/>
                                    </a:lnTo>
                                    <a:lnTo>
                                      <a:pt x="0" y="4"/>
                                    </a:lnTo>
                                    <a:lnTo>
                                      <a:pt x="0" y="6"/>
                                    </a:lnTo>
                                    <a:lnTo>
                                      <a:pt x="2" y="7"/>
                                    </a:lnTo>
                                    <a:lnTo>
                                      <a:pt x="3" y="8"/>
                                    </a:lnTo>
                                    <a:lnTo>
                                      <a:pt x="5" y="8"/>
                                    </a:lnTo>
                                    <a:lnTo>
                                      <a:pt x="6" y="8"/>
                                    </a:lnTo>
                                    <a:lnTo>
                                      <a:pt x="8"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49" name="Freeform 300"/>
                              <p:cNvSpPr>
                                <a:spLocks/>
                              </p:cNvSpPr>
                              <p:nvPr/>
                            </p:nvSpPr>
                            <p:spPr bwMode="auto">
                              <a:xfrm>
                                <a:off x="3890" y="2011"/>
                                <a:ext cx="9" cy="9"/>
                              </a:xfrm>
                              <a:custGeom>
                                <a:avLst/>
                                <a:gdLst>
                                  <a:gd name="T0" fmla="*/ 6 w 9"/>
                                  <a:gd name="T1" fmla="*/ 9 h 9"/>
                                  <a:gd name="T2" fmla="*/ 7 w 9"/>
                                  <a:gd name="T3" fmla="*/ 8 h 9"/>
                                  <a:gd name="T4" fmla="*/ 9 w 9"/>
                                  <a:gd name="T5" fmla="*/ 6 h 9"/>
                                  <a:gd name="T6" fmla="*/ 9 w 9"/>
                                  <a:gd name="T7" fmla="*/ 5 h 9"/>
                                  <a:gd name="T8" fmla="*/ 7 w 9"/>
                                  <a:gd name="T9" fmla="*/ 3 h 9"/>
                                  <a:gd name="T10" fmla="*/ 6 w 9"/>
                                  <a:gd name="T11" fmla="*/ 2 h 9"/>
                                  <a:gd name="T12" fmla="*/ 4 w 9"/>
                                  <a:gd name="T13" fmla="*/ 0 h 9"/>
                                  <a:gd name="T14" fmla="*/ 3 w 9"/>
                                  <a:gd name="T15" fmla="*/ 0 h 9"/>
                                  <a:gd name="T16" fmla="*/ 1 w 9"/>
                                  <a:gd name="T17" fmla="*/ 2 h 9"/>
                                  <a:gd name="T18" fmla="*/ 1 w 9"/>
                                  <a:gd name="T19" fmla="*/ 2 h 9"/>
                                  <a:gd name="T20" fmla="*/ 0 w 9"/>
                                  <a:gd name="T21" fmla="*/ 3 h 9"/>
                                  <a:gd name="T22" fmla="*/ 0 w 9"/>
                                  <a:gd name="T23" fmla="*/ 5 h 9"/>
                                  <a:gd name="T24" fmla="*/ 0 w 9"/>
                                  <a:gd name="T25" fmla="*/ 6 h 9"/>
                                  <a:gd name="T26" fmla="*/ 0 w 9"/>
                                  <a:gd name="T27" fmla="*/ 8 h 9"/>
                                  <a:gd name="T28" fmla="*/ 1 w 9"/>
                                  <a:gd name="T29" fmla="*/ 9 h 9"/>
                                  <a:gd name="T30" fmla="*/ 3 w 9"/>
                                  <a:gd name="T31" fmla="*/ 9 h 9"/>
                                  <a:gd name="T32" fmla="*/ 4 w 9"/>
                                  <a:gd name="T33" fmla="*/ 9 h 9"/>
                                  <a:gd name="T34" fmla="*/ 6 w 9"/>
                                  <a:gd name="T35" fmla="*/ 9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6" y="9"/>
                                    </a:moveTo>
                                    <a:lnTo>
                                      <a:pt x="7" y="8"/>
                                    </a:lnTo>
                                    <a:lnTo>
                                      <a:pt x="9" y="6"/>
                                    </a:lnTo>
                                    <a:lnTo>
                                      <a:pt x="9" y="5"/>
                                    </a:lnTo>
                                    <a:lnTo>
                                      <a:pt x="7" y="3"/>
                                    </a:lnTo>
                                    <a:lnTo>
                                      <a:pt x="6" y="2"/>
                                    </a:lnTo>
                                    <a:lnTo>
                                      <a:pt x="4" y="0"/>
                                    </a:lnTo>
                                    <a:lnTo>
                                      <a:pt x="3" y="0"/>
                                    </a:lnTo>
                                    <a:lnTo>
                                      <a:pt x="1" y="2"/>
                                    </a:lnTo>
                                    <a:lnTo>
                                      <a:pt x="0" y="3"/>
                                    </a:lnTo>
                                    <a:lnTo>
                                      <a:pt x="0" y="5"/>
                                    </a:lnTo>
                                    <a:lnTo>
                                      <a:pt x="0" y="6"/>
                                    </a:lnTo>
                                    <a:lnTo>
                                      <a:pt x="0" y="8"/>
                                    </a:lnTo>
                                    <a:lnTo>
                                      <a:pt x="1" y="9"/>
                                    </a:lnTo>
                                    <a:lnTo>
                                      <a:pt x="3" y="9"/>
                                    </a:lnTo>
                                    <a:lnTo>
                                      <a:pt x="4" y="9"/>
                                    </a:lnTo>
                                    <a:lnTo>
                                      <a:pt x="6"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0" name="Freeform 301"/>
                              <p:cNvSpPr>
                                <a:spLocks/>
                              </p:cNvSpPr>
                              <p:nvPr/>
                            </p:nvSpPr>
                            <p:spPr bwMode="auto">
                              <a:xfrm>
                                <a:off x="3877" y="2023"/>
                                <a:ext cx="8" cy="9"/>
                              </a:xfrm>
                              <a:custGeom>
                                <a:avLst/>
                                <a:gdLst>
                                  <a:gd name="T0" fmla="*/ 6 w 8"/>
                                  <a:gd name="T1" fmla="*/ 9 h 9"/>
                                  <a:gd name="T2" fmla="*/ 7 w 8"/>
                                  <a:gd name="T3" fmla="*/ 7 h 9"/>
                                  <a:gd name="T4" fmla="*/ 8 w 8"/>
                                  <a:gd name="T5" fmla="*/ 6 h 9"/>
                                  <a:gd name="T6" fmla="*/ 8 w 8"/>
                                  <a:gd name="T7" fmla="*/ 4 h 9"/>
                                  <a:gd name="T8" fmla="*/ 7 w 8"/>
                                  <a:gd name="T9" fmla="*/ 3 h 9"/>
                                  <a:gd name="T10" fmla="*/ 6 w 8"/>
                                  <a:gd name="T11" fmla="*/ 1 h 9"/>
                                  <a:gd name="T12" fmla="*/ 4 w 8"/>
                                  <a:gd name="T13" fmla="*/ 0 h 9"/>
                                  <a:gd name="T14" fmla="*/ 3 w 8"/>
                                  <a:gd name="T15" fmla="*/ 0 h 9"/>
                                  <a:gd name="T16" fmla="*/ 1 w 8"/>
                                  <a:gd name="T17" fmla="*/ 1 h 9"/>
                                  <a:gd name="T18" fmla="*/ 1 w 8"/>
                                  <a:gd name="T19" fmla="*/ 1 h 9"/>
                                  <a:gd name="T20" fmla="*/ 0 w 8"/>
                                  <a:gd name="T21" fmla="*/ 3 h 9"/>
                                  <a:gd name="T22" fmla="*/ 0 w 8"/>
                                  <a:gd name="T23" fmla="*/ 4 h 9"/>
                                  <a:gd name="T24" fmla="*/ 0 w 8"/>
                                  <a:gd name="T25" fmla="*/ 6 h 9"/>
                                  <a:gd name="T26" fmla="*/ 0 w 8"/>
                                  <a:gd name="T27" fmla="*/ 7 h 9"/>
                                  <a:gd name="T28" fmla="*/ 1 w 8"/>
                                  <a:gd name="T29" fmla="*/ 9 h 9"/>
                                  <a:gd name="T30" fmla="*/ 3 w 8"/>
                                  <a:gd name="T31" fmla="*/ 9 h 9"/>
                                  <a:gd name="T32" fmla="*/ 4 w 8"/>
                                  <a:gd name="T33" fmla="*/ 9 h 9"/>
                                  <a:gd name="T34" fmla="*/ 6 w 8"/>
                                  <a:gd name="T35" fmla="*/ 9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6" y="9"/>
                                    </a:moveTo>
                                    <a:lnTo>
                                      <a:pt x="7" y="7"/>
                                    </a:lnTo>
                                    <a:lnTo>
                                      <a:pt x="8" y="6"/>
                                    </a:lnTo>
                                    <a:lnTo>
                                      <a:pt x="8" y="4"/>
                                    </a:lnTo>
                                    <a:lnTo>
                                      <a:pt x="7" y="3"/>
                                    </a:lnTo>
                                    <a:lnTo>
                                      <a:pt x="6" y="1"/>
                                    </a:lnTo>
                                    <a:lnTo>
                                      <a:pt x="4" y="0"/>
                                    </a:lnTo>
                                    <a:lnTo>
                                      <a:pt x="3" y="0"/>
                                    </a:lnTo>
                                    <a:lnTo>
                                      <a:pt x="1" y="1"/>
                                    </a:lnTo>
                                    <a:lnTo>
                                      <a:pt x="0" y="3"/>
                                    </a:lnTo>
                                    <a:lnTo>
                                      <a:pt x="0" y="4"/>
                                    </a:lnTo>
                                    <a:lnTo>
                                      <a:pt x="0" y="6"/>
                                    </a:lnTo>
                                    <a:lnTo>
                                      <a:pt x="0" y="7"/>
                                    </a:lnTo>
                                    <a:lnTo>
                                      <a:pt x="1" y="9"/>
                                    </a:lnTo>
                                    <a:lnTo>
                                      <a:pt x="3" y="9"/>
                                    </a:lnTo>
                                    <a:lnTo>
                                      <a:pt x="4" y="9"/>
                                    </a:lnTo>
                                    <a:lnTo>
                                      <a:pt x="6"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1" name="Freeform 302"/>
                              <p:cNvSpPr>
                                <a:spLocks/>
                              </p:cNvSpPr>
                              <p:nvPr/>
                            </p:nvSpPr>
                            <p:spPr bwMode="auto">
                              <a:xfrm>
                                <a:off x="3862" y="2035"/>
                                <a:ext cx="9" cy="8"/>
                              </a:xfrm>
                              <a:custGeom>
                                <a:avLst/>
                                <a:gdLst>
                                  <a:gd name="T0" fmla="*/ 7 w 9"/>
                                  <a:gd name="T1" fmla="*/ 8 h 8"/>
                                  <a:gd name="T2" fmla="*/ 9 w 9"/>
                                  <a:gd name="T3" fmla="*/ 7 h 8"/>
                                  <a:gd name="T4" fmla="*/ 9 w 9"/>
                                  <a:gd name="T5" fmla="*/ 5 h 8"/>
                                  <a:gd name="T6" fmla="*/ 9 w 9"/>
                                  <a:gd name="T7" fmla="*/ 4 h 8"/>
                                  <a:gd name="T8" fmla="*/ 9 w 9"/>
                                  <a:gd name="T9" fmla="*/ 2 h 8"/>
                                  <a:gd name="T10" fmla="*/ 7 w 9"/>
                                  <a:gd name="T11" fmla="*/ 1 h 8"/>
                                  <a:gd name="T12" fmla="*/ 6 w 9"/>
                                  <a:gd name="T13" fmla="*/ 0 h 8"/>
                                  <a:gd name="T14" fmla="*/ 5 w 9"/>
                                  <a:gd name="T15" fmla="*/ 0 h 8"/>
                                  <a:gd name="T16" fmla="*/ 3 w 9"/>
                                  <a:gd name="T17" fmla="*/ 1 h 8"/>
                                  <a:gd name="T18" fmla="*/ 3 w 9"/>
                                  <a:gd name="T19" fmla="*/ 1 h 8"/>
                                  <a:gd name="T20" fmla="*/ 2 w 9"/>
                                  <a:gd name="T21" fmla="*/ 2 h 8"/>
                                  <a:gd name="T22" fmla="*/ 0 w 9"/>
                                  <a:gd name="T23" fmla="*/ 4 h 8"/>
                                  <a:gd name="T24" fmla="*/ 0 w 9"/>
                                  <a:gd name="T25" fmla="*/ 5 h 8"/>
                                  <a:gd name="T26" fmla="*/ 2 w 9"/>
                                  <a:gd name="T27" fmla="*/ 7 h 8"/>
                                  <a:gd name="T28" fmla="*/ 3 w 9"/>
                                  <a:gd name="T29" fmla="*/ 8 h 8"/>
                                  <a:gd name="T30" fmla="*/ 5 w 9"/>
                                  <a:gd name="T31" fmla="*/ 8 h 8"/>
                                  <a:gd name="T32" fmla="*/ 6 w 9"/>
                                  <a:gd name="T33" fmla="*/ 8 h 8"/>
                                  <a:gd name="T34" fmla="*/ 7 w 9"/>
                                  <a:gd name="T35" fmla="*/ 8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7" y="8"/>
                                    </a:moveTo>
                                    <a:lnTo>
                                      <a:pt x="9" y="7"/>
                                    </a:lnTo>
                                    <a:lnTo>
                                      <a:pt x="9" y="5"/>
                                    </a:lnTo>
                                    <a:lnTo>
                                      <a:pt x="9" y="4"/>
                                    </a:lnTo>
                                    <a:lnTo>
                                      <a:pt x="9" y="2"/>
                                    </a:lnTo>
                                    <a:lnTo>
                                      <a:pt x="7" y="1"/>
                                    </a:lnTo>
                                    <a:lnTo>
                                      <a:pt x="6" y="0"/>
                                    </a:lnTo>
                                    <a:lnTo>
                                      <a:pt x="5" y="0"/>
                                    </a:lnTo>
                                    <a:lnTo>
                                      <a:pt x="3" y="1"/>
                                    </a:lnTo>
                                    <a:lnTo>
                                      <a:pt x="2" y="2"/>
                                    </a:lnTo>
                                    <a:lnTo>
                                      <a:pt x="0" y="4"/>
                                    </a:lnTo>
                                    <a:lnTo>
                                      <a:pt x="0" y="5"/>
                                    </a:lnTo>
                                    <a:lnTo>
                                      <a:pt x="2" y="7"/>
                                    </a:lnTo>
                                    <a:lnTo>
                                      <a:pt x="3" y="8"/>
                                    </a:lnTo>
                                    <a:lnTo>
                                      <a:pt x="5" y="8"/>
                                    </a:lnTo>
                                    <a:lnTo>
                                      <a:pt x="6" y="8"/>
                                    </a:lnTo>
                                    <a:lnTo>
                                      <a:pt x="7"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2" name="Freeform 303"/>
                              <p:cNvSpPr>
                                <a:spLocks/>
                              </p:cNvSpPr>
                              <p:nvPr/>
                            </p:nvSpPr>
                            <p:spPr bwMode="auto">
                              <a:xfrm>
                                <a:off x="3849" y="2045"/>
                                <a:ext cx="9" cy="8"/>
                              </a:xfrm>
                              <a:custGeom>
                                <a:avLst/>
                                <a:gdLst>
                                  <a:gd name="T0" fmla="*/ 6 w 9"/>
                                  <a:gd name="T1" fmla="*/ 8 h 8"/>
                                  <a:gd name="T2" fmla="*/ 7 w 9"/>
                                  <a:gd name="T3" fmla="*/ 7 h 8"/>
                                  <a:gd name="T4" fmla="*/ 9 w 9"/>
                                  <a:gd name="T5" fmla="*/ 6 h 8"/>
                                  <a:gd name="T6" fmla="*/ 9 w 9"/>
                                  <a:gd name="T7" fmla="*/ 4 h 8"/>
                                  <a:gd name="T8" fmla="*/ 7 w 9"/>
                                  <a:gd name="T9" fmla="*/ 3 h 8"/>
                                  <a:gd name="T10" fmla="*/ 6 w 9"/>
                                  <a:gd name="T11" fmla="*/ 1 h 8"/>
                                  <a:gd name="T12" fmla="*/ 5 w 9"/>
                                  <a:gd name="T13" fmla="*/ 0 h 8"/>
                                  <a:gd name="T14" fmla="*/ 3 w 9"/>
                                  <a:gd name="T15" fmla="*/ 0 h 8"/>
                                  <a:gd name="T16" fmla="*/ 2 w 9"/>
                                  <a:gd name="T17" fmla="*/ 1 h 8"/>
                                  <a:gd name="T18" fmla="*/ 2 w 9"/>
                                  <a:gd name="T19" fmla="*/ 1 h 8"/>
                                  <a:gd name="T20" fmla="*/ 0 w 9"/>
                                  <a:gd name="T21" fmla="*/ 3 h 8"/>
                                  <a:gd name="T22" fmla="*/ 0 w 9"/>
                                  <a:gd name="T23" fmla="*/ 4 h 8"/>
                                  <a:gd name="T24" fmla="*/ 0 w 9"/>
                                  <a:gd name="T25" fmla="*/ 6 h 8"/>
                                  <a:gd name="T26" fmla="*/ 0 w 9"/>
                                  <a:gd name="T27" fmla="*/ 7 h 8"/>
                                  <a:gd name="T28" fmla="*/ 2 w 9"/>
                                  <a:gd name="T29" fmla="*/ 8 h 8"/>
                                  <a:gd name="T30" fmla="*/ 3 w 9"/>
                                  <a:gd name="T31" fmla="*/ 8 h 8"/>
                                  <a:gd name="T32" fmla="*/ 5 w 9"/>
                                  <a:gd name="T33" fmla="*/ 8 h 8"/>
                                  <a:gd name="T34" fmla="*/ 6 w 9"/>
                                  <a:gd name="T35" fmla="*/ 8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6" y="8"/>
                                    </a:moveTo>
                                    <a:lnTo>
                                      <a:pt x="7" y="7"/>
                                    </a:lnTo>
                                    <a:lnTo>
                                      <a:pt x="9" y="6"/>
                                    </a:lnTo>
                                    <a:lnTo>
                                      <a:pt x="9" y="4"/>
                                    </a:lnTo>
                                    <a:lnTo>
                                      <a:pt x="7" y="3"/>
                                    </a:lnTo>
                                    <a:lnTo>
                                      <a:pt x="6" y="1"/>
                                    </a:lnTo>
                                    <a:lnTo>
                                      <a:pt x="5" y="0"/>
                                    </a:lnTo>
                                    <a:lnTo>
                                      <a:pt x="3" y="0"/>
                                    </a:lnTo>
                                    <a:lnTo>
                                      <a:pt x="2" y="1"/>
                                    </a:lnTo>
                                    <a:lnTo>
                                      <a:pt x="0" y="3"/>
                                    </a:lnTo>
                                    <a:lnTo>
                                      <a:pt x="0" y="4"/>
                                    </a:lnTo>
                                    <a:lnTo>
                                      <a:pt x="0" y="6"/>
                                    </a:lnTo>
                                    <a:lnTo>
                                      <a:pt x="0" y="7"/>
                                    </a:lnTo>
                                    <a:lnTo>
                                      <a:pt x="2" y="8"/>
                                    </a:lnTo>
                                    <a:lnTo>
                                      <a:pt x="3" y="8"/>
                                    </a:lnTo>
                                    <a:lnTo>
                                      <a:pt x="5" y="8"/>
                                    </a:lnTo>
                                    <a:lnTo>
                                      <a:pt x="6"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3" name="Freeform 304"/>
                              <p:cNvSpPr>
                                <a:spLocks/>
                              </p:cNvSpPr>
                              <p:nvPr/>
                            </p:nvSpPr>
                            <p:spPr bwMode="auto">
                              <a:xfrm>
                                <a:off x="3835" y="2055"/>
                                <a:ext cx="8" cy="9"/>
                              </a:xfrm>
                              <a:custGeom>
                                <a:avLst/>
                                <a:gdLst>
                                  <a:gd name="T0" fmla="*/ 5 w 8"/>
                                  <a:gd name="T1" fmla="*/ 7 h 9"/>
                                  <a:gd name="T2" fmla="*/ 7 w 8"/>
                                  <a:gd name="T3" fmla="*/ 6 h 9"/>
                                  <a:gd name="T4" fmla="*/ 8 w 8"/>
                                  <a:gd name="T5" fmla="*/ 4 h 9"/>
                                  <a:gd name="T6" fmla="*/ 8 w 8"/>
                                  <a:gd name="T7" fmla="*/ 3 h 9"/>
                                  <a:gd name="T8" fmla="*/ 7 w 8"/>
                                  <a:gd name="T9" fmla="*/ 1 h 9"/>
                                  <a:gd name="T10" fmla="*/ 5 w 8"/>
                                  <a:gd name="T11" fmla="*/ 0 h 9"/>
                                  <a:gd name="T12" fmla="*/ 4 w 8"/>
                                  <a:gd name="T13" fmla="*/ 0 h 9"/>
                                  <a:gd name="T14" fmla="*/ 3 w 8"/>
                                  <a:gd name="T15" fmla="*/ 0 h 9"/>
                                  <a:gd name="T16" fmla="*/ 1 w 8"/>
                                  <a:gd name="T17" fmla="*/ 0 h 9"/>
                                  <a:gd name="T18" fmla="*/ 1 w 8"/>
                                  <a:gd name="T19" fmla="*/ 0 h 9"/>
                                  <a:gd name="T20" fmla="*/ 0 w 8"/>
                                  <a:gd name="T21" fmla="*/ 1 h 9"/>
                                  <a:gd name="T22" fmla="*/ 0 w 8"/>
                                  <a:gd name="T23" fmla="*/ 3 h 9"/>
                                  <a:gd name="T24" fmla="*/ 0 w 8"/>
                                  <a:gd name="T25" fmla="*/ 4 h 9"/>
                                  <a:gd name="T26" fmla="*/ 0 w 8"/>
                                  <a:gd name="T27" fmla="*/ 6 h 9"/>
                                  <a:gd name="T28" fmla="*/ 1 w 8"/>
                                  <a:gd name="T29" fmla="*/ 7 h 9"/>
                                  <a:gd name="T30" fmla="*/ 3 w 8"/>
                                  <a:gd name="T31" fmla="*/ 9 h 9"/>
                                  <a:gd name="T32" fmla="*/ 4 w 8"/>
                                  <a:gd name="T33" fmla="*/ 9 h 9"/>
                                  <a:gd name="T34" fmla="*/ 5 w 8"/>
                                  <a:gd name="T35" fmla="*/ 7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5" y="7"/>
                                    </a:moveTo>
                                    <a:lnTo>
                                      <a:pt x="7" y="6"/>
                                    </a:lnTo>
                                    <a:lnTo>
                                      <a:pt x="8" y="4"/>
                                    </a:lnTo>
                                    <a:lnTo>
                                      <a:pt x="8" y="3"/>
                                    </a:lnTo>
                                    <a:lnTo>
                                      <a:pt x="7" y="1"/>
                                    </a:lnTo>
                                    <a:lnTo>
                                      <a:pt x="5" y="0"/>
                                    </a:lnTo>
                                    <a:lnTo>
                                      <a:pt x="4" y="0"/>
                                    </a:lnTo>
                                    <a:lnTo>
                                      <a:pt x="3" y="0"/>
                                    </a:lnTo>
                                    <a:lnTo>
                                      <a:pt x="1" y="0"/>
                                    </a:lnTo>
                                    <a:lnTo>
                                      <a:pt x="0" y="1"/>
                                    </a:lnTo>
                                    <a:lnTo>
                                      <a:pt x="0" y="3"/>
                                    </a:lnTo>
                                    <a:lnTo>
                                      <a:pt x="0" y="4"/>
                                    </a:lnTo>
                                    <a:lnTo>
                                      <a:pt x="0" y="6"/>
                                    </a:lnTo>
                                    <a:lnTo>
                                      <a:pt x="1" y="7"/>
                                    </a:lnTo>
                                    <a:lnTo>
                                      <a:pt x="3" y="9"/>
                                    </a:lnTo>
                                    <a:lnTo>
                                      <a:pt x="4" y="9"/>
                                    </a:lnTo>
                                    <a:lnTo>
                                      <a:pt x="5"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4" name="Freeform 305"/>
                              <p:cNvSpPr>
                                <a:spLocks/>
                              </p:cNvSpPr>
                              <p:nvPr/>
                            </p:nvSpPr>
                            <p:spPr bwMode="auto">
                              <a:xfrm>
                                <a:off x="3820" y="2064"/>
                                <a:ext cx="9" cy="8"/>
                              </a:xfrm>
                              <a:custGeom>
                                <a:avLst/>
                                <a:gdLst>
                                  <a:gd name="T0" fmla="*/ 6 w 9"/>
                                  <a:gd name="T1" fmla="*/ 7 h 8"/>
                                  <a:gd name="T2" fmla="*/ 7 w 9"/>
                                  <a:gd name="T3" fmla="*/ 5 h 8"/>
                                  <a:gd name="T4" fmla="*/ 9 w 9"/>
                                  <a:gd name="T5" fmla="*/ 4 h 8"/>
                                  <a:gd name="T6" fmla="*/ 9 w 9"/>
                                  <a:gd name="T7" fmla="*/ 3 h 8"/>
                                  <a:gd name="T8" fmla="*/ 7 w 9"/>
                                  <a:gd name="T9" fmla="*/ 1 h 8"/>
                                  <a:gd name="T10" fmla="*/ 6 w 9"/>
                                  <a:gd name="T11" fmla="*/ 0 h 8"/>
                                  <a:gd name="T12" fmla="*/ 4 w 9"/>
                                  <a:gd name="T13" fmla="*/ 0 h 8"/>
                                  <a:gd name="T14" fmla="*/ 3 w 9"/>
                                  <a:gd name="T15" fmla="*/ 0 h 8"/>
                                  <a:gd name="T16" fmla="*/ 2 w 9"/>
                                  <a:gd name="T17" fmla="*/ 0 h 8"/>
                                  <a:gd name="T18" fmla="*/ 2 w 9"/>
                                  <a:gd name="T19" fmla="*/ 0 h 8"/>
                                  <a:gd name="T20" fmla="*/ 0 w 9"/>
                                  <a:gd name="T21" fmla="*/ 1 h 8"/>
                                  <a:gd name="T22" fmla="*/ 0 w 9"/>
                                  <a:gd name="T23" fmla="*/ 3 h 8"/>
                                  <a:gd name="T24" fmla="*/ 0 w 9"/>
                                  <a:gd name="T25" fmla="*/ 4 h 8"/>
                                  <a:gd name="T26" fmla="*/ 0 w 9"/>
                                  <a:gd name="T27" fmla="*/ 5 h 8"/>
                                  <a:gd name="T28" fmla="*/ 2 w 9"/>
                                  <a:gd name="T29" fmla="*/ 7 h 8"/>
                                  <a:gd name="T30" fmla="*/ 3 w 9"/>
                                  <a:gd name="T31" fmla="*/ 8 h 8"/>
                                  <a:gd name="T32" fmla="*/ 4 w 9"/>
                                  <a:gd name="T33" fmla="*/ 8 h 8"/>
                                  <a:gd name="T34" fmla="*/ 6 w 9"/>
                                  <a:gd name="T35" fmla="*/ 7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6" y="7"/>
                                    </a:moveTo>
                                    <a:lnTo>
                                      <a:pt x="7" y="5"/>
                                    </a:lnTo>
                                    <a:lnTo>
                                      <a:pt x="9" y="4"/>
                                    </a:lnTo>
                                    <a:lnTo>
                                      <a:pt x="9" y="3"/>
                                    </a:lnTo>
                                    <a:lnTo>
                                      <a:pt x="7" y="1"/>
                                    </a:lnTo>
                                    <a:lnTo>
                                      <a:pt x="6" y="0"/>
                                    </a:lnTo>
                                    <a:lnTo>
                                      <a:pt x="4" y="0"/>
                                    </a:lnTo>
                                    <a:lnTo>
                                      <a:pt x="3" y="0"/>
                                    </a:lnTo>
                                    <a:lnTo>
                                      <a:pt x="2" y="0"/>
                                    </a:lnTo>
                                    <a:lnTo>
                                      <a:pt x="0" y="1"/>
                                    </a:lnTo>
                                    <a:lnTo>
                                      <a:pt x="0" y="3"/>
                                    </a:lnTo>
                                    <a:lnTo>
                                      <a:pt x="0" y="4"/>
                                    </a:lnTo>
                                    <a:lnTo>
                                      <a:pt x="0" y="5"/>
                                    </a:lnTo>
                                    <a:lnTo>
                                      <a:pt x="2" y="7"/>
                                    </a:lnTo>
                                    <a:lnTo>
                                      <a:pt x="3" y="8"/>
                                    </a:lnTo>
                                    <a:lnTo>
                                      <a:pt x="4" y="8"/>
                                    </a:lnTo>
                                    <a:lnTo>
                                      <a:pt x="6"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5" name="Freeform 306"/>
                              <p:cNvSpPr>
                                <a:spLocks/>
                              </p:cNvSpPr>
                              <p:nvPr/>
                            </p:nvSpPr>
                            <p:spPr bwMode="auto">
                              <a:xfrm>
                                <a:off x="3803" y="2071"/>
                                <a:ext cx="8" cy="9"/>
                              </a:xfrm>
                              <a:custGeom>
                                <a:avLst/>
                                <a:gdLst>
                                  <a:gd name="T0" fmla="*/ 5 w 8"/>
                                  <a:gd name="T1" fmla="*/ 9 h 9"/>
                                  <a:gd name="T2" fmla="*/ 7 w 8"/>
                                  <a:gd name="T3" fmla="*/ 7 h 9"/>
                                  <a:gd name="T4" fmla="*/ 8 w 8"/>
                                  <a:gd name="T5" fmla="*/ 6 h 9"/>
                                  <a:gd name="T6" fmla="*/ 8 w 8"/>
                                  <a:gd name="T7" fmla="*/ 4 h 9"/>
                                  <a:gd name="T8" fmla="*/ 8 w 8"/>
                                  <a:gd name="T9" fmla="*/ 3 h 9"/>
                                  <a:gd name="T10" fmla="*/ 8 w 8"/>
                                  <a:gd name="T11" fmla="*/ 1 h 9"/>
                                  <a:gd name="T12" fmla="*/ 7 w 8"/>
                                  <a:gd name="T13" fmla="*/ 0 h 9"/>
                                  <a:gd name="T14" fmla="*/ 5 w 8"/>
                                  <a:gd name="T15" fmla="*/ 0 h 9"/>
                                  <a:gd name="T16" fmla="*/ 4 w 8"/>
                                  <a:gd name="T17" fmla="*/ 0 h 9"/>
                                  <a:gd name="T18" fmla="*/ 4 w 8"/>
                                  <a:gd name="T19" fmla="*/ 0 h 9"/>
                                  <a:gd name="T20" fmla="*/ 3 w 8"/>
                                  <a:gd name="T21" fmla="*/ 0 h 9"/>
                                  <a:gd name="T22" fmla="*/ 1 w 8"/>
                                  <a:gd name="T23" fmla="*/ 1 h 9"/>
                                  <a:gd name="T24" fmla="*/ 0 w 8"/>
                                  <a:gd name="T25" fmla="*/ 3 h 9"/>
                                  <a:gd name="T26" fmla="*/ 0 w 8"/>
                                  <a:gd name="T27" fmla="*/ 4 h 9"/>
                                  <a:gd name="T28" fmla="*/ 1 w 8"/>
                                  <a:gd name="T29" fmla="*/ 6 h 9"/>
                                  <a:gd name="T30" fmla="*/ 3 w 8"/>
                                  <a:gd name="T31" fmla="*/ 7 h 9"/>
                                  <a:gd name="T32" fmla="*/ 4 w 8"/>
                                  <a:gd name="T33" fmla="*/ 9 h 9"/>
                                  <a:gd name="T34" fmla="*/ 5 w 8"/>
                                  <a:gd name="T35" fmla="*/ 9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5" y="9"/>
                                    </a:moveTo>
                                    <a:lnTo>
                                      <a:pt x="7" y="7"/>
                                    </a:lnTo>
                                    <a:lnTo>
                                      <a:pt x="8" y="6"/>
                                    </a:lnTo>
                                    <a:lnTo>
                                      <a:pt x="8" y="4"/>
                                    </a:lnTo>
                                    <a:lnTo>
                                      <a:pt x="8" y="3"/>
                                    </a:lnTo>
                                    <a:lnTo>
                                      <a:pt x="8" y="1"/>
                                    </a:lnTo>
                                    <a:lnTo>
                                      <a:pt x="7" y="0"/>
                                    </a:lnTo>
                                    <a:lnTo>
                                      <a:pt x="5" y="0"/>
                                    </a:lnTo>
                                    <a:lnTo>
                                      <a:pt x="4" y="0"/>
                                    </a:lnTo>
                                    <a:lnTo>
                                      <a:pt x="3" y="0"/>
                                    </a:lnTo>
                                    <a:lnTo>
                                      <a:pt x="1" y="1"/>
                                    </a:lnTo>
                                    <a:lnTo>
                                      <a:pt x="0" y="3"/>
                                    </a:lnTo>
                                    <a:lnTo>
                                      <a:pt x="0" y="4"/>
                                    </a:lnTo>
                                    <a:lnTo>
                                      <a:pt x="1" y="6"/>
                                    </a:lnTo>
                                    <a:lnTo>
                                      <a:pt x="3" y="7"/>
                                    </a:lnTo>
                                    <a:lnTo>
                                      <a:pt x="4" y="9"/>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6" name="Freeform 307"/>
                              <p:cNvSpPr>
                                <a:spLocks/>
                              </p:cNvSpPr>
                              <p:nvPr/>
                            </p:nvSpPr>
                            <p:spPr bwMode="auto">
                              <a:xfrm>
                                <a:off x="3787" y="2074"/>
                                <a:ext cx="8" cy="9"/>
                              </a:xfrm>
                              <a:custGeom>
                                <a:avLst/>
                                <a:gdLst>
                                  <a:gd name="T0" fmla="*/ 4 w 8"/>
                                  <a:gd name="T1" fmla="*/ 9 h 9"/>
                                  <a:gd name="T2" fmla="*/ 6 w 8"/>
                                  <a:gd name="T3" fmla="*/ 9 h 9"/>
                                  <a:gd name="T4" fmla="*/ 7 w 8"/>
                                  <a:gd name="T5" fmla="*/ 7 h 9"/>
                                  <a:gd name="T6" fmla="*/ 8 w 8"/>
                                  <a:gd name="T7" fmla="*/ 6 h 9"/>
                                  <a:gd name="T8" fmla="*/ 8 w 8"/>
                                  <a:gd name="T9" fmla="*/ 4 h 9"/>
                                  <a:gd name="T10" fmla="*/ 7 w 8"/>
                                  <a:gd name="T11" fmla="*/ 3 h 9"/>
                                  <a:gd name="T12" fmla="*/ 6 w 8"/>
                                  <a:gd name="T13" fmla="*/ 1 h 9"/>
                                  <a:gd name="T14" fmla="*/ 4 w 8"/>
                                  <a:gd name="T15" fmla="*/ 0 h 9"/>
                                  <a:gd name="T16" fmla="*/ 3 w 8"/>
                                  <a:gd name="T17" fmla="*/ 0 h 9"/>
                                  <a:gd name="T18" fmla="*/ 3 w 8"/>
                                  <a:gd name="T19" fmla="*/ 0 h 9"/>
                                  <a:gd name="T20" fmla="*/ 1 w 8"/>
                                  <a:gd name="T21" fmla="*/ 1 h 9"/>
                                  <a:gd name="T22" fmla="*/ 0 w 8"/>
                                  <a:gd name="T23" fmla="*/ 3 h 9"/>
                                  <a:gd name="T24" fmla="*/ 0 w 8"/>
                                  <a:gd name="T25" fmla="*/ 4 h 9"/>
                                  <a:gd name="T26" fmla="*/ 0 w 8"/>
                                  <a:gd name="T27" fmla="*/ 6 h 9"/>
                                  <a:gd name="T28" fmla="*/ 0 w 8"/>
                                  <a:gd name="T29" fmla="*/ 7 h 9"/>
                                  <a:gd name="T30" fmla="*/ 1 w 8"/>
                                  <a:gd name="T31" fmla="*/ 9 h 9"/>
                                  <a:gd name="T32" fmla="*/ 3 w 8"/>
                                  <a:gd name="T33" fmla="*/ 9 h 9"/>
                                  <a:gd name="T34" fmla="*/ 4 w 8"/>
                                  <a:gd name="T35" fmla="*/ 9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4" y="9"/>
                                    </a:moveTo>
                                    <a:lnTo>
                                      <a:pt x="6" y="9"/>
                                    </a:lnTo>
                                    <a:lnTo>
                                      <a:pt x="7" y="7"/>
                                    </a:lnTo>
                                    <a:lnTo>
                                      <a:pt x="8" y="6"/>
                                    </a:lnTo>
                                    <a:lnTo>
                                      <a:pt x="8" y="4"/>
                                    </a:lnTo>
                                    <a:lnTo>
                                      <a:pt x="7" y="3"/>
                                    </a:lnTo>
                                    <a:lnTo>
                                      <a:pt x="6" y="1"/>
                                    </a:lnTo>
                                    <a:lnTo>
                                      <a:pt x="4" y="0"/>
                                    </a:lnTo>
                                    <a:lnTo>
                                      <a:pt x="3" y="0"/>
                                    </a:lnTo>
                                    <a:lnTo>
                                      <a:pt x="1" y="1"/>
                                    </a:lnTo>
                                    <a:lnTo>
                                      <a:pt x="0" y="3"/>
                                    </a:lnTo>
                                    <a:lnTo>
                                      <a:pt x="0" y="4"/>
                                    </a:lnTo>
                                    <a:lnTo>
                                      <a:pt x="0" y="6"/>
                                    </a:lnTo>
                                    <a:lnTo>
                                      <a:pt x="0" y="7"/>
                                    </a:lnTo>
                                    <a:lnTo>
                                      <a:pt x="1" y="9"/>
                                    </a:lnTo>
                                    <a:lnTo>
                                      <a:pt x="3" y="9"/>
                                    </a:lnTo>
                                    <a:lnTo>
                                      <a:pt x="4"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7" name="Freeform 308"/>
                              <p:cNvSpPr>
                                <a:spLocks/>
                              </p:cNvSpPr>
                              <p:nvPr/>
                            </p:nvSpPr>
                            <p:spPr bwMode="auto">
                              <a:xfrm>
                                <a:off x="3769" y="2074"/>
                                <a:ext cx="9" cy="9"/>
                              </a:xfrm>
                              <a:custGeom>
                                <a:avLst/>
                                <a:gdLst>
                                  <a:gd name="T0" fmla="*/ 5 w 9"/>
                                  <a:gd name="T1" fmla="*/ 9 h 9"/>
                                  <a:gd name="T2" fmla="*/ 6 w 9"/>
                                  <a:gd name="T3" fmla="*/ 9 h 9"/>
                                  <a:gd name="T4" fmla="*/ 8 w 9"/>
                                  <a:gd name="T5" fmla="*/ 7 h 9"/>
                                  <a:gd name="T6" fmla="*/ 9 w 9"/>
                                  <a:gd name="T7" fmla="*/ 6 h 9"/>
                                  <a:gd name="T8" fmla="*/ 9 w 9"/>
                                  <a:gd name="T9" fmla="*/ 4 h 9"/>
                                  <a:gd name="T10" fmla="*/ 8 w 9"/>
                                  <a:gd name="T11" fmla="*/ 3 h 9"/>
                                  <a:gd name="T12" fmla="*/ 6 w 9"/>
                                  <a:gd name="T13" fmla="*/ 1 h 9"/>
                                  <a:gd name="T14" fmla="*/ 5 w 9"/>
                                  <a:gd name="T15" fmla="*/ 0 h 9"/>
                                  <a:gd name="T16" fmla="*/ 3 w 9"/>
                                  <a:gd name="T17" fmla="*/ 0 h 9"/>
                                  <a:gd name="T18" fmla="*/ 3 w 9"/>
                                  <a:gd name="T19" fmla="*/ 0 h 9"/>
                                  <a:gd name="T20" fmla="*/ 2 w 9"/>
                                  <a:gd name="T21" fmla="*/ 1 h 9"/>
                                  <a:gd name="T22" fmla="*/ 0 w 9"/>
                                  <a:gd name="T23" fmla="*/ 3 h 9"/>
                                  <a:gd name="T24" fmla="*/ 0 w 9"/>
                                  <a:gd name="T25" fmla="*/ 4 h 9"/>
                                  <a:gd name="T26" fmla="*/ 0 w 9"/>
                                  <a:gd name="T27" fmla="*/ 6 h 9"/>
                                  <a:gd name="T28" fmla="*/ 0 w 9"/>
                                  <a:gd name="T29" fmla="*/ 7 h 9"/>
                                  <a:gd name="T30" fmla="*/ 2 w 9"/>
                                  <a:gd name="T31" fmla="*/ 9 h 9"/>
                                  <a:gd name="T32" fmla="*/ 3 w 9"/>
                                  <a:gd name="T33" fmla="*/ 9 h 9"/>
                                  <a:gd name="T34" fmla="*/ 5 w 9"/>
                                  <a:gd name="T35" fmla="*/ 9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5" y="9"/>
                                    </a:moveTo>
                                    <a:lnTo>
                                      <a:pt x="6" y="9"/>
                                    </a:lnTo>
                                    <a:lnTo>
                                      <a:pt x="8" y="7"/>
                                    </a:lnTo>
                                    <a:lnTo>
                                      <a:pt x="9" y="6"/>
                                    </a:lnTo>
                                    <a:lnTo>
                                      <a:pt x="9" y="4"/>
                                    </a:lnTo>
                                    <a:lnTo>
                                      <a:pt x="8" y="3"/>
                                    </a:lnTo>
                                    <a:lnTo>
                                      <a:pt x="6" y="1"/>
                                    </a:lnTo>
                                    <a:lnTo>
                                      <a:pt x="5" y="0"/>
                                    </a:lnTo>
                                    <a:lnTo>
                                      <a:pt x="3" y="0"/>
                                    </a:lnTo>
                                    <a:lnTo>
                                      <a:pt x="2" y="1"/>
                                    </a:lnTo>
                                    <a:lnTo>
                                      <a:pt x="0" y="3"/>
                                    </a:lnTo>
                                    <a:lnTo>
                                      <a:pt x="0" y="4"/>
                                    </a:lnTo>
                                    <a:lnTo>
                                      <a:pt x="0" y="6"/>
                                    </a:lnTo>
                                    <a:lnTo>
                                      <a:pt x="0" y="7"/>
                                    </a:lnTo>
                                    <a:lnTo>
                                      <a:pt x="2" y="9"/>
                                    </a:lnTo>
                                    <a:lnTo>
                                      <a:pt x="3" y="9"/>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8" name="Freeform 309"/>
                              <p:cNvSpPr>
                                <a:spLocks/>
                              </p:cNvSpPr>
                              <p:nvPr/>
                            </p:nvSpPr>
                            <p:spPr bwMode="auto">
                              <a:xfrm>
                                <a:off x="3752" y="2071"/>
                                <a:ext cx="9" cy="9"/>
                              </a:xfrm>
                              <a:custGeom>
                                <a:avLst/>
                                <a:gdLst>
                                  <a:gd name="T0" fmla="*/ 4 w 9"/>
                                  <a:gd name="T1" fmla="*/ 9 h 9"/>
                                  <a:gd name="T2" fmla="*/ 6 w 9"/>
                                  <a:gd name="T3" fmla="*/ 9 h 9"/>
                                  <a:gd name="T4" fmla="*/ 7 w 9"/>
                                  <a:gd name="T5" fmla="*/ 7 h 9"/>
                                  <a:gd name="T6" fmla="*/ 9 w 9"/>
                                  <a:gd name="T7" fmla="*/ 6 h 9"/>
                                  <a:gd name="T8" fmla="*/ 9 w 9"/>
                                  <a:gd name="T9" fmla="*/ 4 h 9"/>
                                  <a:gd name="T10" fmla="*/ 9 w 9"/>
                                  <a:gd name="T11" fmla="*/ 3 h 9"/>
                                  <a:gd name="T12" fmla="*/ 9 w 9"/>
                                  <a:gd name="T13" fmla="*/ 1 h 9"/>
                                  <a:gd name="T14" fmla="*/ 7 w 9"/>
                                  <a:gd name="T15" fmla="*/ 0 h 9"/>
                                  <a:gd name="T16" fmla="*/ 6 w 9"/>
                                  <a:gd name="T17" fmla="*/ 0 h 9"/>
                                  <a:gd name="T18" fmla="*/ 6 w 9"/>
                                  <a:gd name="T19" fmla="*/ 0 h 9"/>
                                  <a:gd name="T20" fmla="*/ 4 w 9"/>
                                  <a:gd name="T21" fmla="*/ 0 h 9"/>
                                  <a:gd name="T22" fmla="*/ 3 w 9"/>
                                  <a:gd name="T23" fmla="*/ 0 h 9"/>
                                  <a:gd name="T24" fmla="*/ 1 w 9"/>
                                  <a:gd name="T25" fmla="*/ 1 h 9"/>
                                  <a:gd name="T26" fmla="*/ 0 w 9"/>
                                  <a:gd name="T27" fmla="*/ 3 h 9"/>
                                  <a:gd name="T28" fmla="*/ 0 w 9"/>
                                  <a:gd name="T29" fmla="*/ 4 h 9"/>
                                  <a:gd name="T30" fmla="*/ 1 w 9"/>
                                  <a:gd name="T31" fmla="*/ 6 h 9"/>
                                  <a:gd name="T32" fmla="*/ 3 w 9"/>
                                  <a:gd name="T33" fmla="*/ 7 h 9"/>
                                  <a:gd name="T34" fmla="*/ 4 w 9"/>
                                  <a:gd name="T35" fmla="*/ 9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4" y="9"/>
                                    </a:moveTo>
                                    <a:lnTo>
                                      <a:pt x="6" y="9"/>
                                    </a:lnTo>
                                    <a:lnTo>
                                      <a:pt x="7" y="7"/>
                                    </a:lnTo>
                                    <a:lnTo>
                                      <a:pt x="9" y="6"/>
                                    </a:lnTo>
                                    <a:lnTo>
                                      <a:pt x="9" y="4"/>
                                    </a:lnTo>
                                    <a:lnTo>
                                      <a:pt x="9" y="3"/>
                                    </a:lnTo>
                                    <a:lnTo>
                                      <a:pt x="9" y="1"/>
                                    </a:lnTo>
                                    <a:lnTo>
                                      <a:pt x="7" y="0"/>
                                    </a:lnTo>
                                    <a:lnTo>
                                      <a:pt x="6" y="0"/>
                                    </a:lnTo>
                                    <a:lnTo>
                                      <a:pt x="4" y="0"/>
                                    </a:lnTo>
                                    <a:lnTo>
                                      <a:pt x="3" y="0"/>
                                    </a:lnTo>
                                    <a:lnTo>
                                      <a:pt x="1" y="1"/>
                                    </a:lnTo>
                                    <a:lnTo>
                                      <a:pt x="0" y="3"/>
                                    </a:lnTo>
                                    <a:lnTo>
                                      <a:pt x="0" y="4"/>
                                    </a:lnTo>
                                    <a:lnTo>
                                      <a:pt x="1" y="6"/>
                                    </a:lnTo>
                                    <a:lnTo>
                                      <a:pt x="3" y="7"/>
                                    </a:lnTo>
                                    <a:lnTo>
                                      <a:pt x="4"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9" name="Freeform 310"/>
                              <p:cNvSpPr>
                                <a:spLocks/>
                              </p:cNvSpPr>
                              <p:nvPr/>
                            </p:nvSpPr>
                            <p:spPr bwMode="auto">
                              <a:xfrm>
                                <a:off x="3736" y="2064"/>
                                <a:ext cx="9" cy="8"/>
                              </a:xfrm>
                              <a:custGeom>
                                <a:avLst/>
                                <a:gdLst>
                                  <a:gd name="T0" fmla="*/ 3 w 9"/>
                                  <a:gd name="T1" fmla="*/ 8 h 8"/>
                                  <a:gd name="T2" fmla="*/ 4 w 9"/>
                                  <a:gd name="T3" fmla="*/ 8 h 8"/>
                                  <a:gd name="T4" fmla="*/ 6 w 9"/>
                                  <a:gd name="T5" fmla="*/ 8 h 8"/>
                                  <a:gd name="T6" fmla="*/ 7 w 9"/>
                                  <a:gd name="T7" fmla="*/ 8 h 8"/>
                                  <a:gd name="T8" fmla="*/ 9 w 9"/>
                                  <a:gd name="T9" fmla="*/ 7 h 8"/>
                                  <a:gd name="T10" fmla="*/ 9 w 9"/>
                                  <a:gd name="T11" fmla="*/ 5 h 8"/>
                                  <a:gd name="T12" fmla="*/ 9 w 9"/>
                                  <a:gd name="T13" fmla="*/ 4 h 8"/>
                                  <a:gd name="T14" fmla="*/ 9 w 9"/>
                                  <a:gd name="T15" fmla="*/ 3 h 8"/>
                                  <a:gd name="T16" fmla="*/ 7 w 9"/>
                                  <a:gd name="T17" fmla="*/ 1 h 8"/>
                                  <a:gd name="T18" fmla="*/ 7 w 9"/>
                                  <a:gd name="T19" fmla="*/ 1 h 8"/>
                                  <a:gd name="T20" fmla="*/ 6 w 9"/>
                                  <a:gd name="T21" fmla="*/ 0 h 8"/>
                                  <a:gd name="T22" fmla="*/ 4 w 9"/>
                                  <a:gd name="T23" fmla="*/ 0 h 8"/>
                                  <a:gd name="T24" fmla="*/ 3 w 9"/>
                                  <a:gd name="T25" fmla="*/ 1 h 8"/>
                                  <a:gd name="T26" fmla="*/ 1 w 9"/>
                                  <a:gd name="T27" fmla="*/ 3 h 8"/>
                                  <a:gd name="T28" fmla="*/ 0 w 9"/>
                                  <a:gd name="T29" fmla="*/ 4 h 8"/>
                                  <a:gd name="T30" fmla="*/ 0 w 9"/>
                                  <a:gd name="T31" fmla="*/ 5 h 8"/>
                                  <a:gd name="T32" fmla="*/ 1 w 9"/>
                                  <a:gd name="T33" fmla="*/ 7 h 8"/>
                                  <a:gd name="T34" fmla="*/ 3 w 9"/>
                                  <a:gd name="T35" fmla="*/ 8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3" y="8"/>
                                    </a:moveTo>
                                    <a:lnTo>
                                      <a:pt x="4" y="8"/>
                                    </a:lnTo>
                                    <a:lnTo>
                                      <a:pt x="6" y="8"/>
                                    </a:lnTo>
                                    <a:lnTo>
                                      <a:pt x="7" y="8"/>
                                    </a:lnTo>
                                    <a:lnTo>
                                      <a:pt x="9" y="7"/>
                                    </a:lnTo>
                                    <a:lnTo>
                                      <a:pt x="9" y="5"/>
                                    </a:lnTo>
                                    <a:lnTo>
                                      <a:pt x="9" y="4"/>
                                    </a:lnTo>
                                    <a:lnTo>
                                      <a:pt x="9" y="3"/>
                                    </a:lnTo>
                                    <a:lnTo>
                                      <a:pt x="7" y="1"/>
                                    </a:lnTo>
                                    <a:lnTo>
                                      <a:pt x="6" y="0"/>
                                    </a:lnTo>
                                    <a:lnTo>
                                      <a:pt x="4" y="0"/>
                                    </a:lnTo>
                                    <a:lnTo>
                                      <a:pt x="3" y="1"/>
                                    </a:lnTo>
                                    <a:lnTo>
                                      <a:pt x="1" y="3"/>
                                    </a:lnTo>
                                    <a:lnTo>
                                      <a:pt x="0" y="4"/>
                                    </a:lnTo>
                                    <a:lnTo>
                                      <a:pt x="0" y="5"/>
                                    </a:lnTo>
                                    <a:lnTo>
                                      <a:pt x="1" y="7"/>
                                    </a:lnTo>
                                    <a:lnTo>
                                      <a:pt x="3"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60" name="Freeform 311"/>
                              <p:cNvSpPr>
                                <a:spLocks/>
                              </p:cNvSpPr>
                              <p:nvPr/>
                            </p:nvSpPr>
                            <p:spPr bwMode="auto">
                              <a:xfrm>
                                <a:off x="3721" y="2055"/>
                                <a:ext cx="9" cy="9"/>
                              </a:xfrm>
                              <a:custGeom>
                                <a:avLst/>
                                <a:gdLst>
                                  <a:gd name="T0" fmla="*/ 2 w 9"/>
                                  <a:gd name="T1" fmla="*/ 9 h 9"/>
                                  <a:gd name="T2" fmla="*/ 3 w 9"/>
                                  <a:gd name="T3" fmla="*/ 9 h 9"/>
                                  <a:gd name="T4" fmla="*/ 5 w 9"/>
                                  <a:gd name="T5" fmla="*/ 9 h 9"/>
                                  <a:gd name="T6" fmla="*/ 6 w 9"/>
                                  <a:gd name="T7" fmla="*/ 9 h 9"/>
                                  <a:gd name="T8" fmla="*/ 8 w 9"/>
                                  <a:gd name="T9" fmla="*/ 7 h 9"/>
                                  <a:gd name="T10" fmla="*/ 9 w 9"/>
                                  <a:gd name="T11" fmla="*/ 6 h 9"/>
                                  <a:gd name="T12" fmla="*/ 9 w 9"/>
                                  <a:gd name="T13" fmla="*/ 4 h 9"/>
                                  <a:gd name="T14" fmla="*/ 8 w 9"/>
                                  <a:gd name="T15" fmla="*/ 3 h 9"/>
                                  <a:gd name="T16" fmla="*/ 6 w 9"/>
                                  <a:gd name="T17" fmla="*/ 1 h 9"/>
                                  <a:gd name="T18" fmla="*/ 6 w 9"/>
                                  <a:gd name="T19" fmla="*/ 1 h 9"/>
                                  <a:gd name="T20" fmla="*/ 5 w 9"/>
                                  <a:gd name="T21" fmla="*/ 0 h 9"/>
                                  <a:gd name="T22" fmla="*/ 3 w 9"/>
                                  <a:gd name="T23" fmla="*/ 0 h 9"/>
                                  <a:gd name="T24" fmla="*/ 2 w 9"/>
                                  <a:gd name="T25" fmla="*/ 1 h 9"/>
                                  <a:gd name="T26" fmla="*/ 0 w 9"/>
                                  <a:gd name="T27" fmla="*/ 3 h 9"/>
                                  <a:gd name="T28" fmla="*/ 0 w 9"/>
                                  <a:gd name="T29" fmla="*/ 4 h 9"/>
                                  <a:gd name="T30" fmla="*/ 0 w 9"/>
                                  <a:gd name="T31" fmla="*/ 6 h 9"/>
                                  <a:gd name="T32" fmla="*/ 0 w 9"/>
                                  <a:gd name="T33" fmla="*/ 7 h 9"/>
                                  <a:gd name="T34" fmla="*/ 2 w 9"/>
                                  <a:gd name="T35" fmla="*/ 9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2" y="9"/>
                                    </a:moveTo>
                                    <a:lnTo>
                                      <a:pt x="3" y="9"/>
                                    </a:lnTo>
                                    <a:lnTo>
                                      <a:pt x="5" y="9"/>
                                    </a:lnTo>
                                    <a:lnTo>
                                      <a:pt x="6" y="9"/>
                                    </a:lnTo>
                                    <a:lnTo>
                                      <a:pt x="8" y="7"/>
                                    </a:lnTo>
                                    <a:lnTo>
                                      <a:pt x="9" y="6"/>
                                    </a:lnTo>
                                    <a:lnTo>
                                      <a:pt x="9" y="4"/>
                                    </a:lnTo>
                                    <a:lnTo>
                                      <a:pt x="8" y="3"/>
                                    </a:lnTo>
                                    <a:lnTo>
                                      <a:pt x="6" y="1"/>
                                    </a:lnTo>
                                    <a:lnTo>
                                      <a:pt x="5" y="0"/>
                                    </a:lnTo>
                                    <a:lnTo>
                                      <a:pt x="3" y="0"/>
                                    </a:lnTo>
                                    <a:lnTo>
                                      <a:pt x="2" y="1"/>
                                    </a:lnTo>
                                    <a:lnTo>
                                      <a:pt x="0" y="3"/>
                                    </a:lnTo>
                                    <a:lnTo>
                                      <a:pt x="0" y="4"/>
                                    </a:lnTo>
                                    <a:lnTo>
                                      <a:pt x="0" y="6"/>
                                    </a:lnTo>
                                    <a:lnTo>
                                      <a:pt x="0" y="7"/>
                                    </a:lnTo>
                                    <a:lnTo>
                                      <a:pt x="2"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61" name="Freeform 312"/>
                              <p:cNvSpPr>
                                <a:spLocks/>
                              </p:cNvSpPr>
                              <p:nvPr/>
                            </p:nvSpPr>
                            <p:spPr bwMode="auto">
                              <a:xfrm>
                                <a:off x="3707" y="2046"/>
                                <a:ext cx="9" cy="9"/>
                              </a:xfrm>
                              <a:custGeom>
                                <a:avLst/>
                                <a:gdLst>
                                  <a:gd name="T0" fmla="*/ 1 w 9"/>
                                  <a:gd name="T1" fmla="*/ 7 h 9"/>
                                  <a:gd name="T2" fmla="*/ 3 w 9"/>
                                  <a:gd name="T3" fmla="*/ 9 h 9"/>
                                  <a:gd name="T4" fmla="*/ 4 w 9"/>
                                  <a:gd name="T5" fmla="*/ 9 h 9"/>
                                  <a:gd name="T6" fmla="*/ 6 w 9"/>
                                  <a:gd name="T7" fmla="*/ 7 h 9"/>
                                  <a:gd name="T8" fmla="*/ 7 w 9"/>
                                  <a:gd name="T9" fmla="*/ 6 h 9"/>
                                  <a:gd name="T10" fmla="*/ 9 w 9"/>
                                  <a:gd name="T11" fmla="*/ 5 h 9"/>
                                  <a:gd name="T12" fmla="*/ 9 w 9"/>
                                  <a:gd name="T13" fmla="*/ 3 h 9"/>
                                  <a:gd name="T14" fmla="*/ 7 w 9"/>
                                  <a:gd name="T15" fmla="*/ 2 h 9"/>
                                  <a:gd name="T16" fmla="*/ 6 w 9"/>
                                  <a:gd name="T17" fmla="*/ 0 h 9"/>
                                  <a:gd name="T18" fmla="*/ 6 w 9"/>
                                  <a:gd name="T19" fmla="*/ 0 h 9"/>
                                  <a:gd name="T20" fmla="*/ 4 w 9"/>
                                  <a:gd name="T21" fmla="*/ 0 h 9"/>
                                  <a:gd name="T22" fmla="*/ 3 w 9"/>
                                  <a:gd name="T23" fmla="*/ 0 h 9"/>
                                  <a:gd name="T24" fmla="*/ 1 w 9"/>
                                  <a:gd name="T25" fmla="*/ 0 h 9"/>
                                  <a:gd name="T26" fmla="*/ 0 w 9"/>
                                  <a:gd name="T27" fmla="*/ 2 h 9"/>
                                  <a:gd name="T28" fmla="*/ 0 w 9"/>
                                  <a:gd name="T29" fmla="*/ 3 h 9"/>
                                  <a:gd name="T30" fmla="*/ 0 w 9"/>
                                  <a:gd name="T31" fmla="*/ 5 h 9"/>
                                  <a:gd name="T32" fmla="*/ 0 w 9"/>
                                  <a:gd name="T33" fmla="*/ 6 h 9"/>
                                  <a:gd name="T34" fmla="*/ 1 w 9"/>
                                  <a:gd name="T35" fmla="*/ 7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1" y="7"/>
                                    </a:moveTo>
                                    <a:lnTo>
                                      <a:pt x="3" y="9"/>
                                    </a:lnTo>
                                    <a:lnTo>
                                      <a:pt x="4" y="9"/>
                                    </a:lnTo>
                                    <a:lnTo>
                                      <a:pt x="6" y="7"/>
                                    </a:lnTo>
                                    <a:lnTo>
                                      <a:pt x="7" y="6"/>
                                    </a:lnTo>
                                    <a:lnTo>
                                      <a:pt x="9" y="5"/>
                                    </a:lnTo>
                                    <a:lnTo>
                                      <a:pt x="9" y="3"/>
                                    </a:lnTo>
                                    <a:lnTo>
                                      <a:pt x="7" y="2"/>
                                    </a:lnTo>
                                    <a:lnTo>
                                      <a:pt x="6" y="0"/>
                                    </a:lnTo>
                                    <a:lnTo>
                                      <a:pt x="4" y="0"/>
                                    </a:lnTo>
                                    <a:lnTo>
                                      <a:pt x="3" y="0"/>
                                    </a:lnTo>
                                    <a:lnTo>
                                      <a:pt x="1" y="0"/>
                                    </a:lnTo>
                                    <a:lnTo>
                                      <a:pt x="0" y="2"/>
                                    </a:lnTo>
                                    <a:lnTo>
                                      <a:pt x="0" y="3"/>
                                    </a:lnTo>
                                    <a:lnTo>
                                      <a:pt x="0" y="5"/>
                                    </a:lnTo>
                                    <a:lnTo>
                                      <a:pt x="0" y="6"/>
                                    </a:lnTo>
                                    <a:lnTo>
                                      <a:pt x="1"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62" name="Freeform 313"/>
                              <p:cNvSpPr>
                                <a:spLocks/>
                              </p:cNvSpPr>
                              <p:nvPr/>
                            </p:nvSpPr>
                            <p:spPr bwMode="auto">
                              <a:xfrm>
                                <a:off x="3692" y="2036"/>
                                <a:ext cx="9" cy="9"/>
                              </a:xfrm>
                              <a:custGeom>
                                <a:avLst/>
                                <a:gdLst>
                                  <a:gd name="T0" fmla="*/ 2 w 9"/>
                                  <a:gd name="T1" fmla="*/ 7 h 9"/>
                                  <a:gd name="T2" fmla="*/ 3 w 9"/>
                                  <a:gd name="T3" fmla="*/ 9 h 9"/>
                                  <a:gd name="T4" fmla="*/ 5 w 9"/>
                                  <a:gd name="T5" fmla="*/ 9 h 9"/>
                                  <a:gd name="T6" fmla="*/ 6 w 9"/>
                                  <a:gd name="T7" fmla="*/ 7 h 9"/>
                                  <a:gd name="T8" fmla="*/ 8 w 9"/>
                                  <a:gd name="T9" fmla="*/ 6 h 9"/>
                                  <a:gd name="T10" fmla="*/ 9 w 9"/>
                                  <a:gd name="T11" fmla="*/ 4 h 9"/>
                                  <a:gd name="T12" fmla="*/ 9 w 9"/>
                                  <a:gd name="T13" fmla="*/ 3 h 9"/>
                                  <a:gd name="T14" fmla="*/ 8 w 9"/>
                                  <a:gd name="T15" fmla="*/ 1 h 9"/>
                                  <a:gd name="T16" fmla="*/ 6 w 9"/>
                                  <a:gd name="T17" fmla="*/ 0 h 9"/>
                                  <a:gd name="T18" fmla="*/ 6 w 9"/>
                                  <a:gd name="T19" fmla="*/ 0 h 9"/>
                                  <a:gd name="T20" fmla="*/ 5 w 9"/>
                                  <a:gd name="T21" fmla="*/ 0 h 9"/>
                                  <a:gd name="T22" fmla="*/ 3 w 9"/>
                                  <a:gd name="T23" fmla="*/ 0 h 9"/>
                                  <a:gd name="T24" fmla="*/ 2 w 9"/>
                                  <a:gd name="T25" fmla="*/ 0 h 9"/>
                                  <a:gd name="T26" fmla="*/ 0 w 9"/>
                                  <a:gd name="T27" fmla="*/ 1 h 9"/>
                                  <a:gd name="T28" fmla="*/ 0 w 9"/>
                                  <a:gd name="T29" fmla="*/ 3 h 9"/>
                                  <a:gd name="T30" fmla="*/ 0 w 9"/>
                                  <a:gd name="T31" fmla="*/ 4 h 9"/>
                                  <a:gd name="T32" fmla="*/ 0 w 9"/>
                                  <a:gd name="T33" fmla="*/ 6 h 9"/>
                                  <a:gd name="T34" fmla="*/ 2 w 9"/>
                                  <a:gd name="T35" fmla="*/ 7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2" y="7"/>
                                    </a:moveTo>
                                    <a:lnTo>
                                      <a:pt x="3" y="9"/>
                                    </a:lnTo>
                                    <a:lnTo>
                                      <a:pt x="5" y="9"/>
                                    </a:lnTo>
                                    <a:lnTo>
                                      <a:pt x="6" y="7"/>
                                    </a:lnTo>
                                    <a:lnTo>
                                      <a:pt x="8" y="6"/>
                                    </a:lnTo>
                                    <a:lnTo>
                                      <a:pt x="9" y="4"/>
                                    </a:lnTo>
                                    <a:lnTo>
                                      <a:pt x="9" y="3"/>
                                    </a:lnTo>
                                    <a:lnTo>
                                      <a:pt x="8" y="1"/>
                                    </a:lnTo>
                                    <a:lnTo>
                                      <a:pt x="6" y="0"/>
                                    </a:lnTo>
                                    <a:lnTo>
                                      <a:pt x="5" y="0"/>
                                    </a:lnTo>
                                    <a:lnTo>
                                      <a:pt x="3" y="0"/>
                                    </a:lnTo>
                                    <a:lnTo>
                                      <a:pt x="2" y="0"/>
                                    </a:lnTo>
                                    <a:lnTo>
                                      <a:pt x="0" y="1"/>
                                    </a:lnTo>
                                    <a:lnTo>
                                      <a:pt x="0" y="3"/>
                                    </a:lnTo>
                                    <a:lnTo>
                                      <a:pt x="0" y="4"/>
                                    </a:lnTo>
                                    <a:lnTo>
                                      <a:pt x="0" y="6"/>
                                    </a:lnTo>
                                    <a:lnTo>
                                      <a:pt x="2"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63" name="Freeform 314"/>
                              <p:cNvSpPr>
                                <a:spLocks/>
                              </p:cNvSpPr>
                              <p:nvPr/>
                            </p:nvSpPr>
                            <p:spPr bwMode="auto">
                              <a:xfrm>
                                <a:off x="3679" y="2024"/>
                                <a:ext cx="9" cy="9"/>
                              </a:xfrm>
                              <a:custGeom>
                                <a:avLst/>
                                <a:gdLst>
                                  <a:gd name="T0" fmla="*/ 2 w 9"/>
                                  <a:gd name="T1" fmla="*/ 9 h 9"/>
                                  <a:gd name="T2" fmla="*/ 3 w 9"/>
                                  <a:gd name="T3" fmla="*/ 9 h 9"/>
                                  <a:gd name="T4" fmla="*/ 5 w 9"/>
                                  <a:gd name="T5" fmla="*/ 9 h 9"/>
                                  <a:gd name="T6" fmla="*/ 6 w 9"/>
                                  <a:gd name="T7" fmla="*/ 9 h 9"/>
                                  <a:gd name="T8" fmla="*/ 8 w 9"/>
                                  <a:gd name="T9" fmla="*/ 8 h 9"/>
                                  <a:gd name="T10" fmla="*/ 9 w 9"/>
                                  <a:gd name="T11" fmla="*/ 6 h 9"/>
                                  <a:gd name="T12" fmla="*/ 9 w 9"/>
                                  <a:gd name="T13" fmla="*/ 5 h 9"/>
                                  <a:gd name="T14" fmla="*/ 8 w 9"/>
                                  <a:gd name="T15" fmla="*/ 3 h 9"/>
                                  <a:gd name="T16" fmla="*/ 6 w 9"/>
                                  <a:gd name="T17" fmla="*/ 2 h 9"/>
                                  <a:gd name="T18" fmla="*/ 6 w 9"/>
                                  <a:gd name="T19" fmla="*/ 2 h 9"/>
                                  <a:gd name="T20" fmla="*/ 5 w 9"/>
                                  <a:gd name="T21" fmla="*/ 0 h 9"/>
                                  <a:gd name="T22" fmla="*/ 3 w 9"/>
                                  <a:gd name="T23" fmla="*/ 0 h 9"/>
                                  <a:gd name="T24" fmla="*/ 2 w 9"/>
                                  <a:gd name="T25" fmla="*/ 2 h 9"/>
                                  <a:gd name="T26" fmla="*/ 0 w 9"/>
                                  <a:gd name="T27" fmla="*/ 3 h 9"/>
                                  <a:gd name="T28" fmla="*/ 0 w 9"/>
                                  <a:gd name="T29" fmla="*/ 5 h 9"/>
                                  <a:gd name="T30" fmla="*/ 0 w 9"/>
                                  <a:gd name="T31" fmla="*/ 6 h 9"/>
                                  <a:gd name="T32" fmla="*/ 0 w 9"/>
                                  <a:gd name="T33" fmla="*/ 8 h 9"/>
                                  <a:gd name="T34" fmla="*/ 2 w 9"/>
                                  <a:gd name="T35" fmla="*/ 9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2" y="9"/>
                                    </a:moveTo>
                                    <a:lnTo>
                                      <a:pt x="3" y="9"/>
                                    </a:lnTo>
                                    <a:lnTo>
                                      <a:pt x="5" y="9"/>
                                    </a:lnTo>
                                    <a:lnTo>
                                      <a:pt x="6" y="9"/>
                                    </a:lnTo>
                                    <a:lnTo>
                                      <a:pt x="8" y="8"/>
                                    </a:lnTo>
                                    <a:lnTo>
                                      <a:pt x="9" y="6"/>
                                    </a:lnTo>
                                    <a:lnTo>
                                      <a:pt x="9" y="5"/>
                                    </a:lnTo>
                                    <a:lnTo>
                                      <a:pt x="8" y="3"/>
                                    </a:lnTo>
                                    <a:lnTo>
                                      <a:pt x="6" y="2"/>
                                    </a:lnTo>
                                    <a:lnTo>
                                      <a:pt x="5" y="0"/>
                                    </a:lnTo>
                                    <a:lnTo>
                                      <a:pt x="3" y="0"/>
                                    </a:lnTo>
                                    <a:lnTo>
                                      <a:pt x="2" y="2"/>
                                    </a:lnTo>
                                    <a:lnTo>
                                      <a:pt x="0" y="3"/>
                                    </a:lnTo>
                                    <a:lnTo>
                                      <a:pt x="0" y="5"/>
                                    </a:lnTo>
                                    <a:lnTo>
                                      <a:pt x="0" y="6"/>
                                    </a:lnTo>
                                    <a:lnTo>
                                      <a:pt x="0" y="8"/>
                                    </a:lnTo>
                                    <a:lnTo>
                                      <a:pt x="2"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64" name="Freeform 315"/>
                              <p:cNvSpPr>
                                <a:spLocks/>
                              </p:cNvSpPr>
                              <p:nvPr/>
                            </p:nvSpPr>
                            <p:spPr bwMode="auto">
                              <a:xfrm>
                                <a:off x="3665" y="2013"/>
                                <a:ext cx="8" cy="8"/>
                              </a:xfrm>
                              <a:custGeom>
                                <a:avLst/>
                                <a:gdLst>
                                  <a:gd name="T0" fmla="*/ 3 w 8"/>
                                  <a:gd name="T1" fmla="*/ 8 h 8"/>
                                  <a:gd name="T2" fmla="*/ 4 w 8"/>
                                  <a:gd name="T3" fmla="*/ 8 h 8"/>
                                  <a:gd name="T4" fmla="*/ 6 w 8"/>
                                  <a:gd name="T5" fmla="*/ 8 h 8"/>
                                  <a:gd name="T6" fmla="*/ 7 w 8"/>
                                  <a:gd name="T7" fmla="*/ 8 h 8"/>
                                  <a:gd name="T8" fmla="*/ 8 w 8"/>
                                  <a:gd name="T9" fmla="*/ 7 h 8"/>
                                  <a:gd name="T10" fmla="*/ 8 w 8"/>
                                  <a:gd name="T11" fmla="*/ 6 h 8"/>
                                  <a:gd name="T12" fmla="*/ 8 w 8"/>
                                  <a:gd name="T13" fmla="*/ 4 h 8"/>
                                  <a:gd name="T14" fmla="*/ 8 w 8"/>
                                  <a:gd name="T15" fmla="*/ 3 h 8"/>
                                  <a:gd name="T16" fmla="*/ 7 w 8"/>
                                  <a:gd name="T17" fmla="*/ 1 h 8"/>
                                  <a:gd name="T18" fmla="*/ 7 w 8"/>
                                  <a:gd name="T19" fmla="*/ 1 h 8"/>
                                  <a:gd name="T20" fmla="*/ 6 w 8"/>
                                  <a:gd name="T21" fmla="*/ 0 h 8"/>
                                  <a:gd name="T22" fmla="*/ 4 w 8"/>
                                  <a:gd name="T23" fmla="*/ 0 h 8"/>
                                  <a:gd name="T24" fmla="*/ 3 w 8"/>
                                  <a:gd name="T25" fmla="*/ 1 h 8"/>
                                  <a:gd name="T26" fmla="*/ 1 w 8"/>
                                  <a:gd name="T27" fmla="*/ 3 h 8"/>
                                  <a:gd name="T28" fmla="*/ 0 w 8"/>
                                  <a:gd name="T29" fmla="*/ 4 h 8"/>
                                  <a:gd name="T30" fmla="*/ 0 w 8"/>
                                  <a:gd name="T31" fmla="*/ 6 h 8"/>
                                  <a:gd name="T32" fmla="*/ 1 w 8"/>
                                  <a:gd name="T33" fmla="*/ 7 h 8"/>
                                  <a:gd name="T34" fmla="*/ 3 w 8"/>
                                  <a:gd name="T35" fmla="*/ 8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8"/>
                                  <a:gd name="T56" fmla="*/ 8 w 8"/>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8">
                                    <a:moveTo>
                                      <a:pt x="3" y="8"/>
                                    </a:moveTo>
                                    <a:lnTo>
                                      <a:pt x="4" y="8"/>
                                    </a:lnTo>
                                    <a:lnTo>
                                      <a:pt x="6" y="8"/>
                                    </a:lnTo>
                                    <a:lnTo>
                                      <a:pt x="7" y="8"/>
                                    </a:lnTo>
                                    <a:lnTo>
                                      <a:pt x="8" y="7"/>
                                    </a:lnTo>
                                    <a:lnTo>
                                      <a:pt x="8" y="6"/>
                                    </a:lnTo>
                                    <a:lnTo>
                                      <a:pt x="8" y="4"/>
                                    </a:lnTo>
                                    <a:lnTo>
                                      <a:pt x="8" y="3"/>
                                    </a:lnTo>
                                    <a:lnTo>
                                      <a:pt x="7" y="1"/>
                                    </a:lnTo>
                                    <a:lnTo>
                                      <a:pt x="6" y="0"/>
                                    </a:lnTo>
                                    <a:lnTo>
                                      <a:pt x="4" y="0"/>
                                    </a:lnTo>
                                    <a:lnTo>
                                      <a:pt x="3" y="1"/>
                                    </a:lnTo>
                                    <a:lnTo>
                                      <a:pt x="1" y="3"/>
                                    </a:lnTo>
                                    <a:lnTo>
                                      <a:pt x="0" y="4"/>
                                    </a:lnTo>
                                    <a:lnTo>
                                      <a:pt x="0" y="6"/>
                                    </a:lnTo>
                                    <a:lnTo>
                                      <a:pt x="1" y="7"/>
                                    </a:lnTo>
                                    <a:lnTo>
                                      <a:pt x="3"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65" name="Freeform 316"/>
                              <p:cNvSpPr>
                                <a:spLocks/>
                              </p:cNvSpPr>
                              <p:nvPr/>
                            </p:nvSpPr>
                            <p:spPr bwMode="auto">
                              <a:xfrm>
                                <a:off x="3652" y="2003"/>
                                <a:ext cx="8" cy="8"/>
                              </a:xfrm>
                              <a:custGeom>
                                <a:avLst/>
                                <a:gdLst>
                                  <a:gd name="T0" fmla="*/ 3 w 8"/>
                                  <a:gd name="T1" fmla="*/ 7 h 8"/>
                                  <a:gd name="T2" fmla="*/ 4 w 8"/>
                                  <a:gd name="T3" fmla="*/ 8 h 8"/>
                                  <a:gd name="T4" fmla="*/ 5 w 8"/>
                                  <a:gd name="T5" fmla="*/ 8 h 8"/>
                                  <a:gd name="T6" fmla="*/ 7 w 8"/>
                                  <a:gd name="T7" fmla="*/ 7 h 8"/>
                                  <a:gd name="T8" fmla="*/ 8 w 8"/>
                                  <a:gd name="T9" fmla="*/ 5 h 8"/>
                                  <a:gd name="T10" fmla="*/ 8 w 8"/>
                                  <a:gd name="T11" fmla="*/ 4 h 8"/>
                                  <a:gd name="T12" fmla="*/ 8 w 8"/>
                                  <a:gd name="T13" fmla="*/ 3 h 8"/>
                                  <a:gd name="T14" fmla="*/ 8 w 8"/>
                                  <a:gd name="T15" fmla="*/ 1 h 8"/>
                                  <a:gd name="T16" fmla="*/ 7 w 8"/>
                                  <a:gd name="T17" fmla="*/ 0 h 8"/>
                                  <a:gd name="T18" fmla="*/ 7 w 8"/>
                                  <a:gd name="T19" fmla="*/ 0 h 8"/>
                                  <a:gd name="T20" fmla="*/ 5 w 8"/>
                                  <a:gd name="T21" fmla="*/ 0 h 8"/>
                                  <a:gd name="T22" fmla="*/ 4 w 8"/>
                                  <a:gd name="T23" fmla="*/ 0 h 8"/>
                                  <a:gd name="T24" fmla="*/ 3 w 8"/>
                                  <a:gd name="T25" fmla="*/ 0 h 8"/>
                                  <a:gd name="T26" fmla="*/ 1 w 8"/>
                                  <a:gd name="T27" fmla="*/ 1 h 8"/>
                                  <a:gd name="T28" fmla="*/ 0 w 8"/>
                                  <a:gd name="T29" fmla="*/ 3 h 8"/>
                                  <a:gd name="T30" fmla="*/ 0 w 8"/>
                                  <a:gd name="T31" fmla="*/ 4 h 8"/>
                                  <a:gd name="T32" fmla="*/ 1 w 8"/>
                                  <a:gd name="T33" fmla="*/ 5 h 8"/>
                                  <a:gd name="T34" fmla="*/ 3 w 8"/>
                                  <a:gd name="T35" fmla="*/ 7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8"/>
                                  <a:gd name="T56" fmla="*/ 8 w 8"/>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8">
                                    <a:moveTo>
                                      <a:pt x="3" y="7"/>
                                    </a:moveTo>
                                    <a:lnTo>
                                      <a:pt x="4" y="8"/>
                                    </a:lnTo>
                                    <a:lnTo>
                                      <a:pt x="5" y="8"/>
                                    </a:lnTo>
                                    <a:lnTo>
                                      <a:pt x="7" y="7"/>
                                    </a:lnTo>
                                    <a:lnTo>
                                      <a:pt x="8" y="5"/>
                                    </a:lnTo>
                                    <a:lnTo>
                                      <a:pt x="8" y="4"/>
                                    </a:lnTo>
                                    <a:lnTo>
                                      <a:pt x="8" y="3"/>
                                    </a:lnTo>
                                    <a:lnTo>
                                      <a:pt x="8" y="1"/>
                                    </a:lnTo>
                                    <a:lnTo>
                                      <a:pt x="7" y="0"/>
                                    </a:lnTo>
                                    <a:lnTo>
                                      <a:pt x="5" y="0"/>
                                    </a:lnTo>
                                    <a:lnTo>
                                      <a:pt x="4" y="0"/>
                                    </a:lnTo>
                                    <a:lnTo>
                                      <a:pt x="3" y="0"/>
                                    </a:lnTo>
                                    <a:lnTo>
                                      <a:pt x="1" y="1"/>
                                    </a:lnTo>
                                    <a:lnTo>
                                      <a:pt x="0" y="3"/>
                                    </a:lnTo>
                                    <a:lnTo>
                                      <a:pt x="0" y="4"/>
                                    </a:lnTo>
                                    <a:lnTo>
                                      <a:pt x="1" y="5"/>
                                    </a:lnTo>
                                    <a:lnTo>
                                      <a:pt x="3"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66" name="Freeform 317"/>
                              <p:cNvSpPr>
                                <a:spLocks/>
                              </p:cNvSpPr>
                              <p:nvPr/>
                            </p:nvSpPr>
                            <p:spPr bwMode="auto">
                              <a:xfrm>
                                <a:off x="3639" y="1990"/>
                                <a:ext cx="8" cy="10"/>
                              </a:xfrm>
                              <a:custGeom>
                                <a:avLst/>
                                <a:gdLst>
                                  <a:gd name="T0" fmla="*/ 2 w 8"/>
                                  <a:gd name="T1" fmla="*/ 8 h 10"/>
                                  <a:gd name="T2" fmla="*/ 4 w 8"/>
                                  <a:gd name="T3" fmla="*/ 10 h 10"/>
                                  <a:gd name="T4" fmla="*/ 5 w 8"/>
                                  <a:gd name="T5" fmla="*/ 10 h 10"/>
                                  <a:gd name="T6" fmla="*/ 7 w 8"/>
                                  <a:gd name="T7" fmla="*/ 8 h 10"/>
                                  <a:gd name="T8" fmla="*/ 8 w 8"/>
                                  <a:gd name="T9" fmla="*/ 7 h 10"/>
                                  <a:gd name="T10" fmla="*/ 8 w 8"/>
                                  <a:gd name="T11" fmla="*/ 5 h 10"/>
                                  <a:gd name="T12" fmla="*/ 8 w 8"/>
                                  <a:gd name="T13" fmla="*/ 4 h 10"/>
                                  <a:gd name="T14" fmla="*/ 8 w 8"/>
                                  <a:gd name="T15" fmla="*/ 2 h 10"/>
                                  <a:gd name="T16" fmla="*/ 7 w 8"/>
                                  <a:gd name="T17" fmla="*/ 1 h 10"/>
                                  <a:gd name="T18" fmla="*/ 7 w 8"/>
                                  <a:gd name="T19" fmla="*/ 1 h 10"/>
                                  <a:gd name="T20" fmla="*/ 5 w 8"/>
                                  <a:gd name="T21" fmla="*/ 0 h 10"/>
                                  <a:gd name="T22" fmla="*/ 4 w 8"/>
                                  <a:gd name="T23" fmla="*/ 0 h 10"/>
                                  <a:gd name="T24" fmla="*/ 2 w 8"/>
                                  <a:gd name="T25" fmla="*/ 1 h 10"/>
                                  <a:gd name="T26" fmla="*/ 1 w 8"/>
                                  <a:gd name="T27" fmla="*/ 2 h 10"/>
                                  <a:gd name="T28" fmla="*/ 0 w 8"/>
                                  <a:gd name="T29" fmla="*/ 4 h 10"/>
                                  <a:gd name="T30" fmla="*/ 0 w 8"/>
                                  <a:gd name="T31" fmla="*/ 5 h 10"/>
                                  <a:gd name="T32" fmla="*/ 1 w 8"/>
                                  <a:gd name="T33" fmla="*/ 7 h 10"/>
                                  <a:gd name="T34" fmla="*/ 2 w 8"/>
                                  <a:gd name="T35" fmla="*/ 8 h 10"/>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10"/>
                                  <a:gd name="T56" fmla="*/ 8 w 8"/>
                                  <a:gd name="T57" fmla="*/ 10 h 10"/>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10">
                                    <a:moveTo>
                                      <a:pt x="2" y="8"/>
                                    </a:moveTo>
                                    <a:lnTo>
                                      <a:pt x="4" y="10"/>
                                    </a:lnTo>
                                    <a:lnTo>
                                      <a:pt x="5" y="10"/>
                                    </a:lnTo>
                                    <a:lnTo>
                                      <a:pt x="7" y="8"/>
                                    </a:lnTo>
                                    <a:lnTo>
                                      <a:pt x="8" y="7"/>
                                    </a:lnTo>
                                    <a:lnTo>
                                      <a:pt x="8" y="5"/>
                                    </a:lnTo>
                                    <a:lnTo>
                                      <a:pt x="8" y="4"/>
                                    </a:lnTo>
                                    <a:lnTo>
                                      <a:pt x="8" y="2"/>
                                    </a:lnTo>
                                    <a:lnTo>
                                      <a:pt x="7" y="1"/>
                                    </a:lnTo>
                                    <a:lnTo>
                                      <a:pt x="5" y="0"/>
                                    </a:lnTo>
                                    <a:lnTo>
                                      <a:pt x="4" y="0"/>
                                    </a:lnTo>
                                    <a:lnTo>
                                      <a:pt x="2" y="1"/>
                                    </a:lnTo>
                                    <a:lnTo>
                                      <a:pt x="1" y="2"/>
                                    </a:lnTo>
                                    <a:lnTo>
                                      <a:pt x="0" y="4"/>
                                    </a:lnTo>
                                    <a:lnTo>
                                      <a:pt x="0" y="5"/>
                                    </a:lnTo>
                                    <a:lnTo>
                                      <a:pt x="1" y="7"/>
                                    </a:lnTo>
                                    <a:lnTo>
                                      <a:pt x="2"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67" name="Freeform 318"/>
                              <p:cNvSpPr>
                                <a:spLocks/>
                              </p:cNvSpPr>
                              <p:nvPr/>
                            </p:nvSpPr>
                            <p:spPr bwMode="auto">
                              <a:xfrm>
                                <a:off x="3627" y="1978"/>
                                <a:ext cx="9" cy="9"/>
                              </a:xfrm>
                              <a:custGeom>
                                <a:avLst/>
                                <a:gdLst>
                                  <a:gd name="T0" fmla="*/ 1 w 9"/>
                                  <a:gd name="T1" fmla="*/ 9 h 9"/>
                                  <a:gd name="T2" fmla="*/ 3 w 9"/>
                                  <a:gd name="T3" fmla="*/ 9 h 9"/>
                                  <a:gd name="T4" fmla="*/ 4 w 9"/>
                                  <a:gd name="T5" fmla="*/ 9 h 9"/>
                                  <a:gd name="T6" fmla="*/ 6 w 9"/>
                                  <a:gd name="T7" fmla="*/ 9 h 9"/>
                                  <a:gd name="T8" fmla="*/ 7 w 9"/>
                                  <a:gd name="T9" fmla="*/ 7 h 9"/>
                                  <a:gd name="T10" fmla="*/ 9 w 9"/>
                                  <a:gd name="T11" fmla="*/ 6 h 9"/>
                                  <a:gd name="T12" fmla="*/ 9 w 9"/>
                                  <a:gd name="T13" fmla="*/ 4 h 9"/>
                                  <a:gd name="T14" fmla="*/ 7 w 9"/>
                                  <a:gd name="T15" fmla="*/ 3 h 9"/>
                                  <a:gd name="T16" fmla="*/ 6 w 9"/>
                                  <a:gd name="T17" fmla="*/ 1 h 9"/>
                                  <a:gd name="T18" fmla="*/ 6 w 9"/>
                                  <a:gd name="T19" fmla="*/ 1 h 9"/>
                                  <a:gd name="T20" fmla="*/ 4 w 9"/>
                                  <a:gd name="T21" fmla="*/ 0 h 9"/>
                                  <a:gd name="T22" fmla="*/ 3 w 9"/>
                                  <a:gd name="T23" fmla="*/ 0 h 9"/>
                                  <a:gd name="T24" fmla="*/ 1 w 9"/>
                                  <a:gd name="T25" fmla="*/ 1 h 9"/>
                                  <a:gd name="T26" fmla="*/ 0 w 9"/>
                                  <a:gd name="T27" fmla="*/ 3 h 9"/>
                                  <a:gd name="T28" fmla="*/ 0 w 9"/>
                                  <a:gd name="T29" fmla="*/ 4 h 9"/>
                                  <a:gd name="T30" fmla="*/ 0 w 9"/>
                                  <a:gd name="T31" fmla="*/ 6 h 9"/>
                                  <a:gd name="T32" fmla="*/ 0 w 9"/>
                                  <a:gd name="T33" fmla="*/ 7 h 9"/>
                                  <a:gd name="T34" fmla="*/ 1 w 9"/>
                                  <a:gd name="T35" fmla="*/ 9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1" y="9"/>
                                    </a:moveTo>
                                    <a:lnTo>
                                      <a:pt x="3" y="9"/>
                                    </a:lnTo>
                                    <a:lnTo>
                                      <a:pt x="4" y="9"/>
                                    </a:lnTo>
                                    <a:lnTo>
                                      <a:pt x="6" y="9"/>
                                    </a:lnTo>
                                    <a:lnTo>
                                      <a:pt x="7" y="7"/>
                                    </a:lnTo>
                                    <a:lnTo>
                                      <a:pt x="9" y="6"/>
                                    </a:lnTo>
                                    <a:lnTo>
                                      <a:pt x="9" y="4"/>
                                    </a:lnTo>
                                    <a:lnTo>
                                      <a:pt x="7" y="3"/>
                                    </a:lnTo>
                                    <a:lnTo>
                                      <a:pt x="6" y="1"/>
                                    </a:lnTo>
                                    <a:lnTo>
                                      <a:pt x="4" y="0"/>
                                    </a:lnTo>
                                    <a:lnTo>
                                      <a:pt x="3" y="0"/>
                                    </a:lnTo>
                                    <a:lnTo>
                                      <a:pt x="1" y="1"/>
                                    </a:lnTo>
                                    <a:lnTo>
                                      <a:pt x="0" y="3"/>
                                    </a:lnTo>
                                    <a:lnTo>
                                      <a:pt x="0" y="4"/>
                                    </a:lnTo>
                                    <a:lnTo>
                                      <a:pt x="0" y="6"/>
                                    </a:lnTo>
                                    <a:lnTo>
                                      <a:pt x="0" y="7"/>
                                    </a:lnTo>
                                    <a:lnTo>
                                      <a:pt x="1"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68" name="Freeform 319"/>
                              <p:cNvSpPr>
                                <a:spLocks/>
                              </p:cNvSpPr>
                              <p:nvPr/>
                            </p:nvSpPr>
                            <p:spPr bwMode="auto">
                              <a:xfrm>
                                <a:off x="3614" y="1966"/>
                                <a:ext cx="9" cy="9"/>
                              </a:xfrm>
                              <a:custGeom>
                                <a:avLst/>
                                <a:gdLst>
                                  <a:gd name="T0" fmla="*/ 1 w 9"/>
                                  <a:gd name="T1" fmla="*/ 9 h 9"/>
                                  <a:gd name="T2" fmla="*/ 3 w 9"/>
                                  <a:gd name="T3" fmla="*/ 9 h 9"/>
                                  <a:gd name="T4" fmla="*/ 4 w 9"/>
                                  <a:gd name="T5" fmla="*/ 9 h 9"/>
                                  <a:gd name="T6" fmla="*/ 6 w 9"/>
                                  <a:gd name="T7" fmla="*/ 9 h 9"/>
                                  <a:gd name="T8" fmla="*/ 7 w 9"/>
                                  <a:gd name="T9" fmla="*/ 8 h 9"/>
                                  <a:gd name="T10" fmla="*/ 9 w 9"/>
                                  <a:gd name="T11" fmla="*/ 6 h 9"/>
                                  <a:gd name="T12" fmla="*/ 9 w 9"/>
                                  <a:gd name="T13" fmla="*/ 5 h 9"/>
                                  <a:gd name="T14" fmla="*/ 7 w 9"/>
                                  <a:gd name="T15" fmla="*/ 3 h 9"/>
                                  <a:gd name="T16" fmla="*/ 6 w 9"/>
                                  <a:gd name="T17" fmla="*/ 2 h 9"/>
                                  <a:gd name="T18" fmla="*/ 6 w 9"/>
                                  <a:gd name="T19" fmla="*/ 2 h 9"/>
                                  <a:gd name="T20" fmla="*/ 4 w 9"/>
                                  <a:gd name="T21" fmla="*/ 0 h 9"/>
                                  <a:gd name="T22" fmla="*/ 3 w 9"/>
                                  <a:gd name="T23" fmla="*/ 0 h 9"/>
                                  <a:gd name="T24" fmla="*/ 1 w 9"/>
                                  <a:gd name="T25" fmla="*/ 2 h 9"/>
                                  <a:gd name="T26" fmla="*/ 0 w 9"/>
                                  <a:gd name="T27" fmla="*/ 3 h 9"/>
                                  <a:gd name="T28" fmla="*/ 0 w 9"/>
                                  <a:gd name="T29" fmla="*/ 5 h 9"/>
                                  <a:gd name="T30" fmla="*/ 0 w 9"/>
                                  <a:gd name="T31" fmla="*/ 6 h 9"/>
                                  <a:gd name="T32" fmla="*/ 0 w 9"/>
                                  <a:gd name="T33" fmla="*/ 8 h 9"/>
                                  <a:gd name="T34" fmla="*/ 1 w 9"/>
                                  <a:gd name="T35" fmla="*/ 9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1" y="9"/>
                                    </a:moveTo>
                                    <a:lnTo>
                                      <a:pt x="3" y="9"/>
                                    </a:lnTo>
                                    <a:lnTo>
                                      <a:pt x="4" y="9"/>
                                    </a:lnTo>
                                    <a:lnTo>
                                      <a:pt x="6" y="9"/>
                                    </a:lnTo>
                                    <a:lnTo>
                                      <a:pt x="7" y="8"/>
                                    </a:lnTo>
                                    <a:lnTo>
                                      <a:pt x="9" y="6"/>
                                    </a:lnTo>
                                    <a:lnTo>
                                      <a:pt x="9" y="5"/>
                                    </a:lnTo>
                                    <a:lnTo>
                                      <a:pt x="7" y="3"/>
                                    </a:lnTo>
                                    <a:lnTo>
                                      <a:pt x="6" y="2"/>
                                    </a:lnTo>
                                    <a:lnTo>
                                      <a:pt x="4" y="0"/>
                                    </a:lnTo>
                                    <a:lnTo>
                                      <a:pt x="3" y="0"/>
                                    </a:lnTo>
                                    <a:lnTo>
                                      <a:pt x="1" y="2"/>
                                    </a:lnTo>
                                    <a:lnTo>
                                      <a:pt x="0" y="3"/>
                                    </a:lnTo>
                                    <a:lnTo>
                                      <a:pt x="0" y="5"/>
                                    </a:lnTo>
                                    <a:lnTo>
                                      <a:pt x="0" y="6"/>
                                    </a:lnTo>
                                    <a:lnTo>
                                      <a:pt x="0" y="8"/>
                                    </a:lnTo>
                                    <a:lnTo>
                                      <a:pt x="1"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69" name="Freeform 320"/>
                              <p:cNvSpPr>
                                <a:spLocks/>
                              </p:cNvSpPr>
                              <p:nvPr/>
                            </p:nvSpPr>
                            <p:spPr bwMode="auto">
                              <a:xfrm>
                                <a:off x="3601" y="1955"/>
                                <a:ext cx="9" cy="8"/>
                              </a:xfrm>
                              <a:custGeom>
                                <a:avLst/>
                                <a:gdLst>
                                  <a:gd name="T0" fmla="*/ 1 w 9"/>
                                  <a:gd name="T1" fmla="*/ 8 h 8"/>
                                  <a:gd name="T2" fmla="*/ 3 w 9"/>
                                  <a:gd name="T3" fmla="*/ 8 h 8"/>
                                  <a:gd name="T4" fmla="*/ 4 w 9"/>
                                  <a:gd name="T5" fmla="*/ 8 h 8"/>
                                  <a:gd name="T6" fmla="*/ 6 w 9"/>
                                  <a:gd name="T7" fmla="*/ 8 h 8"/>
                                  <a:gd name="T8" fmla="*/ 7 w 9"/>
                                  <a:gd name="T9" fmla="*/ 7 h 8"/>
                                  <a:gd name="T10" fmla="*/ 9 w 9"/>
                                  <a:gd name="T11" fmla="*/ 5 h 8"/>
                                  <a:gd name="T12" fmla="*/ 9 w 9"/>
                                  <a:gd name="T13" fmla="*/ 4 h 8"/>
                                  <a:gd name="T14" fmla="*/ 7 w 9"/>
                                  <a:gd name="T15" fmla="*/ 3 h 8"/>
                                  <a:gd name="T16" fmla="*/ 6 w 9"/>
                                  <a:gd name="T17" fmla="*/ 1 h 8"/>
                                  <a:gd name="T18" fmla="*/ 6 w 9"/>
                                  <a:gd name="T19" fmla="*/ 1 h 8"/>
                                  <a:gd name="T20" fmla="*/ 4 w 9"/>
                                  <a:gd name="T21" fmla="*/ 0 h 8"/>
                                  <a:gd name="T22" fmla="*/ 3 w 9"/>
                                  <a:gd name="T23" fmla="*/ 0 h 8"/>
                                  <a:gd name="T24" fmla="*/ 1 w 9"/>
                                  <a:gd name="T25" fmla="*/ 1 h 8"/>
                                  <a:gd name="T26" fmla="*/ 0 w 9"/>
                                  <a:gd name="T27" fmla="*/ 3 h 8"/>
                                  <a:gd name="T28" fmla="*/ 0 w 9"/>
                                  <a:gd name="T29" fmla="*/ 4 h 8"/>
                                  <a:gd name="T30" fmla="*/ 0 w 9"/>
                                  <a:gd name="T31" fmla="*/ 5 h 8"/>
                                  <a:gd name="T32" fmla="*/ 0 w 9"/>
                                  <a:gd name="T33" fmla="*/ 7 h 8"/>
                                  <a:gd name="T34" fmla="*/ 1 w 9"/>
                                  <a:gd name="T35" fmla="*/ 8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1" y="8"/>
                                    </a:moveTo>
                                    <a:lnTo>
                                      <a:pt x="3" y="8"/>
                                    </a:lnTo>
                                    <a:lnTo>
                                      <a:pt x="4" y="8"/>
                                    </a:lnTo>
                                    <a:lnTo>
                                      <a:pt x="6" y="8"/>
                                    </a:lnTo>
                                    <a:lnTo>
                                      <a:pt x="7" y="7"/>
                                    </a:lnTo>
                                    <a:lnTo>
                                      <a:pt x="9" y="5"/>
                                    </a:lnTo>
                                    <a:lnTo>
                                      <a:pt x="9" y="4"/>
                                    </a:lnTo>
                                    <a:lnTo>
                                      <a:pt x="7" y="3"/>
                                    </a:lnTo>
                                    <a:lnTo>
                                      <a:pt x="6" y="1"/>
                                    </a:lnTo>
                                    <a:lnTo>
                                      <a:pt x="4" y="0"/>
                                    </a:lnTo>
                                    <a:lnTo>
                                      <a:pt x="3" y="0"/>
                                    </a:lnTo>
                                    <a:lnTo>
                                      <a:pt x="1" y="1"/>
                                    </a:lnTo>
                                    <a:lnTo>
                                      <a:pt x="0" y="3"/>
                                    </a:lnTo>
                                    <a:lnTo>
                                      <a:pt x="0" y="4"/>
                                    </a:lnTo>
                                    <a:lnTo>
                                      <a:pt x="0" y="5"/>
                                    </a:lnTo>
                                    <a:lnTo>
                                      <a:pt x="0" y="7"/>
                                    </a:lnTo>
                                    <a:lnTo>
                                      <a:pt x="1"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70" name="Freeform 321"/>
                              <p:cNvSpPr>
                                <a:spLocks/>
                              </p:cNvSpPr>
                              <p:nvPr/>
                            </p:nvSpPr>
                            <p:spPr bwMode="auto">
                              <a:xfrm>
                                <a:off x="3588" y="1943"/>
                                <a:ext cx="8" cy="9"/>
                              </a:xfrm>
                              <a:custGeom>
                                <a:avLst/>
                                <a:gdLst>
                                  <a:gd name="T0" fmla="*/ 3 w 8"/>
                                  <a:gd name="T1" fmla="*/ 9 h 9"/>
                                  <a:gd name="T2" fmla="*/ 4 w 8"/>
                                  <a:gd name="T3" fmla="*/ 9 h 9"/>
                                  <a:gd name="T4" fmla="*/ 6 w 8"/>
                                  <a:gd name="T5" fmla="*/ 9 h 9"/>
                                  <a:gd name="T6" fmla="*/ 7 w 8"/>
                                  <a:gd name="T7" fmla="*/ 9 h 9"/>
                                  <a:gd name="T8" fmla="*/ 8 w 8"/>
                                  <a:gd name="T9" fmla="*/ 7 h 9"/>
                                  <a:gd name="T10" fmla="*/ 8 w 8"/>
                                  <a:gd name="T11" fmla="*/ 6 h 9"/>
                                  <a:gd name="T12" fmla="*/ 8 w 8"/>
                                  <a:gd name="T13" fmla="*/ 4 h 9"/>
                                  <a:gd name="T14" fmla="*/ 8 w 8"/>
                                  <a:gd name="T15" fmla="*/ 3 h 9"/>
                                  <a:gd name="T16" fmla="*/ 7 w 8"/>
                                  <a:gd name="T17" fmla="*/ 1 h 9"/>
                                  <a:gd name="T18" fmla="*/ 7 w 8"/>
                                  <a:gd name="T19" fmla="*/ 1 h 9"/>
                                  <a:gd name="T20" fmla="*/ 6 w 8"/>
                                  <a:gd name="T21" fmla="*/ 0 h 9"/>
                                  <a:gd name="T22" fmla="*/ 4 w 8"/>
                                  <a:gd name="T23" fmla="*/ 0 h 9"/>
                                  <a:gd name="T24" fmla="*/ 3 w 8"/>
                                  <a:gd name="T25" fmla="*/ 1 h 9"/>
                                  <a:gd name="T26" fmla="*/ 1 w 8"/>
                                  <a:gd name="T27" fmla="*/ 3 h 9"/>
                                  <a:gd name="T28" fmla="*/ 0 w 8"/>
                                  <a:gd name="T29" fmla="*/ 4 h 9"/>
                                  <a:gd name="T30" fmla="*/ 0 w 8"/>
                                  <a:gd name="T31" fmla="*/ 6 h 9"/>
                                  <a:gd name="T32" fmla="*/ 1 w 8"/>
                                  <a:gd name="T33" fmla="*/ 7 h 9"/>
                                  <a:gd name="T34" fmla="*/ 3 w 8"/>
                                  <a:gd name="T35" fmla="*/ 9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3" y="9"/>
                                    </a:moveTo>
                                    <a:lnTo>
                                      <a:pt x="4" y="9"/>
                                    </a:lnTo>
                                    <a:lnTo>
                                      <a:pt x="6" y="9"/>
                                    </a:lnTo>
                                    <a:lnTo>
                                      <a:pt x="7" y="9"/>
                                    </a:lnTo>
                                    <a:lnTo>
                                      <a:pt x="8" y="7"/>
                                    </a:lnTo>
                                    <a:lnTo>
                                      <a:pt x="8" y="6"/>
                                    </a:lnTo>
                                    <a:lnTo>
                                      <a:pt x="8" y="4"/>
                                    </a:lnTo>
                                    <a:lnTo>
                                      <a:pt x="8" y="3"/>
                                    </a:lnTo>
                                    <a:lnTo>
                                      <a:pt x="7" y="1"/>
                                    </a:lnTo>
                                    <a:lnTo>
                                      <a:pt x="6" y="0"/>
                                    </a:lnTo>
                                    <a:lnTo>
                                      <a:pt x="4" y="0"/>
                                    </a:lnTo>
                                    <a:lnTo>
                                      <a:pt x="3" y="1"/>
                                    </a:lnTo>
                                    <a:lnTo>
                                      <a:pt x="1" y="3"/>
                                    </a:lnTo>
                                    <a:lnTo>
                                      <a:pt x="0" y="4"/>
                                    </a:lnTo>
                                    <a:lnTo>
                                      <a:pt x="0" y="6"/>
                                    </a:lnTo>
                                    <a:lnTo>
                                      <a:pt x="1" y="7"/>
                                    </a:lnTo>
                                    <a:lnTo>
                                      <a:pt x="3"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71" name="Freeform 322"/>
                              <p:cNvSpPr>
                                <a:spLocks/>
                              </p:cNvSpPr>
                              <p:nvPr/>
                            </p:nvSpPr>
                            <p:spPr bwMode="auto">
                              <a:xfrm>
                                <a:off x="3575" y="1931"/>
                                <a:ext cx="8" cy="9"/>
                              </a:xfrm>
                              <a:custGeom>
                                <a:avLst/>
                                <a:gdLst>
                                  <a:gd name="T0" fmla="*/ 1 w 8"/>
                                  <a:gd name="T1" fmla="*/ 9 h 9"/>
                                  <a:gd name="T2" fmla="*/ 3 w 8"/>
                                  <a:gd name="T3" fmla="*/ 9 h 9"/>
                                  <a:gd name="T4" fmla="*/ 4 w 8"/>
                                  <a:gd name="T5" fmla="*/ 9 h 9"/>
                                  <a:gd name="T6" fmla="*/ 5 w 8"/>
                                  <a:gd name="T7" fmla="*/ 9 h 9"/>
                                  <a:gd name="T8" fmla="*/ 7 w 8"/>
                                  <a:gd name="T9" fmla="*/ 8 h 9"/>
                                  <a:gd name="T10" fmla="*/ 8 w 8"/>
                                  <a:gd name="T11" fmla="*/ 6 h 9"/>
                                  <a:gd name="T12" fmla="*/ 8 w 8"/>
                                  <a:gd name="T13" fmla="*/ 5 h 9"/>
                                  <a:gd name="T14" fmla="*/ 7 w 8"/>
                                  <a:gd name="T15" fmla="*/ 3 h 9"/>
                                  <a:gd name="T16" fmla="*/ 5 w 8"/>
                                  <a:gd name="T17" fmla="*/ 2 h 9"/>
                                  <a:gd name="T18" fmla="*/ 5 w 8"/>
                                  <a:gd name="T19" fmla="*/ 2 h 9"/>
                                  <a:gd name="T20" fmla="*/ 4 w 8"/>
                                  <a:gd name="T21" fmla="*/ 0 h 9"/>
                                  <a:gd name="T22" fmla="*/ 3 w 8"/>
                                  <a:gd name="T23" fmla="*/ 0 h 9"/>
                                  <a:gd name="T24" fmla="*/ 1 w 8"/>
                                  <a:gd name="T25" fmla="*/ 2 h 9"/>
                                  <a:gd name="T26" fmla="*/ 0 w 8"/>
                                  <a:gd name="T27" fmla="*/ 3 h 9"/>
                                  <a:gd name="T28" fmla="*/ 0 w 8"/>
                                  <a:gd name="T29" fmla="*/ 5 h 9"/>
                                  <a:gd name="T30" fmla="*/ 0 w 8"/>
                                  <a:gd name="T31" fmla="*/ 6 h 9"/>
                                  <a:gd name="T32" fmla="*/ 0 w 8"/>
                                  <a:gd name="T33" fmla="*/ 8 h 9"/>
                                  <a:gd name="T34" fmla="*/ 1 w 8"/>
                                  <a:gd name="T35" fmla="*/ 9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1" y="9"/>
                                    </a:moveTo>
                                    <a:lnTo>
                                      <a:pt x="3" y="9"/>
                                    </a:lnTo>
                                    <a:lnTo>
                                      <a:pt x="4" y="9"/>
                                    </a:lnTo>
                                    <a:lnTo>
                                      <a:pt x="5" y="9"/>
                                    </a:lnTo>
                                    <a:lnTo>
                                      <a:pt x="7" y="8"/>
                                    </a:lnTo>
                                    <a:lnTo>
                                      <a:pt x="8" y="6"/>
                                    </a:lnTo>
                                    <a:lnTo>
                                      <a:pt x="8" y="5"/>
                                    </a:lnTo>
                                    <a:lnTo>
                                      <a:pt x="7" y="3"/>
                                    </a:lnTo>
                                    <a:lnTo>
                                      <a:pt x="5" y="2"/>
                                    </a:lnTo>
                                    <a:lnTo>
                                      <a:pt x="4" y="0"/>
                                    </a:lnTo>
                                    <a:lnTo>
                                      <a:pt x="3" y="0"/>
                                    </a:lnTo>
                                    <a:lnTo>
                                      <a:pt x="1" y="2"/>
                                    </a:lnTo>
                                    <a:lnTo>
                                      <a:pt x="0" y="3"/>
                                    </a:lnTo>
                                    <a:lnTo>
                                      <a:pt x="0" y="5"/>
                                    </a:lnTo>
                                    <a:lnTo>
                                      <a:pt x="0" y="6"/>
                                    </a:lnTo>
                                    <a:lnTo>
                                      <a:pt x="0" y="8"/>
                                    </a:lnTo>
                                    <a:lnTo>
                                      <a:pt x="1"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grpSp>
                      </p:grpSp>
                    </p:grpSp>
                  </p:grpSp>
                </p:grpSp>
              </p:grpSp>
            </p:grpSp>
          </p:grpSp>
          <p:sp>
            <p:nvSpPr>
              <p:cNvPr id="17" name="Oval 16"/>
              <p:cNvSpPr/>
              <p:nvPr/>
            </p:nvSpPr>
            <p:spPr bwMode="auto">
              <a:xfrm>
                <a:off x="9144560" y="4865226"/>
                <a:ext cx="360000" cy="360000"/>
              </a:xfrm>
              <a:prstGeom prst="ellipse">
                <a:avLst/>
              </a:prstGeom>
              <a:solidFill>
                <a:schemeClr val="accent6"/>
              </a:solidFill>
              <a:ln w="9525" cap="flat" cmpd="sng" algn="ctr">
                <a:solidFill>
                  <a:schemeClr val="accent6">
                    <a:lumMod val="7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en-GB" sz="2400" b="1" i="0" u="none" strike="noStrike" cap="none" normalizeH="0" baseline="0">
                  <a:ln>
                    <a:noFill/>
                  </a:ln>
                  <a:solidFill>
                    <a:schemeClr val="tx1"/>
                  </a:solidFill>
                  <a:effectLst/>
                  <a:latin typeface="Arial" charset="0"/>
                  <a:ea typeface="MS Gothic" pitchFamily="49" charset="-128"/>
                </a:endParaRPr>
              </a:p>
            </p:txBody>
          </p:sp>
        </p:grpSp>
        <p:sp>
          <p:nvSpPr>
            <p:cNvPr id="10" name="Rectangle 9"/>
            <p:cNvSpPr/>
            <p:nvPr/>
          </p:nvSpPr>
          <p:spPr bwMode="auto">
            <a:xfrm rot="19109156">
              <a:off x="5980701" y="1246099"/>
              <a:ext cx="2267083" cy="574401"/>
            </a:xfrm>
            <a:prstGeom prst="rect">
              <a:avLst/>
            </a:prstGeom>
            <a:noFill/>
            <a:ln w="9525" cap="flat" cmpd="sng" algn="ctr">
              <a:solidFill>
                <a:srgbClr val="0070C0"/>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en-GB" sz="2400" b="1" i="0" u="none" strike="noStrike" cap="none" normalizeH="0" baseline="0">
                <a:ln>
                  <a:noFill/>
                </a:ln>
                <a:solidFill>
                  <a:schemeClr val="tx1"/>
                </a:solidFill>
                <a:effectLst/>
                <a:latin typeface="Arial" charset="0"/>
                <a:ea typeface="MS Gothic" pitchFamily="49" charset="-128"/>
              </a:endParaRPr>
            </a:p>
          </p:txBody>
        </p:sp>
        <p:sp>
          <p:nvSpPr>
            <p:cNvPr id="11" name="Rectangle 10"/>
            <p:cNvSpPr/>
            <p:nvPr/>
          </p:nvSpPr>
          <p:spPr bwMode="auto">
            <a:xfrm rot="19109156">
              <a:off x="10180122" y="5467707"/>
              <a:ext cx="1066034" cy="654836"/>
            </a:xfrm>
            <a:prstGeom prst="rect">
              <a:avLst/>
            </a:prstGeom>
            <a:noFill/>
            <a:ln w="9525" cap="flat" cmpd="sng" algn="ctr">
              <a:solidFill>
                <a:srgbClr val="FF0000"/>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en-GB" sz="2400" b="1" i="0" u="none" strike="noStrike" cap="none" normalizeH="0" baseline="0">
                <a:ln>
                  <a:noFill/>
                </a:ln>
                <a:solidFill>
                  <a:schemeClr val="tx1"/>
                </a:solidFill>
                <a:effectLst/>
                <a:latin typeface="Arial" charset="0"/>
                <a:ea typeface="MS Gothic" pitchFamily="49" charset="-128"/>
              </a:endParaRPr>
            </a:p>
          </p:txBody>
        </p:sp>
        <p:sp>
          <p:nvSpPr>
            <p:cNvPr id="12" name="Rectangle 324"/>
            <p:cNvSpPr>
              <a:spLocks noChangeArrowheads="1"/>
            </p:cNvSpPr>
            <p:nvPr/>
          </p:nvSpPr>
          <p:spPr bwMode="auto">
            <a:xfrm>
              <a:off x="6119114" y="2497009"/>
              <a:ext cx="713016"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defRPr kumimoji="1" sz="2000">
                  <a:solidFill>
                    <a:schemeClr val="tx1"/>
                  </a:solidFill>
                  <a:latin typeface="Arial" panose="020B0604020202020204" pitchFamily="34" charset="0"/>
                  <a:ea typeface="MS PGothic" panose="020B0600070205080204" pitchFamily="34" charset="-128"/>
                </a:defRPr>
              </a:lvl1pPr>
              <a:lvl2pPr marL="742950" indent="-285750">
                <a:spcBef>
                  <a:spcPct val="20000"/>
                </a:spcBef>
                <a:defRPr kumimoji="1" sz="1600">
                  <a:solidFill>
                    <a:schemeClr val="tx1"/>
                  </a:solidFill>
                  <a:latin typeface="Arial" panose="020B0604020202020204" pitchFamily="34" charset="0"/>
                  <a:ea typeface="MS PGothic" panose="020B0600070205080204" pitchFamily="34" charset="-128"/>
                </a:defRPr>
              </a:lvl2pPr>
              <a:lvl3pPr marL="1143000" indent="-228600">
                <a:spcBef>
                  <a:spcPct val="20000"/>
                </a:spcBef>
                <a:defRPr kumimoji="1" sz="1400">
                  <a:solidFill>
                    <a:schemeClr val="tx1"/>
                  </a:solidFill>
                  <a:latin typeface="Arial" panose="020B0604020202020204" pitchFamily="34" charset="0"/>
                  <a:ea typeface="MS PGothic" panose="020B0600070205080204" pitchFamily="34" charset="-128"/>
                </a:defRPr>
              </a:lvl3pPr>
              <a:lvl4pPr marL="1600200" indent="-228600">
                <a:spcBef>
                  <a:spcPct val="20000"/>
                </a:spcBef>
                <a:defRPr kumimoji="1" sz="1600">
                  <a:solidFill>
                    <a:schemeClr val="tx1"/>
                  </a:solidFill>
                  <a:latin typeface="Arial" panose="020B0604020202020204" pitchFamily="34" charset="0"/>
                  <a:ea typeface="MS PGothic" panose="020B0600070205080204" pitchFamily="34" charset="-128"/>
                </a:defRPr>
              </a:lvl4pPr>
              <a:lvl5pPr marL="2057400" indent="-228600">
                <a:spcBef>
                  <a:spcPct val="20000"/>
                </a:spcBef>
                <a:defRPr kumimoji="1" sz="16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defRPr kumimoji="1" sz="16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defRPr kumimoji="1" sz="16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defRPr kumimoji="1" sz="16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defRPr kumimoji="1" sz="1600">
                  <a:solidFill>
                    <a:schemeClr val="tx1"/>
                  </a:solidFill>
                  <a:latin typeface="Arial" panose="020B0604020202020204" pitchFamily="34" charset="0"/>
                  <a:ea typeface="MS PGothic" panose="020B0600070205080204" pitchFamily="34" charset="-128"/>
                </a:defRPr>
              </a:lvl9pPr>
            </a:lstStyle>
            <a:p>
              <a:pPr algn="ctr">
                <a:spcBef>
                  <a:spcPct val="0"/>
                </a:spcBef>
              </a:pPr>
              <a:r>
                <a:rPr kumimoji="0" lang="en-GB" altLang="en-US" sz="1600" dirty="0">
                  <a:solidFill>
                    <a:srgbClr val="00B0F0"/>
                  </a:solidFill>
                  <a:latin typeface="Calibri" panose="020F0502020204030204" pitchFamily="34" charset="0"/>
                </a:rPr>
                <a:t>Cathode</a:t>
              </a:r>
            </a:p>
            <a:p>
              <a:pPr algn="ctr">
                <a:spcBef>
                  <a:spcPct val="0"/>
                </a:spcBef>
              </a:pPr>
              <a:r>
                <a:rPr kumimoji="0" lang="en-GB" altLang="en-US" sz="1600" dirty="0">
                  <a:solidFill>
                    <a:srgbClr val="00B0F0"/>
                  </a:solidFill>
                  <a:latin typeface="Calibri" panose="020F0502020204030204" pitchFamily="34" charset="0"/>
                </a:rPr>
                <a:t>-225kV</a:t>
              </a:r>
            </a:p>
          </p:txBody>
        </p:sp>
        <p:sp>
          <p:nvSpPr>
            <p:cNvPr id="13" name="Rectangle 324"/>
            <p:cNvSpPr>
              <a:spLocks noChangeArrowheads="1"/>
            </p:cNvSpPr>
            <p:nvPr/>
          </p:nvSpPr>
          <p:spPr bwMode="auto">
            <a:xfrm>
              <a:off x="9551780" y="6018925"/>
              <a:ext cx="634790"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defRPr kumimoji="1" sz="2000">
                  <a:solidFill>
                    <a:schemeClr val="tx1"/>
                  </a:solidFill>
                  <a:latin typeface="Arial" panose="020B0604020202020204" pitchFamily="34" charset="0"/>
                  <a:ea typeface="MS PGothic" panose="020B0600070205080204" pitchFamily="34" charset="-128"/>
                </a:defRPr>
              </a:lvl1pPr>
              <a:lvl2pPr marL="742950" indent="-285750">
                <a:spcBef>
                  <a:spcPct val="20000"/>
                </a:spcBef>
                <a:defRPr kumimoji="1" sz="1600">
                  <a:solidFill>
                    <a:schemeClr val="tx1"/>
                  </a:solidFill>
                  <a:latin typeface="Arial" panose="020B0604020202020204" pitchFamily="34" charset="0"/>
                  <a:ea typeface="MS PGothic" panose="020B0600070205080204" pitchFamily="34" charset="-128"/>
                </a:defRPr>
              </a:lvl2pPr>
              <a:lvl3pPr marL="1143000" indent="-228600">
                <a:spcBef>
                  <a:spcPct val="20000"/>
                </a:spcBef>
                <a:defRPr kumimoji="1" sz="1400">
                  <a:solidFill>
                    <a:schemeClr val="tx1"/>
                  </a:solidFill>
                  <a:latin typeface="Arial" panose="020B0604020202020204" pitchFamily="34" charset="0"/>
                  <a:ea typeface="MS PGothic" panose="020B0600070205080204" pitchFamily="34" charset="-128"/>
                </a:defRPr>
              </a:lvl3pPr>
              <a:lvl4pPr marL="1600200" indent="-228600">
                <a:spcBef>
                  <a:spcPct val="20000"/>
                </a:spcBef>
                <a:defRPr kumimoji="1" sz="1600">
                  <a:solidFill>
                    <a:schemeClr val="tx1"/>
                  </a:solidFill>
                  <a:latin typeface="Arial" panose="020B0604020202020204" pitchFamily="34" charset="0"/>
                  <a:ea typeface="MS PGothic" panose="020B0600070205080204" pitchFamily="34" charset="-128"/>
                </a:defRPr>
              </a:lvl4pPr>
              <a:lvl5pPr marL="2057400" indent="-228600">
                <a:spcBef>
                  <a:spcPct val="20000"/>
                </a:spcBef>
                <a:defRPr kumimoji="1" sz="16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defRPr kumimoji="1" sz="16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defRPr kumimoji="1" sz="16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defRPr kumimoji="1" sz="16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defRPr kumimoji="1" sz="1600">
                  <a:solidFill>
                    <a:schemeClr val="tx1"/>
                  </a:solidFill>
                  <a:latin typeface="Arial" panose="020B0604020202020204" pitchFamily="34" charset="0"/>
                  <a:ea typeface="MS PGothic" panose="020B0600070205080204" pitchFamily="34" charset="-128"/>
                </a:defRPr>
              </a:lvl9pPr>
            </a:lstStyle>
            <a:p>
              <a:pPr algn="ctr">
                <a:spcBef>
                  <a:spcPct val="0"/>
                </a:spcBef>
              </a:pPr>
              <a:r>
                <a:rPr kumimoji="0" lang="en-GB" altLang="en-US" sz="1600" dirty="0">
                  <a:solidFill>
                    <a:srgbClr val="FF0000"/>
                  </a:solidFill>
                  <a:latin typeface="Calibri" panose="020F0502020204030204" pitchFamily="34" charset="0"/>
                </a:rPr>
                <a:t>Target</a:t>
              </a:r>
            </a:p>
            <a:p>
              <a:pPr algn="ctr">
                <a:spcBef>
                  <a:spcPct val="0"/>
                </a:spcBef>
              </a:pPr>
              <a:r>
                <a:rPr kumimoji="0" lang="en-GB" altLang="en-US" sz="1600" dirty="0">
                  <a:solidFill>
                    <a:srgbClr val="FF0000"/>
                  </a:solidFill>
                  <a:latin typeface="Calibri" panose="020F0502020204030204" pitchFamily="34" charset="0"/>
                </a:rPr>
                <a:t>+225kV</a:t>
              </a:r>
            </a:p>
          </p:txBody>
        </p:sp>
        <p:cxnSp>
          <p:nvCxnSpPr>
            <p:cNvPr id="14" name="Straight Arrow Connector 13"/>
            <p:cNvCxnSpPr>
              <a:stCxn id="12" idx="2"/>
              <a:endCxn id="13" idx="1"/>
            </p:cNvCxnSpPr>
            <p:nvPr/>
          </p:nvCxnSpPr>
          <p:spPr bwMode="auto">
            <a:xfrm>
              <a:off x="6475622" y="2989452"/>
              <a:ext cx="3076158" cy="3275695"/>
            </a:xfrm>
            <a:prstGeom prst="straightConnector1">
              <a:avLst/>
            </a:prstGeom>
            <a:solidFill>
              <a:schemeClr val="accent1"/>
            </a:solidFill>
            <a:ln w="28575" cap="flat" cmpd="sng" algn="ctr">
              <a:solidFill>
                <a:schemeClr val="accent2"/>
              </a:solidFill>
              <a:prstDash val="solid"/>
              <a:round/>
              <a:headEnd type="triangle"/>
              <a:tailEnd type="triangle"/>
            </a:ln>
            <a:effectLst/>
          </p:spPr>
        </p:cxnSp>
        <p:sp>
          <p:nvSpPr>
            <p:cNvPr id="15" name="Rectangle 324"/>
            <p:cNvSpPr>
              <a:spLocks noChangeArrowheads="1"/>
            </p:cNvSpPr>
            <p:nvPr/>
          </p:nvSpPr>
          <p:spPr bwMode="auto">
            <a:xfrm rot="2815117">
              <a:off x="7199163" y="4387733"/>
              <a:ext cx="977062"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defRPr kumimoji="1" sz="2000">
                  <a:solidFill>
                    <a:schemeClr val="tx1"/>
                  </a:solidFill>
                  <a:latin typeface="Arial" panose="020B0604020202020204" pitchFamily="34" charset="0"/>
                  <a:ea typeface="MS PGothic" panose="020B0600070205080204" pitchFamily="34" charset="-128"/>
                </a:defRPr>
              </a:lvl1pPr>
              <a:lvl2pPr marL="742950" indent="-285750">
                <a:spcBef>
                  <a:spcPct val="20000"/>
                </a:spcBef>
                <a:defRPr kumimoji="1" sz="1600">
                  <a:solidFill>
                    <a:schemeClr val="tx1"/>
                  </a:solidFill>
                  <a:latin typeface="Arial" panose="020B0604020202020204" pitchFamily="34" charset="0"/>
                  <a:ea typeface="MS PGothic" panose="020B0600070205080204" pitchFamily="34" charset="-128"/>
                </a:defRPr>
              </a:lvl2pPr>
              <a:lvl3pPr marL="1143000" indent="-228600">
                <a:spcBef>
                  <a:spcPct val="20000"/>
                </a:spcBef>
                <a:defRPr kumimoji="1" sz="1400">
                  <a:solidFill>
                    <a:schemeClr val="tx1"/>
                  </a:solidFill>
                  <a:latin typeface="Arial" panose="020B0604020202020204" pitchFamily="34" charset="0"/>
                  <a:ea typeface="MS PGothic" panose="020B0600070205080204" pitchFamily="34" charset="-128"/>
                </a:defRPr>
              </a:lvl3pPr>
              <a:lvl4pPr marL="1600200" indent="-228600">
                <a:spcBef>
                  <a:spcPct val="20000"/>
                </a:spcBef>
                <a:defRPr kumimoji="1" sz="1600">
                  <a:solidFill>
                    <a:schemeClr val="tx1"/>
                  </a:solidFill>
                  <a:latin typeface="Arial" panose="020B0604020202020204" pitchFamily="34" charset="0"/>
                  <a:ea typeface="MS PGothic" panose="020B0600070205080204" pitchFamily="34" charset="-128"/>
                </a:defRPr>
              </a:lvl4pPr>
              <a:lvl5pPr marL="2057400" indent="-228600">
                <a:spcBef>
                  <a:spcPct val="20000"/>
                </a:spcBef>
                <a:defRPr kumimoji="1" sz="16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defRPr kumimoji="1" sz="16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defRPr kumimoji="1" sz="16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defRPr kumimoji="1" sz="16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defRPr kumimoji="1" sz="1600">
                  <a:solidFill>
                    <a:schemeClr val="tx1"/>
                  </a:solidFill>
                  <a:latin typeface="Arial" panose="020B0604020202020204" pitchFamily="34" charset="0"/>
                  <a:ea typeface="MS PGothic" panose="020B0600070205080204" pitchFamily="34" charset="-128"/>
                </a:defRPr>
              </a:lvl9pPr>
            </a:lstStyle>
            <a:p>
              <a:pPr algn="ctr">
                <a:spcBef>
                  <a:spcPct val="0"/>
                </a:spcBef>
              </a:pPr>
              <a:r>
                <a:rPr kumimoji="0" lang="en-GB" altLang="en-US" sz="1600" dirty="0">
                  <a:latin typeface="Calibri" panose="020F0502020204030204" pitchFamily="34" charset="0"/>
                </a:rPr>
                <a:t>450kV total</a:t>
              </a:r>
            </a:p>
          </p:txBody>
        </p:sp>
      </p:grpSp>
    </p:spTree>
    <p:extLst>
      <p:ext uri="{BB962C8B-B14F-4D97-AF65-F5344CB8AC3E}">
        <p14:creationId xmlns:p14="http://schemas.microsoft.com/office/powerpoint/2010/main" val="4326452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Generating X-rays: </a:t>
            </a:r>
            <a:r>
              <a:rPr lang="en-GB" b="1" dirty="0"/>
              <a:t>450kV Rotating Target</a:t>
            </a:r>
          </a:p>
        </p:txBody>
      </p:sp>
      <p:sp>
        <p:nvSpPr>
          <p:cNvPr id="4" name="Slide Number Placeholder 3"/>
          <p:cNvSpPr>
            <a:spLocks noGrp="1"/>
          </p:cNvSpPr>
          <p:nvPr>
            <p:ph type="sldNum" sz="quarter" idx="10"/>
          </p:nvPr>
        </p:nvSpPr>
        <p:spPr/>
        <p:txBody>
          <a:bodyPr/>
          <a:lstStyle/>
          <a:p>
            <a:pPr>
              <a:defRPr/>
            </a:pPr>
            <a:fld id="{C0335DDC-D7BD-499D-8620-A8CC6675656F}" type="slidenum">
              <a:rPr lang="en-US" altLang="ja-JP" smtClean="0"/>
              <a:pPr>
                <a:defRPr/>
              </a:pPr>
              <a:t>11</a:t>
            </a:fld>
            <a:endParaRPr lang="en-US" altLang="ja-JP"/>
          </a:p>
        </p:txBody>
      </p:sp>
      <p:sp>
        <p:nvSpPr>
          <p:cNvPr id="7" name="TextBox 6"/>
          <p:cNvSpPr txBox="1"/>
          <p:nvPr/>
        </p:nvSpPr>
        <p:spPr>
          <a:xfrm>
            <a:off x="328000" y="1414374"/>
            <a:ext cx="5811622" cy="3416320"/>
          </a:xfrm>
          <a:prstGeom prst="rect">
            <a:avLst/>
          </a:prstGeom>
          <a:noFill/>
        </p:spPr>
        <p:txBody>
          <a:bodyPr wrap="square" rtlCol="0">
            <a:spAutoFit/>
          </a:bodyPr>
          <a:lstStyle/>
          <a:p>
            <a:pPr algn="just"/>
            <a:r>
              <a:rPr lang="en-GB" sz="1800" b="0" dirty="0">
                <a:latin typeface="Calibri" panose="020F0502020204030204" pitchFamily="34" charset="0"/>
                <a:cs typeface="Calibri" panose="020F0502020204030204" pitchFamily="34" charset="0"/>
              </a:rPr>
              <a:t>The </a:t>
            </a:r>
            <a:r>
              <a:rPr lang="en-GB" sz="1800" dirty="0">
                <a:latin typeface="Calibri" panose="020F0502020204030204" pitchFamily="34" charset="0"/>
                <a:cs typeface="Calibri" panose="020F0502020204030204" pitchFamily="34" charset="0"/>
              </a:rPr>
              <a:t>450kV reflection target </a:t>
            </a:r>
            <a:r>
              <a:rPr lang="en-GB" sz="1800" b="0" dirty="0">
                <a:latin typeface="Calibri" panose="020F0502020204030204" pitchFamily="34" charset="0"/>
                <a:cs typeface="Calibri" panose="020F0502020204030204" pitchFamily="34" charset="0"/>
              </a:rPr>
              <a:t>applies up to +225kV</a:t>
            </a:r>
            <a:r>
              <a:rPr lang="en-GB" sz="1800" dirty="0">
                <a:latin typeface="Calibri" panose="020F0502020204030204" pitchFamily="34" charset="0"/>
                <a:cs typeface="Calibri" panose="020F0502020204030204" pitchFamily="34" charset="0"/>
              </a:rPr>
              <a:t> </a:t>
            </a:r>
            <a:r>
              <a:rPr lang="en-GB" sz="1800" b="0" dirty="0">
                <a:latin typeface="Calibri" panose="020F0502020204030204" pitchFamily="34" charset="0"/>
                <a:cs typeface="Calibri" panose="020F0502020204030204" pitchFamily="34" charset="0"/>
              </a:rPr>
              <a:t>to the </a:t>
            </a:r>
            <a:r>
              <a:rPr lang="en-GB" sz="1800" dirty="0">
                <a:latin typeface="Calibri" panose="020F0502020204030204" pitchFamily="34" charset="0"/>
                <a:cs typeface="Calibri" panose="020F0502020204030204" pitchFamily="34" charset="0"/>
              </a:rPr>
              <a:t>target</a:t>
            </a:r>
            <a:r>
              <a:rPr lang="en-GB" sz="1800" b="0" dirty="0">
                <a:latin typeface="Calibri" panose="020F0502020204030204" pitchFamily="34" charset="0"/>
                <a:cs typeface="Calibri" panose="020F0502020204030204" pitchFamily="34" charset="0"/>
              </a:rPr>
              <a:t>, bosting the maximum beam energy to </a:t>
            </a:r>
            <a:r>
              <a:rPr lang="en-GB" sz="1800" dirty="0">
                <a:latin typeface="Calibri" panose="020F0502020204030204" pitchFamily="34" charset="0"/>
                <a:cs typeface="Calibri" panose="020F0502020204030204" pitchFamily="34" charset="0"/>
              </a:rPr>
              <a:t>450kV</a:t>
            </a:r>
            <a:r>
              <a:rPr lang="en-GB" sz="1800" b="0" dirty="0">
                <a:latin typeface="Calibri" panose="020F0502020204030204" pitchFamily="34" charset="0"/>
                <a:cs typeface="Calibri" panose="020F0502020204030204" pitchFamily="34" charset="0"/>
              </a:rPr>
              <a:t>.</a:t>
            </a:r>
          </a:p>
          <a:p>
            <a:pPr marL="342900" indent="-342900" algn="just">
              <a:buFont typeface="Arial" panose="020B0604020202020204" pitchFamily="34" charset="0"/>
              <a:buChar char="•"/>
            </a:pPr>
            <a:endParaRPr lang="en-GB" sz="1800" b="0" dirty="0">
              <a:latin typeface="Calibri" panose="020F0502020204030204" pitchFamily="34" charset="0"/>
              <a:cs typeface="Calibri" panose="020F0502020204030204" pitchFamily="34" charset="0"/>
            </a:endParaRPr>
          </a:p>
          <a:p>
            <a:pPr algn="just"/>
            <a:r>
              <a:rPr lang="en-GB" sz="1800" b="0" dirty="0">
                <a:latin typeface="Calibri" panose="020F0502020204030204" pitchFamily="34" charset="0"/>
                <a:cs typeface="Calibri" panose="020F0502020204030204" pitchFamily="34" charset="0"/>
              </a:rPr>
              <a:t>This allows for better penetration through dense samples.</a:t>
            </a:r>
          </a:p>
          <a:p>
            <a:pPr marL="342900" indent="-342900" algn="just">
              <a:buFont typeface="Arial" panose="020B0604020202020204" pitchFamily="34" charset="0"/>
              <a:buChar char="•"/>
            </a:pPr>
            <a:endParaRPr lang="en-GB" sz="1800" b="0" dirty="0">
              <a:latin typeface="Calibri" panose="020F0502020204030204" pitchFamily="34" charset="0"/>
              <a:cs typeface="Calibri" panose="020F0502020204030204" pitchFamily="34" charset="0"/>
            </a:endParaRPr>
          </a:p>
          <a:p>
            <a:pPr marL="342900" indent="-342900" algn="just">
              <a:buFont typeface="Arial" panose="020B0604020202020204" pitchFamily="34" charset="0"/>
              <a:buChar char="•"/>
            </a:pPr>
            <a:endParaRPr lang="en-GB" sz="1800" b="0" dirty="0">
              <a:latin typeface="Calibri" panose="020F0502020204030204" pitchFamily="34" charset="0"/>
              <a:cs typeface="Calibri" panose="020F0502020204030204" pitchFamily="34" charset="0"/>
            </a:endParaRPr>
          </a:p>
          <a:p>
            <a:pPr algn="just"/>
            <a:r>
              <a:rPr lang="en-GB" sz="1800" b="0" dirty="0">
                <a:latin typeface="Calibri" panose="020F0502020204030204" pitchFamily="34" charset="0"/>
                <a:cs typeface="Calibri" panose="020F0502020204030204" pitchFamily="34" charset="0"/>
              </a:rPr>
              <a:t>The </a:t>
            </a:r>
            <a:r>
              <a:rPr lang="en-GB" sz="1800" dirty="0">
                <a:latin typeface="Calibri" panose="020F0502020204030204" pitchFamily="34" charset="0"/>
                <a:cs typeface="Calibri" panose="020F0502020204030204" pitchFamily="34" charset="0"/>
              </a:rPr>
              <a:t>rotating target</a:t>
            </a:r>
            <a:r>
              <a:rPr lang="en-GB" sz="1800" b="0" dirty="0">
                <a:latin typeface="Calibri" panose="020F0502020204030204" pitchFamily="34" charset="0"/>
                <a:cs typeface="Calibri" panose="020F0502020204030204" pitchFamily="34" charset="0"/>
              </a:rPr>
              <a:t> focuses the electron beam onto the edge of a </a:t>
            </a:r>
            <a:r>
              <a:rPr lang="en-GB" sz="1800" dirty="0">
                <a:latin typeface="Calibri" panose="020F0502020204030204" pitchFamily="34" charset="0"/>
                <a:cs typeface="Calibri" panose="020F0502020204030204" pitchFamily="34" charset="0"/>
              </a:rPr>
              <a:t>spinning disc.</a:t>
            </a:r>
          </a:p>
          <a:p>
            <a:pPr marL="342900" indent="-342900" algn="just">
              <a:buFont typeface="Arial" panose="020B0604020202020204" pitchFamily="34" charset="0"/>
              <a:buChar char="•"/>
            </a:pPr>
            <a:endParaRPr lang="en-GB" sz="1800" b="0" dirty="0">
              <a:latin typeface="Calibri" panose="020F0502020204030204" pitchFamily="34" charset="0"/>
              <a:cs typeface="Calibri" panose="020F0502020204030204" pitchFamily="34" charset="0"/>
            </a:endParaRPr>
          </a:p>
          <a:p>
            <a:pPr algn="just"/>
            <a:r>
              <a:rPr lang="en-GB" sz="1800" b="0" dirty="0">
                <a:latin typeface="Calibri" panose="020F0502020204030204" pitchFamily="34" charset="0"/>
                <a:cs typeface="Calibri" panose="020F0502020204030204" pitchFamily="34" charset="0"/>
              </a:rPr>
              <a:t>Compared to the static target, the rotating</a:t>
            </a:r>
            <a:r>
              <a:rPr lang="en-GB" sz="1800" dirty="0">
                <a:latin typeface="Calibri" panose="020F0502020204030204" pitchFamily="34" charset="0"/>
                <a:cs typeface="Calibri" panose="020F0502020204030204" pitchFamily="34" charset="0"/>
              </a:rPr>
              <a:t> </a:t>
            </a:r>
            <a:r>
              <a:rPr lang="en-GB" sz="1800" b="0" dirty="0">
                <a:latin typeface="Calibri" panose="020F0502020204030204" pitchFamily="34" charset="0"/>
                <a:cs typeface="Calibri" panose="020F0502020204030204" pitchFamily="34" charset="0"/>
              </a:rPr>
              <a:t>target allows significantly smaller focal spot sizes at higher powers.</a:t>
            </a:r>
          </a:p>
          <a:p>
            <a:pPr marL="342900" indent="-342900" algn="just">
              <a:buFont typeface="Arial" panose="020B0604020202020204" pitchFamily="34" charset="0"/>
              <a:buChar char="•"/>
            </a:pPr>
            <a:endParaRPr lang="en-GB" sz="1800" b="0" dirty="0">
              <a:latin typeface="Calibri" panose="020F0502020204030204" pitchFamily="34" charset="0"/>
              <a:cs typeface="Calibri" panose="020F0502020204030204" pitchFamily="34" charset="0"/>
            </a:endParaRPr>
          </a:p>
        </p:txBody>
      </p:sp>
      <p:grpSp>
        <p:nvGrpSpPr>
          <p:cNvPr id="8" name="Group 7"/>
          <p:cNvGrpSpPr/>
          <p:nvPr/>
        </p:nvGrpSpPr>
        <p:grpSpPr>
          <a:xfrm>
            <a:off x="5980701" y="607926"/>
            <a:ext cx="5180496" cy="5745324"/>
            <a:chOff x="5980701" y="607926"/>
            <a:chExt cx="5180496" cy="5745324"/>
          </a:xfrm>
        </p:grpSpPr>
        <p:grpSp>
          <p:nvGrpSpPr>
            <p:cNvPr id="16" name="Group 15"/>
            <p:cNvGrpSpPr/>
            <p:nvPr/>
          </p:nvGrpSpPr>
          <p:grpSpPr>
            <a:xfrm>
              <a:off x="7956374" y="607926"/>
              <a:ext cx="1926039" cy="5745324"/>
              <a:chOff x="4991781" y="835545"/>
              <a:chExt cx="1771650" cy="5284788"/>
            </a:xfrm>
          </p:grpSpPr>
          <p:grpSp>
            <p:nvGrpSpPr>
              <p:cNvPr id="18" name="Group 69"/>
              <p:cNvGrpSpPr>
                <a:grpSpLocks/>
              </p:cNvGrpSpPr>
              <p:nvPr/>
            </p:nvGrpSpPr>
            <p:grpSpPr bwMode="auto">
              <a:xfrm rot="2867199">
                <a:off x="6272223" y="4350064"/>
                <a:ext cx="542925" cy="187325"/>
                <a:chOff x="3602" y="2145"/>
                <a:chExt cx="342" cy="118"/>
              </a:xfrm>
            </p:grpSpPr>
            <p:sp>
              <p:nvSpPr>
                <p:cNvPr id="332" name="Freeform 70"/>
                <p:cNvSpPr>
                  <a:spLocks/>
                </p:cNvSpPr>
                <p:nvPr/>
              </p:nvSpPr>
              <p:spPr bwMode="auto">
                <a:xfrm>
                  <a:off x="3602" y="2254"/>
                  <a:ext cx="9" cy="9"/>
                </a:xfrm>
                <a:custGeom>
                  <a:avLst/>
                  <a:gdLst>
                    <a:gd name="T0" fmla="*/ 3 w 9"/>
                    <a:gd name="T1" fmla="*/ 1 h 9"/>
                    <a:gd name="T2" fmla="*/ 2 w 9"/>
                    <a:gd name="T3" fmla="*/ 3 h 9"/>
                    <a:gd name="T4" fmla="*/ 0 w 9"/>
                    <a:gd name="T5" fmla="*/ 4 h 9"/>
                    <a:gd name="T6" fmla="*/ 0 w 9"/>
                    <a:gd name="T7" fmla="*/ 4 h 9"/>
                    <a:gd name="T8" fmla="*/ 2 w 9"/>
                    <a:gd name="T9" fmla="*/ 6 h 9"/>
                    <a:gd name="T10" fmla="*/ 3 w 9"/>
                    <a:gd name="T11" fmla="*/ 7 h 9"/>
                    <a:gd name="T12" fmla="*/ 5 w 9"/>
                    <a:gd name="T13" fmla="*/ 9 h 9"/>
                    <a:gd name="T14" fmla="*/ 5 w 9"/>
                    <a:gd name="T15" fmla="*/ 9 h 9"/>
                    <a:gd name="T16" fmla="*/ 8 w 9"/>
                    <a:gd name="T17" fmla="*/ 9 h 9"/>
                    <a:gd name="T18" fmla="*/ 8 w 9"/>
                    <a:gd name="T19" fmla="*/ 7 h 9"/>
                    <a:gd name="T20" fmla="*/ 9 w 9"/>
                    <a:gd name="T21" fmla="*/ 6 h 9"/>
                    <a:gd name="T22" fmla="*/ 9 w 9"/>
                    <a:gd name="T23" fmla="*/ 4 h 9"/>
                    <a:gd name="T24" fmla="*/ 9 w 9"/>
                    <a:gd name="T25" fmla="*/ 3 h 9"/>
                    <a:gd name="T26" fmla="*/ 9 w 9"/>
                    <a:gd name="T27" fmla="*/ 1 h 9"/>
                    <a:gd name="T28" fmla="*/ 8 w 9"/>
                    <a:gd name="T29" fmla="*/ 0 h 9"/>
                    <a:gd name="T30" fmla="*/ 6 w 9"/>
                    <a:gd name="T31" fmla="*/ 0 h 9"/>
                    <a:gd name="T32" fmla="*/ 5 w 9"/>
                    <a:gd name="T33" fmla="*/ 0 h 9"/>
                    <a:gd name="T34" fmla="*/ 3 w 9"/>
                    <a:gd name="T35" fmla="*/ 0 h 9"/>
                    <a:gd name="T36" fmla="*/ 3 w 9"/>
                    <a:gd name="T37" fmla="*/ 1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9"/>
                    <a:gd name="T58" fmla="*/ 0 h 9"/>
                    <a:gd name="T59" fmla="*/ 9 w 9"/>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9" h="9">
                      <a:moveTo>
                        <a:pt x="3" y="1"/>
                      </a:moveTo>
                      <a:lnTo>
                        <a:pt x="2" y="3"/>
                      </a:lnTo>
                      <a:lnTo>
                        <a:pt x="0" y="4"/>
                      </a:lnTo>
                      <a:lnTo>
                        <a:pt x="2" y="6"/>
                      </a:lnTo>
                      <a:lnTo>
                        <a:pt x="3" y="7"/>
                      </a:lnTo>
                      <a:lnTo>
                        <a:pt x="5" y="9"/>
                      </a:lnTo>
                      <a:lnTo>
                        <a:pt x="8" y="9"/>
                      </a:lnTo>
                      <a:lnTo>
                        <a:pt x="8" y="7"/>
                      </a:lnTo>
                      <a:lnTo>
                        <a:pt x="9" y="6"/>
                      </a:lnTo>
                      <a:lnTo>
                        <a:pt x="9" y="4"/>
                      </a:lnTo>
                      <a:lnTo>
                        <a:pt x="9" y="3"/>
                      </a:lnTo>
                      <a:lnTo>
                        <a:pt x="9" y="1"/>
                      </a:lnTo>
                      <a:lnTo>
                        <a:pt x="8" y="0"/>
                      </a:lnTo>
                      <a:lnTo>
                        <a:pt x="6" y="0"/>
                      </a:lnTo>
                      <a:lnTo>
                        <a:pt x="5" y="0"/>
                      </a:lnTo>
                      <a:lnTo>
                        <a:pt x="3" y="0"/>
                      </a:lnTo>
                      <a:lnTo>
                        <a:pt x="3"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33" name="Freeform 71"/>
                <p:cNvSpPr>
                  <a:spLocks/>
                </p:cNvSpPr>
                <p:nvPr/>
              </p:nvSpPr>
              <p:spPr bwMode="auto">
                <a:xfrm>
                  <a:off x="3615" y="2244"/>
                  <a:ext cx="9" cy="8"/>
                </a:xfrm>
                <a:custGeom>
                  <a:avLst/>
                  <a:gdLst>
                    <a:gd name="T0" fmla="*/ 3 w 9"/>
                    <a:gd name="T1" fmla="*/ 0 h 8"/>
                    <a:gd name="T2" fmla="*/ 2 w 9"/>
                    <a:gd name="T3" fmla="*/ 1 h 8"/>
                    <a:gd name="T4" fmla="*/ 0 w 9"/>
                    <a:gd name="T5" fmla="*/ 3 h 8"/>
                    <a:gd name="T6" fmla="*/ 0 w 9"/>
                    <a:gd name="T7" fmla="*/ 4 h 8"/>
                    <a:gd name="T8" fmla="*/ 2 w 9"/>
                    <a:gd name="T9" fmla="*/ 6 h 8"/>
                    <a:gd name="T10" fmla="*/ 3 w 9"/>
                    <a:gd name="T11" fmla="*/ 7 h 8"/>
                    <a:gd name="T12" fmla="*/ 5 w 9"/>
                    <a:gd name="T13" fmla="*/ 8 h 8"/>
                    <a:gd name="T14" fmla="*/ 6 w 9"/>
                    <a:gd name="T15" fmla="*/ 8 h 8"/>
                    <a:gd name="T16" fmla="*/ 8 w 9"/>
                    <a:gd name="T17" fmla="*/ 7 h 8"/>
                    <a:gd name="T18" fmla="*/ 8 w 9"/>
                    <a:gd name="T19" fmla="*/ 7 h 8"/>
                    <a:gd name="T20" fmla="*/ 9 w 9"/>
                    <a:gd name="T21" fmla="*/ 6 h 8"/>
                    <a:gd name="T22" fmla="*/ 9 w 9"/>
                    <a:gd name="T23" fmla="*/ 4 h 8"/>
                    <a:gd name="T24" fmla="*/ 9 w 9"/>
                    <a:gd name="T25" fmla="*/ 3 h 8"/>
                    <a:gd name="T26" fmla="*/ 9 w 9"/>
                    <a:gd name="T27" fmla="*/ 1 h 8"/>
                    <a:gd name="T28" fmla="*/ 8 w 9"/>
                    <a:gd name="T29" fmla="*/ 0 h 8"/>
                    <a:gd name="T30" fmla="*/ 6 w 9"/>
                    <a:gd name="T31" fmla="*/ 0 h 8"/>
                    <a:gd name="T32" fmla="*/ 5 w 9"/>
                    <a:gd name="T33" fmla="*/ 0 h 8"/>
                    <a:gd name="T34" fmla="*/ 3 w 9"/>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3" y="0"/>
                      </a:moveTo>
                      <a:lnTo>
                        <a:pt x="2" y="1"/>
                      </a:lnTo>
                      <a:lnTo>
                        <a:pt x="0" y="3"/>
                      </a:lnTo>
                      <a:lnTo>
                        <a:pt x="0" y="4"/>
                      </a:lnTo>
                      <a:lnTo>
                        <a:pt x="2" y="6"/>
                      </a:lnTo>
                      <a:lnTo>
                        <a:pt x="3" y="7"/>
                      </a:lnTo>
                      <a:lnTo>
                        <a:pt x="5" y="8"/>
                      </a:lnTo>
                      <a:lnTo>
                        <a:pt x="6" y="8"/>
                      </a:lnTo>
                      <a:lnTo>
                        <a:pt x="8" y="7"/>
                      </a:lnTo>
                      <a:lnTo>
                        <a:pt x="9" y="6"/>
                      </a:lnTo>
                      <a:lnTo>
                        <a:pt x="9" y="4"/>
                      </a:lnTo>
                      <a:lnTo>
                        <a:pt x="9" y="3"/>
                      </a:lnTo>
                      <a:lnTo>
                        <a:pt x="9" y="1"/>
                      </a:lnTo>
                      <a:lnTo>
                        <a:pt x="8" y="0"/>
                      </a:lnTo>
                      <a:lnTo>
                        <a:pt x="6" y="0"/>
                      </a:lnTo>
                      <a:lnTo>
                        <a:pt x="5"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34" name="Freeform 72"/>
                <p:cNvSpPr>
                  <a:spLocks/>
                </p:cNvSpPr>
                <p:nvPr/>
              </p:nvSpPr>
              <p:spPr bwMode="auto">
                <a:xfrm>
                  <a:off x="3628" y="2232"/>
                  <a:ext cx="9" cy="9"/>
                </a:xfrm>
                <a:custGeom>
                  <a:avLst/>
                  <a:gdLst>
                    <a:gd name="T0" fmla="*/ 3 w 9"/>
                    <a:gd name="T1" fmla="*/ 0 h 9"/>
                    <a:gd name="T2" fmla="*/ 2 w 9"/>
                    <a:gd name="T3" fmla="*/ 2 h 9"/>
                    <a:gd name="T4" fmla="*/ 0 w 9"/>
                    <a:gd name="T5" fmla="*/ 3 h 9"/>
                    <a:gd name="T6" fmla="*/ 0 w 9"/>
                    <a:gd name="T7" fmla="*/ 5 h 9"/>
                    <a:gd name="T8" fmla="*/ 2 w 9"/>
                    <a:gd name="T9" fmla="*/ 6 h 9"/>
                    <a:gd name="T10" fmla="*/ 3 w 9"/>
                    <a:gd name="T11" fmla="*/ 7 h 9"/>
                    <a:gd name="T12" fmla="*/ 5 w 9"/>
                    <a:gd name="T13" fmla="*/ 9 h 9"/>
                    <a:gd name="T14" fmla="*/ 6 w 9"/>
                    <a:gd name="T15" fmla="*/ 9 h 9"/>
                    <a:gd name="T16" fmla="*/ 8 w 9"/>
                    <a:gd name="T17" fmla="*/ 7 h 9"/>
                    <a:gd name="T18" fmla="*/ 8 w 9"/>
                    <a:gd name="T19" fmla="*/ 7 h 9"/>
                    <a:gd name="T20" fmla="*/ 9 w 9"/>
                    <a:gd name="T21" fmla="*/ 6 h 9"/>
                    <a:gd name="T22" fmla="*/ 9 w 9"/>
                    <a:gd name="T23" fmla="*/ 5 h 9"/>
                    <a:gd name="T24" fmla="*/ 9 w 9"/>
                    <a:gd name="T25" fmla="*/ 3 h 9"/>
                    <a:gd name="T26" fmla="*/ 9 w 9"/>
                    <a:gd name="T27" fmla="*/ 2 h 9"/>
                    <a:gd name="T28" fmla="*/ 8 w 9"/>
                    <a:gd name="T29" fmla="*/ 0 h 9"/>
                    <a:gd name="T30" fmla="*/ 6 w 9"/>
                    <a:gd name="T31" fmla="*/ 0 h 9"/>
                    <a:gd name="T32" fmla="*/ 5 w 9"/>
                    <a:gd name="T33" fmla="*/ 0 h 9"/>
                    <a:gd name="T34" fmla="*/ 3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3" y="0"/>
                      </a:moveTo>
                      <a:lnTo>
                        <a:pt x="2" y="2"/>
                      </a:lnTo>
                      <a:lnTo>
                        <a:pt x="0" y="3"/>
                      </a:lnTo>
                      <a:lnTo>
                        <a:pt x="0" y="5"/>
                      </a:lnTo>
                      <a:lnTo>
                        <a:pt x="2" y="6"/>
                      </a:lnTo>
                      <a:lnTo>
                        <a:pt x="3" y="7"/>
                      </a:lnTo>
                      <a:lnTo>
                        <a:pt x="5" y="9"/>
                      </a:lnTo>
                      <a:lnTo>
                        <a:pt x="6" y="9"/>
                      </a:lnTo>
                      <a:lnTo>
                        <a:pt x="8" y="7"/>
                      </a:lnTo>
                      <a:lnTo>
                        <a:pt x="9" y="6"/>
                      </a:lnTo>
                      <a:lnTo>
                        <a:pt x="9" y="5"/>
                      </a:lnTo>
                      <a:lnTo>
                        <a:pt x="9" y="3"/>
                      </a:lnTo>
                      <a:lnTo>
                        <a:pt x="9" y="2"/>
                      </a:lnTo>
                      <a:lnTo>
                        <a:pt x="8" y="0"/>
                      </a:lnTo>
                      <a:lnTo>
                        <a:pt x="6" y="0"/>
                      </a:lnTo>
                      <a:lnTo>
                        <a:pt x="5"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35" name="Freeform 73"/>
                <p:cNvSpPr>
                  <a:spLocks/>
                </p:cNvSpPr>
                <p:nvPr/>
              </p:nvSpPr>
              <p:spPr bwMode="auto">
                <a:xfrm>
                  <a:off x="3641" y="2221"/>
                  <a:ext cx="9" cy="8"/>
                </a:xfrm>
                <a:custGeom>
                  <a:avLst/>
                  <a:gdLst>
                    <a:gd name="T0" fmla="*/ 3 w 9"/>
                    <a:gd name="T1" fmla="*/ 0 h 8"/>
                    <a:gd name="T2" fmla="*/ 2 w 9"/>
                    <a:gd name="T3" fmla="*/ 1 h 8"/>
                    <a:gd name="T4" fmla="*/ 0 w 9"/>
                    <a:gd name="T5" fmla="*/ 2 h 8"/>
                    <a:gd name="T6" fmla="*/ 0 w 9"/>
                    <a:gd name="T7" fmla="*/ 4 h 8"/>
                    <a:gd name="T8" fmla="*/ 2 w 9"/>
                    <a:gd name="T9" fmla="*/ 5 h 8"/>
                    <a:gd name="T10" fmla="*/ 3 w 9"/>
                    <a:gd name="T11" fmla="*/ 7 h 8"/>
                    <a:gd name="T12" fmla="*/ 5 w 9"/>
                    <a:gd name="T13" fmla="*/ 8 h 8"/>
                    <a:gd name="T14" fmla="*/ 6 w 9"/>
                    <a:gd name="T15" fmla="*/ 8 h 8"/>
                    <a:gd name="T16" fmla="*/ 8 w 9"/>
                    <a:gd name="T17" fmla="*/ 7 h 8"/>
                    <a:gd name="T18" fmla="*/ 8 w 9"/>
                    <a:gd name="T19" fmla="*/ 7 h 8"/>
                    <a:gd name="T20" fmla="*/ 9 w 9"/>
                    <a:gd name="T21" fmla="*/ 5 h 8"/>
                    <a:gd name="T22" fmla="*/ 9 w 9"/>
                    <a:gd name="T23" fmla="*/ 4 h 8"/>
                    <a:gd name="T24" fmla="*/ 9 w 9"/>
                    <a:gd name="T25" fmla="*/ 2 h 8"/>
                    <a:gd name="T26" fmla="*/ 9 w 9"/>
                    <a:gd name="T27" fmla="*/ 1 h 8"/>
                    <a:gd name="T28" fmla="*/ 8 w 9"/>
                    <a:gd name="T29" fmla="*/ 0 h 8"/>
                    <a:gd name="T30" fmla="*/ 6 w 9"/>
                    <a:gd name="T31" fmla="*/ 0 h 8"/>
                    <a:gd name="T32" fmla="*/ 5 w 9"/>
                    <a:gd name="T33" fmla="*/ 0 h 8"/>
                    <a:gd name="T34" fmla="*/ 3 w 9"/>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3" y="0"/>
                      </a:moveTo>
                      <a:lnTo>
                        <a:pt x="2" y="1"/>
                      </a:lnTo>
                      <a:lnTo>
                        <a:pt x="0" y="2"/>
                      </a:lnTo>
                      <a:lnTo>
                        <a:pt x="0" y="4"/>
                      </a:lnTo>
                      <a:lnTo>
                        <a:pt x="2" y="5"/>
                      </a:lnTo>
                      <a:lnTo>
                        <a:pt x="3" y="7"/>
                      </a:lnTo>
                      <a:lnTo>
                        <a:pt x="5" y="8"/>
                      </a:lnTo>
                      <a:lnTo>
                        <a:pt x="6" y="8"/>
                      </a:lnTo>
                      <a:lnTo>
                        <a:pt x="8" y="7"/>
                      </a:lnTo>
                      <a:lnTo>
                        <a:pt x="9" y="5"/>
                      </a:lnTo>
                      <a:lnTo>
                        <a:pt x="9" y="4"/>
                      </a:lnTo>
                      <a:lnTo>
                        <a:pt x="9" y="2"/>
                      </a:lnTo>
                      <a:lnTo>
                        <a:pt x="9" y="1"/>
                      </a:lnTo>
                      <a:lnTo>
                        <a:pt x="8" y="0"/>
                      </a:lnTo>
                      <a:lnTo>
                        <a:pt x="6" y="0"/>
                      </a:lnTo>
                      <a:lnTo>
                        <a:pt x="5"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36" name="Freeform 74"/>
                <p:cNvSpPr>
                  <a:spLocks/>
                </p:cNvSpPr>
                <p:nvPr/>
              </p:nvSpPr>
              <p:spPr bwMode="auto">
                <a:xfrm>
                  <a:off x="3655" y="2209"/>
                  <a:ext cx="8" cy="9"/>
                </a:xfrm>
                <a:custGeom>
                  <a:avLst/>
                  <a:gdLst>
                    <a:gd name="T0" fmla="*/ 2 w 8"/>
                    <a:gd name="T1" fmla="*/ 0 h 9"/>
                    <a:gd name="T2" fmla="*/ 1 w 8"/>
                    <a:gd name="T3" fmla="*/ 1 h 9"/>
                    <a:gd name="T4" fmla="*/ 0 w 8"/>
                    <a:gd name="T5" fmla="*/ 3 h 9"/>
                    <a:gd name="T6" fmla="*/ 0 w 8"/>
                    <a:gd name="T7" fmla="*/ 4 h 9"/>
                    <a:gd name="T8" fmla="*/ 1 w 8"/>
                    <a:gd name="T9" fmla="*/ 6 h 9"/>
                    <a:gd name="T10" fmla="*/ 2 w 8"/>
                    <a:gd name="T11" fmla="*/ 7 h 9"/>
                    <a:gd name="T12" fmla="*/ 4 w 8"/>
                    <a:gd name="T13" fmla="*/ 9 h 9"/>
                    <a:gd name="T14" fmla="*/ 5 w 8"/>
                    <a:gd name="T15" fmla="*/ 9 h 9"/>
                    <a:gd name="T16" fmla="*/ 7 w 8"/>
                    <a:gd name="T17" fmla="*/ 7 h 9"/>
                    <a:gd name="T18" fmla="*/ 7 w 8"/>
                    <a:gd name="T19" fmla="*/ 7 h 9"/>
                    <a:gd name="T20" fmla="*/ 8 w 8"/>
                    <a:gd name="T21" fmla="*/ 6 h 9"/>
                    <a:gd name="T22" fmla="*/ 8 w 8"/>
                    <a:gd name="T23" fmla="*/ 4 h 9"/>
                    <a:gd name="T24" fmla="*/ 8 w 8"/>
                    <a:gd name="T25" fmla="*/ 3 h 9"/>
                    <a:gd name="T26" fmla="*/ 8 w 8"/>
                    <a:gd name="T27" fmla="*/ 1 h 9"/>
                    <a:gd name="T28" fmla="*/ 7 w 8"/>
                    <a:gd name="T29" fmla="*/ 0 h 9"/>
                    <a:gd name="T30" fmla="*/ 5 w 8"/>
                    <a:gd name="T31" fmla="*/ 0 h 9"/>
                    <a:gd name="T32" fmla="*/ 4 w 8"/>
                    <a:gd name="T33" fmla="*/ 0 h 9"/>
                    <a:gd name="T34" fmla="*/ 2 w 8"/>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2" y="0"/>
                      </a:moveTo>
                      <a:lnTo>
                        <a:pt x="1" y="1"/>
                      </a:lnTo>
                      <a:lnTo>
                        <a:pt x="0" y="3"/>
                      </a:lnTo>
                      <a:lnTo>
                        <a:pt x="0" y="4"/>
                      </a:lnTo>
                      <a:lnTo>
                        <a:pt x="1" y="6"/>
                      </a:lnTo>
                      <a:lnTo>
                        <a:pt x="2" y="7"/>
                      </a:lnTo>
                      <a:lnTo>
                        <a:pt x="4" y="9"/>
                      </a:lnTo>
                      <a:lnTo>
                        <a:pt x="5" y="9"/>
                      </a:lnTo>
                      <a:lnTo>
                        <a:pt x="7" y="7"/>
                      </a:lnTo>
                      <a:lnTo>
                        <a:pt x="8" y="6"/>
                      </a:lnTo>
                      <a:lnTo>
                        <a:pt x="8" y="4"/>
                      </a:lnTo>
                      <a:lnTo>
                        <a:pt x="8" y="3"/>
                      </a:lnTo>
                      <a:lnTo>
                        <a:pt x="8" y="1"/>
                      </a:lnTo>
                      <a:lnTo>
                        <a:pt x="7" y="0"/>
                      </a:lnTo>
                      <a:lnTo>
                        <a:pt x="5" y="0"/>
                      </a:lnTo>
                      <a:lnTo>
                        <a:pt x="4" y="0"/>
                      </a:lnTo>
                      <a:lnTo>
                        <a:pt x="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37" name="Freeform 75"/>
                <p:cNvSpPr>
                  <a:spLocks/>
                </p:cNvSpPr>
                <p:nvPr/>
              </p:nvSpPr>
              <p:spPr bwMode="auto">
                <a:xfrm>
                  <a:off x="3669" y="2197"/>
                  <a:ext cx="9" cy="9"/>
                </a:xfrm>
                <a:custGeom>
                  <a:avLst/>
                  <a:gdLst>
                    <a:gd name="T0" fmla="*/ 2 w 9"/>
                    <a:gd name="T1" fmla="*/ 0 h 9"/>
                    <a:gd name="T2" fmla="*/ 0 w 9"/>
                    <a:gd name="T3" fmla="*/ 2 h 9"/>
                    <a:gd name="T4" fmla="*/ 0 w 9"/>
                    <a:gd name="T5" fmla="*/ 3 h 9"/>
                    <a:gd name="T6" fmla="*/ 0 w 9"/>
                    <a:gd name="T7" fmla="*/ 5 h 9"/>
                    <a:gd name="T8" fmla="*/ 0 w 9"/>
                    <a:gd name="T9" fmla="*/ 6 h 9"/>
                    <a:gd name="T10" fmla="*/ 2 w 9"/>
                    <a:gd name="T11" fmla="*/ 8 h 9"/>
                    <a:gd name="T12" fmla="*/ 3 w 9"/>
                    <a:gd name="T13" fmla="*/ 9 h 9"/>
                    <a:gd name="T14" fmla="*/ 4 w 9"/>
                    <a:gd name="T15" fmla="*/ 9 h 9"/>
                    <a:gd name="T16" fmla="*/ 6 w 9"/>
                    <a:gd name="T17" fmla="*/ 8 h 9"/>
                    <a:gd name="T18" fmla="*/ 6 w 9"/>
                    <a:gd name="T19" fmla="*/ 8 h 9"/>
                    <a:gd name="T20" fmla="*/ 7 w 9"/>
                    <a:gd name="T21" fmla="*/ 6 h 9"/>
                    <a:gd name="T22" fmla="*/ 9 w 9"/>
                    <a:gd name="T23" fmla="*/ 5 h 9"/>
                    <a:gd name="T24" fmla="*/ 9 w 9"/>
                    <a:gd name="T25" fmla="*/ 3 h 9"/>
                    <a:gd name="T26" fmla="*/ 7 w 9"/>
                    <a:gd name="T27" fmla="*/ 2 h 9"/>
                    <a:gd name="T28" fmla="*/ 6 w 9"/>
                    <a:gd name="T29" fmla="*/ 0 h 9"/>
                    <a:gd name="T30" fmla="*/ 4 w 9"/>
                    <a:gd name="T31" fmla="*/ 0 h 9"/>
                    <a:gd name="T32" fmla="*/ 3 w 9"/>
                    <a:gd name="T33" fmla="*/ 0 h 9"/>
                    <a:gd name="T34" fmla="*/ 2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2" y="0"/>
                      </a:moveTo>
                      <a:lnTo>
                        <a:pt x="0" y="2"/>
                      </a:lnTo>
                      <a:lnTo>
                        <a:pt x="0" y="3"/>
                      </a:lnTo>
                      <a:lnTo>
                        <a:pt x="0" y="5"/>
                      </a:lnTo>
                      <a:lnTo>
                        <a:pt x="0" y="6"/>
                      </a:lnTo>
                      <a:lnTo>
                        <a:pt x="2" y="8"/>
                      </a:lnTo>
                      <a:lnTo>
                        <a:pt x="3" y="9"/>
                      </a:lnTo>
                      <a:lnTo>
                        <a:pt x="4" y="9"/>
                      </a:lnTo>
                      <a:lnTo>
                        <a:pt x="6" y="8"/>
                      </a:lnTo>
                      <a:lnTo>
                        <a:pt x="7" y="6"/>
                      </a:lnTo>
                      <a:lnTo>
                        <a:pt x="9" y="5"/>
                      </a:lnTo>
                      <a:lnTo>
                        <a:pt x="9" y="3"/>
                      </a:lnTo>
                      <a:lnTo>
                        <a:pt x="7" y="2"/>
                      </a:lnTo>
                      <a:lnTo>
                        <a:pt x="6" y="0"/>
                      </a:lnTo>
                      <a:lnTo>
                        <a:pt x="4" y="0"/>
                      </a:lnTo>
                      <a:lnTo>
                        <a:pt x="3" y="0"/>
                      </a:lnTo>
                      <a:lnTo>
                        <a:pt x="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38" name="Freeform 76"/>
                <p:cNvSpPr>
                  <a:spLocks/>
                </p:cNvSpPr>
                <p:nvPr/>
              </p:nvSpPr>
              <p:spPr bwMode="auto">
                <a:xfrm>
                  <a:off x="3682" y="2187"/>
                  <a:ext cx="9" cy="9"/>
                </a:xfrm>
                <a:custGeom>
                  <a:avLst/>
                  <a:gdLst>
                    <a:gd name="T0" fmla="*/ 2 w 9"/>
                    <a:gd name="T1" fmla="*/ 0 h 9"/>
                    <a:gd name="T2" fmla="*/ 0 w 9"/>
                    <a:gd name="T3" fmla="*/ 2 h 9"/>
                    <a:gd name="T4" fmla="*/ 0 w 9"/>
                    <a:gd name="T5" fmla="*/ 3 h 9"/>
                    <a:gd name="T6" fmla="*/ 0 w 9"/>
                    <a:gd name="T7" fmla="*/ 4 h 9"/>
                    <a:gd name="T8" fmla="*/ 0 w 9"/>
                    <a:gd name="T9" fmla="*/ 6 h 9"/>
                    <a:gd name="T10" fmla="*/ 2 w 9"/>
                    <a:gd name="T11" fmla="*/ 7 h 9"/>
                    <a:gd name="T12" fmla="*/ 3 w 9"/>
                    <a:gd name="T13" fmla="*/ 9 h 9"/>
                    <a:gd name="T14" fmla="*/ 5 w 9"/>
                    <a:gd name="T15" fmla="*/ 9 h 9"/>
                    <a:gd name="T16" fmla="*/ 6 w 9"/>
                    <a:gd name="T17" fmla="*/ 7 h 9"/>
                    <a:gd name="T18" fmla="*/ 6 w 9"/>
                    <a:gd name="T19" fmla="*/ 7 h 9"/>
                    <a:gd name="T20" fmla="*/ 7 w 9"/>
                    <a:gd name="T21" fmla="*/ 6 h 9"/>
                    <a:gd name="T22" fmla="*/ 9 w 9"/>
                    <a:gd name="T23" fmla="*/ 4 h 9"/>
                    <a:gd name="T24" fmla="*/ 9 w 9"/>
                    <a:gd name="T25" fmla="*/ 3 h 9"/>
                    <a:gd name="T26" fmla="*/ 7 w 9"/>
                    <a:gd name="T27" fmla="*/ 2 h 9"/>
                    <a:gd name="T28" fmla="*/ 6 w 9"/>
                    <a:gd name="T29" fmla="*/ 0 h 9"/>
                    <a:gd name="T30" fmla="*/ 5 w 9"/>
                    <a:gd name="T31" fmla="*/ 0 h 9"/>
                    <a:gd name="T32" fmla="*/ 3 w 9"/>
                    <a:gd name="T33" fmla="*/ 0 h 9"/>
                    <a:gd name="T34" fmla="*/ 2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2" y="0"/>
                      </a:moveTo>
                      <a:lnTo>
                        <a:pt x="0" y="2"/>
                      </a:lnTo>
                      <a:lnTo>
                        <a:pt x="0" y="3"/>
                      </a:lnTo>
                      <a:lnTo>
                        <a:pt x="0" y="4"/>
                      </a:lnTo>
                      <a:lnTo>
                        <a:pt x="0" y="6"/>
                      </a:lnTo>
                      <a:lnTo>
                        <a:pt x="2" y="7"/>
                      </a:lnTo>
                      <a:lnTo>
                        <a:pt x="3" y="9"/>
                      </a:lnTo>
                      <a:lnTo>
                        <a:pt x="5" y="9"/>
                      </a:lnTo>
                      <a:lnTo>
                        <a:pt x="6" y="7"/>
                      </a:lnTo>
                      <a:lnTo>
                        <a:pt x="7" y="6"/>
                      </a:lnTo>
                      <a:lnTo>
                        <a:pt x="9" y="4"/>
                      </a:lnTo>
                      <a:lnTo>
                        <a:pt x="9" y="3"/>
                      </a:lnTo>
                      <a:lnTo>
                        <a:pt x="7" y="2"/>
                      </a:lnTo>
                      <a:lnTo>
                        <a:pt x="6" y="0"/>
                      </a:lnTo>
                      <a:lnTo>
                        <a:pt x="5" y="0"/>
                      </a:lnTo>
                      <a:lnTo>
                        <a:pt x="3" y="0"/>
                      </a:lnTo>
                      <a:lnTo>
                        <a:pt x="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39" name="Freeform 77"/>
                <p:cNvSpPr>
                  <a:spLocks/>
                </p:cNvSpPr>
                <p:nvPr/>
              </p:nvSpPr>
              <p:spPr bwMode="auto">
                <a:xfrm>
                  <a:off x="3697" y="2175"/>
                  <a:ext cx="8" cy="9"/>
                </a:xfrm>
                <a:custGeom>
                  <a:avLst/>
                  <a:gdLst>
                    <a:gd name="T0" fmla="*/ 1 w 8"/>
                    <a:gd name="T1" fmla="*/ 2 h 9"/>
                    <a:gd name="T2" fmla="*/ 0 w 8"/>
                    <a:gd name="T3" fmla="*/ 3 h 9"/>
                    <a:gd name="T4" fmla="*/ 0 w 8"/>
                    <a:gd name="T5" fmla="*/ 5 h 9"/>
                    <a:gd name="T6" fmla="*/ 0 w 8"/>
                    <a:gd name="T7" fmla="*/ 6 h 9"/>
                    <a:gd name="T8" fmla="*/ 0 w 8"/>
                    <a:gd name="T9" fmla="*/ 8 h 9"/>
                    <a:gd name="T10" fmla="*/ 1 w 8"/>
                    <a:gd name="T11" fmla="*/ 9 h 9"/>
                    <a:gd name="T12" fmla="*/ 3 w 8"/>
                    <a:gd name="T13" fmla="*/ 9 h 9"/>
                    <a:gd name="T14" fmla="*/ 4 w 8"/>
                    <a:gd name="T15" fmla="*/ 9 h 9"/>
                    <a:gd name="T16" fmla="*/ 5 w 8"/>
                    <a:gd name="T17" fmla="*/ 9 h 9"/>
                    <a:gd name="T18" fmla="*/ 5 w 8"/>
                    <a:gd name="T19" fmla="*/ 9 h 9"/>
                    <a:gd name="T20" fmla="*/ 7 w 8"/>
                    <a:gd name="T21" fmla="*/ 8 h 9"/>
                    <a:gd name="T22" fmla="*/ 8 w 8"/>
                    <a:gd name="T23" fmla="*/ 6 h 9"/>
                    <a:gd name="T24" fmla="*/ 8 w 8"/>
                    <a:gd name="T25" fmla="*/ 5 h 9"/>
                    <a:gd name="T26" fmla="*/ 7 w 8"/>
                    <a:gd name="T27" fmla="*/ 3 h 9"/>
                    <a:gd name="T28" fmla="*/ 5 w 8"/>
                    <a:gd name="T29" fmla="*/ 2 h 9"/>
                    <a:gd name="T30" fmla="*/ 4 w 8"/>
                    <a:gd name="T31" fmla="*/ 0 h 9"/>
                    <a:gd name="T32" fmla="*/ 3 w 8"/>
                    <a:gd name="T33" fmla="*/ 0 h 9"/>
                    <a:gd name="T34" fmla="*/ 1 w 8"/>
                    <a:gd name="T35" fmla="*/ 2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1" y="2"/>
                      </a:moveTo>
                      <a:lnTo>
                        <a:pt x="0" y="3"/>
                      </a:lnTo>
                      <a:lnTo>
                        <a:pt x="0" y="5"/>
                      </a:lnTo>
                      <a:lnTo>
                        <a:pt x="0" y="6"/>
                      </a:lnTo>
                      <a:lnTo>
                        <a:pt x="0" y="8"/>
                      </a:lnTo>
                      <a:lnTo>
                        <a:pt x="1" y="9"/>
                      </a:lnTo>
                      <a:lnTo>
                        <a:pt x="3" y="9"/>
                      </a:lnTo>
                      <a:lnTo>
                        <a:pt x="4" y="9"/>
                      </a:lnTo>
                      <a:lnTo>
                        <a:pt x="5" y="9"/>
                      </a:lnTo>
                      <a:lnTo>
                        <a:pt x="7" y="8"/>
                      </a:lnTo>
                      <a:lnTo>
                        <a:pt x="8" y="6"/>
                      </a:lnTo>
                      <a:lnTo>
                        <a:pt x="8" y="5"/>
                      </a:lnTo>
                      <a:lnTo>
                        <a:pt x="7" y="3"/>
                      </a:lnTo>
                      <a:lnTo>
                        <a:pt x="5" y="2"/>
                      </a:lnTo>
                      <a:lnTo>
                        <a:pt x="4" y="0"/>
                      </a:lnTo>
                      <a:lnTo>
                        <a:pt x="3" y="0"/>
                      </a:lnTo>
                      <a:lnTo>
                        <a:pt x="1"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40" name="Freeform 78"/>
                <p:cNvSpPr>
                  <a:spLocks/>
                </p:cNvSpPr>
                <p:nvPr/>
              </p:nvSpPr>
              <p:spPr bwMode="auto">
                <a:xfrm>
                  <a:off x="3711" y="2167"/>
                  <a:ext cx="9" cy="8"/>
                </a:xfrm>
                <a:custGeom>
                  <a:avLst/>
                  <a:gdLst>
                    <a:gd name="T0" fmla="*/ 2 w 9"/>
                    <a:gd name="T1" fmla="*/ 0 h 8"/>
                    <a:gd name="T2" fmla="*/ 0 w 9"/>
                    <a:gd name="T3" fmla="*/ 1 h 8"/>
                    <a:gd name="T4" fmla="*/ 0 w 9"/>
                    <a:gd name="T5" fmla="*/ 3 h 8"/>
                    <a:gd name="T6" fmla="*/ 0 w 9"/>
                    <a:gd name="T7" fmla="*/ 4 h 8"/>
                    <a:gd name="T8" fmla="*/ 0 w 9"/>
                    <a:gd name="T9" fmla="*/ 6 h 8"/>
                    <a:gd name="T10" fmla="*/ 2 w 9"/>
                    <a:gd name="T11" fmla="*/ 7 h 8"/>
                    <a:gd name="T12" fmla="*/ 3 w 9"/>
                    <a:gd name="T13" fmla="*/ 8 h 8"/>
                    <a:gd name="T14" fmla="*/ 5 w 9"/>
                    <a:gd name="T15" fmla="*/ 8 h 8"/>
                    <a:gd name="T16" fmla="*/ 6 w 9"/>
                    <a:gd name="T17" fmla="*/ 7 h 8"/>
                    <a:gd name="T18" fmla="*/ 6 w 9"/>
                    <a:gd name="T19" fmla="*/ 7 h 8"/>
                    <a:gd name="T20" fmla="*/ 7 w 9"/>
                    <a:gd name="T21" fmla="*/ 6 h 8"/>
                    <a:gd name="T22" fmla="*/ 9 w 9"/>
                    <a:gd name="T23" fmla="*/ 4 h 8"/>
                    <a:gd name="T24" fmla="*/ 9 w 9"/>
                    <a:gd name="T25" fmla="*/ 3 h 8"/>
                    <a:gd name="T26" fmla="*/ 7 w 9"/>
                    <a:gd name="T27" fmla="*/ 1 h 8"/>
                    <a:gd name="T28" fmla="*/ 6 w 9"/>
                    <a:gd name="T29" fmla="*/ 0 h 8"/>
                    <a:gd name="T30" fmla="*/ 5 w 9"/>
                    <a:gd name="T31" fmla="*/ 0 h 8"/>
                    <a:gd name="T32" fmla="*/ 3 w 9"/>
                    <a:gd name="T33" fmla="*/ 0 h 8"/>
                    <a:gd name="T34" fmla="*/ 2 w 9"/>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2" y="0"/>
                      </a:moveTo>
                      <a:lnTo>
                        <a:pt x="0" y="1"/>
                      </a:lnTo>
                      <a:lnTo>
                        <a:pt x="0" y="3"/>
                      </a:lnTo>
                      <a:lnTo>
                        <a:pt x="0" y="4"/>
                      </a:lnTo>
                      <a:lnTo>
                        <a:pt x="0" y="6"/>
                      </a:lnTo>
                      <a:lnTo>
                        <a:pt x="2" y="7"/>
                      </a:lnTo>
                      <a:lnTo>
                        <a:pt x="3" y="8"/>
                      </a:lnTo>
                      <a:lnTo>
                        <a:pt x="5" y="8"/>
                      </a:lnTo>
                      <a:lnTo>
                        <a:pt x="6" y="7"/>
                      </a:lnTo>
                      <a:lnTo>
                        <a:pt x="7" y="6"/>
                      </a:lnTo>
                      <a:lnTo>
                        <a:pt x="9" y="4"/>
                      </a:lnTo>
                      <a:lnTo>
                        <a:pt x="9" y="3"/>
                      </a:lnTo>
                      <a:lnTo>
                        <a:pt x="7" y="1"/>
                      </a:lnTo>
                      <a:lnTo>
                        <a:pt x="6" y="0"/>
                      </a:lnTo>
                      <a:lnTo>
                        <a:pt x="5" y="0"/>
                      </a:lnTo>
                      <a:lnTo>
                        <a:pt x="3" y="0"/>
                      </a:lnTo>
                      <a:lnTo>
                        <a:pt x="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41" name="Freeform 79"/>
                <p:cNvSpPr>
                  <a:spLocks/>
                </p:cNvSpPr>
                <p:nvPr/>
              </p:nvSpPr>
              <p:spPr bwMode="auto">
                <a:xfrm>
                  <a:off x="3726" y="2158"/>
                  <a:ext cx="8" cy="9"/>
                </a:xfrm>
                <a:custGeom>
                  <a:avLst/>
                  <a:gdLst>
                    <a:gd name="T0" fmla="*/ 3 w 8"/>
                    <a:gd name="T1" fmla="*/ 0 h 9"/>
                    <a:gd name="T2" fmla="*/ 1 w 8"/>
                    <a:gd name="T3" fmla="*/ 0 h 9"/>
                    <a:gd name="T4" fmla="*/ 0 w 8"/>
                    <a:gd name="T5" fmla="*/ 2 h 9"/>
                    <a:gd name="T6" fmla="*/ 0 w 8"/>
                    <a:gd name="T7" fmla="*/ 3 h 9"/>
                    <a:gd name="T8" fmla="*/ 0 w 8"/>
                    <a:gd name="T9" fmla="*/ 4 h 9"/>
                    <a:gd name="T10" fmla="*/ 0 w 8"/>
                    <a:gd name="T11" fmla="*/ 6 h 9"/>
                    <a:gd name="T12" fmla="*/ 1 w 8"/>
                    <a:gd name="T13" fmla="*/ 7 h 9"/>
                    <a:gd name="T14" fmla="*/ 3 w 8"/>
                    <a:gd name="T15" fmla="*/ 9 h 9"/>
                    <a:gd name="T16" fmla="*/ 4 w 8"/>
                    <a:gd name="T17" fmla="*/ 9 h 9"/>
                    <a:gd name="T18" fmla="*/ 4 w 8"/>
                    <a:gd name="T19" fmla="*/ 9 h 9"/>
                    <a:gd name="T20" fmla="*/ 6 w 8"/>
                    <a:gd name="T21" fmla="*/ 7 h 9"/>
                    <a:gd name="T22" fmla="*/ 7 w 8"/>
                    <a:gd name="T23" fmla="*/ 6 h 9"/>
                    <a:gd name="T24" fmla="*/ 8 w 8"/>
                    <a:gd name="T25" fmla="*/ 4 h 9"/>
                    <a:gd name="T26" fmla="*/ 8 w 8"/>
                    <a:gd name="T27" fmla="*/ 3 h 9"/>
                    <a:gd name="T28" fmla="*/ 7 w 8"/>
                    <a:gd name="T29" fmla="*/ 2 h 9"/>
                    <a:gd name="T30" fmla="*/ 6 w 8"/>
                    <a:gd name="T31" fmla="*/ 0 h 9"/>
                    <a:gd name="T32" fmla="*/ 4 w 8"/>
                    <a:gd name="T33" fmla="*/ 0 h 9"/>
                    <a:gd name="T34" fmla="*/ 3 w 8"/>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3" y="0"/>
                      </a:moveTo>
                      <a:lnTo>
                        <a:pt x="1" y="0"/>
                      </a:lnTo>
                      <a:lnTo>
                        <a:pt x="0" y="2"/>
                      </a:lnTo>
                      <a:lnTo>
                        <a:pt x="0" y="3"/>
                      </a:lnTo>
                      <a:lnTo>
                        <a:pt x="0" y="4"/>
                      </a:lnTo>
                      <a:lnTo>
                        <a:pt x="0" y="6"/>
                      </a:lnTo>
                      <a:lnTo>
                        <a:pt x="1" y="7"/>
                      </a:lnTo>
                      <a:lnTo>
                        <a:pt x="3" y="9"/>
                      </a:lnTo>
                      <a:lnTo>
                        <a:pt x="4" y="9"/>
                      </a:lnTo>
                      <a:lnTo>
                        <a:pt x="6" y="7"/>
                      </a:lnTo>
                      <a:lnTo>
                        <a:pt x="7" y="6"/>
                      </a:lnTo>
                      <a:lnTo>
                        <a:pt x="8" y="4"/>
                      </a:lnTo>
                      <a:lnTo>
                        <a:pt x="8" y="3"/>
                      </a:lnTo>
                      <a:lnTo>
                        <a:pt x="7" y="2"/>
                      </a:lnTo>
                      <a:lnTo>
                        <a:pt x="6" y="0"/>
                      </a:lnTo>
                      <a:lnTo>
                        <a:pt x="4"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42" name="Freeform 80"/>
                <p:cNvSpPr>
                  <a:spLocks/>
                </p:cNvSpPr>
                <p:nvPr/>
              </p:nvSpPr>
              <p:spPr bwMode="auto">
                <a:xfrm>
                  <a:off x="3742" y="2151"/>
                  <a:ext cx="8" cy="9"/>
                </a:xfrm>
                <a:custGeom>
                  <a:avLst/>
                  <a:gdLst>
                    <a:gd name="T0" fmla="*/ 3 w 8"/>
                    <a:gd name="T1" fmla="*/ 0 h 9"/>
                    <a:gd name="T2" fmla="*/ 1 w 8"/>
                    <a:gd name="T3" fmla="*/ 0 h 9"/>
                    <a:gd name="T4" fmla="*/ 0 w 8"/>
                    <a:gd name="T5" fmla="*/ 1 h 9"/>
                    <a:gd name="T6" fmla="*/ 0 w 8"/>
                    <a:gd name="T7" fmla="*/ 3 h 9"/>
                    <a:gd name="T8" fmla="*/ 0 w 8"/>
                    <a:gd name="T9" fmla="*/ 4 h 9"/>
                    <a:gd name="T10" fmla="*/ 0 w 8"/>
                    <a:gd name="T11" fmla="*/ 6 h 9"/>
                    <a:gd name="T12" fmla="*/ 1 w 8"/>
                    <a:gd name="T13" fmla="*/ 7 h 9"/>
                    <a:gd name="T14" fmla="*/ 3 w 8"/>
                    <a:gd name="T15" fmla="*/ 9 h 9"/>
                    <a:gd name="T16" fmla="*/ 4 w 8"/>
                    <a:gd name="T17" fmla="*/ 9 h 9"/>
                    <a:gd name="T18" fmla="*/ 4 w 8"/>
                    <a:gd name="T19" fmla="*/ 9 h 9"/>
                    <a:gd name="T20" fmla="*/ 5 w 8"/>
                    <a:gd name="T21" fmla="*/ 7 h 9"/>
                    <a:gd name="T22" fmla="*/ 7 w 8"/>
                    <a:gd name="T23" fmla="*/ 6 h 9"/>
                    <a:gd name="T24" fmla="*/ 8 w 8"/>
                    <a:gd name="T25" fmla="*/ 4 h 9"/>
                    <a:gd name="T26" fmla="*/ 8 w 8"/>
                    <a:gd name="T27" fmla="*/ 3 h 9"/>
                    <a:gd name="T28" fmla="*/ 7 w 8"/>
                    <a:gd name="T29" fmla="*/ 1 h 9"/>
                    <a:gd name="T30" fmla="*/ 5 w 8"/>
                    <a:gd name="T31" fmla="*/ 0 h 9"/>
                    <a:gd name="T32" fmla="*/ 4 w 8"/>
                    <a:gd name="T33" fmla="*/ 0 h 9"/>
                    <a:gd name="T34" fmla="*/ 3 w 8"/>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3" y="0"/>
                      </a:moveTo>
                      <a:lnTo>
                        <a:pt x="1" y="0"/>
                      </a:lnTo>
                      <a:lnTo>
                        <a:pt x="0" y="1"/>
                      </a:lnTo>
                      <a:lnTo>
                        <a:pt x="0" y="3"/>
                      </a:lnTo>
                      <a:lnTo>
                        <a:pt x="0" y="4"/>
                      </a:lnTo>
                      <a:lnTo>
                        <a:pt x="0" y="6"/>
                      </a:lnTo>
                      <a:lnTo>
                        <a:pt x="1" y="7"/>
                      </a:lnTo>
                      <a:lnTo>
                        <a:pt x="3" y="9"/>
                      </a:lnTo>
                      <a:lnTo>
                        <a:pt x="4" y="9"/>
                      </a:lnTo>
                      <a:lnTo>
                        <a:pt x="5" y="7"/>
                      </a:lnTo>
                      <a:lnTo>
                        <a:pt x="7" y="6"/>
                      </a:lnTo>
                      <a:lnTo>
                        <a:pt x="8" y="4"/>
                      </a:lnTo>
                      <a:lnTo>
                        <a:pt x="8" y="3"/>
                      </a:lnTo>
                      <a:lnTo>
                        <a:pt x="7" y="1"/>
                      </a:lnTo>
                      <a:lnTo>
                        <a:pt x="5" y="0"/>
                      </a:lnTo>
                      <a:lnTo>
                        <a:pt x="4"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43" name="Freeform 81"/>
                <p:cNvSpPr>
                  <a:spLocks/>
                </p:cNvSpPr>
                <p:nvPr/>
              </p:nvSpPr>
              <p:spPr bwMode="auto">
                <a:xfrm>
                  <a:off x="3758" y="2146"/>
                  <a:ext cx="8" cy="9"/>
                </a:xfrm>
                <a:custGeom>
                  <a:avLst/>
                  <a:gdLst>
                    <a:gd name="T0" fmla="*/ 5 w 8"/>
                    <a:gd name="T1" fmla="*/ 0 h 9"/>
                    <a:gd name="T2" fmla="*/ 4 w 8"/>
                    <a:gd name="T3" fmla="*/ 0 h 9"/>
                    <a:gd name="T4" fmla="*/ 3 w 8"/>
                    <a:gd name="T5" fmla="*/ 0 h 9"/>
                    <a:gd name="T6" fmla="*/ 1 w 8"/>
                    <a:gd name="T7" fmla="*/ 2 h 9"/>
                    <a:gd name="T8" fmla="*/ 0 w 8"/>
                    <a:gd name="T9" fmla="*/ 3 h 9"/>
                    <a:gd name="T10" fmla="*/ 0 w 8"/>
                    <a:gd name="T11" fmla="*/ 5 h 9"/>
                    <a:gd name="T12" fmla="*/ 1 w 8"/>
                    <a:gd name="T13" fmla="*/ 6 h 9"/>
                    <a:gd name="T14" fmla="*/ 3 w 8"/>
                    <a:gd name="T15" fmla="*/ 8 h 9"/>
                    <a:gd name="T16" fmla="*/ 4 w 8"/>
                    <a:gd name="T17" fmla="*/ 9 h 9"/>
                    <a:gd name="T18" fmla="*/ 4 w 8"/>
                    <a:gd name="T19" fmla="*/ 9 h 9"/>
                    <a:gd name="T20" fmla="*/ 5 w 8"/>
                    <a:gd name="T21" fmla="*/ 9 h 9"/>
                    <a:gd name="T22" fmla="*/ 7 w 8"/>
                    <a:gd name="T23" fmla="*/ 8 h 9"/>
                    <a:gd name="T24" fmla="*/ 8 w 8"/>
                    <a:gd name="T25" fmla="*/ 6 h 9"/>
                    <a:gd name="T26" fmla="*/ 8 w 8"/>
                    <a:gd name="T27" fmla="*/ 5 h 9"/>
                    <a:gd name="T28" fmla="*/ 8 w 8"/>
                    <a:gd name="T29" fmla="*/ 3 h 9"/>
                    <a:gd name="T30" fmla="*/ 8 w 8"/>
                    <a:gd name="T31" fmla="*/ 2 h 9"/>
                    <a:gd name="T32" fmla="*/ 7 w 8"/>
                    <a:gd name="T33" fmla="*/ 0 h 9"/>
                    <a:gd name="T34" fmla="*/ 5 w 8"/>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5" y="0"/>
                      </a:moveTo>
                      <a:lnTo>
                        <a:pt x="4" y="0"/>
                      </a:lnTo>
                      <a:lnTo>
                        <a:pt x="3" y="0"/>
                      </a:lnTo>
                      <a:lnTo>
                        <a:pt x="1" y="2"/>
                      </a:lnTo>
                      <a:lnTo>
                        <a:pt x="0" y="3"/>
                      </a:lnTo>
                      <a:lnTo>
                        <a:pt x="0" y="5"/>
                      </a:lnTo>
                      <a:lnTo>
                        <a:pt x="1" y="6"/>
                      </a:lnTo>
                      <a:lnTo>
                        <a:pt x="3" y="8"/>
                      </a:lnTo>
                      <a:lnTo>
                        <a:pt x="4" y="9"/>
                      </a:lnTo>
                      <a:lnTo>
                        <a:pt x="5" y="9"/>
                      </a:lnTo>
                      <a:lnTo>
                        <a:pt x="7" y="8"/>
                      </a:lnTo>
                      <a:lnTo>
                        <a:pt x="8" y="6"/>
                      </a:lnTo>
                      <a:lnTo>
                        <a:pt x="8" y="5"/>
                      </a:lnTo>
                      <a:lnTo>
                        <a:pt x="8" y="3"/>
                      </a:lnTo>
                      <a:lnTo>
                        <a:pt x="8" y="2"/>
                      </a:lnTo>
                      <a:lnTo>
                        <a:pt x="7" y="0"/>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44" name="Freeform 82"/>
                <p:cNvSpPr>
                  <a:spLocks/>
                </p:cNvSpPr>
                <p:nvPr/>
              </p:nvSpPr>
              <p:spPr bwMode="auto">
                <a:xfrm>
                  <a:off x="3775" y="2145"/>
                  <a:ext cx="9" cy="9"/>
                </a:xfrm>
                <a:custGeom>
                  <a:avLst/>
                  <a:gdLst>
                    <a:gd name="T0" fmla="*/ 6 w 9"/>
                    <a:gd name="T1" fmla="*/ 0 h 9"/>
                    <a:gd name="T2" fmla="*/ 4 w 9"/>
                    <a:gd name="T3" fmla="*/ 0 h 9"/>
                    <a:gd name="T4" fmla="*/ 3 w 9"/>
                    <a:gd name="T5" fmla="*/ 1 h 9"/>
                    <a:gd name="T6" fmla="*/ 2 w 9"/>
                    <a:gd name="T7" fmla="*/ 3 h 9"/>
                    <a:gd name="T8" fmla="*/ 0 w 9"/>
                    <a:gd name="T9" fmla="*/ 4 h 9"/>
                    <a:gd name="T10" fmla="*/ 0 w 9"/>
                    <a:gd name="T11" fmla="*/ 6 h 9"/>
                    <a:gd name="T12" fmla="*/ 2 w 9"/>
                    <a:gd name="T13" fmla="*/ 7 h 9"/>
                    <a:gd name="T14" fmla="*/ 3 w 9"/>
                    <a:gd name="T15" fmla="*/ 9 h 9"/>
                    <a:gd name="T16" fmla="*/ 4 w 9"/>
                    <a:gd name="T17" fmla="*/ 9 h 9"/>
                    <a:gd name="T18" fmla="*/ 4 w 9"/>
                    <a:gd name="T19" fmla="*/ 9 h 9"/>
                    <a:gd name="T20" fmla="*/ 6 w 9"/>
                    <a:gd name="T21" fmla="*/ 9 h 9"/>
                    <a:gd name="T22" fmla="*/ 7 w 9"/>
                    <a:gd name="T23" fmla="*/ 9 h 9"/>
                    <a:gd name="T24" fmla="*/ 9 w 9"/>
                    <a:gd name="T25" fmla="*/ 7 h 9"/>
                    <a:gd name="T26" fmla="*/ 9 w 9"/>
                    <a:gd name="T27" fmla="*/ 6 h 9"/>
                    <a:gd name="T28" fmla="*/ 9 w 9"/>
                    <a:gd name="T29" fmla="*/ 4 h 9"/>
                    <a:gd name="T30" fmla="*/ 9 w 9"/>
                    <a:gd name="T31" fmla="*/ 3 h 9"/>
                    <a:gd name="T32" fmla="*/ 7 w 9"/>
                    <a:gd name="T33" fmla="*/ 1 h 9"/>
                    <a:gd name="T34" fmla="*/ 6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6" y="0"/>
                      </a:moveTo>
                      <a:lnTo>
                        <a:pt x="4" y="0"/>
                      </a:lnTo>
                      <a:lnTo>
                        <a:pt x="3" y="1"/>
                      </a:lnTo>
                      <a:lnTo>
                        <a:pt x="2" y="3"/>
                      </a:lnTo>
                      <a:lnTo>
                        <a:pt x="0" y="4"/>
                      </a:lnTo>
                      <a:lnTo>
                        <a:pt x="0" y="6"/>
                      </a:lnTo>
                      <a:lnTo>
                        <a:pt x="2" y="7"/>
                      </a:lnTo>
                      <a:lnTo>
                        <a:pt x="3" y="9"/>
                      </a:lnTo>
                      <a:lnTo>
                        <a:pt x="4" y="9"/>
                      </a:lnTo>
                      <a:lnTo>
                        <a:pt x="6" y="9"/>
                      </a:lnTo>
                      <a:lnTo>
                        <a:pt x="7" y="9"/>
                      </a:lnTo>
                      <a:lnTo>
                        <a:pt x="9" y="7"/>
                      </a:lnTo>
                      <a:lnTo>
                        <a:pt x="9" y="6"/>
                      </a:lnTo>
                      <a:lnTo>
                        <a:pt x="9" y="4"/>
                      </a:lnTo>
                      <a:lnTo>
                        <a:pt x="9" y="3"/>
                      </a:lnTo>
                      <a:lnTo>
                        <a:pt x="7" y="1"/>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45" name="Freeform 83"/>
                <p:cNvSpPr>
                  <a:spLocks/>
                </p:cNvSpPr>
                <p:nvPr/>
              </p:nvSpPr>
              <p:spPr bwMode="auto">
                <a:xfrm>
                  <a:off x="3793" y="2149"/>
                  <a:ext cx="8" cy="9"/>
                </a:xfrm>
                <a:custGeom>
                  <a:avLst/>
                  <a:gdLst>
                    <a:gd name="T0" fmla="*/ 4 w 8"/>
                    <a:gd name="T1" fmla="*/ 0 h 9"/>
                    <a:gd name="T2" fmla="*/ 2 w 8"/>
                    <a:gd name="T3" fmla="*/ 0 h 9"/>
                    <a:gd name="T4" fmla="*/ 1 w 8"/>
                    <a:gd name="T5" fmla="*/ 2 h 9"/>
                    <a:gd name="T6" fmla="*/ 0 w 8"/>
                    <a:gd name="T7" fmla="*/ 3 h 9"/>
                    <a:gd name="T8" fmla="*/ 0 w 8"/>
                    <a:gd name="T9" fmla="*/ 5 h 9"/>
                    <a:gd name="T10" fmla="*/ 0 w 8"/>
                    <a:gd name="T11" fmla="*/ 6 h 9"/>
                    <a:gd name="T12" fmla="*/ 0 w 8"/>
                    <a:gd name="T13" fmla="*/ 8 h 9"/>
                    <a:gd name="T14" fmla="*/ 1 w 8"/>
                    <a:gd name="T15" fmla="*/ 9 h 9"/>
                    <a:gd name="T16" fmla="*/ 2 w 8"/>
                    <a:gd name="T17" fmla="*/ 9 h 9"/>
                    <a:gd name="T18" fmla="*/ 2 w 8"/>
                    <a:gd name="T19" fmla="*/ 9 h 9"/>
                    <a:gd name="T20" fmla="*/ 4 w 8"/>
                    <a:gd name="T21" fmla="*/ 9 h 9"/>
                    <a:gd name="T22" fmla="*/ 5 w 8"/>
                    <a:gd name="T23" fmla="*/ 9 h 9"/>
                    <a:gd name="T24" fmla="*/ 7 w 8"/>
                    <a:gd name="T25" fmla="*/ 8 h 9"/>
                    <a:gd name="T26" fmla="*/ 8 w 8"/>
                    <a:gd name="T27" fmla="*/ 6 h 9"/>
                    <a:gd name="T28" fmla="*/ 8 w 8"/>
                    <a:gd name="T29" fmla="*/ 5 h 9"/>
                    <a:gd name="T30" fmla="*/ 7 w 8"/>
                    <a:gd name="T31" fmla="*/ 3 h 9"/>
                    <a:gd name="T32" fmla="*/ 5 w 8"/>
                    <a:gd name="T33" fmla="*/ 2 h 9"/>
                    <a:gd name="T34" fmla="*/ 4 w 8"/>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4" y="0"/>
                      </a:moveTo>
                      <a:lnTo>
                        <a:pt x="2" y="0"/>
                      </a:lnTo>
                      <a:lnTo>
                        <a:pt x="1" y="2"/>
                      </a:lnTo>
                      <a:lnTo>
                        <a:pt x="0" y="3"/>
                      </a:lnTo>
                      <a:lnTo>
                        <a:pt x="0" y="5"/>
                      </a:lnTo>
                      <a:lnTo>
                        <a:pt x="0" y="6"/>
                      </a:lnTo>
                      <a:lnTo>
                        <a:pt x="0" y="8"/>
                      </a:lnTo>
                      <a:lnTo>
                        <a:pt x="1" y="9"/>
                      </a:lnTo>
                      <a:lnTo>
                        <a:pt x="2" y="9"/>
                      </a:lnTo>
                      <a:lnTo>
                        <a:pt x="4" y="9"/>
                      </a:lnTo>
                      <a:lnTo>
                        <a:pt x="5" y="9"/>
                      </a:lnTo>
                      <a:lnTo>
                        <a:pt x="7" y="8"/>
                      </a:lnTo>
                      <a:lnTo>
                        <a:pt x="8" y="6"/>
                      </a:lnTo>
                      <a:lnTo>
                        <a:pt x="8" y="5"/>
                      </a:lnTo>
                      <a:lnTo>
                        <a:pt x="7" y="3"/>
                      </a:lnTo>
                      <a:lnTo>
                        <a:pt x="5" y="2"/>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46" name="Freeform 84"/>
                <p:cNvSpPr>
                  <a:spLocks/>
                </p:cNvSpPr>
                <p:nvPr/>
              </p:nvSpPr>
              <p:spPr bwMode="auto">
                <a:xfrm>
                  <a:off x="3808" y="2157"/>
                  <a:ext cx="9" cy="8"/>
                </a:xfrm>
                <a:custGeom>
                  <a:avLst/>
                  <a:gdLst>
                    <a:gd name="T0" fmla="*/ 6 w 9"/>
                    <a:gd name="T1" fmla="*/ 0 h 8"/>
                    <a:gd name="T2" fmla="*/ 5 w 9"/>
                    <a:gd name="T3" fmla="*/ 0 h 8"/>
                    <a:gd name="T4" fmla="*/ 3 w 9"/>
                    <a:gd name="T5" fmla="*/ 0 h 8"/>
                    <a:gd name="T6" fmla="*/ 2 w 9"/>
                    <a:gd name="T7" fmla="*/ 1 h 8"/>
                    <a:gd name="T8" fmla="*/ 0 w 9"/>
                    <a:gd name="T9" fmla="*/ 3 h 8"/>
                    <a:gd name="T10" fmla="*/ 0 w 9"/>
                    <a:gd name="T11" fmla="*/ 4 h 8"/>
                    <a:gd name="T12" fmla="*/ 2 w 9"/>
                    <a:gd name="T13" fmla="*/ 5 h 8"/>
                    <a:gd name="T14" fmla="*/ 3 w 9"/>
                    <a:gd name="T15" fmla="*/ 7 h 8"/>
                    <a:gd name="T16" fmla="*/ 5 w 9"/>
                    <a:gd name="T17" fmla="*/ 8 h 8"/>
                    <a:gd name="T18" fmla="*/ 5 w 9"/>
                    <a:gd name="T19" fmla="*/ 8 h 8"/>
                    <a:gd name="T20" fmla="*/ 6 w 9"/>
                    <a:gd name="T21" fmla="*/ 8 h 8"/>
                    <a:gd name="T22" fmla="*/ 8 w 9"/>
                    <a:gd name="T23" fmla="*/ 7 h 8"/>
                    <a:gd name="T24" fmla="*/ 9 w 9"/>
                    <a:gd name="T25" fmla="*/ 5 h 8"/>
                    <a:gd name="T26" fmla="*/ 9 w 9"/>
                    <a:gd name="T27" fmla="*/ 4 h 8"/>
                    <a:gd name="T28" fmla="*/ 9 w 9"/>
                    <a:gd name="T29" fmla="*/ 3 h 8"/>
                    <a:gd name="T30" fmla="*/ 9 w 9"/>
                    <a:gd name="T31" fmla="*/ 1 h 8"/>
                    <a:gd name="T32" fmla="*/ 8 w 9"/>
                    <a:gd name="T33" fmla="*/ 0 h 8"/>
                    <a:gd name="T34" fmla="*/ 6 w 9"/>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6" y="0"/>
                      </a:moveTo>
                      <a:lnTo>
                        <a:pt x="5" y="0"/>
                      </a:lnTo>
                      <a:lnTo>
                        <a:pt x="3" y="0"/>
                      </a:lnTo>
                      <a:lnTo>
                        <a:pt x="2" y="1"/>
                      </a:lnTo>
                      <a:lnTo>
                        <a:pt x="0" y="3"/>
                      </a:lnTo>
                      <a:lnTo>
                        <a:pt x="0" y="4"/>
                      </a:lnTo>
                      <a:lnTo>
                        <a:pt x="2" y="5"/>
                      </a:lnTo>
                      <a:lnTo>
                        <a:pt x="3" y="7"/>
                      </a:lnTo>
                      <a:lnTo>
                        <a:pt x="5" y="8"/>
                      </a:lnTo>
                      <a:lnTo>
                        <a:pt x="6" y="8"/>
                      </a:lnTo>
                      <a:lnTo>
                        <a:pt x="8" y="7"/>
                      </a:lnTo>
                      <a:lnTo>
                        <a:pt x="9" y="5"/>
                      </a:lnTo>
                      <a:lnTo>
                        <a:pt x="9" y="4"/>
                      </a:lnTo>
                      <a:lnTo>
                        <a:pt x="9" y="3"/>
                      </a:lnTo>
                      <a:lnTo>
                        <a:pt x="9" y="1"/>
                      </a:lnTo>
                      <a:lnTo>
                        <a:pt x="8" y="0"/>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47" name="Freeform 85"/>
                <p:cNvSpPr>
                  <a:spLocks/>
                </p:cNvSpPr>
                <p:nvPr/>
              </p:nvSpPr>
              <p:spPr bwMode="auto">
                <a:xfrm>
                  <a:off x="3824" y="2165"/>
                  <a:ext cx="9" cy="9"/>
                </a:xfrm>
                <a:custGeom>
                  <a:avLst/>
                  <a:gdLst>
                    <a:gd name="T0" fmla="*/ 6 w 9"/>
                    <a:gd name="T1" fmla="*/ 0 h 9"/>
                    <a:gd name="T2" fmla="*/ 5 w 9"/>
                    <a:gd name="T3" fmla="*/ 0 h 9"/>
                    <a:gd name="T4" fmla="*/ 3 w 9"/>
                    <a:gd name="T5" fmla="*/ 0 h 9"/>
                    <a:gd name="T6" fmla="*/ 2 w 9"/>
                    <a:gd name="T7" fmla="*/ 0 h 9"/>
                    <a:gd name="T8" fmla="*/ 0 w 9"/>
                    <a:gd name="T9" fmla="*/ 2 h 9"/>
                    <a:gd name="T10" fmla="*/ 0 w 9"/>
                    <a:gd name="T11" fmla="*/ 3 h 9"/>
                    <a:gd name="T12" fmla="*/ 0 w 9"/>
                    <a:gd name="T13" fmla="*/ 5 h 9"/>
                    <a:gd name="T14" fmla="*/ 0 w 9"/>
                    <a:gd name="T15" fmla="*/ 6 h 9"/>
                    <a:gd name="T16" fmla="*/ 2 w 9"/>
                    <a:gd name="T17" fmla="*/ 8 h 9"/>
                    <a:gd name="T18" fmla="*/ 2 w 9"/>
                    <a:gd name="T19" fmla="*/ 8 h 9"/>
                    <a:gd name="T20" fmla="*/ 3 w 9"/>
                    <a:gd name="T21" fmla="*/ 9 h 9"/>
                    <a:gd name="T22" fmla="*/ 5 w 9"/>
                    <a:gd name="T23" fmla="*/ 9 h 9"/>
                    <a:gd name="T24" fmla="*/ 6 w 9"/>
                    <a:gd name="T25" fmla="*/ 8 h 9"/>
                    <a:gd name="T26" fmla="*/ 8 w 9"/>
                    <a:gd name="T27" fmla="*/ 6 h 9"/>
                    <a:gd name="T28" fmla="*/ 9 w 9"/>
                    <a:gd name="T29" fmla="*/ 5 h 9"/>
                    <a:gd name="T30" fmla="*/ 9 w 9"/>
                    <a:gd name="T31" fmla="*/ 3 h 9"/>
                    <a:gd name="T32" fmla="*/ 8 w 9"/>
                    <a:gd name="T33" fmla="*/ 2 h 9"/>
                    <a:gd name="T34" fmla="*/ 6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6" y="0"/>
                      </a:moveTo>
                      <a:lnTo>
                        <a:pt x="5" y="0"/>
                      </a:lnTo>
                      <a:lnTo>
                        <a:pt x="3" y="0"/>
                      </a:lnTo>
                      <a:lnTo>
                        <a:pt x="2" y="0"/>
                      </a:lnTo>
                      <a:lnTo>
                        <a:pt x="0" y="2"/>
                      </a:lnTo>
                      <a:lnTo>
                        <a:pt x="0" y="3"/>
                      </a:lnTo>
                      <a:lnTo>
                        <a:pt x="0" y="5"/>
                      </a:lnTo>
                      <a:lnTo>
                        <a:pt x="0" y="6"/>
                      </a:lnTo>
                      <a:lnTo>
                        <a:pt x="2" y="8"/>
                      </a:lnTo>
                      <a:lnTo>
                        <a:pt x="3" y="9"/>
                      </a:lnTo>
                      <a:lnTo>
                        <a:pt x="5" y="9"/>
                      </a:lnTo>
                      <a:lnTo>
                        <a:pt x="6" y="8"/>
                      </a:lnTo>
                      <a:lnTo>
                        <a:pt x="8" y="6"/>
                      </a:lnTo>
                      <a:lnTo>
                        <a:pt x="9" y="5"/>
                      </a:lnTo>
                      <a:lnTo>
                        <a:pt x="9" y="3"/>
                      </a:lnTo>
                      <a:lnTo>
                        <a:pt x="8" y="2"/>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48" name="Freeform 86"/>
                <p:cNvSpPr>
                  <a:spLocks/>
                </p:cNvSpPr>
                <p:nvPr/>
              </p:nvSpPr>
              <p:spPr bwMode="auto">
                <a:xfrm>
                  <a:off x="3839" y="2174"/>
                  <a:ext cx="9" cy="9"/>
                </a:xfrm>
                <a:custGeom>
                  <a:avLst/>
                  <a:gdLst>
                    <a:gd name="T0" fmla="*/ 6 w 9"/>
                    <a:gd name="T1" fmla="*/ 0 h 9"/>
                    <a:gd name="T2" fmla="*/ 4 w 9"/>
                    <a:gd name="T3" fmla="*/ 0 h 9"/>
                    <a:gd name="T4" fmla="*/ 3 w 9"/>
                    <a:gd name="T5" fmla="*/ 0 h 9"/>
                    <a:gd name="T6" fmla="*/ 1 w 9"/>
                    <a:gd name="T7" fmla="*/ 0 h 9"/>
                    <a:gd name="T8" fmla="*/ 0 w 9"/>
                    <a:gd name="T9" fmla="*/ 1 h 9"/>
                    <a:gd name="T10" fmla="*/ 0 w 9"/>
                    <a:gd name="T11" fmla="*/ 3 h 9"/>
                    <a:gd name="T12" fmla="*/ 0 w 9"/>
                    <a:gd name="T13" fmla="*/ 4 h 9"/>
                    <a:gd name="T14" fmla="*/ 0 w 9"/>
                    <a:gd name="T15" fmla="*/ 6 h 9"/>
                    <a:gd name="T16" fmla="*/ 1 w 9"/>
                    <a:gd name="T17" fmla="*/ 7 h 9"/>
                    <a:gd name="T18" fmla="*/ 1 w 9"/>
                    <a:gd name="T19" fmla="*/ 7 h 9"/>
                    <a:gd name="T20" fmla="*/ 3 w 9"/>
                    <a:gd name="T21" fmla="*/ 9 h 9"/>
                    <a:gd name="T22" fmla="*/ 4 w 9"/>
                    <a:gd name="T23" fmla="*/ 9 h 9"/>
                    <a:gd name="T24" fmla="*/ 6 w 9"/>
                    <a:gd name="T25" fmla="*/ 7 h 9"/>
                    <a:gd name="T26" fmla="*/ 7 w 9"/>
                    <a:gd name="T27" fmla="*/ 6 h 9"/>
                    <a:gd name="T28" fmla="*/ 9 w 9"/>
                    <a:gd name="T29" fmla="*/ 4 h 9"/>
                    <a:gd name="T30" fmla="*/ 9 w 9"/>
                    <a:gd name="T31" fmla="*/ 3 h 9"/>
                    <a:gd name="T32" fmla="*/ 7 w 9"/>
                    <a:gd name="T33" fmla="*/ 1 h 9"/>
                    <a:gd name="T34" fmla="*/ 6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6" y="0"/>
                      </a:moveTo>
                      <a:lnTo>
                        <a:pt x="4" y="0"/>
                      </a:lnTo>
                      <a:lnTo>
                        <a:pt x="3" y="0"/>
                      </a:lnTo>
                      <a:lnTo>
                        <a:pt x="1" y="0"/>
                      </a:lnTo>
                      <a:lnTo>
                        <a:pt x="0" y="1"/>
                      </a:lnTo>
                      <a:lnTo>
                        <a:pt x="0" y="3"/>
                      </a:lnTo>
                      <a:lnTo>
                        <a:pt x="0" y="4"/>
                      </a:lnTo>
                      <a:lnTo>
                        <a:pt x="0" y="6"/>
                      </a:lnTo>
                      <a:lnTo>
                        <a:pt x="1" y="7"/>
                      </a:lnTo>
                      <a:lnTo>
                        <a:pt x="3" y="9"/>
                      </a:lnTo>
                      <a:lnTo>
                        <a:pt x="4" y="9"/>
                      </a:lnTo>
                      <a:lnTo>
                        <a:pt x="6" y="7"/>
                      </a:lnTo>
                      <a:lnTo>
                        <a:pt x="7" y="6"/>
                      </a:lnTo>
                      <a:lnTo>
                        <a:pt x="9" y="4"/>
                      </a:lnTo>
                      <a:lnTo>
                        <a:pt x="9" y="3"/>
                      </a:lnTo>
                      <a:lnTo>
                        <a:pt x="7" y="1"/>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49" name="Freeform 87"/>
                <p:cNvSpPr>
                  <a:spLocks/>
                </p:cNvSpPr>
                <p:nvPr/>
              </p:nvSpPr>
              <p:spPr bwMode="auto">
                <a:xfrm>
                  <a:off x="3852" y="2184"/>
                  <a:ext cx="9" cy="9"/>
                </a:xfrm>
                <a:custGeom>
                  <a:avLst/>
                  <a:gdLst>
                    <a:gd name="T0" fmla="*/ 7 w 9"/>
                    <a:gd name="T1" fmla="*/ 0 h 9"/>
                    <a:gd name="T2" fmla="*/ 6 w 9"/>
                    <a:gd name="T3" fmla="*/ 0 h 9"/>
                    <a:gd name="T4" fmla="*/ 4 w 9"/>
                    <a:gd name="T5" fmla="*/ 0 h 9"/>
                    <a:gd name="T6" fmla="*/ 3 w 9"/>
                    <a:gd name="T7" fmla="*/ 0 h 9"/>
                    <a:gd name="T8" fmla="*/ 2 w 9"/>
                    <a:gd name="T9" fmla="*/ 2 h 9"/>
                    <a:gd name="T10" fmla="*/ 0 w 9"/>
                    <a:gd name="T11" fmla="*/ 3 h 9"/>
                    <a:gd name="T12" fmla="*/ 0 w 9"/>
                    <a:gd name="T13" fmla="*/ 5 h 9"/>
                    <a:gd name="T14" fmla="*/ 2 w 9"/>
                    <a:gd name="T15" fmla="*/ 6 h 9"/>
                    <a:gd name="T16" fmla="*/ 3 w 9"/>
                    <a:gd name="T17" fmla="*/ 7 h 9"/>
                    <a:gd name="T18" fmla="*/ 3 w 9"/>
                    <a:gd name="T19" fmla="*/ 7 h 9"/>
                    <a:gd name="T20" fmla="*/ 4 w 9"/>
                    <a:gd name="T21" fmla="*/ 9 h 9"/>
                    <a:gd name="T22" fmla="*/ 6 w 9"/>
                    <a:gd name="T23" fmla="*/ 9 h 9"/>
                    <a:gd name="T24" fmla="*/ 7 w 9"/>
                    <a:gd name="T25" fmla="*/ 7 h 9"/>
                    <a:gd name="T26" fmla="*/ 9 w 9"/>
                    <a:gd name="T27" fmla="*/ 6 h 9"/>
                    <a:gd name="T28" fmla="*/ 9 w 9"/>
                    <a:gd name="T29" fmla="*/ 5 h 9"/>
                    <a:gd name="T30" fmla="*/ 9 w 9"/>
                    <a:gd name="T31" fmla="*/ 3 h 9"/>
                    <a:gd name="T32" fmla="*/ 9 w 9"/>
                    <a:gd name="T33" fmla="*/ 2 h 9"/>
                    <a:gd name="T34" fmla="*/ 7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7" y="0"/>
                      </a:moveTo>
                      <a:lnTo>
                        <a:pt x="6" y="0"/>
                      </a:lnTo>
                      <a:lnTo>
                        <a:pt x="4" y="0"/>
                      </a:lnTo>
                      <a:lnTo>
                        <a:pt x="3" y="0"/>
                      </a:lnTo>
                      <a:lnTo>
                        <a:pt x="2" y="2"/>
                      </a:lnTo>
                      <a:lnTo>
                        <a:pt x="0" y="3"/>
                      </a:lnTo>
                      <a:lnTo>
                        <a:pt x="0" y="5"/>
                      </a:lnTo>
                      <a:lnTo>
                        <a:pt x="2" y="6"/>
                      </a:lnTo>
                      <a:lnTo>
                        <a:pt x="3" y="7"/>
                      </a:lnTo>
                      <a:lnTo>
                        <a:pt x="4" y="9"/>
                      </a:lnTo>
                      <a:lnTo>
                        <a:pt x="6" y="9"/>
                      </a:lnTo>
                      <a:lnTo>
                        <a:pt x="7" y="7"/>
                      </a:lnTo>
                      <a:lnTo>
                        <a:pt x="9" y="6"/>
                      </a:lnTo>
                      <a:lnTo>
                        <a:pt x="9" y="5"/>
                      </a:lnTo>
                      <a:lnTo>
                        <a:pt x="9" y="3"/>
                      </a:lnTo>
                      <a:lnTo>
                        <a:pt x="9" y="2"/>
                      </a:lnTo>
                      <a:lnTo>
                        <a:pt x="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50" name="Freeform 88"/>
                <p:cNvSpPr>
                  <a:spLocks/>
                </p:cNvSpPr>
                <p:nvPr/>
              </p:nvSpPr>
              <p:spPr bwMode="auto">
                <a:xfrm>
                  <a:off x="3867" y="2194"/>
                  <a:ext cx="8" cy="9"/>
                </a:xfrm>
                <a:custGeom>
                  <a:avLst/>
                  <a:gdLst>
                    <a:gd name="T0" fmla="*/ 7 w 8"/>
                    <a:gd name="T1" fmla="*/ 2 h 9"/>
                    <a:gd name="T2" fmla="*/ 5 w 8"/>
                    <a:gd name="T3" fmla="*/ 0 h 9"/>
                    <a:gd name="T4" fmla="*/ 4 w 8"/>
                    <a:gd name="T5" fmla="*/ 0 h 9"/>
                    <a:gd name="T6" fmla="*/ 2 w 8"/>
                    <a:gd name="T7" fmla="*/ 2 h 9"/>
                    <a:gd name="T8" fmla="*/ 1 w 8"/>
                    <a:gd name="T9" fmla="*/ 3 h 9"/>
                    <a:gd name="T10" fmla="*/ 0 w 8"/>
                    <a:gd name="T11" fmla="*/ 5 h 9"/>
                    <a:gd name="T12" fmla="*/ 0 w 8"/>
                    <a:gd name="T13" fmla="*/ 6 h 9"/>
                    <a:gd name="T14" fmla="*/ 1 w 8"/>
                    <a:gd name="T15" fmla="*/ 8 h 9"/>
                    <a:gd name="T16" fmla="*/ 2 w 8"/>
                    <a:gd name="T17" fmla="*/ 9 h 9"/>
                    <a:gd name="T18" fmla="*/ 2 w 8"/>
                    <a:gd name="T19" fmla="*/ 9 h 9"/>
                    <a:gd name="T20" fmla="*/ 4 w 8"/>
                    <a:gd name="T21" fmla="*/ 9 h 9"/>
                    <a:gd name="T22" fmla="*/ 5 w 8"/>
                    <a:gd name="T23" fmla="*/ 9 h 9"/>
                    <a:gd name="T24" fmla="*/ 7 w 8"/>
                    <a:gd name="T25" fmla="*/ 9 h 9"/>
                    <a:gd name="T26" fmla="*/ 8 w 8"/>
                    <a:gd name="T27" fmla="*/ 8 h 9"/>
                    <a:gd name="T28" fmla="*/ 8 w 8"/>
                    <a:gd name="T29" fmla="*/ 6 h 9"/>
                    <a:gd name="T30" fmla="*/ 8 w 8"/>
                    <a:gd name="T31" fmla="*/ 5 h 9"/>
                    <a:gd name="T32" fmla="*/ 8 w 8"/>
                    <a:gd name="T33" fmla="*/ 3 h 9"/>
                    <a:gd name="T34" fmla="*/ 7 w 8"/>
                    <a:gd name="T35" fmla="*/ 2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7" y="2"/>
                      </a:moveTo>
                      <a:lnTo>
                        <a:pt x="5" y="0"/>
                      </a:lnTo>
                      <a:lnTo>
                        <a:pt x="4" y="0"/>
                      </a:lnTo>
                      <a:lnTo>
                        <a:pt x="2" y="2"/>
                      </a:lnTo>
                      <a:lnTo>
                        <a:pt x="1" y="3"/>
                      </a:lnTo>
                      <a:lnTo>
                        <a:pt x="0" y="5"/>
                      </a:lnTo>
                      <a:lnTo>
                        <a:pt x="0" y="6"/>
                      </a:lnTo>
                      <a:lnTo>
                        <a:pt x="1" y="8"/>
                      </a:lnTo>
                      <a:lnTo>
                        <a:pt x="2" y="9"/>
                      </a:lnTo>
                      <a:lnTo>
                        <a:pt x="4" y="9"/>
                      </a:lnTo>
                      <a:lnTo>
                        <a:pt x="5" y="9"/>
                      </a:lnTo>
                      <a:lnTo>
                        <a:pt x="7" y="9"/>
                      </a:lnTo>
                      <a:lnTo>
                        <a:pt x="8" y="8"/>
                      </a:lnTo>
                      <a:lnTo>
                        <a:pt x="8" y="6"/>
                      </a:lnTo>
                      <a:lnTo>
                        <a:pt x="8" y="5"/>
                      </a:lnTo>
                      <a:lnTo>
                        <a:pt x="8" y="3"/>
                      </a:lnTo>
                      <a:lnTo>
                        <a:pt x="7"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51" name="Freeform 89"/>
                <p:cNvSpPr>
                  <a:spLocks/>
                </p:cNvSpPr>
                <p:nvPr/>
              </p:nvSpPr>
              <p:spPr bwMode="auto">
                <a:xfrm>
                  <a:off x="3880" y="2206"/>
                  <a:ext cx="8" cy="9"/>
                </a:xfrm>
                <a:custGeom>
                  <a:avLst/>
                  <a:gdLst>
                    <a:gd name="T0" fmla="*/ 7 w 8"/>
                    <a:gd name="T1" fmla="*/ 0 h 9"/>
                    <a:gd name="T2" fmla="*/ 5 w 8"/>
                    <a:gd name="T3" fmla="*/ 0 h 9"/>
                    <a:gd name="T4" fmla="*/ 4 w 8"/>
                    <a:gd name="T5" fmla="*/ 0 h 9"/>
                    <a:gd name="T6" fmla="*/ 3 w 8"/>
                    <a:gd name="T7" fmla="*/ 0 h 9"/>
                    <a:gd name="T8" fmla="*/ 1 w 8"/>
                    <a:gd name="T9" fmla="*/ 1 h 9"/>
                    <a:gd name="T10" fmla="*/ 0 w 8"/>
                    <a:gd name="T11" fmla="*/ 3 h 9"/>
                    <a:gd name="T12" fmla="*/ 0 w 8"/>
                    <a:gd name="T13" fmla="*/ 4 h 9"/>
                    <a:gd name="T14" fmla="*/ 1 w 8"/>
                    <a:gd name="T15" fmla="*/ 6 h 9"/>
                    <a:gd name="T16" fmla="*/ 3 w 8"/>
                    <a:gd name="T17" fmla="*/ 7 h 9"/>
                    <a:gd name="T18" fmla="*/ 3 w 8"/>
                    <a:gd name="T19" fmla="*/ 7 h 9"/>
                    <a:gd name="T20" fmla="*/ 4 w 8"/>
                    <a:gd name="T21" fmla="*/ 9 h 9"/>
                    <a:gd name="T22" fmla="*/ 5 w 8"/>
                    <a:gd name="T23" fmla="*/ 9 h 9"/>
                    <a:gd name="T24" fmla="*/ 7 w 8"/>
                    <a:gd name="T25" fmla="*/ 7 h 9"/>
                    <a:gd name="T26" fmla="*/ 8 w 8"/>
                    <a:gd name="T27" fmla="*/ 6 h 9"/>
                    <a:gd name="T28" fmla="*/ 8 w 8"/>
                    <a:gd name="T29" fmla="*/ 4 h 9"/>
                    <a:gd name="T30" fmla="*/ 8 w 8"/>
                    <a:gd name="T31" fmla="*/ 3 h 9"/>
                    <a:gd name="T32" fmla="*/ 8 w 8"/>
                    <a:gd name="T33" fmla="*/ 1 h 9"/>
                    <a:gd name="T34" fmla="*/ 7 w 8"/>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7" y="0"/>
                      </a:moveTo>
                      <a:lnTo>
                        <a:pt x="5" y="0"/>
                      </a:lnTo>
                      <a:lnTo>
                        <a:pt x="4" y="0"/>
                      </a:lnTo>
                      <a:lnTo>
                        <a:pt x="3" y="0"/>
                      </a:lnTo>
                      <a:lnTo>
                        <a:pt x="1" y="1"/>
                      </a:lnTo>
                      <a:lnTo>
                        <a:pt x="0" y="3"/>
                      </a:lnTo>
                      <a:lnTo>
                        <a:pt x="0" y="4"/>
                      </a:lnTo>
                      <a:lnTo>
                        <a:pt x="1" y="6"/>
                      </a:lnTo>
                      <a:lnTo>
                        <a:pt x="3" y="7"/>
                      </a:lnTo>
                      <a:lnTo>
                        <a:pt x="4" y="9"/>
                      </a:lnTo>
                      <a:lnTo>
                        <a:pt x="5" y="9"/>
                      </a:lnTo>
                      <a:lnTo>
                        <a:pt x="7" y="7"/>
                      </a:lnTo>
                      <a:lnTo>
                        <a:pt x="8" y="6"/>
                      </a:lnTo>
                      <a:lnTo>
                        <a:pt x="8" y="4"/>
                      </a:lnTo>
                      <a:lnTo>
                        <a:pt x="8" y="3"/>
                      </a:lnTo>
                      <a:lnTo>
                        <a:pt x="8" y="1"/>
                      </a:lnTo>
                      <a:lnTo>
                        <a:pt x="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52" name="Freeform 90"/>
                <p:cNvSpPr>
                  <a:spLocks/>
                </p:cNvSpPr>
                <p:nvPr/>
              </p:nvSpPr>
              <p:spPr bwMode="auto">
                <a:xfrm>
                  <a:off x="3894" y="2216"/>
                  <a:ext cx="9" cy="9"/>
                </a:xfrm>
                <a:custGeom>
                  <a:avLst/>
                  <a:gdLst>
                    <a:gd name="T0" fmla="*/ 6 w 9"/>
                    <a:gd name="T1" fmla="*/ 2 h 9"/>
                    <a:gd name="T2" fmla="*/ 5 w 9"/>
                    <a:gd name="T3" fmla="*/ 0 h 9"/>
                    <a:gd name="T4" fmla="*/ 3 w 9"/>
                    <a:gd name="T5" fmla="*/ 0 h 9"/>
                    <a:gd name="T6" fmla="*/ 2 w 9"/>
                    <a:gd name="T7" fmla="*/ 2 h 9"/>
                    <a:gd name="T8" fmla="*/ 0 w 9"/>
                    <a:gd name="T9" fmla="*/ 3 h 9"/>
                    <a:gd name="T10" fmla="*/ 0 w 9"/>
                    <a:gd name="T11" fmla="*/ 5 h 9"/>
                    <a:gd name="T12" fmla="*/ 0 w 9"/>
                    <a:gd name="T13" fmla="*/ 6 h 9"/>
                    <a:gd name="T14" fmla="*/ 0 w 9"/>
                    <a:gd name="T15" fmla="*/ 7 h 9"/>
                    <a:gd name="T16" fmla="*/ 2 w 9"/>
                    <a:gd name="T17" fmla="*/ 9 h 9"/>
                    <a:gd name="T18" fmla="*/ 2 w 9"/>
                    <a:gd name="T19" fmla="*/ 9 h 9"/>
                    <a:gd name="T20" fmla="*/ 3 w 9"/>
                    <a:gd name="T21" fmla="*/ 9 h 9"/>
                    <a:gd name="T22" fmla="*/ 5 w 9"/>
                    <a:gd name="T23" fmla="*/ 9 h 9"/>
                    <a:gd name="T24" fmla="*/ 6 w 9"/>
                    <a:gd name="T25" fmla="*/ 9 h 9"/>
                    <a:gd name="T26" fmla="*/ 7 w 9"/>
                    <a:gd name="T27" fmla="*/ 7 h 9"/>
                    <a:gd name="T28" fmla="*/ 9 w 9"/>
                    <a:gd name="T29" fmla="*/ 6 h 9"/>
                    <a:gd name="T30" fmla="*/ 9 w 9"/>
                    <a:gd name="T31" fmla="*/ 5 h 9"/>
                    <a:gd name="T32" fmla="*/ 7 w 9"/>
                    <a:gd name="T33" fmla="*/ 3 h 9"/>
                    <a:gd name="T34" fmla="*/ 6 w 9"/>
                    <a:gd name="T35" fmla="*/ 2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6" y="2"/>
                      </a:moveTo>
                      <a:lnTo>
                        <a:pt x="5" y="0"/>
                      </a:lnTo>
                      <a:lnTo>
                        <a:pt x="3" y="0"/>
                      </a:lnTo>
                      <a:lnTo>
                        <a:pt x="2" y="2"/>
                      </a:lnTo>
                      <a:lnTo>
                        <a:pt x="0" y="3"/>
                      </a:lnTo>
                      <a:lnTo>
                        <a:pt x="0" y="5"/>
                      </a:lnTo>
                      <a:lnTo>
                        <a:pt x="0" y="6"/>
                      </a:lnTo>
                      <a:lnTo>
                        <a:pt x="0" y="7"/>
                      </a:lnTo>
                      <a:lnTo>
                        <a:pt x="2" y="9"/>
                      </a:lnTo>
                      <a:lnTo>
                        <a:pt x="3" y="9"/>
                      </a:lnTo>
                      <a:lnTo>
                        <a:pt x="5" y="9"/>
                      </a:lnTo>
                      <a:lnTo>
                        <a:pt x="6" y="9"/>
                      </a:lnTo>
                      <a:lnTo>
                        <a:pt x="7" y="7"/>
                      </a:lnTo>
                      <a:lnTo>
                        <a:pt x="9" y="6"/>
                      </a:lnTo>
                      <a:lnTo>
                        <a:pt x="9" y="5"/>
                      </a:lnTo>
                      <a:lnTo>
                        <a:pt x="7" y="3"/>
                      </a:lnTo>
                      <a:lnTo>
                        <a:pt x="6"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53" name="Freeform 91"/>
                <p:cNvSpPr>
                  <a:spLocks/>
                </p:cNvSpPr>
                <p:nvPr/>
              </p:nvSpPr>
              <p:spPr bwMode="auto">
                <a:xfrm>
                  <a:off x="3907" y="2228"/>
                  <a:ext cx="9" cy="9"/>
                </a:xfrm>
                <a:custGeom>
                  <a:avLst/>
                  <a:gdLst>
                    <a:gd name="T0" fmla="*/ 8 w 9"/>
                    <a:gd name="T1" fmla="*/ 0 h 9"/>
                    <a:gd name="T2" fmla="*/ 6 w 9"/>
                    <a:gd name="T3" fmla="*/ 0 h 9"/>
                    <a:gd name="T4" fmla="*/ 5 w 9"/>
                    <a:gd name="T5" fmla="*/ 0 h 9"/>
                    <a:gd name="T6" fmla="*/ 3 w 9"/>
                    <a:gd name="T7" fmla="*/ 0 h 9"/>
                    <a:gd name="T8" fmla="*/ 2 w 9"/>
                    <a:gd name="T9" fmla="*/ 1 h 9"/>
                    <a:gd name="T10" fmla="*/ 0 w 9"/>
                    <a:gd name="T11" fmla="*/ 3 h 9"/>
                    <a:gd name="T12" fmla="*/ 0 w 9"/>
                    <a:gd name="T13" fmla="*/ 4 h 9"/>
                    <a:gd name="T14" fmla="*/ 2 w 9"/>
                    <a:gd name="T15" fmla="*/ 6 h 9"/>
                    <a:gd name="T16" fmla="*/ 3 w 9"/>
                    <a:gd name="T17" fmla="*/ 7 h 9"/>
                    <a:gd name="T18" fmla="*/ 3 w 9"/>
                    <a:gd name="T19" fmla="*/ 7 h 9"/>
                    <a:gd name="T20" fmla="*/ 5 w 9"/>
                    <a:gd name="T21" fmla="*/ 9 h 9"/>
                    <a:gd name="T22" fmla="*/ 6 w 9"/>
                    <a:gd name="T23" fmla="*/ 9 h 9"/>
                    <a:gd name="T24" fmla="*/ 8 w 9"/>
                    <a:gd name="T25" fmla="*/ 7 h 9"/>
                    <a:gd name="T26" fmla="*/ 9 w 9"/>
                    <a:gd name="T27" fmla="*/ 6 h 9"/>
                    <a:gd name="T28" fmla="*/ 9 w 9"/>
                    <a:gd name="T29" fmla="*/ 4 h 9"/>
                    <a:gd name="T30" fmla="*/ 9 w 9"/>
                    <a:gd name="T31" fmla="*/ 3 h 9"/>
                    <a:gd name="T32" fmla="*/ 9 w 9"/>
                    <a:gd name="T33" fmla="*/ 1 h 9"/>
                    <a:gd name="T34" fmla="*/ 8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8" y="0"/>
                      </a:moveTo>
                      <a:lnTo>
                        <a:pt x="6" y="0"/>
                      </a:lnTo>
                      <a:lnTo>
                        <a:pt x="5" y="0"/>
                      </a:lnTo>
                      <a:lnTo>
                        <a:pt x="3" y="0"/>
                      </a:lnTo>
                      <a:lnTo>
                        <a:pt x="2" y="1"/>
                      </a:lnTo>
                      <a:lnTo>
                        <a:pt x="0" y="3"/>
                      </a:lnTo>
                      <a:lnTo>
                        <a:pt x="0" y="4"/>
                      </a:lnTo>
                      <a:lnTo>
                        <a:pt x="2" y="6"/>
                      </a:lnTo>
                      <a:lnTo>
                        <a:pt x="3" y="7"/>
                      </a:lnTo>
                      <a:lnTo>
                        <a:pt x="5" y="9"/>
                      </a:lnTo>
                      <a:lnTo>
                        <a:pt x="6" y="9"/>
                      </a:lnTo>
                      <a:lnTo>
                        <a:pt x="8" y="7"/>
                      </a:lnTo>
                      <a:lnTo>
                        <a:pt x="9" y="6"/>
                      </a:lnTo>
                      <a:lnTo>
                        <a:pt x="9" y="4"/>
                      </a:lnTo>
                      <a:lnTo>
                        <a:pt x="9" y="3"/>
                      </a:lnTo>
                      <a:lnTo>
                        <a:pt x="9" y="1"/>
                      </a:lnTo>
                      <a:lnTo>
                        <a:pt x="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54" name="Freeform 92"/>
                <p:cNvSpPr>
                  <a:spLocks/>
                </p:cNvSpPr>
                <p:nvPr/>
              </p:nvSpPr>
              <p:spPr bwMode="auto">
                <a:xfrm>
                  <a:off x="3920" y="2238"/>
                  <a:ext cx="9" cy="9"/>
                </a:xfrm>
                <a:custGeom>
                  <a:avLst/>
                  <a:gdLst>
                    <a:gd name="T0" fmla="*/ 8 w 9"/>
                    <a:gd name="T1" fmla="*/ 1 h 9"/>
                    <a:gd name="T2" fmla="*/ 6 w 9"/>
                    <a:gd name="T3" fmla="*/ 0 h 9"/>
                    <a:gd name="T4" fmla="*/ 5 w 9"/>
                    <a:gd name="T5" fmla="*/ 0 h 9"/>
                    <a:gd name="T6" fmla="*/ 3 w 9"/>
                    <a:gd name="T7" fmla="*/ 1 h 9"/>
                    <a:gd name="T8" fmla="*/ 2 w 9"/>
                    <a:gd name="T9" fmla="*/ 3 h 9"/>
                    <a:gd name="T10" fmla="*/ 0 w 9"/>
                    <a:gd name="T11" fmla="*/ 4 h 9"/>
                    <a:gd name="T12" fmla="*/ 0 w 9"/>
                    <a:gd name="T13" fmla="*/ 6 h 9"/>
                    <a:gd name="T14" fmla="*/ 2 w 9"/>
                    <a:gd name="T15" fmla="*/ 7 h 9"/>
                    <a:gd name="T16" fmla="*/ 3 w 9"/>
                    <a:gd name="T17" fmla="*/ 9 h 9"/>
                    <a:gd name="T18" fmla="*/ 3 w 9"/>
                    <a:gd name="T19" fmla="*/ 9 h 9"/>
                    <a:gd name="T20" fmla="*/ 5 w 9"/>
                    <a:gd name="T21" fmla="*/ 9 h 9"/>
                    <a:gd name="T22" fmla="*/ 6 w 9"/>
                    <a:gd name="T23" fmla="*/ 9 h 9"/>
                    <a:gd name="T24" fmla="*/ 8 w 9"/>
                    <a:gd name="T25" fmla="*/ 9 h 9"/>
                    <a:gd name="T26" fmla="*/ 9 w 9"/>
                    <a:gd name="T27" fmla="*/ 7 h 9"/>
                    <a:gd name="T28" fmla="*/ 9 w 9"/>
                    <a:gd name="T29" fmla="*/ 6 h 9"/>
                    <a:gd name="T30" fmla="*/ 9 w 9"/>
                    <a:gd name="T31" fmla="*/ 4 h 9"/>
                    <a:gd name="T32" fmla="*/ 9 w 9"/>
                    <a:gd name="T33" fmla="*/ 3 h 9"/>
                    <a:gd name="T34" fmla="*/ 8 w 9"/>
                    <a:gd name="T35" fmla="*/ 1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8" y="1"/>
                      </a:moveTo>
                      <a:lnTo>
                        <a:pt x="6" y="0"/>
                      </a:lnTo>
                      <a:lnTo>
                        <a:pt x="5" y="0"/>
                      </a:lnTo>
                      <a:lnTo>
                        <a:pt x="3" y="1"/>
                      </a:lnTo>
                      <a:lnTo>
                        <a:pt x="2" y="3"/>
                      </a:lnTo>
                      <a:lnTo>
                        <a:pt x="0" y="4"/>
                      </a:lnTo>
                      <a:lnTo>
                        <a:pt x="0" y="6"/>
                      </a:lnTo>
                      <a:lnTo>
                        <a:pt x="2" y="7"/>
                      </a:lnTo>
                      <a:lnTo>
                        <a:pt x="3" y="9"/>
                      </a:lnTo>
                      <a:lnTo>
                        <a:pt x="5" y="9"/>
                      </a:lnTo>
                      <a:lnTo>
                        <a:pt x="6" y="9"/>
                      </a:lnTo>
                      <a:lnTo>
                        <a:pt x="8" y="9"/>
                      </a:lnTo>
                      <a:lnTo>
                        <a:pt x="9" y="7"/>
                      </a:lnTo>
                      <a:lnTo>
                        <a:pt x="9" y="6"/>
                      </a:lnTo>
                      <a:lnTo>
                        <a:pt x="9" y="4"/>
                      </a:lnTo>
                      <a:lnTo>
                        <a:pt x="9" y="3"/>
                      </a:lnTo>
                      <a:lnTo>
                        <a:pt x="8"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55" name="Freeform 93"/>
                <p:cNvSpPr>
                  <a:spLocks/>
                </p:cNvSpPr>
                <p:nvPr/>
              </p:nvSpPr>
              <p:spPr bwMode="auto">
                <a:xfrm>
                  <a:off x="3935" y="2250"/>
                  <a:ext cx="9" cy="8"/>
                </a:xfrm>
                <a:custGeom>
                  <a:avLst/>
                  <a:gdLst>
                    <a:gd name="T0" fmla="*/ 6 w 9"/>
                    <a:gd name="T1" fmla="*/ 0 h 8"/>
                    <a:gd name="T2" fmla="*/ 4 w 9"/>
                    <a:gd name="T3" fmla="*/ 0 h 8"/>
                    <a:gd name="T4" fmla="*/ 3 w 9"/>
                    <a:gd name="T5" fmla="*/ 0 h 8"/>
                    <a:gd name="T6" fmla="*/ 1 w 9"/>
                    <a:gd name="T7" fmla="*/ 0 h 8"/>
                    <a:gd name="T8" fmla="*/ 0 w 9"/>
                    <a:gd name="T9" fmla="*/ 1 h 8"/>
                    <a:gd name="T10" fmla="*/ 0 w 9"/>
                    <a:gd name="T11" fmla="*/ 2 h 8"/>
                    <a:gd name="T12" fmla="*/ 0 w 9"/>
                    <a:gd name="T13" fmla="*/ 4 h 8"/>
                    <a:gd name="T14" fmla="*/ 0 w 9"/>
                    <a:gd name="T15" fmla="*/ 5 h 8"/>
                    <a:gd name="T16" fmla="*/ 1 w 9"/>
                    <a:gd name="T17" fmla="*/ 7 h 8"/>
                    <a:gd name="T18" fmla="*/ 1 w 9"/>
                    <a:gd name="T19" fmla="*/ 7 h 8"/>
                    <a:gd name="T20" fmla="*/ 3 w 9"/>
                    <a:gd name="T21" fmla="*/ 8 h 8"/>
                    <a:gd name="T22" fmla="*/ 4 w 9"/>
                    <a:gd name="T23" fmla="*/ 8 h 8"/>
                    <a:gd name="T24" fmla="*/ 6 w 9"/>
                    <a:gd name="T25" fmla="*/ 7 h 8"/>
                    <a:gd name="T26" fmla="*/ 7 w 9"/>
                    <a:gd name="T27" fmla="*/ 5 h 8"/>
                    <a:gd name="T28" fmla="*/ 9 w 9"/>
                    <a:gd name="T29" fmla="*/ 4 h 8"/>
                    <a:gd name="T30" fmla="*/ 9 w 9"/>
                    <a:gd name="T31" fmla="*/ 2 h 8"/>
                    <a:gd name="T32" fmla="*/ 7 w 9"/>
                    <a:gd name="T33" fmla="*/ 1 h 8"/>
                    <a:gd name="T34" fmla="*/ 6 w 9"/>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6" y="0"/>
                      </a:moveTo>
                      <a:lnTo>
                        <a:pt x="4" y="0"/>
                      </a:lnTo>
                      <a:lnTo>
                        <a:pt x="3" y="0"/>
                      </a:lnTo>
                      <a:lnTo>
                        <a:pt x="1" y="0"/>
                      </a:lnTo>
                      <a:lnTo>
                        <a:pt x="0" y="1"/>
                      </a:lnTo>
                      <a:lnTo>
                        <a:pt x="0" y="2"/>
                      </a:lnTo>
                      <a:lnTo>
                        <a:pt x="0" y="4"/>
                      </a:lnTo>
                      <a:lnTo>
                        <a:pt x="0" y="5"/>
                      </a:lnTo>
                      <a:lnTo>
                        <a:pt x="1" y="7"/>
                      </a:lnTo>
                      <a:lnTo>
                        <a:pt x="3" y="8"/>
                      </a:lnTo>
                      <a:lnTo>
                        <a:pt x="4" y="8"/>
                      </a:lnTo>
                      <a:lnTo>
                        <a:pt x="6" y="7"/>
                      </a:lnTo>
                      <a:lnTo>
                        <a:pt x="7" y="5"/>
                      </a:lnTo>
                      <a:lnTo>
                        <a:pt x="9" y="4"/>
                      </a:lnTo>
                      <a:lnTo>
                        <a:pt x="9" y="2"/>
                      </a:lnTo>
                      <a:lnTo>
                        <a:pt x="7" y="1"/>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grpSp>
          <p:grpSp>
            <p:nvGrpSpPr>
              <p:cNvPr id="19" name="Group 18"/>
              <p:cNvGrpSpPr/>
              <p:nvPr/>
            </p:nvGrpSpPr>
            <p:grpSpPr>
              <a:xfrm rot="2867199">
                <a:off x="3235212" y="2592114"/>
                <a:ext cx="5284788" cy="1771650"/>
                <a:chOff x="2165350" y="2533650"/>
                <a:chExt cx="5284788" cy="1771650"/>
              </a:xfrm>
            </p:grpSpPr>
            <p:grpSp>
              <p:nvGrpSpPr>
                <p:cNvPr id="30" name="Group 94"/>
                <p:cNvGrpSpPr>
                  <a:grpSpLocks/>
                </p:cNvGrpSpPr>
                <p:nvPr/>
              </p:nvGrpSpPr>
              <p:grpSpPr bwMode="auto">
                <a:xfrm>
                  <a:off x="5692775" y="3587750"/>
                  <a:ext cx="546100" cy="122238"/>
                  <a:chOff x="3598" y="2212"/>
                  <a:chExt cx="344" cy="77"/>
                </a:xfrm>
              </p:grpSpPr>
              <p:sp>
                <p:nvSpPr>
                  <p:cNvPr id="310" name="Freeform 95"/>
                  <p:cNvSpPr>
                    <a:spLocks/>
                  </p:cNvSpPr>
                  <p:nvPr/>
                </p:nvSpPr>
                <p:spPr bwMode="auto">
                  <a:xfrm>
                    <a:off x="3598" y="2280"/>
                    <a:ext cx="9" cy="9"/>
                  </a:xfrm>
                  <a:custGeom>
                    <a:avLst/>
                    <a:gdLst>
                      <a:gd name="T0" fmla="*/ 4 w 9"/>
                      <a:gd name="T1" fmla="*/ 0 h 9"/>
                      <a:gd name="T2" fmla="*/ 3 w 9"/>
                      <a:gd name="T3" fmla="*/ 2 h 9"/>
                      <a:gd name="T4" fmla="*/ 1 w 9"/>
                      <a:gd name="T5" fmla="*/ 3 h 9"/>
                      <a:gd name="T6" fmla="*/ 0 w 9"/>
                      <a:gd name="T7" fmla="*/ 4 h 9"/>
                      <a:gd name="T8" fmla="*/ 0 w 9"/>
                      <a:gd name="T9" fmla="*/ 4 h 9"/>
                      <a:gd name="T10" fmla="*/ 1 w 9"/>
                      <a:gd name="T11" fmla="*/ 6 h 9"/>
                      <a:gd name="T12" fmla="*/ 3 w 9"/>
                      <a:gd name="T13" fmla="*/ 7 h 9"/>
                      <a:gd name="T14" fmla="*/ 4 w 9"/>
                      <a:gd name="T15" fmla="*/ 9 h 9"/>
                      <a:gd name="T16" fmla="*/ 6 w 9"/>
                      <a:gd name="T17" fmla="*/ 9 h 9"/>
                      <a:gd name="T18" fmla="*/ 6 w 9"/>
                      <a:gd name="T19" fmla="*/ 9 h 9"/>
                      <a:gd name="T20" fmla="*/ 7 w 9"/>
                      <a:gd name="T21" fmla="*/ 7 h 9"/>
                      <a:gd name="T22" fmla="*/ 9 w 9"/>
                      <a:gd name="T23" fmla="*/ 6 h 9"/>
                      <a:gd name="T24" fmla="*/ 9 w 9"/>
                      <a:gd name="T25" fmla="*/ 4 h 9"/>
                      <a:gd name="T26" fmla="*/ 9 w 9"/>
                      <a:gd name="T27" fmla="*/ 3 h 9"/>
                      <a:gd name="T28" fmla="*/ 9 w 9"/>
                      <a:gd name="T29" fmla="*/ 2 h 9"/>
                      <a:gd name="T30" fmla="*/ 7 w 9"/>
                      <a:gd name="T31" fmla="*/ 0 h 9"/>
                      <a:gd name="T32" fmla="*/ 6 w 9"/>
                      <a:gd name="T33" fmla="*/ 0 h 9"/>
                      <a:gd name="T34" fmla="*/ 4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4" y="0"/>
                        </a:moveTo>
                        <a:lnTo>
                          <a:pt x="3" y="2"/>
                        </a:lnTo>
                        <a:lnTo>
                          <a:pt x="1" y="3"/>
                        </a:lnTo>
                        <a:lnTo>
                          <a:pt x="0" y="4"/>
                        </a:lnTo>
                        <a:lnTo>
                          <a:pt x="1" y="6"/>
                        </a:lnTo>
                        <a:lnTo>
                          <a:pt x="3" y="7"/>
                        </a:lnTo>
                        <a:lnTo>
                          <a:pt x="4" y="9"/>
                        </a:lnTo>
                        <a:lnTo>
                          <a:pt x="6" y="9"/>
                        </a:lnTo>
                        <a:lnTo>
                          <a:pt x="7" y="7"/>
                        </a:lnTo>
                        <a:lnTo>
                          <a:pt x="9" y="6"/>
                        </a:lnTo>
                        <a:lnTo>
                          <a:pt x="9" y="4"/>
                        </a:lnTo>
                        <a:lnTo>
                          <a:pt x="9" y="3"/>
                        </a:lnTo>
                        <a:lnTo>
                          <a:pt x="9" y="2"/>
                        </a:lnTo>
                        <a:lnTo>
                          <a:pt x="7" y="0"/>
                        </a:lnTo>
                        <a:lnTo>
                          <a:pt x="6"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11" name="Freeform 96"/>
                  <p:cNvSpPr>
                    <a:spLocks/>
                  </p:cNvSpPr>
                  <p:nvPr/>
                </p:nvSpPr>
                <p:spPr bwMode="auto">
                  <a:xfrm>
                    <a:off x="3614" y="2273"/>
                    <a:ext cx="9" cy="9"/>
                  </a:xfrm>
                  <a:custGeom>
                    <a:avLst/>
                    <a:gdLst>
                      <a:gd name="T0" fmla="*/ 1 w 9"/>
                      <a:gd name="T1" fmla="*/ 0 h 9"/>
                      <a:gd name="T2" fmla="*/ 0 w 9"/>
                      <a:gd name="T3" fmla="*/ 1 h 9"/>
                      <a:gd name="T4" fmla="*/ 0 w 9"/>
                      <a:gd name="T5" fmla="*/ 3 h 9"/>
                      <a:gd name="T6" fmla="*/ 0 w 9"/>
                      <a:gd name="T7" fmla="*/ 4 h 9"/>
                      <a:gd name="T8" fmla="*/ 0 w 9"/>
                      <a:gd name="T9" fmla="*/ 6 h 9"/>
                      <a:gd name="T10" fmla="*/ 1 w 9"/>
                      <a:gd name="T11" fmla="*/ 7 h 9"/>
                      <a:gd name="T12" fmla="*/ 3 w 9"/>
                      <a:gd name="T13" fmla="*/ 9 h 9"/>
                      <a:gd name="T14" fmla="*/ 4 w 9"/>
                      <a:gd name="T15" fmla="*/ 9 h 9"/>
                      <a:gd name="T16" fmla="*/ 6 w 9"/>
                      <a:gd name="T17" fmla="*/ 7 h 9"/>
                      <a:gd name="T18" fmla="*/ 6 w 9"/>
                      <a:gd name="T19" fmla="*/ 7 h 9"/>
                      <a:gd name="T20" fmla="*/ 7 w 9"/>
                      <a:gd name="T21" fmla="*/ 6 h 9"/>
                      <a:gd name="T22" fmla="*/ 9 w 9"/>
                      <a:gd name="T23" fmla="*/ 4 h 9"/>
                      <a:gd name="T24" fmla="*/ 9 w 9"/>
                      <a:gd name="T25" fmla="*/ 3 h 9"/>
                      <a:gd name="T26" fmla="*/ 7 w 9"/>
                      <a:gd name="T27" fmla="*/ 1 h 9"/>
                      <a:gd name="T28" fmla="*/ 6 w 9"/>
                      <a:gd name="T29" fmla="*/ 0 h 9"/>
                      <a:gd name="T30" fmla="*/ 4 w 9"/>
                      <a:gd name="T31" fmla="*/ 0 h 9"/>
                      <a:gd name="T32" fmla="*/ 3 w 9"/>
                      <a:gd name="T33" fmla="*/ 0 h 9"/>
                      <a:gd name="T34" fmla="*/ 1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1" y="0"/>
                        </a:moveTo>
                        <a:lnTo>
                          <a:pt x="0" y="1"/>
                        </a:lnTo>
                        <a:lnTo>
                          <a:pt x="0" y="3"/>
                        </a:lnTo>
                        <a:lnTo>
                          <a:pt x="0" y="4"/>
                        </a:lnTo>
                        <a:lnTo>
                          <a:pt x="0" y="6"/>
                        </a:lnTo>
                        <a:lnTo>
                          <a:pt x="1" y="7"/>
                        </a:lnTo>
                        <a:lnTo>
                          <a:pt x="3" y="9"/>
                        </a:lnTo>
                        <a:lnTo>
                          <a:pt x="4" y="9"/>
                        </a:lnTo>
                        <a:lnTo>
                          <a:pt x="6" y="7"/>
                        </a:lnTo>
                        <a:lnTo>
                          <a:pt x="7" y="6"/>
                        </a:lnTo>
                        <a:lnTo>
                          <a:pt x="9" y="4"/>
                        </a:lnTo>
                        <a:lnTo>
                          <a:pt x="9" y="3"/>
                        </a:lnTo>
                        <a:lnTo>
                          <a:pt x="7" y="1"/>
                        </a:lnTo>
                        <a:lnTo>
                          <a:pt x="6" y="0"/>
                        </a:lnTo>
                        <a:lnTo>
                          <a:pt x="4" y="0"/>
                        </a:lnTo>
                        <a:lnTo>
                          <a:pt x="3" y="0"/>
                        </a:lnTo>
                        <a:lnTo>
                          <a:pt x="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12" name="Freeform 97"/>
                  <p:cNvSpPr>
                    <a:spLocks/>
                  </p:cNvSpPr>
                  <p:nvPr/>
                </p:nvSpPr>
                <p:spPr bwMode="auto">
                  <a:xfrm>
                    <a:off x="3628" y="2264"/>
                    <a:ext cx="9" cy="9"/>
                  </a:xfrm>
                  <a:custGeom>
                    <a:avLst/>
                    <a:gdLst>
                      <a:gd name="T0" fmla="*/ 3 w 9"/>
                      <a:gd name="T1" fmla="*/ 0 h 9"/>
                      <a:gd name="T2" fmla="*/ 2 w 9"/>
                      <a:gd name="T3" fmla="*/ 2 h 9"/>
                      <a:gd name="T4" fmla="*/ 0 w 9"/>
                      <a:gd name="T5" fmla="*/ 3 h 9"/>
                      <a:gd name="T6" fmla="*/ 0 w 9"/>
                      <a:gd name="T7" fmla="*/ 4 h 9"/>
                      <a:gd name="T8" fmla="*/ 2 w 9"/>
                      <a:gd name="T9" fmla="*/ 6 h 9"/>
                      <a:gd name="T10" fmla="*/ 3 w 9"/>
                      <a:gd name="T11" fmla="*/ 7 h 9"/>
                      <a:gd name="T12" fmla="*/ 5 w 9"/>
                      <a:gd name="T13" fmla="*/ 9 h 9"/>
                      <a:gd name="T14" fmla="*/ 6 w 9"/>
                      <a:gd name="T15" fmla="*/ 9 h 9"/>
                      <a:gd name="T16" fmla="*/ 8 w 9"/>
                      <a:gd name="T17" fmla="*/ 7 h 9"/>
                      <a:gd name="T18" fmla="*/ 8 w 9"/>
                      <a:gd name="T19" fmla="*/ 7 h 9"/>
                      <a:gd name="T20" fmla="*/ 9 w 9"/>
                      <a:gd name="T21" fmla="*/ 6 h 9"/>
                      <a:gd name="T22" fmla="*/ 9 w 9"/>
                      <a:gd name="T23" fmla="*/ 4 h 9"/>
                      <a:gd name="T24" fmla="*/ 9 w 9"/>
                      <a:gd name="T25" fmla="*/ 3 h 9"/>
                      <a:gd name="T26" fmla="*/ 9 w 9"/>
                      <a:gd name="T27" fmla="*/ 2 h 9"/>
                      <a:gd name="T28" fmla="*/ 8 w 9"/>
                      <a:gd name="T29" fmla="*/ 0 h 9"/>
                      <a:gd name="T30" fmla="*/ 6 w 9"/>
                      <a:gd name="T31" fmla="*/ 0 h 9"/>
                      <a:gd name="T32" fmla="*/ 5 w 9"/>
                      <a:gd name="T33" fmla="*/ 0 h 9"/>
                      <a:gd name="T34" fmla="*/ 3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3" y="0"/>
                        </a:moveTo>
                        <a:lnTo>
                          <a:pt x="2" y="2"/>
                        </a:lnTo>
                        <a:lnTo>
                          <a:pt x="0" y="3"/>
                        </a:lnTo>
                        <a:lnTo>
                          <a:pt x="0" y="4"/>
                        </a:lnTo>
                        <a:lnTo>
                          <a:pt x="2" y="6"/>
                        </a:lnTo>
                        <a:lnTo>
                          <a:pt x="3" y="7"/>
                        </a:lnTo>
                        <a:lnTo>
                          <a:pt x="5" y="9"/>
                        </a:lnTo>
                        <a:lnTo>
                          <a:pt x="6" y="9"/>
                        </a:lnTo>
                        <a:lnTo>
                          <a:pt x="8" y="7"/>
                        </a:lnTo>
                        <a:lnTo>
                          <a:pt x="9" y="6"/>
                        </a:lnTo>
                        <a:lnTo>
                          <a:pt x="9" y="4"/>
                        </a:lnTo>
                        <a:lnTo>
                          <a:pt x="9" y="3"/>
                        </a:lnTo>
                        <a:lnTo>
                          <a:pt x="9" y="2"/>
                        </a:lnTo>
                        <a:lnTo>
                          <a:pt x="8" y="0"/>
                        </a:lnTo>
                        <a:lnTo>
                          <a:pt x="6" y="0"/>
                        </a:lnTo>
                        <a:lnTo>
                          <a:pt x="5"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13" name="Freeform 98"/>
                  <p:cNvSpPr>
                    <a:spLocks/>
                  </p:cNvSpPr>
                  <p:nvPr/>
                </p:nvSpPr>
                <p:spPr bwMode="auto">
                  <a:xfrm>
                    <a:off x="3644" y="2255"/>
                    <a:ext cx="9" cy="9"/>
                  </a:xfrm>
                  <a:custGeom>
                    <a:avLst/>
                    <a:gdLst>
                      <a:gd name="T0" fmla="*/ 2 w 9"/>
                      <a:gd name="T1" fmla="*/ 0 h 9"/>
                      <a:gd name="T2" fmla="*/ 0 w 9"/>
                      <a:gd name="T3" fmla="*/ 2 h 9"/>
                      <a:gd name="T4" fmla="*/ 0 w 9"/>
                      <a:gd name="T5" fmla="*/ 3 h 9"/>
                      <a:gd name="T6" fmla="*/ 0 w 9"/>
                      <a:gd name="T7" fmla="*/ 5 h 9"/>
                      <a:gd name="T8" fmla="*/ 0 w 9"/>
                      <a:gd name="T9" fmla="*/ 6 h 9"/>
                      <a:gd name="T10" fmla="*/ 2 w 9"/>
                      <a:gd name="T11" fmla="*/ 8 h 9"/>
                      <a:gd name="T12" fmla="*/ 3 w 9"/>
                      <a:gd name="T13" fmla="*/ 9 h 9"/>
                      <a:gd name="T14" fmla="*/ 5 w 9"/>
                      <a:gd name="T15" fmla="*/ 9 h 9"/>
                      <a:gd name="T16" fmla="*/ 6 w 9"/>
                      <a:gd name="T17" fmla="*/ 8 h 9"/>
                      <a:gd name="T18" fmla="*/ 6 w 9"/>
                      <a:gd name="T19" fmla="*/ 8 h 9"/>
                      <a:gd name="T20" fmla="*/ 8 w 9"/>
                      <a:gd name="T21" fmla="*/ 6 h 9"/>
                      <a:gd name="T22" fmla="*/ 9 w 9"/>
                      <a:gd name="T23" fmla="*/ 5 h 9"/>
                      <a:gd name="T24" fmla="*/ 9 w 9"/>
                      <a:gd name="T25" fmla="*/ 3 h 9"/>
                      <a:gd name="T26" fmla="*/ 8 w 9"/>
                      <a:gd name="T27" fmla="*/ 2 h 9"/>
                      <a:gd name="T28" fmla="*/ 6 w 9"/>
                      <a:gd name="T29" fmla="*/ 0 h 9"/>
                      <a:gd name="T30" fmla="*/ 5 w 9"/>
                      <a:gd name="T31" fmla="*/ 0 h 9"/>
                      <a:gd name="T32" fmla="*/ 3 w 9"/>
                      <a:gd name="T33" fmla="*/ 0 h 9"/>
                      <a:gd name="T34" fmla="*/ 2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2" y="0"/>
                        </a:moveTo>
                        <a:lnTo>
                          <a:pt x="0" y="2"/>
                        </a:lnTo>
                        <a:lnTo>
                          <a:pt x="0" y="3"/>
                        </a:lnTo>
                        <a:lnTo>
                          <a:pt x="0" y="5"/>
                        </a:lnTo>
                        <a:lnTo>
                          <a:pt x="0" y="6"/>
                        </a:lnTo>
                        <a:lnTo>
                          <a:pt x="2" y="8"/>
                        </a:lnTo>
                        <a:lnTo>
                          <a:pt x="3" y="9"/>
                        </a:lnTo>
                        <a:lnTo>
                          <a:pt x="5" y="9"/>
                        </a:lnTo>
                        <a:lnTo>
                          <a:pt x="6" y="8"/>
                        </a:lnTo>
                        <a:lnTo>
                          <a:pt x="8" y="6"/>
                        </a:lnTo>
                        <a:lnTo>
                          <a:pt x="9" y="5"/>
                        </a:lnTo>
                        <a:lnTo>
                          <a:pt x="9" y="3"/>
                        </a:lnTo>
                        <a:lnTo>
                          <a:pt x="8" y="2"/>
                        </a:lnTo>
                        <a:lnTo>
                          <a:pt x="6" y="0"/>
                        </a:lnTo>
                        <a:lnTo>
                          <a:pt x="5" y="0"/>
                        </a:lnTo>
                        <a:lnTo>
                          <a:pt x="3" y="0"/>
                        </a:lnTo>
                        <a:lnTo>
                          <a:pt x="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14" name="Freeform 99"/>
                  <p:cNvSpPr>
                    <a:spLocks/>
                  </p:cNvSpPr>
                  <p:nvPr/>
                </p:nvSpPr>
                <p:spPr bwMode="auto">
                  <a:xfrm>
                    <a:off x="3659" y="2247"/>
                    <a:ext cx="9" cy="8"/>
                  </a:xfrm>
                  <a:custGeom>
                    <a:avLst/>
                    <a:gdLst>
                      <a:gd name="T0" fmla="*/ 3 w 9"/>
                      <a:gd name="T1" fmla="*/ 0 h 8"/>
                      <a:gd name="T2" fmla="*/ 1 w 9"/>
                      <a:gd name="T3" fmla="*/ 1 h 8"/>
                      <a:gd name="T4" fmla="*/ 0 w 9"/>
                      <a:gd name="T5" fmla="*/ 3 h 8"/>
                      <a:gd name="T6" fmla="*/ 0 w 9"/>
                      <a:gd name="T7" fmla="*/ 4 h 8"/>
                      <a:gd name="T8" fmla="*/ 1 w 9"/>
                      <a:gd name="T9" fmla="*/ 5 h 8"/>
                      <a:gd name="T10" fmla="*/ 3 w 9"/>
                      <a:gd name="T11" fmla="*/ 7 h 8"/>
                      <a:gd name="T12" fmla="*/ 4 w 9"/>
                      <a:gd name="T13" fmla="*/ 8 h 8"/>
                      <a:gd name="T14" fmla="*/ 6 w 9"/>
                      <a:gd name="T15" fmla="*/ 8 h 8"/>
                      <a:gd name="T16" fmla="*/ 7 w 9"/>
                      <a:gd name="T17" fmla="*/ 7 h 8"/>
                      <a:gd name="T18" fmla="*/ 7 w 9"/>
                      <a:gd name="T19" fmla="*/ 7 h 8"/>
                      <a:gd name="T20" fmla="*/ 9 w 9"/>
                      <a:gd name="T21" fmla="*/ 5 h 8"/>
                      <a:gd name="T22" fmla="*/ 9 w 9"/>
                      <a:gd name="T23" fmla="*/ 4 h 8"/>
                      <a:gd name="T24" fmla="*/ 9 w 9"/>
                      <a:gd name="T25" fmla="*/ 3 h 8"/>
                      <a:gd name="T26" fmla="*/ 9 w 9"/>
                      <a:gd name="T27" fmla="*/ 1 h 8"/>
                      <a:gd name="T28" fmla="*/ 7 w 9"/>
                      <a:gd name="T29" fmla="*/ 0 h 8"/>
                      <a:gd name="T30" fmla="*/ 6 w 9"/>
                      <a:gd name="T31" fmla="*/ 0 h 8"/>
                      <a:gd name="T32" fmla="*/ 4 w 9"/>
                      <a:gd name="T33" fmla="*/ 0 h 8"/>
                      <a:gd name="T34" fmla="*/ 3 w 9"/>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3" y="0"/>
                        </a:moveTo>
                        <a:lnTo>
                          <a:pt x="1" y="1"/>
                        </a:lnTo>
                        <a:lnTo>
                          <a:pt x="0" y="3"/>
                        </a:lnTo>
                        <a:lnTo>
                          <a:pt x="0" y="4"/>
                        </a:lnTo>
                        <a:lnTo>
                          <a:pt x="1" y="5"/>
                        </a:lnTo>
                        <a:lnTo>
                          <a:pt x="3" y="7"/>
                        </a:lnTo>
                        <a:lnTo>
                          <a:pt x="4" y="8"/>
                        </a:lnTo>
                        <a:lnTo>
                          <a:pt x="6" y="8"/>
                        </a:lnTo>
                        <a:lnTo>
                          <a:pt x="7" y="7"/>
                        </a:lnTo>
                        <a:lnTo>
                          <a:pt x="9" y="5"/>
                        </a:lnTo>
                        <a:lnTo>
                          <a:pt x="9" y="4"/>
                        </a:lnTo>
                        <a:lnTo>
                          <a:pt x="9" y="3"/>
                        </a:lnTo>
                        <a:lnTo>
                          <a:pt x="9" y="1"/>
                        </a:lnTo>
                        <a:lnTo>
                          <a:pt x="7" y="0"/>
                        </a:lnTo>
                        <a:lnTo>
                          <a:pt x="6" y="0"/>
                        </a:lnTo>
                        <a:lnTo>
                          <a:pt x="4"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15" name="Freeform 100"/>
                  <p:cNvSpPr>
                    <a:spLocks/>
                  </p:cNvSpPr>
                  <p:nvPr/>
                </p:nvSpPr>
                <p:spPr bwMode="auto">
                  <a:xfrm>
                    <a:off x="3675" y="2238"/>
                    <a:ext cx="9" cy="9"/>
                  </a:xfrm>
                  <a:custGeom>
                    <a:avLst/>
                    <a:gdLst>
                      <a:gd name="T0" fmla="*/ 3 w 9"/>
                      <a:gd name="T1" fmla="*/ 0 h 9"/>
                      <a:gd name="T2" fmla="*/ 1 w 9"/>
                      <a:gd name="T3" fmla="*/ 1 h 9"/>
                      <a:gd name="T4" fmla="*/ 0 w 9"/>
                      <a:gd name="T5" fmla="*/ 3 h 9"/>
                      <a:gd name="T6" fmla="*/ 0 w 9"/>
                      <a:gd name="T7" fmla="*/ 4 h 9"/>
                      <a:gd name="T8" fmla="*/ 0 w 9"/>
                      <a:gd name="T9" fmla="*/ 6 h 9"/>
                      <a:gd name="T10" fmla="*/ 0 w 9"/>
                      <a:gd name="T11" fmla="*/ 7 h 9"/>
                      <a:gd name="T12" fmla="*/ 1 w 9"/>
                      <a:gd name="T13" fmla="*/ 9 h 9"/>
                      <a:gd name="T14" fmla="*/ 3 w 9"/>
                      <a:gd name="T15" fmla="*/ 9 h 9"/>
                      <a:gd name="T16" fmla="*/ 4 w 9"/>
                      <a:gd name="T17" fmla="*/ 9 h 9"/>
                      <a:gd name="T18" fmla="*/ 4 w 9"/>
                      <a:gd name="T19" fmla="*/ 9 h 9"/>
                      <a:gd name="T20" fmla="*/ 6 w 9"/>
                      <a:gd name="T21" fmla="*/ 9 h 9"/>
                      <a:gd name="T22" fmla="*/ 7 w 9"/>
                      <a:gd name="T23" fmla="*/ 7 h 9"/>
                      <a:gd name="T24" fmla="*/ 9 w 9"/>
                      <a:gd name="T25" fmla="*/ 6 h 9"/>
                      <a:gd name="T26" fmla="*/ 9 w 9"/>
                      <a:gd name="T27" fmla="*/ 4 h 9"/>
                      <a:gd name="T28" fmla="*/ 7 w 9"/>
                      <a:gd name="T29" fmla="*/ 3 h 9"/>
                      <a:gd name="T30" fmla="*/ 6 w 9"/>
                      <a:gd name="T31" fmla="*/ 1 h 9"/>
                      <a:gd name="T32" fmla="*/ 4 w 9"/>
                      <a:gd name="T33" fmla="*/ 0 h 9"/>
                      <a:gd name="T34" fmla="*/ 3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3" y="0"/>
                        </a:moveTo>
                        <a:lnTo>
                          <a:pt x="1" y="1"/>
                        </a:lnTo>
                        <a:lnTo>
                          <a:pt x="0" y="3"/>
                        </a:lnTo>
                        <a:lnTo>
                          <a:pt x="0" y="4"/>
                        </a:lnTo>
                        <a:lnTo>
                          <a:pt x="0" y="6"/>
                        </a:lnTo>
                        <a:lnTo>
                          <a:pt x="0" y="7"/>
                        </a:lnTo>
                        <a:lnTo>
                          <a:pt x="1" y="9"/>
                        </a:lnTo>
                        <a:lnTo>
                          <a:pt x="3" y="9"/>
                        </a:lnTo>
                        <a:lnTo>
                          <a:pt x="4" y="9"/>
                        </a:lnTo>
                        <a:lnTo>
                          <a:pt x="6" y="9"/>
                        </a:lnTo>
                        <a:lnTo>
                          <a:pt x="7" y="7"/>
                        </a:lnTo>
                        <a:lnTo>
                          <a:pt x="9" y="6"/>
                        </a:lnTo>
                        <a:lnTo>
                          <a:pt x="9" y="4"/>
                        </a:lnTo>
                        <a:lnTo>
                          <a:pt x="7" y="3"/>
                        </a:lnTo>
                        <a:lnTo>
                          <a:pt x="6" y="1"/>
                        </a:lnTo>
                        <a:lnTo>
                          <a:pt x="4"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16" name="Freeform 101"/>
                  <p:cNvSpPr>
                    <a:spLocks/>
                  </p:cNvSpPr>
                  <p:nvPr/>
                </p:nvSpPr>
                <p:spPr bwMode="auto">
                  <a:xfrm>
                    <a:off x="3691" y="2231"/>
                    <a:ext cx="9" cy="8"/>
                  </a:xfrm>
                  <a:custGeom>
                    <a:avLst/>
                    <a:gdLst>
                      <a:gd name="T0" fmla="*/ 3 w 9"/>
                      <a:gd name="T1" fmla="*/ 0 h 8"/>
                      <a:gd name="T2" fmla="*/ 1 w 9"/>
                      <a:gd name="T3" fmla="*/ 1 h 8"/>
                      <a:gd name="T4" fmla="*/ 0 w 9"/>
                      <a:gd name="T5" fmla="*/ 3 h 8"/>
                      <a:gd name="T6" fmla="*/ 0 w 9"/>
                      <a:gd name="T7" fmla="*/ 4 h 8"/>
                      <a:gd name="T8" fmla="*/ 0 w 9"/>
                      <a:gd name="T9" fmla="*/ 6 h 8"/>
                      <a:gd name="T10" fmla="*/ 0 w 9"/>
                      <a:gd name="T11" fmla="*/ 7 h 8"/>
                      <a:gd name="T12" fmla="*/ 1 w 9"/>
                      <a:gd name="T13" fmla="*/ 8 h 8"/>
                      <a:gd name="T14" fmla="*/ 3 w 9"/>
                      <a:gd name="T15" fmla="*/ 8 h 8"/>
                      <a:gd name="T16" fmla="*/ 4 w 9"/>
                      <a:gd name="T17" fmla="*/ 8 h 8"/>
                      <a:gd name="T18" fmla="*/ 4 w 9"/>
                      <a:gd name="T19" fmla="*/ 8 h 8"/>
                      <a:gd name="T20" fmla="*/ 6 w 9"/>
                      <a:gd name="T21" fmla="*/ 8 h 8"/>
                      <a:gd name="T22" fmla="*/ 7 w 9"/>
                      <a:gd name="T23" fmla="*/ 7 h 8"/>
                      <a:gd name="T24" fmla="*/ 9 w 9"/>
                      <a:gd name="T25" fmla="*/ 6 h 8"/>
                      <a:gd name="T26" fmla="*/ 9 w 9"/>
                      <a:gd name="T27" fmla="*/ 4 h 8"/>
                      <a:gd name="T28" fmla="*/ 7 w 9"/>
                      <a:gd name="T29" fmla="*/ 3 h 8"/>
                      <a:gd name="T30" fmla="*/ 6 w 9"/>
                      <a:gd name="T31" fmla="*/ 1 h 8"/>
                      <a:gd name="T32" fmla="*/ 4 w 9"/>
                      <a:gd name="T33" fmla="*/ 0 h 8"/>
                      <a:gd name="T34" fmla="*/ 3 w 9"/>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3" y="0"/>
                        </a:moveTo>
                        <a:lnTo>
                          <a:pt x="1" y="1"/>
                        </a:lnTo>
                        <a:lnTo>
                          <a:pt x="0" y="3"/>
                        </a:lnTo>
                        <a:lnTo>
                          <a:pt x="0" y="4"/>
                        </a:lnTo>
                        <a:lnTo>
                          <a:pt x="0" y="6"/>
                        </a:lnTo>
                        <a:lnTo>
                          <a:pt x="0" y="7"/>
                        </a:lnTo>
                        <a:lnTo>
                          <a:pt x="1" y="8"/>
                        </a:lnTo>
                        <a:lnTo>
                          <a:pt x="3" y="8"/>
                        </a:lnTo>
                        <a:lnTo>
                          <a:pt x="4" y="8"/>
                        </a:lnTo>
                        <a:lnTo>
                          <a:pt x="6" y="8"/>
                        </a:lnTo>
                        <a:lnTo>
                          <a:pt x="7" y="7"/>
                        </a:lnTo>
                        <a:lnTo>
                          <a:pt x="9" y="6"/>
                        </a:lnTo>
                        <a:lnTo>
                          <a:pt x="9" y="4"/>
                        </a:lnTo>
                        <a:lnTo>
                          <a:pt x="7" y="3"/>
                        </a:lnTo>
                        <a:lnTo>
                          <a:pt x="6" y="1"/>
                        </a:lnTo>
                        <a:lnTo>
                          <a:pt x="4"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17" name="Freeform 102"/>
                  <p:cNvSpPr>
                    <a:spLocks/>
                  </p:cNvSpPr>
                  <p:nvPr/>
                </p:nvSpPr>
                <p:spPr bwMode="auto">
                  <a:xfrm>
                    <a:off x="3707" y="2225"/>
                    <a:ext cx="9" cy="9"/>
                  </a:xfrm>
                  <a:custGeom>
                    <a:avLst/>
                    <a:gdLst>
                      <a:gd name="T0" fmla="*/ 3 w 9"/>
                      <a:gd name="T1" fmla="*/ 0 h 9"/>
                      <a:gd name="T2" fmla="*/ 1 w 9"/>
                      <a:gd name="T3" fmla="*/ 0 h 9"/>
                      <a:gd name="T4" fmla="*/ 0 w 9"/>
                      <a:gd name="T5" fmla="*/ 1 h 9"/>
                      <a:gd name="T6" fmla="*/ 0 w 9"/>
                      <a:gd name="T7" fmla="*/ 3 h 9"/>
                      <a:gd name="T8" fmla="*/ 0 w 9"/>
                      <a:gd name="T9" fmla="*/ 4 h 9"/>
                      <a:gd name="T10" fmla="*/ 0 w 9"/>
                      <a:gd name="T11" fmla="*/ 6 h 9"/>
                      <a:gd name="T12" fmla="*/ 1 w 9"/>
                      <a:gd name="T13" fmla="*/ 7 h 9"/>
                      <a:gd name="T14" fmla="*/ 3 w 9"/>
                      <a:gd name="T15" fmla="*/ 9 h 9"/>
                      <a:gd name="T16" fmla="*/ 4 w 9"/>
                      <a:gd name="T17" fmla="*/ 9 h 9"/>
                      <a:gd name="T18" fmla="*/ 4 w 9"/>
                      <a:gd name="T19" fmla="*/ 9 h 9"/>
                      <a:gd name="T20" fmla="*/ 6 w 9"/>
                      <a:gd name="T21" fmla="*/ 7 h 9"/>
                      <a:gd name="T22" fmla="*/ 7 w 9"/>
                      <a:gd name="T23" fmla="*/ 6 h 9"/>
                      <a:gd name="T24" fmla="*/ 9 w 9"/>
                      <a:gd name="T25" fmla="*/ 4 h 9"/>
                      <a:gd name="T26" fmla="*/ 9 w 9"/>
                      <a:gd name="T27" fmla="*/ 3 h 9"/>
                      <a:gd name="T28" fmla="*/ 7 w 9"/>
                      <a:gd name="T29" fmla="*/ 1 h 9"/>
                      <a:gd name="T30" fmla="*/ 6 w 9"/>
                      <a:gd name="T31" fmla="*/ 0 h 9"/>
                      <a:gd name="T32" fmla="*/ 4 w 9"/>
                      <a:gd name="T33" fmla="*/ 0 h 9"/>
                      <a:gd name="T34" fmla="*/ 3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3" y="0"/>
                        </a:moveTo>
                        <a:lnTo>
                          <a:pt x="1" y="0"/>
                        </a:lnTo>
                        <a:lnTo>
                          <a:pt x="0" y="1"/>
                        </a:lnTo>
                        <a:lnTo>
                          <a:pt x="0" y="3"/>
                        </a:lnTo>
                        <a:lnTo>
                          <a:pt x="0" y="4"/>
                        </a:lnTo>
                        <a:lnTo>
                          <a:pt x="0" y="6"/>
                        </a:lnTo>
                        <a:lnTo>
                          <a:pt x="1" y="7"/>
                        </a:lnTo>
                        <a:lnTo>
                          <a:pt x="3" y="9"/>
                        </a:lnTo>
                        <a:lnTo>
                          <a:pt x="4" y="9"/>
                        </a:lnTo>
                        <a:lnTo>
                          <a:pt x="6" y="7"/>
                        </a:lnTo>
                        <a:lnTo>
                          <a:pt x="7" y="6"/>
                        </a:lnTo>
                        <a:lnTo>
                          <a:pt x="9" y="4"/>
                        </a:lnTo>
                        <a:lnTo>
                          <a:pt x="9" y="3"/>
                        </a:lnTo>
                        <a:lnTo>
                          <a:pt x="7" y="1"/>
                        </a:lnTo>
                        <a:lnTo>
                          <a:pt x="6" y="0"/>
                        </a:lnTo>
                        <a:lnTo>
                          <a:pt x="4"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18" name="Freeform 103"/>
                  <p:cNvSpPr>
                    <a:spLocks/>
                  </p:cNvSpPr>
                  <p:nvPr/>
                </p:nvSpPr>
                <p:spPr bwMode="auto">
                  <a:xfrm>
                    <a:off x="3723" y="2218"/>
                    <a:ext cx="9" cy="8"/>
                  </a:xfrm>
                  <a:custGeom>
                    <a:avLst/>
                    <a:gdLst>
                      <a:gd name="T0" fmla="*/ 3 w 9"/>
                      <a:gd name="T1" fmla="*/ 0 h 8"/>
                      <a:gd name="T2" fmla="*/ 1 w 9"/>
                      <a:gd name="T3" fmla="*/ 1 h 8"/>
                      <a:gd name="T4" fmla="*/ 0 w 9"/>
                      <a:gd name="T5" fmla="*/ 3 h 8"/>
                      <a:gd name="T6" fmla="*/ 0 w 9"/>
                      <a:gd name="T7" fmla="*/ 4 h 8"/>
                      <a:gd name="T8" fmla="*/ 0 w 9"/>
                      <a:gd name="T9" fmla="*/ 5 h 8"/>
                      <a:gd name="T10" fmla="*/ 0 w 9"/>
                      <a:gd name="T11" fmla="*/ 7 h 8"/>
                      <a:gd name="T12" fmla="*/ 1 w 9"/>
                      <a:gd name="T13" fmla="*/ 8 h 8"/>
                      <a:gd name="T14" fmla="*/ 3 w 9"/>
                      <a:gd name="T15" fmla="*/ 8 h 8"/>
                      <a:gd name="T16" fmla="*/ 4 w 9"/>
                      <a:gd name="T17" fmla="*/ 8 h 8"/>
                      <a:gd name="T18" fmla="*/ 4 w 9"/>
                      <a:gd name="T19" fmla="*/ 8 h 8"/>
                      <a:gd name="T20" fmla="*/ 6 w 9"/>
                      <a:gd name="T21" fmla="*/ 8 h 8"/>
                      <a:gd name="T22" fmla="*/ 7 w 9"/>
                      <a:gd name="T23" fmla="*/ 7 h 8"/>
                      <a:gd name="T24" fmla="*/ 9 w 9"/>
                      <a:gd name="T25" fmla="*/ 5 h 8"/>
                      <a:gd name="T26" fmla="*/ 9 w 9"/>
                      <a:gd name="T27" fmla="*/ 4 h 8"/>
                      <a:gd name="T28" fmla="*/ 7 w 9"/>
                      <a:gd name="T29" fmla="*/ 3 h 8"/>
                      <a:gd name="T30" fmla="*/ 6 w 9"/>
                      <a:gd name="T31" fmla="*/ 1 h 8"/>
                      <a:gd name="T32" fmla="*/ 4 w 9"/>
                      <a:gd name="T33" fmla="*/ 0 h 8"/>
                      <a:gd name="T34" fmla="*/ 3 w 9"/>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3" y="0"/>
                        </a:moveTo>
                        <a:lnTo>
                          <a:pt x="1" y="1"/>
                        </a:lnTo>
                        <a:lnTo>
                          <a:pt x="0" y="3"/>
                        </a:lnTo>
                        <a:lnTo>
                          <a:pt x="0" y="4"/>
                        </a:lnTo>
                        <a:lnTo>
                          <a:pt x="0" y="5"/>
                        </a:lnTo>
                        <a:lnTo>
                          <a:pt x="0" y="7"/>
                        </a:lnTo>
                        <a:lnTo>
                          <a:pt x="1" y="8"/>
                        </a:lnTo>
                        <a:lnTo>
                          <a:pt x="3" y="8"/>
                        </a:lnTo>
                        <a:lnTo>
                          <a:pt x="4" y="8"/>
                        </a:lnTo>
                        <a:lnTo>
                          <a:pt x="6" y="8"/>
                        </a:lnTo>
                        <a:lnTo>
                          <a:pt x="7" y="7"/>
                        </a:lnTo>
                        <a:lnTo>
                          <a:pt x="9" y="5"/>
                        </a:lnTo>
                        <a:lnTo>
                          <a:pt x="9" y="4"/>
                        </a:lnTo>
                        <a:lnTo>
                          <a:pt x="7" y="3"/>
                        </a:lnTo>
                        <a:lnTo>
                          <a:pt x="6" y="1"/>
                        </a:lnTo>
                        <a:lnTo>
                          <a:pt x="4"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19" name="Freeform 104"/>
                  <p:cNvSpPr>
                    <a:spLocks/>
                  </p:cNvSpPr>
                  <p:nvPr/>
                </p:nvSpPr>
                <p:spPr bwMode="auto">
                  <a:xfrm>
                    <a:off x="3739" y="2213"/>
                    <a:ext cx="8" cy="9"/>
                  </a:xfrm>
                  <a:custGeom>
                    <a:avLst/>
                    <a:gdLst>
                      <a:gd name="T0" fmla="*/ 4 w 8"/>
                      <a:gd name="T1" fmla="*/ 0 h 9"/>
                      <a:gd name="T2" fmla="*/ 3 w 8"/>
                      <a:gd name="T3" fmla="*/ 2 h 9"/>
                      <a:gd name="T4" fmla="*/ 1 w 8"/>
                      <a:gd name="T5" fmla="*/ 3 h 9"/>
                      <a:gd name="T6" fmla="*/ 0 w 8"/>
                      <a:gd name="T7" fmla="*/ 5 h 9"/>
                      <a:gd name="T8" fmla="*/ 0 w 8"/>
                      <a:gd name="T9" fmla="*/ 6 h 9"/>
                      <a:gd name="T10" fmla="*/ 1 w 8"/>
                      <a:gd name="T11" fmla="*/ 8 h 9"/>
                      <a:gd name="T12" fmla="*/ 3 w 8"/>
                      <a:gd name="T13" fmla="*/ 9 h 9"/>
                      <a:gd name="T14" fmla="*/ 4 w 8"/>
                      <a:gd name="T15" fmla="*/ 9 h 9"/>
                      <a:gd name="T16" fmla="*/ 6 w 8"/>
                      <a:gd name="T17" fmla="*/ 9 h 9"/>
                      <a:gd name="T18" fmla="*/ 6 w 8"/>
                      <a:gd name="T19" fmla="*/ 9 h 9"/>
                      <a:gd name="T20" fmla="*/ 7 w 8"/>
                      <a:gd name="T21" fmla="*/ 9 h 9"/>
                      <a:gd name="T22" fmla="*/ 8 w 8"/>
                      <a:gd name="T23" fmla="*/ 8 h 9"/>
                      <a:gd name="T24" fmla="*/ 8 w 8"/>
                      <a:gd name="T25" fmla="*/ 6 h 9"/>
                      <a:gd name="T26" fmla="*/ 8 w 8"/>
                      <a:gd name="T27" fmla="*/ 5 h 9"/>
                      <a:gd name="T28" fmla="*/ 8 w 8"/>
                      <a:gd name="T29" fmla="*/ 3 h 9"/>
                      <a:gd name="T30" fmla="*/ 7 w 8"/>
                      <a:gd name="T31" fmla="*/ 2 h 9"/>
                      <a:gd name="T32" fmla="*/ 6 w 8"/>
                      <a:gd name="T33" fmla="*/ 0 h 9"/>
                      <a:gd name="T34" fmla="*/ 4 w 8"/>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4" y="0"/>
                        </a:moveTo>
                        <a:lnTo>
                          <a:pt x="3" y="2"/>
                        </a:lnTo>
                        <a:lnTo>
                          <a:pt x="1" y="3"/>
                        </a:lnTo>
                        <a:lnTo>
                          <a:pt x="0" y="5"/>
                        </a:lnTo>
                        <a:lnTo>
                          <a:pt x="0" y="6"/>
                        </a:lnTo>
                        <a:lnTo>
                          <a:pt x="1" y="8"/>
                        </a:lnTo>
                        <a:lnTo>
                          <a:pt x="3" y="9"/>
                        </a:lnTo>
                        <a:lnTo>
                          <a:pt x="4" y="9"/>
                        </a:lnTo>
                        <a:lnTo>
                          <a:pt x="6" y="9"/>
                        </a:lnTo>
                        <a:lnTo>
                          <a:pt x="7" y="9"/>
                        </a:lnTo>
                        <a:lnTo>
                          <a:pt x="8" y="8"/>
                        </a:lnTo>
                        <a:lnTo>
                          <a:pt x="8" y="6"/>
                        </a:lnTo>
                        <a:lnTo>
                          <a:pt x="8" y="5"/>
                        </a:lnTo>
                        <a:lnTo>
                          <a:pt x="8" y="3"/>
                        </a:lnTo>
                        <a:lnTo>
                          <a:pt x="7" y="2"/>
                        </a:lnTo>
                        <a:lnTo>
                          <a:pt x="6"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20" name="Freeform 105"/>
                  <p:cNvSpPr>
                    <a:spLocks/>
                  </p:cNvSpPr>
                  <p:nvPr/>
                </p:nvSpPr>
                <p:spPr bwMode="auto">
                  <a:xfrm>
                    <a:off x="3756" y="2212"/>
                    <a:ext cx="9" cy="9"/>
                  </a:xfrm>
                  <a:custGeom>
                    <a:avLst/>
                    <a:gdLst>
                      <a:gd name="T0" fmla="*/ 6 w 9"/>
                      <a:gd name="T1" fmla="*/ 0 h 9"/>
                      <a:gd name="T2" fmla="*/ 5 w 9"/>
                      <a:gd name="T3" fmla="*/ 0 h 9"/>
                      <a:gd name="T4" fmla="*/ 3 w 9"/>
                      <a:gd name="T5" fmla="*/ 0 h 9"/>
                      <a:gd name="T6" fmla="*/ 2 w 9"/>
                      <a:gd name="T7" fmla="*/ 1 h 9"/>
                      <a:gd name="T8" fmla="*/ 0 w 9"/>
                      <a:gd name="T9" fmla="*/ 3 h 9"/>
                      <a:gd name="T10" fmla="*/ 0 w 9"/>
                      <a:gd name="T11" fmla="*/ 4 h 9"/>
                      <a:gd name="T12" fmla="*/ 2 w 9"/>
                      <a:gd name="T13" fmla="*/ 6 h 9"/>
                      <a:gd name="T14" fmla="*/ 3 w 9"/>
                      <a:gd name="T15" fmla="*/ 7 h 9"/>
                      <a:gd name="T16" fmla="*/ 5 w 9"/>
                      <a:gd name="T17" fmla="*/ 9 h 9"/>
                      <a:gd name="T18" fmla="*/ 5 w 9"/>
                      <a:gd name="T19" fmla="*/ 9 h 9"/>
                      <a:gd name="T20" fmla="*/ 6 w 9"/>
                      <a:gd name="T21" fmla="*/ 9 h 9"/>
                      <a:gd name="T22" fmla="*/ 7 w 9"/>
                      <a:gd name="T23" fmla="*/ 7 h 9"/>
                      <a:gd name="T24" fmla="*/ 9 w 9"/>
                      <a:gd name="T25" fmla="*/ 6 h 9"/>
                      <a:gd name="T26" fmla="*/ 9 w 9"/>
                      <a:gd name="T27" fmla="*/ 4 h 9"/>
                      <a:gd name="T28" fmla="*/ 9 w 9"/>
                      <a:gd name="T29" fmla="*/ 3 h 9"/>
                      <a:gd name="T30" fmla="*/ 9 w 9"/>
                      <a:gd name="T31" fmla="*/ 1 h 9"/>
                      <a:gd name="T32" fmla="*/ 7 w 9"/>
                      <a:gd name="T33" fmla="*/ 0 h 9"/>
                      <a:gd name="T34" fmla="*/ 6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6" y="0"/>
                        </a:moveTo>
                        <a:lnTo>
                          <a:pt x="5" y="0"/>
                        </a:lnTo>
                        <a:lnTo>
                          <a:pt x="3" y="0"/>
                        </a:lnTo>
                        <a:lnTo>
                          <a:pt x="2" y="1"/>
                        </a:lnTo>
                        <a:lnTo>
                          <a:pt x="0" y="3"/>
                        </a:lnTo>
                        <a:lnTo>
                          <a:pt x="0" y="4"/>
                        </a:lnTo>
                        <a:lnTo>
                          <a:pt x="2" y="6"/>
                        </a:lnTo>
                        <a:lnTo>
                          <a:pt x="3" y="7"/>
                        </a:lnTo>
                        <a:lnTo>
                          <a:pt x="5" y="9"/>
                        </a:lnTo>
                        <a:lnTo>
                          <a:pt x="6" y="9"/>
                        </a:lnTo>
                        <a:lnTo>
                          <a:pt x="7" y="7"/>
                        </a:lnTo>
                        <a:lnTo>
                          <a:pt x="9" y="6"/>
                        </a:lnTo>
                        <a:lnTo>
                          <a:pt x="9" y="4"/>
                        </a:lnTo>
                        <a:lnTo>
                          <a:pt x="9" y="3"/>
                        </a:lnTo>
                        <a:lnTo>
                          <a:pt x="9" y="1"/>
                        </a:lnTo>
                        <a:lnTo>
                          <a:pt x="7" y="0"/>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21" name="Freeform 106"/>
                  <p:cNvSpPr>
                    <a:spLocks/>
                  </p:cNvSpPr>
                  <p:nvPr/>
                </p:nvSpPr>
                <p:spPr bwMode="auto">
                  <a:xfrm>
                    <a:off x="3774" y="2212"/>
                    <a:ext cx="8" cy="9"/>
                  </a:xfrm>
                  <a:custGeom>
                    <a:avLst/>
                    <a:gdLst>
                      <a:gd name="T0" fmla="*/ 5 w 8"/>
                      <a:gd name="T1" fmla="*/ 0 h 9"/>
                      <a:gd name="T2" fmla="*/ 4 w 8"/>
                      <a:gd name="T3" fmla="*/ 0 h 9"/>
                      <a:gd name="T4" fmla="*/ 3 w 8"/>
                      <a:gd name="T5" fmla="*/ 0 h 9"/>
                      <a:gd name="T6" fmla="*/ 1 w 8"/>
                      <a:gd name="T7" fmla="*/ 1 h 9"/>
                      <a:gd name="T8" fmla="*/ 0 w 8"/>
                      <a:gd name="T9" fmla="*/ 3 h 9"/>
                      <a:gd name="T10" fmla="*/ 0 w 8"/>
                      <a:gd name="T11" fmla="*/ 4 h 9"/>
                      <a:gd name="T12" fmla="*/ 1 w 8"/>
                      <a:gd name="T13" fmla="*/ 6 h 9"/>
                      <a:gd name="T14" fmla="*/ 3 w 8"/>
                      <a:gd name="T15" fmla="*/ 7 h 9"/>
                      <a:gd name="T16" fmla="*/ 4 w 8"/>
                      <a:gd name="T17" fmla="*/ 9 h 9"/>
                      <a:gd name="T18" fmla="*/ 4 w 8"/>
                      <a:gd name="T19" fmla="*/ 9 h 9"/>
                      <a:gd name="T20" fmla="*/ 5 w 8"/>
                      <a:gd name="T21" fmla="*/ 9 h 9"/>
                      <a:gd name="T22" fmla="*/ 7 w 8"/>
                      <a:gd name="T23" fmla="*/ 7 h 9"/>
                      <a:gd name="T24" fmla="*/ 8 w 8"/>
                      <a:gd name="T25" fmla="*/ 6 h 9"/>
                      <a:gd name="T26" fmla="*/ 8 w 8"/>
                      <a:gd name="T27" fmla="*/ 4 h 9"/>
                      <a:gd name="T28" fmla="*/ 8 w 8"/>
                      <a:gd name="T29" fmla="*/ 3 h 9"/>
                      <a:gd name="T30" fmla="*/ 8 w 8"/>
                      <a:gd name="T31" fmla="*/ 1 h 9"/>
                      <a:gd name="T32" fmla="*/ 7 w 8"/>
                      <a:gd name="T33" fmla="*/ 0 h 9"/>
                      <a:gd name="T34" fmla="*/ 5 w 8"/>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5" y="0"/>
                        </a:moveTo>
                        <a:lnTo>
                          <a:pt x="4" y="0"/>
                        </a:lnTo>
                        <a:lnTo>
                          <a:pt x="3" y="0"/>
                        </a:lnTo>
                        <a:lnTo>
                          <a:pt x="1" y="1"/>
                        </a:lnTo>
                        <a:lnTo>
                          <a:pt x="0" y="3"/>
                        </a:lnTo>
                        <a:lnTo>
                          <a:pt x="0" y="4"/>
                        </a:lnTo>
                        <a:lnTo>
                          <a:pt x="1" y="6"/>
                        </a:lnTo>
                        <a:lnTo>
                          <a:pt x="3" y="7"/>
                        </a:lnTo>
                        <a:lnTo>
                          <a:pt x="4" y="9"/>
                        </a:lnTo>
                        <a:lnTo>
                          <a:pt x="5" y="9"/>
                        </a:lnTo>
                        <a:lnTo>
                          <a:pt x="7" y="7"/>
                        </a:lnTo>
                        <a:lnTo>
                          <a:pt x="8" y="6"/>
                        </a:lnTo>
                        <a:lnTo>
                          <a:pt x="8" y="4"/>
                        </a:lnTo>
                        <a:lnTo>
                          <a:pt x="8" y="3"/>
                        </a:lnTo>
                        <a:lnTo>
                          <a:pt x="8" y="1"/>
                        </a:lnTo>
                        <a:lnTo>
                          <a:pt x="7" y="0"/>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22" name="Freeform 107"/>
                  <p:cNvSpPr>
                    <a:spLocks/>
                  </p:cNvSpPr>
                  <p:nvPr/>
                </p:nvSpPr>
                <p:spPr bwMode="auto">
                  <a:xfrm>
                    <a:off x="3791" y="2215"/>
                    <a:ext cx="9" cy="8"/>
                  </a:xfrm>
                  <a:custGeom>
                    <a:avLst/>
                    <a:gdLst>
                      <a:gd name="T0" fmla="*/ 6 w 9"/>
                      <a:gd name="T1" fmla="*/ 0 h 8"/>
                      <a:gd name="T2" fmla="*/ 4 w 9"/>
                      <a:gd name="T3" fmla="*/ 0 h 8"/>
                      <a:gd name="T4" fmla="*/ 3 w 9"/>
                      <a:gd name="T5" fmla="*/ 0 h 8"/>
                      <a:gd name="T6" fmla="*/ 2 w 9"/>
                      <a:gd name="T7" fmla="*/ 1 h 8"/>
                      <a:gd name="T8" fmla="*/ 0 w 9"/>
                      <a:gd name="T9" fmla="*/ 3 h 8"/>
                      <a:gd name="T10" fmla="*/ 0 w 9"/>
                      <a:gd name="T11" fmla="*/ 4 h 8"/>
                      <a:gd name="T12" fmla="*/ 2 w 9"/>
                      <a:gd name="T13" fmla="*/ 6 h 8"/>
                      <a:gd name="T14" fmla="*/ 3 w 9"/>
                      <a:gd name="T15" fmla="*/ 7 h 8"/>
                      <a:gd name="T16" fmla="*/ 4 w 9"/>
                      <a:gd name="T17" fmla="*/ 8 h 8"/>
                      <a:gd name="T18" fmla="*/ 4 w 9"/>
                      <a:gd name="T19" fmla="*/ 8 h 8"/>
                      <a:gd name="T20" fmla="*/ 6 w 9"/>
                      <a:gd name="T21" fmla="*/ 8 h 8"/>
                      <a:gd name="T22" fmla="*/ 7 w 9"/>
                      <a:gd name="T23" fmla="*/ 7 h 8"/>
                      <a:gd name="T24" fmla="*/ 9 w 9"/>
                      <a:gd name="T25" fmla="*/ 6 h 8"/>
                      <a:gd name="T26" fmla="*/ 9 w 9"/>
                      <a:gd name="T27" fmla="*/ 4 h 8"/>
                      <a:gd name="T28" fmla="*/ 9 w 9"/>
                      <a:gd name="T29" fmla="*/ 3 h 8"/>
                      <a:gd name="T30" fmla="*/ 9 w 9"/>
                      <a:gd name="T31" fmla="*/ 1 h 8"/>
                      <a:gd name="T32" fmla="*/ 7 w 9"/>
                      <a:gd name="T33" fmla="*/ 0 h 8"/>
                      <a:gd name="T34" fmla="*/ 6 w 9"/>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6" y="0"/>
                        </a:moveTo>
                        <a:lnTo>
                          <a:pt x="4" y="0"/>
                        </a:lnTo>
                        <a:lnTo>
                          <a:pt x="3" y="0"/>
                        </a:lnTo>
                        <a:lnTo>
                          <a:pt x="2" y="1"/>
                        </a:lnTo>
                        <a:lnTo>
                          <a:pt x="0" y="3"/>
                        </a:lnTo>
                        <a:lnTo>
                          <a:pt x="0" y="4"/>
                        </a:lnTo>
                        <a:lnTo>
                          <a:pt x="2" y="6"/>
                        </a:lnTo>
                        <a:lnTo>
                          <a:pt x="3" y="7"/>
                        </a:lnTo>
                        <a:lnTo>
                          <a:pt x="4" y="8"/>
                        </a:lnTo>
                        <a:lnTo>
                          <a:pt x="6" y="8"/>
                        </a:lnTo>
                        <a:lnTo>
                          <a:pt x="7" y="7"/>
                        </a:lnTo>
                        <a:lnTo>
                          <a:pt x="9" y="6"/>
                        </a:lnTo>
                        <a:lnTo>
                          <a:pt x="9" y="4"/>
                        </a:lnTo>
                        <a:lnTo>
                          <a:pt x="9" y="3"/>
                        </a:lnTo>
                        <a:lnTo>
                          <a:pt x="9" y="1"/>
                        </a:lnTo>
                        <a:lnTo>
                          <a:pt x="7" y="0"/>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23" name="Freeform 108"/>
                  <p:cNvSpPr>
                    <a:spLocks/>
                  </p:cNvSpPr>
                  <p:nvPr/>
                </p:nvSpPr>
                <p:spPr bwMode="auto">
                  <a:xfrm>
                    <a:off x="3808" y="2219"/>
                    <a:ext cx="9" cy="9"/>
                  </a:xfrm>
                  <a:custGeom>
                    <a:avLst/>
                    <a:gdLst>
                      <a:gd name="T0" fmla="*/ 5 w 9"/>
                      <a:gd name="T1" fmla="*/ 0 h 9"/>
                      <a:gd name="T2" fmla="*/ 3 w 9"/>
                      <a:gd name="T3" fmla="*/ 0 h 9"/>
                      <a:gd name="T4" fmla="*/ 2 w 9"/>
                      <a:gd name="T5" fmla="*/ 0 h 9"/>
                      <a:gd name="T6" fmla="*/ 0 w 9"/>
                      <a:gd name="T7" fmla="*/ 2 h 9"/>
                      <a:gd name="T8" fmla="*/ 0 w 9"/>
                      <a:gd name="T9" fmla="*/ 3 h 9"/>
                      <a:gd name="T10" fmla="*/ 0 w 9"/>
                      <a:gd name="T11" fmla="*/ 4 h 9"/>
                      <a:gd name="T12" fmla="*/ 0 w 9"/>
                      <a:gd name="T13" fmla="*/ 6 h 9"/>
                      <a:gd name="T14" fmla="*/ 2 w 9"/>
                      <a:gd name="T15" fmla="*/ 7 h 9"/>
                      <a:gd name="T16" fmla="*/ 3 w 9"/>
                      <a:gd name="T17" fmla="*/ 9 h 9"/>
                      <a:gd name="T18" fmla="*/ 3 w 9"/>
                      <a:gd name="T19" fmla="*/ 9 h 9"/>
                      <a:gd name="T20" fmla="*/ 5 w 9"/>
                      <a:gd name="T21" fmla="*/ 9 h 9"/>
                      <a:gd name="T22" fmla="*/ 6 w 9"/>
                      <a:gd name="T23" fmla="*/ 7 h 9"/>
                      <a:gd name="T24" fmla="*/ 8 w 9"/>
                      <a:gd name="T25" fmla="*/ 6 h 9"/>
                      <a:gd name="T26" fmla="*/ 9 w 9"/>
                      <a:gd name="T27" fmla="*/ 4 h 9"/>
                      <a:gd name="T28" fmla="*/ 9 w 9"/>
                      <a:gd name="T29" fmla="*/ 3 h 9"/>
                      <a:gd name="T30" fmla="*/ 8 w 9"/>
                      <a:gd name="T31" fmla="*/ 2 h 9"/>
                      <a:gd name="T32" fmla="*/ 6 w 9"/>
                      <a:gd name="T33" fmla="*/ 0 h 9"/>
                      <a:gd name="T34" fmla="*/ 5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5" y="0"/>
                        </a:moveTo>
                        <a:lnTo>
                          <a:pt x="3" y="0"/>
                        </a:lnTo>
                        <a:lnTo>
                          <a:pt x="2" y="0"/>
                        </a:lnTo>
                        <a:lnTo>
                          <a:pt x="0" y="2"/>
                        </a:lnTo>
                        <a:lnTo>
                          <a:pt x="0" y="3"/>
                        </a:lnTo>
                        <a:lnTo>
                          <a:pt x="0" y="4"/>
                        </a:lnTo>
                        <a:lnTo>
                          <a:pt x="0" y="6"/>
                        </a:lnTo>
                        <a:lnTo>
                          <a:pt x="2" y="7"/>
                        </a:lnTo>
                        <a:lnTo>
                          <a:pt x="3" y="9"/>
                        </a:lnTo>
                        <a:lnTo>
                          <a:pt x="5" y="9"/>
                        </a:lnTo>
                        <a:lnTo>
                          <a:pt x="6" y="7"/>
                        </a:lnTo>
                        <a:lnTo>
                          <a:pt x="8" y="6"/>
                        </a:lnTo>
                        <a:lnTo>
                          <a:pt x="9" y="4"/>
                        </a:lnTo>
                        <a:lnTo>
                          <a:pt x="9" y="3"/>
                        </a:lnTo>
                        <a:lnTo>
                          <a:pt x="8" y="2"/>
                        </a:lnTo>
                        <a:lnTo>
                          <a:pt x="6" y="0"/>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24" name="Freeform 109"/>
                  <p:cNvSpPr>
                    <a:spLocks/>
                  </p:cNvSpPr>
                  <p:nvPr/>
                </p:nvSpPr>
                <p:spPr bwMode="auto">
                  <a:xfrm>
                    <a:off x="3824" y="2225"/>
                    <a:ext cx="9" cy="9"/>
                  </a:xfrm>
                  <a:custGeom>
                    <a:avLst/>
                    <a:gdLst>
                      <a:gd name="T0" fmla="*/ 5 w 9"/>
                      <a:gd name="T1" fmla="*/ 0 h 9"/>
                      <a:gd name="T2" fmla="*/ 3 w 9"/>
                      <a:gd name="T3" fmla="*/ 0 h 9"/>
                      <a:gd name="T4" fmla="*/ 2 w 9"/>
                      <a:gd name="T5" fmla="*/ 1 h 9"/>
                      <a:gd name="T6" fmla="*/ 0 w 9"/>
                      <a:gd name="T7" fmla="*/ 3 h 9"/>
                      <a:gd name="T8" fmla="*/ 0 w 9"/>
                      <a:gd name="T9" fmla="*/ 4 h 9"/>
                      <a:gd name="T10" fmla="*/ 0 w 9"/>
                      <a:gd name="T11" fmla="*/ 6 h 9"/>
                      <a:gd name="T12" fmla="*/ 0 w 9"/>
                      <a:gd name="T13" fmla="*/ 7 h 9"/>
                      <a:gd name="T14" fmla="*/ 2 w 9"/>
                      <a:gd name="T15" fmla="*/ 9 h 9"/>
                      <a:gd name="T16" fmla="*/ 3 w 9"/>
                      <a:gd name="T17" fmla="*/ 9 h 9"/>
                      <a:gd name="T18" fmla="*/ 3 w 9"/>
                      <a:gd name="T19" fmla="*/ 9 h 9"/>
                      <a:gd name="T20" fmla="*/ 5 w 9"/>
                      <a:gd name="T21" fmla="*/ 9 h 9"/>
                      <a:gd name="T22" fmla="*/ 6 w 9"/>
                      <a:gd name="T23" fmla="*/ 9 h 9"/>
                      <a:gd name="T24" fmla="*/ 8 w 9"/>
                      <a:gd name="T25" fmla="*/ 7 h 9"/>
                      <a:gd name="T26" fmla="*/ 9 w 9"/>
                      <a:gd name="T27" fmla="*/ 6 h 9"/>
                      <a:gd name="T28" fmla="*/ 9 w 9"/>
                      <a:gd name="T29" fmla="*/ 4 h 9"/>
                      <a:gd name="T30" fmla="*/ 8 w 9"/>
                      <a:gd name="T31" fmla="*/ 3 h 9"/>
                      <a:gd name="T32" fmla="*/ 6 w 9"/>
                      <a:gd name="T33" fmla="*/ 1 h 9"/>
                      <a:gd name="T34" fmla="*/ 5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5" y="0"/>
                        </a:moveTo>
                        <a:lnTo>
                          <a:pt x="3" y="0"/>
                        </a:lnTo>
                        <a:lnTo>
                          <a:pt x="2" y="1"/>
                        </a:lnTo>
                        <a:lnTo>
                          <a:pt x="0" y="3"/>
                        </a:lnTo>
                        <a:lnTo>
                          <a:pt x="0" y="4"/>
                        </a:lnTo>
                        <a:lnTo>
                          <a:pt x="0" y="6"/>
                        </a:lnTo>
                        <a:lnTo>
                          <a:pt x="0" y="7"/>
                        </a:lnTo>
                        <a:lnTo>
                          <a:pt x="2" y="9"/>
                        </a:lnTo>
                        <a:lnTo>
                          <a:pt x="3" y="9"/>
                        </a:lnTo>
                        <a:lnTo>
                          <a:pt x="5" y="9"/>
                        </a:lnTo>
                        <a:lnTo>
                          <a:pt x="6" y="9"/>
                        </a:lnTo>
                        <a:lnTo>
                          <a:pt x="8" y="7"/>
                        </a:lnTo>
                        <a:lnTo>
                          <a:pt x="9" y="6"/>
                        </a:lnTo>
                        <a:lnTo>
                          <a:pt x="9" y="4"/>
                        </a:lnTo>
                        <a:lnTo>
                          <a:pt x="8" y="3"/>
                        </a:lnTo>
                        <a:lnTo>
                          <a:pt x="6"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25" name="Freeform 110"/>
                  <p:cNvSpPr>
                    <a:spLocks/>
                  </p:cNvSpPr>
                  <p:nvPr/>
                </p:nvSpPr>
                <p:spPr bwMode="auto">
                  <a:xfrm>
                    <a:off x="3840" y="2232"/>
                    <a:ext cx="9" cy="9"/>
                  </a:xfrm>
                  <a:custGeom>
                    <a:avLst/>
                    <a:gdLst>
                      <a:gd name="T0" fmla="*/ 5 w 9"/>
                      <a:gd name="T1" fmla="*/ 0 h 9"/>
                      <a:gd name="T2" fmla="*/ 3 w 9"/>
                      <a:gd name="T3" fmla="*/ 0 h 9"/>
                      <a:gd name="T4" fmla="*/ 2 w 9"/>
                      <a:gd name="T5" fmla="*/ 0 h 9"/>
                      <a:gd name="T6" fmla="*/ 0 w 9"/>
                      <a:gd name="T7" fmla="*/ 2 h 9"/>
                      <a:gd name="T8" fmla="*/ 0 w 9"/>
                      <a:gd name="T9" fmla="*/ 3 h 9"/>
                      <a:gd name="T10" fmla="*/ 0 w 9"/>
                      <a:gd name="T11" fmla="*/ 5 h 9"/>
                      <a:gd name="T12" fmla="*/ 0 w 9"/>
                      <a:gd name="T13" fmla="*/ 6 h 9"/>
                      <a:gd name="T14" fmla="*/ 2 w 9"/>
                      <a:gd name="T15" fmla="*/ 7 h 9"/>
                      <a:gd name="T16" fmla="*/ 3 w 9"/>
                      <a:gd name="T17" fmla="*/ 9 h 9"/>
                      <a:gd name="T18" fmla="*/ 3 w 9"/>
                      <a:gd name="T19" fmla="*/ 9 h 9"/>
                      <a:gd name="T20" fmla="*/ 5 w 9"/>
                      <a:gd name="T21" fmla="*/ 9 h 9"/>
                      <a:gd name="T22" fmla="*/ 6 w 9"/>
                      <a:gd name="T23" fmla="*/ 7 h 9"/>
                      <a:gd name="T24" fmla="*/ 8 w 9"/>
                      <a:gd name="T25" fmla="*/ 6 h 9"/>
                      <a:gd name="T26" fmla="*/ 9 w 9"/>
                      <a:gd name="T27" fmla="*/ 5 h 9"/>
                      <a:gd name="T28" fmla="*/ 9 w 9"/>
                      <a:gd name="T29" fmla="*/ 3 h 9"/>
                      <a:gd name="T30" fmla="*/ 8 w 9"/>
                      <a:gd name="T31" fmla="*/ 2 h 9"/>
                      <a:gd name="T32" fmla="*/ 6 w 9"/>
                      <a:gd name="T33" fmla="*/ 0 h 9"/>
                      <a:gd name="T34" fmla="*/ 5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5" y="0"/>
                        </a:moveTo>
                        <a:lnTo>
                          <a:pt x="3" y="0"/>
                        </a:lnTo>
                        <a:lnTo>
                          <a:pt x="2" y="0"/>
                        </a:lnTo>
                        <a:lnTo>
                          <a:pt x="0" y="2"/>
                        </a:lnTo>
                        <a:lnTo>
                          <a:pt x="0" y="3"/>
                        </a:lnTo>
                        <a:lnTo>
                          <a:pt x="0" y="5"/>
                        </a:lnTo>
                        <a:lnTo>
                          <a:pt x="0" y="6"/>
                        </a:lnTo>
                        <a:lnTo>
                          <a:pt x="2" y="7"/>
                        </a:lnTo>
                        <a:lnTo>
                          <a:pt x="3" y="9"/>
                        </a:lnTo>
                        <a:lnTo>
                          <a:pt x="5" y="9"/>
                        </a:lnTo>
                        <a:lnTo>
                          <a:pt x="6" y="7"/>
                        </a:lnTo>
                        <a:lnTo>
                          <a:pt x="8" y="6"/>
                        </a:lnTo>
                        <a:lnTo>
                          <a:pt x="9" y="5"/>
                        </a:lnTo>
                        <a:lnTo>
                          <a:pt x="9" y="3"/>
                        </a:lnTo>
                        <a:lnTo>
                          <a:pt x="8" y="2"/>
                        </a:lnTo>
                        <a:lnTo>
                          <a:pt x="6" y="0"/>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26" name="Freeform 111"/>
                  <p:cNvSpPr>
                    <a:spLocks/>
                  </p:cNvSpPr>
                  <p:nvPr/>
                </p:nvSpPr>
                <p:spPr bwMode="auto">
                  <a:xfrm>
                    <a:off x="3856" y="2239"/>
                    <a:ext cx="9" cy="9"/>
                  </a:xfrm>
                  <a:custGeom>
                    <a:avLst/>
                    <a:gdLst>
                      <a:gd name="T0" fmla="*/ 5 w 9"/>
                      <a:gd name="T1" fmla="*/ 0 h 9"/>
                      <a:gd name="T2" fmla="*/ 3 w 9"/>
                      <a:gd name="T3" fmla="*/ 0 h 9"/>
                      <a:gd name="T4" fmla="*/ 2 w 9"/>
                      <a:gd name="T5" fmla="*/ 0 h 9"/>
                      <a:gd name="T6" fmla="*/ 0 w 9"/>
                      <a:gd name="T7" fmla="*/ 2 h 9"/>
                      <a:gd name="T8" fmla="*/ 0 w 9"/>
                      <a:gd name="T9" fmla="*/ 3 h 9"/>
                      <a:gd name="T10" fmla="*/ 0 w 9"/>
                      <a:gd name="T11" fmla="*/ 5 h 9"/>
                      <a:gd name="T12" fmla="*/ 0 w 9"/>
                      <a:gd name="T13" fmla="*/ 6 h 9"/>
                      <a:gd name="T14" fmla="*/ 2 w 9"/>
                      <a:gd name="T15" fmla="*/ 8 h 9"/>
                      <a:gd name="T16" fmla="*/ 3 w 9"/>
                      <a:gd name="T17" fmla="*/ 9 h 9"/>
                      <a:gd name="T18" fmla="*/ 3 w 9"/>
                      <a:gd name="T19" fmla="*/ 9 h 9"/>
                      <a:gd name="T20" fmla="*/ 5 w 9"/>
                      <a:gd name="T21" fmla="*/ 9 h 9"/>
                      <a:gd name="T22" fmla="*/ 6 w 9"/>
                      <a:gd name="T23" fmla="*/ 8 h 9"/>
                      <a:gd name="T24" fmla="*/ 8 w 9"/>
                      <a:gd name="T25" fmla="*/ 6 h 9"/>
                      <a:gd name="T26" fmla="*/ 9 w 9"/>
                      <a:gd name="T27" fmla="*/ 5 h 9"/>
                      <a:gd name="T28" fmla="*/ 9 w 9"/>
                      <a:gd name="T29" fmla="*/ 3 h 9"/>
                      <a:gd name="T30" fmla="*/ 8 w 9"/>
                      <a:gd name="T31" fmla="*/ 2 h 9"/>
                      <a:gd name="T32" fmla="*/ 6 w 9"/>
                      <a:gd name="T33" fmla="*/ 0 h 9"/>
                      <a:gd name="T34" fmla="*/ 5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5" y="0"/>
                        </a:moveTo>
                        <a:lnTo>
                          <a:pt x="3" y="0"/>
                        </a:lnTo>
                        <a:lnTo>
                          <a:pt x="2" y="0"/>
                        </a:lnTo>
                        <a:lnTo>
                          <a:pt x="0" y="2"/>
                        </a:lnTo>
                        <a:lnTo>
                          <a:pt x="0" y="3"/>
                        </a:lnTo>
                        <a:lnTo>
                          <a:pt x="0" y="5"/>
                        </a:lnTo>
                        <a:lnTo>
                          <a:pt x="0" y="6"/>
                        </a:lnTo>
                        <a:lnTo>
                          <a:pt x="2" y="8"/>
                        </a:lnTo>
                        <a:lnTo>
                          <a:pt x="3" y="9"/>
                        </a:lnTo>
                        <a:lnTo>
                          <a:pt x="5" y="9"/>
                        </a:lnTo>
                        <a:lnTo>
                          <a:pt x="6" y="8"/>
                        </a:lnTo>
                        <a:lnTo>
                          <a:pt x="8" y="6"/>
                        </a:lnTo>
                        <a:lnTo>
                          <a:pt x="9" y="5"/>
                        </a:lnTo>
                        <a:lnTo>
                          <a:pt x="9" y="3"/>
                        </a:lnTo>
                        <a:lnTo>
                          <a:pt x="8" y="2"/>
                        </a:lnTo>
                        <a:lnTo>
                          <a:pt x="6" y="0"/>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27" name="Freeform 112"/>
                  <p:cNvSpPr>
                    <a:spLocks/>
                  </p:cNvSpPr>
                  <p:nvPr/>
                </p:nvSpPr>
                <p:spPr bwMode="auto">
                  <a:xfrm>
                    <a:off x="3872" y="2247"/>
                    <a:ext cx="9" cy="8"/>
                  </a:xfrm>
                  <a:custGeom>
                    <a:avLst/>
                    <a:gdLst>
                      <a:gd name="T0" fmla="*/ 6 w 9"/>
                      <a:gd name="T1" fmla="*/ 0 h 8"/>
                      <a:gd name="T2" fmla="*/ 5 w 9"/>
                      <a:gd name="T3" fmla="*/ 0 h 8"/>
                      <a:gd name="T4" fmla="*/ 3 w 9"/>
                      <a:gd name="T5" fmla="*/ 0 h 8"/>
                      <a:gd name="T6" fmla="*/ 2 w 9"/>
                      <a:gd name="T7" fmla="*/ 0 h 8"/>
                      <a:gd name="T8" fmla="*/ 0 w 9"/>
                      <a:gd name="T9" fmla="*/ 1 h 8"/>
                      <a:gd name="T10" fmla="*/ 0 w 9"/>
                      <a:gd name="T11" fmla="*/ 3 h 8"/>
                      <a:gd name="T12" fmla="*/ 0 w 9"/>
                      <a:gd name="T13" fmla="*/ 4 h 8"/>
                      <a:gd name="T14" fmla="*/ 0 w 9"/>
                      <a:gd name="T15" fmla="*/ 5 h 8"/>
                      <a:gd name="T16" fmla="*/ 2 w 9"/>
                      <a:gd name="T17" fmla="*/ 7 h 8"/>
                      <a:gd name="T18" fmla="*/ 2 w 9"/>
                      <a:gd name="T19" fmla="*/ 7 h 8"/>
                      <a:gd name="T20" fmla="*/ 3 w 9"/>
                      <a:gd name="T21" fmla="*/ 8 h 8"/>
                      <a:gd name="T22" fmla="*/ 5 w 9"/>
                      <a:gd name="T23" fmla="*/ 8 h 8"/>
                      <a:gd name="T24" fmla="*/ 6 w 9"/>
                      <a:gd name="T25" fmla="*/ 7 h 8"/>
                      <a:gd name="T26" fmla="*/ 8 w 9"/>
                      <a:gd name="T27" fmla="*/ 5 h 8"/>
                      <a:gd name="T28" fmla="*/ 9 w 9"/>
                      <a:gd name="T29" fmla="*/ 4 h 8"/>
                      <a:gd name="T30" fmla="*/ 9 w 9"/>
                      <a:gd name="T31" fmla="*/ 3 h 8"/>
                      <a:gd name="T32" fmla="*/ 8 w 9"/>
                      <a:gd name="T33" fmla="*/ 1 h 8"/>
                      <a:gd name="T34" fmla="*/ 6 w 9"/>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6" y="0"/>
                        </a:moveTo>
                        <a:lnTo>
                          <a:pt x="5" y="0"/>
                        </a:lnTo>
                        <a:lnTo>
                          <a:pt x="3" y="0"/>
                        </a:lnTo>
                        <a:lnTo>
                          <a:pt x="2" y="0"/>
                        </a:lnTo>
                        <a:lnTo>
                          <a:pt x="0" y="1"/>
                        </a:lnTo>
                        <a:lnTo>
                          <a:pt x="0" y="3"/>
                        </a:lnTo>
                        <a:lnTo>
                          <a:pt x="0" y="4"/>
                        </a:lnTo>
                        <a:lnTo>
                          <a:pt x="0" y="5"/>
                        </a:lnTo>
                        <a:lnTo>
                          <a:pt x="2" y="7"/>
                        </a:lnTo>
                        <a:lnTo>
                          <a:pt x="3" y="8"/>
                        </a:lnTo>
                        <a:lnTo>
                          <a:pt x="5" y="8"/>
                        </a:lnTo>
                        <a:lnTo>
                          <a:pt x="6" y="7"/>
                        </a:lnTo>
                        <a:lnTo>
                          <a:pt x="8" y="5"/>
                        </a:lnTo>
                        <a:lnTo>
                          <a:pt x="9" y="4"/>
                        </a:lnTo>
                        <a:lnTo>
                          <a:pt x="9" y="3"/>
                        </a:lnTo>
                        <a:lnTo>
                          <a:pt x="8" y="1"/>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28" name="Freeform 113"/>
                  <p:cNvSpPr>
                    <a:spLocks/>
                  </p:cNvSpPr>
                  <p:nvPr/>
                </p:nvSpPr>
                <p:spPr bwMode="auto">
                  <a:xfrm>
                    <a:off x="3887" y="2254"/>
                    <a:ext cx="9" cy="9"/>
                  </a:xfrm>
                  <a:custGeom>
                    <a:avLst/>
                    <a:gdLst>
                      <a:gd name="T0" fmla="*/ 7 w 9"/>
                      <a:gd name="T1" fmla="*/ 1 h 9"/>
                      <a:gd name="T2" fmla="*/ 6 w 9"/>
                      <a:gd name="T3" fmla="*/ 0 h 9"/>
                      <a:gd name="T4" fmla="*/ 4 w 9"/>
                      <a:gd name="T5" fmla="*/ 0 h 9"/>
                      <a:gd name="T6" fmla="*/ 3 w 9"/>
                      <a:gd name="T7" fmla="*/ 1 h 9"/>
                      <a:gd name="T8" fmla="*/ 1 w 9"/>
                      <a:gd name="T9" fmla="*/ 3 h 9"/>
                      <a:gd name="T10" fmla="*/ 0 w 9"/>
                      <a:gd name="T11" fmla="*/ 4 h 9"/>
                      <a:gd name="T12" fmla="*/ 0 w 9"/>
                      <a:gd name="T13" fmla="*/ 6 h 9"/>
                      <a:gd name="T14" fmla="*/ 1 w 9"/>
                      <a:gd name="T15" fmla="*/ 7 h 9"/>
                      <a:gd name="T16" fmla="*/ 3 w 9"/>
                      <a:gd name="T17" fmla="*/ 9 h 9"/>
                      <a:gd name="T18" fmla="*/ 3 w 9"/>
                      <a:gd name="T19" fmla="*/ 9 h 9"/>
                      <a:gd name="T20" fmla="*/ 4 w 9"/>
                      <a:gd name="T21" fmla="*/ 9 h 9"/>
                      <a:gd name="T22" fmla="*/ 6 w 9"/>
                      <a:gd name="T23" fmla="*/ 9 h 9"/>
                      <a:gd name="T24" fmla="*/ 7 w 9"/>
                      <a:gd name="T25" fmla="*/ 9 h 9"/>
                      <a:gd name="T26" fmla="*/ 9 w 9"/>
                      <a:gd name="T27" fmla="*/ 7 h 9"/>
                      <a:gd name="T28" fmla="*/ 9 w 9"/>
                      <a:gd name="T29" fmla="*/ 6 h 9"/>
                      <a:gd name="T30" fmla="*/ 9 w 9"/>
                      <a:gd name="T31" fmla="*/ 4 h 9"/>
                      <a:gd name="T32" fmla="*/ 9 w 9"/>
                      <a:gd name="T33" fmla="*/ 3 h 9"/>
                      <a:gd name="T34" fmla="*/ 7 w 9"/>
                      <a:gd name="T35" fmla="*/ 1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7" y="1"/>
                        </a:moveTo>
                        <a:lnTo>
                          <a:pt x="6" y="0"/>
                        </a:lnTo>
                        <a:lnTo>
                          <a:pt x="4" y="0"/>
                        </a:lnTo>
                        <a:lnTo>
                          <a:pt x="3" y="1"/>
                        </a:lnTo>
                        <a:lnTo>
                          <a:pt x="1" y="3"/>
                        </a:lnTo>
                        <a:lnTo>
                          <a:pt x="0" y="4"/>
                        </a:lnTo>
                        <a:lnTo>
                          <a:pt x="0" y="6"/>
                        </a:lnTo>
                        <a:lnTo>
                          <a:pt x="1" y="7"/>
                        </a:lnTo>
                        <a:lnTo>
                          <a:pt x="3" y="9"/>
                        </a:lnTo>
                        <a:lnTo>
                          <a:pt x="4" y="9"/>
                        </a:lnTo>
                        <a:lnTo>
                          <a:pt x="6" y="9"/>
                        </a:lnTo>
                        <a:lnTo>
                          <a:pt x="7" y="9"/>
                        </a:lnTo>
                        <a:lnTo>
                          <a:pt x="9" y="7"/>
                        </a:lnTo>
                        <a:lnTo>
                          <a:pt x="9" y="6"/>
                        </a:lnTo>
                        <a:lnTo>
                          <a:pt x="9" y="4"/>
                        </a:lnTo>
                        <a:lnTo>
                          <a:pt x="9" y="3"/>
                        </a:lnTo>
                        <a:lnTo>
                          <a:pt x="7"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29" name="Freeform 114"/>
                  <p:cNvSpPr>
                    <a:spLocks/>
                  </p:cNvSpPr>
                  <p:nvPr/>
                </p:nvSpPr>
                <p:spPr bwMode="auto">
                  <a:xfrm>
                    <a:off x="3903" y="2263"/>
                    <a:ext cx="9" cy="8"/>
                  </a:xfrm>
                  <a:custGeom>
                    <a:avLst/>
                    <a:gdLst>
                      <a:gd name="T0" fmla="*/ 6 w 9"/>
                      <a:gd name="T1" fmla="*/ 1 h 8"/>
                      <a:gd name="T2" fmla="*/ 4 w 9"/>
                      <a:gd name="T3" fmla="*/ 0 h 8"/>
                      <a:gd name="T4" fmla="*/ 3 w 9"/>
                      <a:gd name="T5" fmla="*/ 0 h 8"/>
                      <a:gd name="T6" fmla="*/ 1 w 9"/>
                      <a:gd name="T7" fmla="*/ 1 h 8"/>
                      <a:gd name="T8" fmla="*/ 0 w 9"/>
                      <a:gd name="T9" fmla="*/ 3 h 8"/>
                      <a:gd name="T10" fmla="*/ 0 w 9"/>
                      <a:gd name="T11" fmla="*/ 4 h 8"/>
                      <a:gd name="T12" fmla="*/ 0 w 9"/>
                      <a:gd name="T13" fmla="*/ 5 h 8"/>
                      <a:gd name="T14" fmla="*/ 0 w 9"/>
                      <a:gd name="T15" fmla="*/ 7 h 8"/>
                      <a:gd name="T16" fmla="*/ 1 w 9"/>
                      <a:gd name="T17" fmla="*/ 8 h 8"/>
                      <a:gd name="T18" fmla="*/ 1 w 9"/>
                      <a:gd name="T19" fmla="*/ 8 h 8"/>
                      <a:gd name="T20" fmla="*/ 3 w 9"/>
                      <a:gd name="T21" fmla="*/ 8 h 8"/>
                      <a:gd name="T22" fmla="*/ 4 w 9"/>
                      <a:gd name="T23" fmla="*/ 8 h 8"/>
                      <a:gd name="T24" fmla="*/ 6 w 9"/>
                      <a:gd name="T25" fmla="*/ 8 h 8"/>
                      <a:gd name="T26" fmla="*/ 7 w 9"/>
                      <a:gd name="T27" fmla="*/ 7 h 8"/>
                      <a:gd name="T28" fmla="*/ 9 w 9"/>
                      <a:gd name="T29" fmla="*/ 5 h 8"/>
                      <a:gd name="T30" fmla="*/ 9 w 9"/>
                      <a:gd name="T31" fmla="*/ 4 h 8"/>
                      <a:gd name="T32" fmla="*/ 7 w 9"/>
                      <a:gd name="T33" fmla="*/ 3 h 8"/>
                      <a:gd name="T34" fmla="*/ 6 w 9"/>
                      <a:gd name="T35" fmla="*/ 1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6" y="1"/>
                        </a:moveTo>
                        <a:lnTo>
                          <a:pt x="4" y="0"/>
                        </a:lnTo>
                        <a:lnTo>
                          <a:pt x="3" y="0"/>
                        </a:lnTo>
                        <a:lnTo>
                          <a:pt x="1" y="1"/>
                        </a:lnTo>
                        <a:lnTo>
                          <a:pt x="0" y="3"/>
                        </a:lnTo>
                        <a:lnTo>
                          <a:pt x="0" y="4"/>
                        </a:lnTo>
                        <a:lnTo>
                          <a:pt x="0" y="5"/>
                        </a:lnTo>
                        <a:lnTo>
                          <a:pt x="0" y="7"/>
                        </a:lnTo>
                        <a:lnTo>
                          <a:pt x="1" y="8"/>
                        </a:lnTo>
                        <a:lnTo>
                          <a:pt x="3" y="8"/>
                        </a:lnTo>
                        <a:lnTo>
                          <a:pt x="4" y="8"/>
                        </a:lnTo>
                        <a:lnTo>
                          <a:pt x="6" y="8"/>
                        </a:lnTo>
                        <a:lnTo>
                          <a:pt x="7" y="7"/>
                        </a:lnTo>
                        <a:lnTo>
                          <a:pt x="9" y="5"/>
                        </a:lnTo>
                        <a:lnTo>
                          <a:pt x="9" y="4"/>
                        </a:lnTo>
                        <a:lnTo>
                          <a:pt x="7" y="3"/>
                        </a:lnTo>
                        <a:lnTo>
                          <a:pt x="6"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30" name="Freeform 115"/>
                  <p:cNvSpPr>
                    <a:spLocks/>
                  </p:cNvSpPr>
                  <p:nvPr/>
                </p:nvSpPr>
                <p:spPr bwMode="auto">
                  <a:xfrm>
                    <a:off x="3917" y="2271"/>
                    <a:ext cx="9" cy="9"/>
                  </a:xfrm>
                  <a:custGeom>
                    <a:avLst/>
                    <a:gdLst>
                      <a:gd name="T0" fmla="*/ 8 w 9"/>
                      <a:gd name="T1" fmla="*/ 0 h 9"/>
                      <a:gd name="T2" fmla="*/ 6 w 9"/>
                      <a:gd name="T3" fmla="*/ 0 h 9"/>
                      <a:gd name="T4" fmla="*/ 5 w 9"/>
                      <a:gd name="T5" fmla="*/ 0 h 9"/>
                      <a:gd name="T6" fmla="*/ 3 w 9"/>
                      <a:gd name="T7" fmla="*/ 0 h 9"/>
                      <a:gd name="T8" fmla="*/ 2 w 9"/>
                      <a:gd name="T9" fmla="*/ 2 h 9"/>
                      <a:gd name="T10" fmla="*/ 0 w 9"/>
                      <a:gd name="T11" fmla="*/ 3 h 9"/>
                      <a:gd name="T12" fmla="*/ 0 w 9"/>
                      <a:gd name="T13" fmla="*/ 5 h 9"/>
                      <a:gd name="T14" fmla="*/ 2 w 9"/>
                      <a:gd name="T15" fmla="*/ 6 h 9"/>
                      <a:gd name="T16" fmla="*/ 3 w 9"/>
                      <a:gd name="T17" fmla="*/ 8 h 9"/>
                      <a:gd name="T18" fmla="*/ 3 w 9"/>
                      <a:gd name="T19" fmla="*/ 8 h 9"/>
                      <a:gd name="T20" fmla="*/ 5 w 9"/>
                      <a:gd name="T21" fmla="*/ 9 h 9"/>
                      <a:gd name="T22" fmla="*/ 6 w 9"/>
                      <a:gd name="T23" fmla="*/ 9 h 9"/>
                      <a:gd name="T24" fmla="*/ 8 w 9"/>
                      <a:gd name="T25" fmla="*/ 8 h 9"/>
                      <a:gd name="T26" fmla="*/ 9 w 9"/>
                      <a:gd name="T27" fmla="*/ 6 h 9"/>
                      <a:gd name="T28" fmla="*/ 9 w 9"/>
                      <a:gd name="T29" fmla="*/ 5 h 9"/>
                      <a:gd name="T30" fmla="*/ 9 w 9"/>
                      <a:gd name="T31" fmla="*/ 3 h 9"/>
                      <a:gd name="T32" fmla="*/ 9 w 9"/>
                      <a:gd name="T33" fmla="*/ 2 h 9"/>
                      <a:gd name="T34" fmla="*/ 8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8" y="0"/>
                        </a:moveTo>
                        <a:lnTo>
                          <a:pt x="6" y="0"/>
                        </a:lnTo>
                        <a:lnTo>
                          <a:pt x="5" y="0"/>
                        </a:lnTo>
                        <a:lnTo>
                          <a:pt x="3" y="0"/>
                        </a:lnTo>
                        <a:lnTo>
                          <a:pt x="2" y="2"/>
                        </a:lnTo>
                        <a:lnTo>
                          <a:pt x="0" y="3"/>
                        </a:lnTo>
                        <a:lnTo>
                          <a:pt x="0" y="5"/>
                        </a:lnTo>
                        <a:lnTo>
                          <a:pt x="2" y="6"/>
                        </a:lnTo>
                        <a:lnTo>
                          <a:pt x="3" y="8"/>
                        </a:lnTo>
                        <a:lnTo>
                          <a:pt x="5" y="9"/>
                        </a:lnTo>
                        <a:lnTo>
                          <a:pt x="6" y="9"/>
                        </a:lnTo>
                        <a:lnTo>
                          <a:pt x="8" y="8"/>
                        </a:lnTo>
                        <a:lnTo>
                          <a:pt x="9" y="6"/>
                        </a:lnTo>
                        <a:lnTo>
                          <a:pt x="9" y="5"/>
                        </a:lnTo>
                        <a:lnTo>
                          <a:pt x="9" y="3"/>
                        </a:lnTo>
                        <a:lnTo>
                          <a:pt x="9" y="2"/>
                        </a:lnTo>
                        <a:lnTo>
                          <a:pt x="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31" name="Freeform 116"/>
                  <p:cNvSpPr>
                    <a:spLocks/>
                  </p:cNvSpPr>
                  <p:nvPr/>
                </p:nvSpPr>
                <p:spPr bwMode="auto">
                  <a:xfrm>
                    <a:off x="3933" y="2279"/>
                    <a:ext cx="9" cy="8"/>
                  </a:xfrm>
                  <a:custGeom>
                    <a:avLst/>
                    <a:gdLst>
                      <a:gd name="T0" fmla="*/ 6 w 9"/>
                      <a:gd name="T1" fmla="*/ 0 h 8"/>
                      <a:gd name="T2" fmla="*/ 5 w 9"/>
                      <a:gd name="T3" fmla="*/ 0 h 8"/>
                      <a:gd name="T4" fmla="*/ 3 w 9"/>
                      <a:gd name="T5" fmla="*/ 0 h 8"/>
                      <a:gd name="T6" fmla="*/ 2 w 9"/>
                      <a:gd name="T7" fmla="*/ 1 h 8"/>
                      <a:gd name="T8" fmla="*/ 0 w 9"/>
                      <a:gd name="T9" fmla="*/ 3 h 8"/>
                      <a:gd name="T10" fmla="*/ 0 w 9"/>
                      <a:gd name="T11" fmla="*/ 4 h 8"/>
                      <a:gd name="T12" fmla="*/ 2 w 9"/>
                      <a:gd name="T13" fmla="*/ 5 h 8"/>
                      <a:gd name="T14" fmla="*/ 3 w 9"/>
                      <a:gd name="T15" fmla="*/ 7 h 8"/>
                      <a:gd name="T16" fmla="*/ 5 w 9"/>
                      <a:gd name="T17" fmla="*/ 8 h 8"/>
                      <a:gd name="T18" fmla="*/ 5 w 9"/>
                      <a:gd name="T19" fmla="*/ 8 h 8"/>
                      <a:gd name="T20" fmla="*/ 6 w 9"/>
                      <a:gd name="T21" fmla="*/ 8 h 8"/>
                      <a:gd name="T22" fmla="*/ 8 w 9"/>
                      <a:gd name="T23" fmla="*/ 7 h 8"/>
                      <a:gd name="T24" fmla="*/ 9 w 9"/>
                      <a:gd name="T25" fmla="*/ 5 h 8"/>
                      <a:gd name="T26" fmla="*/ 9 w 9"/>
                      <a:gd name="T27" fmla="*/ 4 h 8"/>
                      <a:gd name="T28" fmla="*/ 9 w 9"/>
                      <a:gd name="T29" fmla="*/ 3 h 8"/>
                      <a:gd name="T30" fmla="*/ 9 w 9"/>
                      <a:gd name="T31" fmla="*/ 1 h 8"/>
                      <a:gd name="T32" fmla="*/ 8 w 9"/>
                      <a:gd name="T33" fmla="*/ 0 h 8"/>
                      <a:gd name="T34" fmla="*/ 6 w 9"/>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6" y="0"/>
                        </a:moveTo>
                        <a:lnTo>
                          <a:pt x="5" y="0"/>
                        </a:lnTo>
                        <a:lnTo>
                          <a:pt x="3" y="0"/>
                        </a:lnTo>
                        <a:lnTo>
                          <a:pt x="2" y="1"/>
                        </a:lnTo>
                        <a:lnTo>
                          <a:pt x="0" y="3"/>
                        </a:lnTo>
                        <a:lnTo>
                          <a:pt x="0" y="4"/>
                        </a:lnTo>
                        <a:lnTo>
                          <a:pt x="2" y="5"/>
                        </a:lnTo>
                        <a:lnTo>
                          <a:pt x="3" y="7"/>
                        </a:lnTo>
                        <a:lnTo>
                          <a:pt x="5" y="8"/>
                        </a:lnTo>
                        <a:lnTo>
                          <a:pt x="6" y="8"/>
                        </a:lnTo>
                        <a:lnTo>
                          <a:pt x="8" y="7"/>
                        </a:lnTo>
                        <a:lnTo>
                          <a:pt x="9" y="5"/>
                        </a:lnTo>
                        <a:lnTo>
                          <a:pt x="9" y="4"/>
                        </a:lnTo>
                        <a:lnTo>
                          <a:pt x="9" y="3"/>
                        </a:lnTo>
                        <a:lnTo>
                          <a:pt x="9" y="1"/>
                        </a:lnTo>
                        <a:lnTo>
                          <a:pt x="8" y="0"/>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grpSp>
            <p:grpSp>
              <p:nvGrpSpPr>
                <p:cNvPr id="31" name="Group 30"/>
                <p:cNvGrpSpPr/>
                <p:nvPr/>
              </p:nvGrpSpPr>
              <p:grpSpPr>
                <a:xfrm>
                  <a:off x="2165350" y="2533650"/>
                  <a:ext cx="5284788" cy="1771650"/>
                  <a:chOff x="2165350" y="2533650"/>
                  <a:chExt cx="5284788" cy="1771650"/>
                </a:xfrm>
              </p:grpSpPr>
              <p:grpSp>
                <p:nvGrpSpPr>
                  <p:cNvPr id="32" name="Group 213"/>
                  <p:cNvGrpSpPr>
                    <a:grpSpLocks/>
                  </p:cNvGrpSpPr>
                  <p:nvPr/>
                </p:nvGrpSpPr>
                <p:grpSpPr bwMode="auto">
                  <a:xfrm>
                    <a:off x="5707063" y="3108325"/>
                    <a:ext cx="541337" cy="185738"/>
                    <a:chOff x="3607" y="1910"/>
                    <a:chExt cx="341" cy="117"/>
                  </a:xfrm>
                </p:grpSpPr>
                <p:sp>
                  <p:nvSpPr>
                    <p:cNvPr id="286" name="Freeform 214"/>
                    <p:cNvSpPr>
                      <a:spLocks/>
                    </p:cNvSpPr>
                    <p:nvPr/>
                  </p:nvSpPr>
                  <p:spPr bwMode="auto">
                    <a:xfrm>
                      <a:off x="3607" y="1910"/>
                      <a:ext cx="8" cy="8"/>
                    </a:xfrm>
                    <a:custGeom>
                      <a:avLst/>
                      <a:gdLst>
                        <a:gd name="T0" fmla="*/ 7 w 8"/>
                        <a:gd name="T1" fmla="*/ 1 h 8"/>
                        <a:gd name="T2" fmla="*/ 4 w 8"/>
                        <a:gd name="T3" fmla="*/ 0 h 8"/>
                        <a:gd name="T4" fmla="*/ 4 w 8"/>
                        <a:gd name="T5" fmla="*/ 0 h 8"/>
                        <a:gd name="T6" fmla="*/ 3 w 8"/>
                        <a:gd name="T7" fmla="*/ 1 h 8"/>
                        <a:gd name="T8" fmla="*/ 1 w 8"/>
                        <a:gd name="T9" fmla="*/ 3 h 8"/>
                        <a:gd name="T10" fmla="*/ 0 w 8"/>
                        <a:gd name="T11" fmla="*/ 4 h 8"/>
                        <a:gd name="T12" fmla="*/ 0 w 8"/>
                        <a:gd name="T13" fmla="*/ 4 h 8"/>
                        <a:gd name="T14" fmla="*/ 1 w 8"/>
                        <a:gd name="T15" fmla="*/ 5 h 8"/>
                        <a:gd name="T16" fmla="*/ 3 w 8"/>
                        <a:gd name="T17" fmla="*/ 8 h 8"/>
                        <a:gd name="T18" fmla="*/ 3 w 8"/>
                        <a:gd name="T19" fmla="*/ 8 h 8"/>
                        <a:gd name="T20" fmla="*/ 4 w 8"/>
                        <a:gd name="T21" fmla="*/ 8 h 8"/>
                        <a:gd name="T22" fmla="*/ 4 w 8"/>
                        <a:gd name="T23" fmla="*/ 8 h 8"/>
                        <a:gd name="T24" fmla="*/ 5 w 8"/>
                        <a:gd name="T25" fmla="*/ 7 h 8"/>
                        <a:gd name="T26" fmla="*/ 7 w 8"/>
                        <a:gd name="T27" fmla="*/ 5 h 8"/>
                        <a:gd name="T28" fmla="*/ 8 w 8"/>
                        <a:gd name="T29" fmla="*/ 4 h 8"/>
                        <a:gd name="T30" fmla="*/ 8 w 8"/>
                        <a:gd name="T31" fmla="*/ 4 h 8"/>
                        <a:gd name="T32" fmla="*/ 7 w 8"/>
                        <a:gd name="T33" fmla="*/ 3 h 8"/>
                        <a:gd name="T34" fmla="*/ 7 w 8"/>
                        <a:gd name="T35" fmla="*/ 1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8"/>
                        <a:gd name="T56" fmla="*/ 8 w 8"/>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8">
                          <a:moveTo>
                            <a:pt x="7" y="1"/>
                          </a:moveTo>
                          <a:lnTo>
                            <a:pt x="4" y="0"/>
                          </a:lnTo>
                          <a:lnTo>
                            <a:pt x="3" y="1"/>
                          </a:lnTo>
                          <a:lnTo>
                            <a:pt x="1" y="3"/>
                          </a:lnTo>
                          <a:lnTo>
                            <a:pt x="0" y="4"/>
                          </a:lnTo>
                          <a:lnTo>
                            <a:pt x="1" y="5"/>
                          </a:lnTo>
                          <a:lnTo>
                            <a:pt x="3" y="8"/>
                          </a:lnTo>
                          <a:lnTo>
                            <a:pt x="4" y="8"/>
                          </a:lnTo>
                          <a:lnTo>
                            <a:pt x="5" y="7"/>
                          </a:lnTo>
                          <a:lnTo>
                            <a:pt x="7" y="5"/>
                          </a:lnTo>
                          <a:lnTo>
                            <a:pt x="8" y="4"/>
                          </a:lnTo>
                          <a:lnTo>
                            <a:pt x="7" y="3"/>
                          </a:lnTo>
                          <a:lnTo>
                            <a:pt x="7"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87" name="Freeform 215"/>
                    <p:cNvSpPr>
                      <a:spLocks/>
                    </p:cNvSpPr>
                    <p:nvPr/>
                  </p:nvSpPr>
                  <p:spPr bwMode="auto">
                    <a:xfrm>
                      <a:off x="3620" y="1920"/>
                      <a:ext cx="8" cy="9"/>
                    </a:xfrm>
                    <a:custGeom>
                      <a:avLst/>
                      <a:gdLst>
                        <a:gd name="T0" fmla="*/ 7 w 8"/>
                        <a:gd name="T1" fmla="*/ 1 h 9"/>
                        <a:gd name="T2" fmla="*/ 6 w 8"/>
                        <a:gd name="T3" fmla="*/ 0 h 9"/>
                        <a:gd name="T4" fmla="*/ 4 w 8"/>
                        <a:gd name="T5" fmla="*/ 0 h 9"/>
                        <a:gd name="T6" fmla="*/ 3 w 8"/>
                        <a:gd name="T7" fmla="*/ 1 h 9"/>
                        <a:gd name="T8" fmla="*/ 1 w 8"/>
                        <a:gd name="T9" fmla="*/ 3 h 9"/>
                        <a:gd name="T10" fmla="*/ 0 w 8"/>
                        <a:gd name="T11" fmla="*/ 4 h 9"/>
                        <a:gd name="T12" fmla="*/ 0 w 8"/>
                        <a:gd name="T13" fmla="*/ 6 h 9"/>
                        <a:gd name="T14" fmla="*/ 1 w 8"/>
                        <a:gd name="T15" fmla="*/ 7 h 9"/>
                        <a:gd name="T16" fmla="*/ 3 w 8"/>
                        <a:gd name="T17" fmla="*/ 9 h 9"/>
                        <a:gd name="T18" fmla="*/ 3 w 8"/>
                        <a:gd name="T19" fmla="*/ 9 h 9"/>
                        <a:gd name="T20" fmla="*/ 4 w 8"/>
                        <a:gd name="T21" fmla="*/ 9 h 9"/>
                        <a:gd name="T22" fmla="*/ 6 w 8"/>
                        <a:gd name="T23" fmla="*/ 9 h 9"/>
                        <a:gd name="T24" fmla="*/ 7 w 8"/>
                        <a:gd name="T25" fmla="*/ 9 h 9"/>
                        <a:gd name="T26" fmla="*/ 8 w 8"/>
                        <a:gd name="T27" fmla="*/ 7 h 9"/>
                        <a:gd name="T28" fmla="*/ 8 w 8"/>
                        <a:gd name="T29" fmla="*/ 6 h 9"/>
                        <a:gd name="T30" fmla="*/ 8 w 8"/>
                        <a:gd name="T31" fmla="*/ 4 h 9"/>
                        <a:gd name="T32" fmla="*/ 8 w 8"/>
                        <a:gd name="T33" fmla="*/ 3 h 9"/>
                        <a:gd name="T34" fmla="*/ 7 w 8"/>
                        <a:gd name="T35" fmla="*/ 1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7" y="1"/>
                          </a:moveTo>
                          <a:lnTo>
                            <a:pt x="6" y="0"/>
                          </a:lnTo>
                          <a:lnTo>
                            <a:pt x="4" y="0"/>
                          </a:lnTo>
                          <a:lnTo>
                            <a:pt x="3" y="1"/>
                          </a:lnTo>
                          <a:lnTo>
                            <a:pt x="1" y="3"/>
                          </a:lnTo>
                          <a:lnTo>
                            <a:pt x="0" y="4"/>
                          </a:lnTo>
                          <a:lnTo>
                            <a:pt x="0" y="6"/>
                          </a:lnTo>
                          <a:lnTo>
                            <a:pt x="1" y="7"/>
                          </a:lnTo>
                          <a:lnTo>
                            <a:pt x="3" y="9"/>
                          </a:lnTo>
                          <a:lnTo>
                            <a:pt x="4" y="9"/>
                          </a:lnTo>
                          <a:lnTo>
                            <a:pt x="6" y="9"/>
                          </a:lnTo>
                          <a:lnTo>
                            <a:pt x="7" y="9"/>
                          </a:lnTo>
                          <a:lnTo>
                            <a:pt x="8" y="7"/>
                          </a:lnTo>
                          <a:lnTo>
                            <a:pt x="8" y="6"/>
                          </a:lnTo>
                          <a:lnTo>
                            <a:pt x="8" y="4"/>
                          </a:lnTo>
                          <a:lnTo>
                            <a:pt x="8" y="3"/>
                          </a:lnTo>
                          <a:lnTo>
                            <a:pt x="7"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88" name="Freeform 216"/>
                    <p:cNvSpPr>
                      <a:spLocks/>
                    </p:cNvSpPr>
                    <p:nvPr/>
                  </p:nvSpPr>
                  <p:spPr bwMode="auto">
                    <a:xfrm>
                      <a:off x="3633" y="1931"/>
                      <a:ext cx="8" cy="9"/>
                    </a:xfrm>
                    <a:custGeom>
                      <a:avLst/>
                      <a:gdLst>
                        <a:gd name="T0" fmla="*/ 7 w 8"/>
                        <a:gd name="T1" fmla="*/ 2 h 9"/>
                        <a:gd name="T2" fmla="*/ 6 w 8"/>
                        <a:gd name="T3" fmla="*/ 0 h 9"/>
                        <a:gd name="T4" fmla="*/ 4 w 8"/>
                        <a:gd name="T5" fmla="*/ 0 h 9"/>
                        <a:gd name="T6" fmla="*/ 3 w 8"/>
                        <a:gd name="T7" fmla="*/ 2 h 9"/>
                        <a:gd name="T8" fmla="*/ 1 w 8"/>
                        <a:gd name="T9" fmla="*/ 3 h 9"/>
                        <a:gd name="T10" fmla="*/ 0 w 8"/>
                        <a:gd name="T11" fmla="*/ 5 h 9"/>
                        <a:gd name="T12" fmla="*/ 0 w 8"/>
                        <a:gd name="T13" fmla="*/ 6 h 9"/>
                        <a:gd name="T14" fmla="*/ 1 w 8"/>
                        <a:gd name="T15" fmla="*/ 8 h 9"/>
                        <a:gd name="T16" fmla="*/ 3 w 8"/>
                        <a:gd name="T17" fmla="*/ 9 h 9"/>
                        <a:gd name="T18" fmla="*/ 3 w 8"/>
                        <a:gd name="T19" fmla="*/ 9 h 9"/>
                        <a:gd name="T20" fmla="*/ 4 w 8"/>
                        <a:gd name="T21" fmla="*/ 9 h 9"/>
                        <a:gd name="T22" fmla="*/ 6 w 8"/>
                        <a:gd name="T23" fmla="*/ 9 h 9"/>
                        <a:gd name="T24" fmla="*/ 7 w 8"/>
                        <a:gd name="T25" fmla="*/ 9 h 9"/>
                        <a:gd name="T26" fmla="*/ 8 w 8"/>
                        <a:gd name="T27" fmla="*/ 8 h 9"/>
                        <a:gd name="T28" fmla="*/ 8 w 8"/>
                        <a:gd name="T29" fmla="*/ 6 h 9"/>
                        <a:gd name="T30" fmla="*/ 8 w 8"/>
                        <a:gd name="T31" fmla="*/ 5 h 9"/>
                        <a:gd name="T32" fmla="*/ 8 w 8"/>
                        <a:gd name="T33" fmla="*/ 3 h 9"/>
                        <a:gd name="T34" fmla="*/ 7 w 8"/>
                        <a:gd name="T35" fmla="*/ 2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7" y="2"/>
                          </a:moveTo>
                          <a:lnTo>
                            <a:pt x="6" y="0"/>
                          </a:lnTo>
                          <a:lnTo>
                            <a:pt x="4" y="0"/>
                          </a:lnTo>
                          <a:lnTo>
                            <a:pt x="3" y="2"/>
                          </a:lnTo>
                          <a:lnTo>
                            <a:pt x="1" y="3"/>
                          </a:lnTo>
                          <a:lnTo>
                            <a:pt x="0" y="5"/>
                          </a:lnTo>
                          <a:lnTo>
                            <a:pt x="0" y="6"/>
                          </a:lnTo>
                          <a:lnTo>
                            <a:pt x="1" y="8"/>
                          </a:lnTo>
                          <a:lnTo>
                            <a:pt x="3" y="9"/>
                          </a:lnTo>
                          <a:lnTo>
                            <a:pt x="4" y="9"/>
                          </a:lnTo>
                          <a:lnTo>
                            <a:pt x="6" y="9"/>
                          </a:lnTo>
                          <a:lnTo>
                            <a:pt x="7" y="9"/>
                          </a:lnTo>
                          <a:lnTo>
                            <a:pt x="8" y="8"/>
                          </a:lnTo>
                          <a:lnTo>
                            <a:pt x="8" y="6"/>
                          </a:lnTo>
                          <a:lnTo>
                            <a:pt x="8" y="5"/>
                          </a:lnTo>
                          <a:lnTo>
                            <a:pt x="8" y="3"/>
                          </a:lnTo>
                          <a:lnTo>
                            <a:pt x="7"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89" name="Freeform 217"/>
                    <p:cNvSpPr>
                      <a:spLocks/>
                    </p:cNvSpPr>
                    <p:nvPr/>
                  </p:nvSpPr>
                  <p:spPr bwMode="auto">
                    <a:xfrm>
                      <a:off x="3646" y="1943"/>
                      <a:ext cx="9" cy="9"/>
                    </a:xfrm>
                    <a:custGeom>
                      <a:avLst/>
                      <a:gdLst>
                        <a:gd name="T0" fmla="*/ 7 w 9"/>
                        <a:gd name="T1" fmla="*/ 1 h 9"/>
                        <a:gd name="T2" fmla="*/ 6 w 9"/>
                        <a:gd name="T3" fmla="*/ 0 h 9"/>
                        <a:gd name="T4" fmla="*/ 4 w 9"/>
                        <a:gd name="T5" fmla="*/ 0 h 9"/>
                        <a:gd name="T6" fmla="*/ 3 w 9"/>
                        <a:gd name="T7" fmla="*/ 1 h 9"/>
                        <a:gd name="T8" fmla="*/ 1 w 9"/>
                        <a:gd name="T9" fmla="*/ 3 h 9"/>
                        <a:gd name="T10" fmla="*/ 0 w 9"/>
                        <a:gd name="T11" fmla="*/ 4 h 9"/>
                        <a:gd name="T12" fmla="*/ 0 w 9"/>
                        <a:gd name="T13" fmla="*/ 6 h 9"/>
                        <a:gd name="T14" fmla="*/ 1 w 9"/>
                        <a:gd name="T15" fmla="*/ 7 h 9"/>
                        <a:gd name="T16" fmla="*/ 3 w 9"/>
                        <a:gd name="T17" fmla="*/ 9 h 9"/>
                        <a:gd name="T18" fmla="*/ 3 w 9"/>
                        <a:gd name="T19" fmla="*/ 9 h 9"/>
                        <a:gd name="T20" fmla="*/ 4 w 9"/>
                        <a:gd name="T21" fmla="*/ 9 h 9"/>
                        <a:gd name="T22" fmla="*/ 6 w 9"/>
                        <a:gd name="T23" fmla="*/ 9 h 9"/>
                        <a:gd name="T24" fmla="*/ 7 w 9"/>
                        <a:gd name="T25" fmla="*/ 9 h 9"/>
                        <a:gd name="T26" fmla="*/ 9 w 9"/>
                        <a:gd name="T27" fmla="*/ 7 h 9"/>
                        <a:gd name="T28" fmla="*/ 9 w 9"/>
                        <a:gd name="T29" fmla="*/ 6 h 9"/>
                        <a:gd name="T30" fmla="*/ 9 w 9"/>
                        <a:gd name="T31" fmla="*/ 4 h 9"/>
                        <a:gd name="T32" fmla="*/ 9 w 9"/>
                        <a:gd name="T33" fmla="*/ 3 h 9"/>
                        <a:gd name="T34" fmla="*/ 7 w 9"/>
                        <a:gd name="T35" fmla="*/ 1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7" y="1"/>
                          </a:moveTo>
                          <a:lnTo>
                            <a:pt x="6" y="0"/>
                          </a:lnTo>
                          <a:lnTo>
                            <a:pt x="4" y="0"/>
                          </a:lnTo>
                          <a:lnTo>
                            <a:pt x="3" y="1"/>
                          </a:lnTo>
                          <a:lnTo>
                            <a:pt x="1" y="3"/>
                          </a:lnTo>
                          <a:lnTo>
                            <a:pt x="0" y="4"/>
                          </a:lnTo>
                          <a:lnTo>
                            <a:pt x="0" y="6"/>
                          </a:lnTo>
                          <a:lnTo>
                            <a:pt x="1" y="7"/>
                          </a:lnTo>
                          <a:lnTo>
                            <a:pt x="3" y="9"/>
                          </a:lnTo>
                          <a:lnTo>
                            <a:pt x="4" y="9"/>
                          </a:lnTo>
                          <a:lnTo>
                            <a:pt x="6" y="9"/>
                          </a:lnTo>
                          <a:lnTo>
                            <a:pt x="7" y="9"/>
                          </a:lnTo>
                          <a:lnTo>
                            <a:pt x="9" y="7"/>
                          </a:lnTo>
                          <a:lnTo>
                            <a:pt x="9" y="6"/>
                          </a:lnTo>
                          <a:lnTo>
                            <a:pt x="9" y="4"/>
                          </a:lnTo>
                          <a:lnTo>
                            <a:pt x="9" y="3"/>
                          </a:lnTo>
                          <a:lnTo>
                            <a:pt x="7"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90" name="Freeform 218"/>
                    <p:cNvSpPr>
                      <a:spLocks/>
                    </p:cNvSpPr>
                    <p:nvPr/>
                  </p:nvSpPr>
                  <p:spPr bwMode="auto">
                    <a:xfrm>
                      <a:off x="3659" y="1955"/>
                      <a:ext cx="9" cy="8"/>
                    </a:xfrm>
                    <a:custGeom>
                      <a:avLst/>
                      <a:gdLst>
                        <a:gd name="T0" fmla="*/ 7 w 9"/>
                        <a:gd name="T1" fmla="*/ 1 h 8"/>
                        <a:gd name="T2" fmla="*/ 6 w 9"/>
                        <a:gd name="T3" fmla="*/ 0 h 8"/>
                        <a:gd name="T4" fmla="*/ 4 w 9"/>
                        <a:gd name="T5" fmla="*/ 0 h 8"/>
                        <a:gd name="T6" fmla="*/ 3 w 9"/>
                        <a:gd name="T7" fmla="*/ 1 h 8"/>
                        <a:gd name="T8" fmla="*/ 1 w 9"/>
                        <a:gd name="T9" fmla="*/ 3 h 8"/>
                        <a:gd name="T10" fmla="*/ 0 w 9"/>
                        <a:gd name="T11" fmla="*/ 4 h 8"/>
                        <a:gd name="T12" fmla="*/ 0 w 9"/>
                        <a:gd name="T13" fmla="*/ 5 h 8"/>
                        <a:gd name="T14" fmla="*/ 1 w 9"/>
                        <a:gd name="T15" fmla="*/ 7 h 8"/>
                        <a:gd name="T16" fmla="*/ 3 w 9"/>
                        <a:gd name="T17" fmla="*/ 8 h 8"/>
                        <a:gd name="T18" fmla="*/ 3 w 9"/>
                        <a:gd name="T19" fmla="*/ 8 h 8"/>
                        <a:gd name="T20" fmla="*/ 4 w 9"/>
                        <a:gd name="T21" fmla="*/ 8 h 8"/>
                        <a:gd name="T22" fmla="*/ 6 w 9"/>
                        <a:gd name="T23" fmla="*/ 8 h 8"/>
                        <a:gd name="T24" fmla="*/ 7 w 9"/>
                        <a:gd name="T25" fmla="*/ 8 h 8"/>
                        <a:gd name="T26" fmla="*/ 9 w 9"/>
                        <a:gd name="T27" fmla="*/ 7 h 8"/>
                        <a:gd name="T28" fmla="*/ 9 w 9"/>
                        <a:gd name="T29" fmla="*/ 5 h 8"/>
                        <a:gd name="T30" fmla="*/ 9 w 9"/>
                        <a:gd name="T31" fmla="*/ 4 h 8"/>
                        <a:gd name="T32" fmla="*/ 9 w 9"/>
                        <a:gd name="T33" fmla="*/ 3 h 8"/>
                        <a:gd name="T34" fmla="*/ 7 w 9"/>
                        <a:gd name="T35" fmla="*/ 1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7" y="1"/>
                          </a:moveTo>
                          <a:lnTo>
                            <a:pt x="6" y="0"/>
                          </a:lnTo>
                          <a:lnTo>
                            <a:pt x="4" y="0"/>
                          </a:lnTo>
                          <a:lnTo>
                            <a:pt x="3" y="1"/>
                          </a:lnTo>
                          <a:lnTo>
                            <a:pt x="1" y="3"/>
                          </a:lnTo>
                          <a:lnTo>
                            <a:pt x="0" y="4"/>
                          </a:lnTo>
                          <a:lnTo>
                            <a:pt x="0" y="5"/>
                          </a:lnTo>
                          <a:lnTo>
                            <a:pt x="1" y="7"/>
                          </a:lnTo>
                          <a:lnTo>
                            <a:pt x="3" y="8"/>
                          </a:lnTo>
                          <a:lnTo>
                            <a:pt x="4" y="8"/>
                          </a:lnTo>
                          <a:lnTo>
                            <a:pt x="6" y="8"/>
                          </a:lnTo>
                          <a:lnTo>
                            <a:pt x="7" y="8"/>
                          </a:lnTo>
                          <a:lnTo>
                            <a:pt x="9" y="7"/>
                          </a:lnTo>
                          <a:lnTo>
                            <a:pt x="9" y="5"/>
                          </a:lnTo>
                          <a:lnTo>
                            <a:pt x="9" y="4"/>
                          </a:lnTo>
                          <a:lnTo>
                            <a:pt x="9" y="3"/>
                          </a:lnTo>
                          <a:lnTo>
                            <a:pt x="7"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91" name="Freeform 219"/>
                    <p:cNvSpPr>
                      <a:spLocks/>
                    </p:cNvSpPr>
                    <p:nvPr/>
                  </p:nvSpPr>
                  <p:spPr bwMode="auto">
                    <a:xfrm>
                      <a:off x="3673" y="1966"/>
                      <a:ext cx="9" cy="9"/>
                    </a:xfrm>
                    <a:custGeom>
                      <a:avLst/>
                      <a:gdLst>
                        <a:gd name="T0" fmla="*/ 6 w 9"/>
                        <a:gd name="T1" fmla="*/ 2 h 9"/>
                        <a:gd name="T2" fmla="*/ 5 w 9"/>
                        <a:gd name="T3" fmla="*/ 0 h 9"/>
                        <a:gd name="T4" fmla="*/ 3 w 9"/>
                        <a:gd name="T5" fmla="*/ 0 h 9"/>
                        <a:gd name="T6" fmla="*/ 2 w 9"/>
                        <a:gd name="T7" fmla="*/ 2 h 9"/>
                        <a:gd name="T8" fmla="*/ 0 w 9"/>
                        <a:gd name="T9" fmla="*/ 3 h 9"/>
                        <a:gd name="T10" fmla="*/ 0 w 9"/>
                        <a:gd name="T11" fmla="*/ 5 h 9"/>
                        <a:gd name="T12" fmla="*/ 0 w 9"/>
                        <a:gd name="T13" fmla="*/ 6 h 9"/>
                        <a:gd name="T14" fmla="*/ 0 w 9"/>
                        <a:gd name="T15" fmla="*/ 8 h 9"/>
                        <a:gd name="T16" fmla="*/ 2 w 9"/>
                        <a:gd name="T17" fmla="*/ 9 h 9"/>
                        <a:gd name="T18" fmla="*/ 2 w 9"/>
                        <a:gd name="T19" fmla="*/ 9 h 9"/>
                        <a:gd name="T20" fmla="*/ 3 w 9"/>
                        <a:gd name="T21" fmla="*/ 9 h 9"/>
                        <a:gd name="T22" fmla="*/ 5 w 9"/>
                        <a:gd name="T23" fmla="*/ 9 h 9"/>
                        <a:gd name="T24" fmla="*/ 6 w 9"/>
                        <a:gd name="T25" fmla="*/ 9 h 9"/>
                        <a:gd name="T26" fmla="*/ 8 w 9"/>
                        <a:gd name="T27" fmla="*/ 8 h 9"/>
                        <a:gd name="T28" fmla="*/ 9 w 9"/>
                        <a:gd name="T29" fmla="*/ 6 h 9"/>
                        <a:gd name="T30" fmla="*/ 9 w 9"/>
                        <a:gd name="T31" fmla="*/ 5 h 9"/>
                        <a:gd name="T32" fmla="*/ 8 w 9"/>
                        <a:gd name="T33" fmla="*/ 3 h 9"/>
                        <a:gd name="T34" fmla="*/ 6 w 9"/>
                        <a:gd name="T35" fmla="*/ 2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6" y="2"/>
                          </a:moveTo>
                          <a:lnTo>
                            <a:pt x="5" y="0"/>
                          </a:lnTo>
                          <a:lnTo>
                            <a:pt x="3" y="0"/>
                          </a:lnTo>
                          <a:lnTo>
                            <a:pt x="2" y="2"/>
                          </a:lnTo>
                          <a:lnTo>
                            <a:pt x="0" y="3"/>
                          </a:lnTo>
                          <a:lnTo>
                            <a:pt x="0" y="5"/>
                          </a:lnTo>
                          <a:lnTo>
                            <a:pt x="0" y="6"/>
                          </a:lnTo>
                          <a:lnTo>
                            <a:pt x="0" y="8"/>
                          </a:lnTo>
                          <a:lnTo>
                            <a:pt x="2" y="9"/>
                          </a:lnTo>
                          <a:lnTo>
                            <a:pt x="3" y="9"/>
                          </a:lnTo>
                          <a:lnTo>
                            <a:pt x="5" y="9"/>
                          </a:lnTo>
                          <a:lnTo>
                            <a:pt x="6" y="9"/>
                          </a:lnTo>
                          <a:lnTo>
                            <a:pt x="8" y="8"/>
                          </a:lnTo>
                          <a:lnTo>
                            <a:pt x="9" y="6"/>
                          </a:lnTo>
                          <a:lnTo>
                            <a:pt x="9" y="5"/>
                          </a:lnTo>
                          <a:lnTo>
                            <a:pt x="8" y="3"/>
                          </a:lnTo>
                          <a:lnTo>
                            <a:pt x="6"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92" name="Freeform 220"/>
                    <p:cNvSpPr>
                      <a:spLocks/>
                    </p:cNvSpPr>
                    <p:nvPr/>
                  </p:nvSpPr>
                  <p:spPr bwMode="auto">
                    <a:xfrm>
                      <a:off x="3687" y="1976"/>
                      <a:ext cx="8" cy="9"/>
                    </a:xfrm>
                    <a:custGeom>
                      <a:avLst/>
                      <a:gdLst>
                        <a:gd name="T0" fmla="*/ 5 w 8"/>
                        <a:gd name="T1" fmla="*/ 2 h 9"/>
                        <a:gd name="T2" fmla="*/ 4 w 8"/>
                        <a:gd name="T3" fmla="*/ 0 h 9"/>
                        <a:gd name="T4" fmla="*/ 2 w 8"/>
                        <a:gd name="T5" fmla="*/ 0 h 9"/>
                        <a:gd name="T6" fmla="*/ 1 w 8"/>
                        <a:gd name="T7" fmla="*/ 2 h 9"/>
                        <a:gd name="T8" fmla="*/ 0 w 8"/>
                        <a:gd name="T9" fmla="*/ 3 h 9"/>
                        <a:gd name="T10" fmla="*/ 0 w 8"/>
                        <a:gd name="T11" fmla="*/ 5 h 9"/>
                        <a:gd name="T12" fmla="*/ 0 w 8"/>
                        <a:gd name="T13" fmla="*/ 6 h 9"/>
                        <a:gd name="T14" fmla="*/ 0 w 8"/>
                        <a:gd name="T15" fmla="*/ 8 h 9"/>
                        <a:gd name="T16" fmla="*/ 1 w 8"/>
                        <a:gd name="T17" fmla="*/ 9 h 9"/>
                        <a:gd name="T18" fmla="*/ 1 w 8"/>
                        <a:gd name="T19" fmla="*/ 9 h 9"/>
                        <a:gd name="T20" fmla="*/ 2 w 8"/>
                        <a:gd name="T21" fmla="*/ 9 h 9"/>
                        <a:gd name="T22" fmla="*/ 4 w 8"/>
                        <a:gd name="T23" fmla="*/ 9 h 9"/>
                        <a:gd name="T24" fmla="*/ 5 w 8"/>
                        <a:gd name="T25" fmla="*/ 9 h 9"/>
                        <a:gd name="T26" fmla="*/ 7 w 8"/>
                        <a:gd name="T27" fmla="*/ 8 h 9"/>
                        <a:gd name="T28" fmla="*/ 8 w 8"/>
                        <a:gd name="T29" fmla="*/ 6 h 9"/>
                        <a:gd name="T30" fmla="*/ 8 w 8"/>
                        <a:gd name="T31" fmla="*/ 5 h 9"/>
                        <a:gd name="T32" fmla="*/ 7 w 8"/>
                        <a:gd name="T33" fmla="*/ 3 h 9"/>
                        <a:gd name="T34" fmla="*/ 5 w 8"/>
                        <a:gd name="T35" fmla="*/ 2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5" y="2"/>
                          </a:moveTo>
                          <a:lnTo>
                            <a:pt x="4" y="0"/>
                          </a:lnTo>
                          <a:lnTo>
                            <a:pt x="2" y="0"/>
                          </a:lnTo>
                          <a:lnTo>
                            <a:pt x="1" y="2"/>
                          </a:lnTo>
                          <a:lnTo>
                            <a:pt x="0" y="3"/>
                          </a:lnTo>
                          <a:lnTo>
                            <a:pt x="0" y="5"/>
                          </a:lnTo>
                          <a:lnTo>
                            <a:pt x="0" y="6"/>
                          </a:lnTo>
                          <a:lnTo>
                            <a:pt x="0" y="8"/>
                          </a:lnTo>
                          <a:lnTo>
                            <a:pt x="1" y="9"/>
                          </a:lnTo>
                          <a:lnTo>
                            <a:pt x="2" y="9"/>
                          </a:lnTo>
                          <a:lnTo>
                            <a:pt x="4" y="9"/>
                          </a:lnTo>
                          <a:lnTo>
                            <a:pt x="5" y="9"/>
                          </a:lnTo>
                          <a:lnTo>
                            <a:pt x="7" y="8"/>
                          </a:lnTo>
                          <a:lnTo>
                            <a:pt x="8" y="6"/>
                          </a:lnTo>
                          <a:lnTo>
                            <a:pt x="8" y="5"/>
                          </a:lnTo>
                          <a:lnTo>
                            <a:pt x="7" y="3"/>
                          </a:lnTo>
                          <a:lnTo>
                            <a:pt x="5"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93" name="Freeform 221"/>
                    <p:cNvSpPr>
                      <a:spLocks/>
                    </p:cNvSpPr>
                    <p:nvPr/>
                  </p:nvSpPr>
                  <p:spPr bwMode="auto">
                    <a:xfrm>
                      <a:off x="3701" y="1988"/>
                      <a:ext cx="9" cy="9"/>
                    </a:xfrm>
                    <a:custGeom>
                      <a:avLst/>
                      <a:gdLst>
                        <a:gd name="T0" fmla="*/ 6 w 9"/>
                        <a:gd name="T1" fmla="*/ 0 h 9"/>
                        <a:gd name="T2" fmla="*/ 4 w 9"/>
                        <a:gd name="T3" fmla="*/ 0 h 9"/>
                        <a:gd name="T4" fmla="*/ 3 w 9"/>
                        <a:gd name="T5" fmla="*/ 0 h 9"/>
                        <a:gd name="T6" fmla="*/ 1 w 9"/>
                        <a:gd name="T7" fmla="*/ 0 h 9"/>
                        <a:gd name="T8" fmla="*/ 0 w 9"/>
                        <a:gd name="T9" fmla="*/ 2 h 9"/>
                        <a:gd name="T10" fmla="*/ 0 w 9"/>
                        <a:gd name="T11" fmla="*/ 3 h 9"/>
                        <a:gd name="T12" fmla="*/ 0 w 9"/>
                        <a:gd name="T13" fmla="*/ 4 h 9"/>
                        <a:gd name="T14" fmla="*/ 0 w 9"/>
                        <a:gd name="T15" fmla="*/ 6 h 9"/>
                        <a:gd name="T16" fmla="*/ 1 w 9"/>
                        <a:gd name="T17" fmla="*/ 7 h 9"/>
                        <a:gd name="T18" fmla="*/ 1 w 9"/>
                        <a:gd name="T19" fmla="*/ 7 h 9"/>
                        <a:gd name="T20" fmla="*/ 3 w 9"/>
                        <a:gd name="T21" fmla="*/ 9 h 9"/>
                        <a:gd name="T22" fmla="*/ 4 w 9"/>
                        <a:gd name="T23" fmla="*/ 9 h 9"/>
                        <a:gd name="T24" fmla="*/ 6 w 9"/>
                        <a:gd name="T25" fmla="*/ 7 h 9"/>
                        <a:gd name="T26" fmla="*/ 7 w 9"/>
                        <a:gd name="T27" fmla="*/ 6 h 9"/>
                        <a:gd name="T28" fmla="*/ 9 w 9"/>
                        <a:gd name="T29" fmla="*/ 4 h 9"/>
                        <a:gd name="T30" fmla="*/ 9 w 9"/>
                        <a:gd name="T31" fmla="*/ 3 h 9"/>
                        <a:gd name="T32" fmla="*/ 7 w 9"/>
                        <a:gd name="T33" fmla="*/ 2 h 9"/>
                        <a:gd name="T34" fmla="*/ 6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6" y="0"/>
                          </a:moveTo>
                          <a:lnTo>
                            <a:pt x="4" y="0"/>
                          </a:lnTo>
                          <a:lnTo>
                            <a:pt x="3" y="0"/>
                          </a:lnTo>
                          <a:lnTo>
                            <a:pt x="1" y="0"/>
                          </a:lnTo>
                          <a:lnTo>
                            <a:pt x="0" y="2"/>
                          </a:lnTo>
                          <a:lnTo>
                            <a:pt x="0" y="3"/>
                          </a:lnTo>
                          <a:lnTo>
                            <a:pt x="0" y="4"/>
                          </a:lnTo>
                          <a:lnTo>
                            <a:pt x="0" y="6"/>
                          </a:lnTo>
                          <a:lnTo>
                            <a:pt x="1" y="7"/>
                          </a:lnTo>
                          <a:lnTo>
                            <a:pt x="3" y="9"/>
                          </a:lnTo>
                          <a:lnTo>
                            <a:pt x="4" y="9"/>
                          </a:lnTo>
                          <a:lnTo>
                            <a:pt x="6" y="7"/>
                          </a:lnTo>
                          <a:lnTo>
                            <a:pt x="7" y="6"/>
                          </a:lnTo>
                          <a:lnTo>
                            <a:pt x="9" y="4"/>
                          </a:lnTo>
                          <a:lnTo>
                            <a:pt x="9" y="3"/>
                          </a:lnTo>
                          <a:lnTo>
                            <a:pt x="7" y="2"/>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94" name="Freeform 222"/>
                    <p:cNvSpPr>
                      <a:spLocks/>
                    </p:cNvSpPr>
                    <p:nvPr/>
                  </p:nvSpPr>
                  <p:spPr bwMode="auto">
                    <a:xfrm>
                      <a:off x="3716" y="1997"/>
                      <a:ext cx="8" cy="9"/>
                    </a:xfrm>
                    <a:custGeom>
                      <a:avLst/>
                      <a:gdLst>
                        <a:gd name="T0" fmla="*/ 5 w 8"/>
                        <a:gd name="T1" fmla="*/ 1 h 9"/>
                        <a:gd name="T2" fmla="*/ 4 w 8"/>
                        <a:gd name="T3" fmla="*/ 0 h 9"/>
                        <a:gd name="T4" fmla="*/ 2 w 8"/>
                        <a:gd name="T5" fmla="*/ 0 h 9"/>
                        <a:gd name="T6" fmla="*/ 1 w 8"/>
                        <a:gd name="T7" fmla="*/ 1 h 9"/>
                        <a:gd name="T8" fmla="*/ 0 w 8"/>
                        <a:gd name="T9" fmla="*/ 3 h 9"/>
                        <a:gd name="T10" fmla="*/ 0 w 8"/>
                        <a:gd name="T11" fmla="*/ 4 h 9"/>
                        <a:gd name="T12" fmla="*/ 0 w 8"/>
                        <a:gd name="T13" fmla="*/ 6 h 9"/>
                        <a:gd name="T14" fmla="*/ 0 w 8"/>
                        <a:gd name="T15" fmla="*/ 7 h 9"/>
                        <a:gd name="T16" fmla="*/ 1 w 8"/>
                        <a:gd name="T17" fmla="*/ 9 h 9"/>
                        <a:gd name="T18" fmla="*/ 1 w 8"/>
                        <a:gd name="T19" fmla="*/ 9 h 9"/>
                        <a:gd name="T20" fmla="*/ 2 w 8"/>
                        <a:gd name="T21" fmla="*/ 9 h 9"/>
                        <a:gd name="T22" fmla="*/ 4 w 8"/>
                        <a:gd name="T23" fmla="*/ 9 h 9"/>
                        <a:gd name="T24" fmla="*/ 5 w 8"/>
                        <a:gd name="T25" fmla="*/ 9 h 9"/>
                        <a:gd name="T26" fmla="*/ 7 w 8"/>
                        <a:gd name="T27" fmla="*/ 7 h 9"/>
                        <a:gd name="T28" fmla="*/ 8 w 8"/>
                        <a:gd name="T29" fmla="*/ 6 h 9"/>
                        <a:gd name="T30" fmla="*/ 8 w 8"/>
                        <a:gd name="T31" fmla="*/ 4 h 9"/>
                        <a:gd name="T32" fmla="*/ 7 w 8"/>
                        <a:gd name="T33" fmla="*/ 3 h 9"/>
                        <a:gd name="T34" fmla="*/ 5 w 8"/>
                        <a:gd name="T35" fmla="*/ 1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5" y="1"/>
                          </a:moveTo>
                          <a:lnTo>
                            <a:pt x="4" y="0"/>
                          </a:lnTo>
                          <a:lnTo>
                            <a:pt x="2" y="0"/>
                          </a:lnTo>
                          <a:lnTo>
                            <a:pt x="1" y="1"/>
                          </a:lnTo>
                          <a:lnTo>
                            <a:pt x="0" y="3"/>
                          </a:lnTo>
                          <a:lnTo>
                            <a:pt x="0" y="4"/>
                          </a:lnTo>
                          <a:lnTo>
                            <a:pt x="0" y="6"/>
                          </a:lnTo>
                          <a:lnTo>
                            <a:pt x="0" y="7"/>
                          </a:lnTo>
                          <a:lnTo>
                            <a:pt x="1" y="9"/>
                          </a:lnTo>
                          <a:lnTo>
                            <a:pt x="2" y="9"/>
                          </a:lnTo>
                          <a:lnTo>
                            <a:pt x="4" y="9"/>
                          </a:lnTo>
                          <a:lnTo>
                            <a:pt x="5" y="9"/>
                          </a:lnTo>
                          <a:lnTo>
                            <a:pt x="7" y="7"/>
                          </a:lnTo>
                          <a:lnTo>
                            <a:pt x="8" y="6"/>
                          </a:lnTo>
                          <a:lnTo>
                            <a:pt x="8" y="4"/>
                          </a:lnTo>
                          <a:lnTo>
                            <a:pt x="7" y="3"/>
                          </a:lnTo>
                          <a:lnTo>
                            <a:pt x="5"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95" name="Freeform 223"/>
                    <p:cNvSpPr>
                      <a:spLocks/>
                    </p:cNvSpPr>
                    <p:nvPr/>
                  </p:nvSpPr>
                  <p:spPr bwMode="auto">
                    <a:xfrm>
                      <a:off x="3730" y="2006"/>
                      <a:ext cx="9" cy="8"/>
                    </a:xfrm>
                    <a:custGeom>
                      <a:avLst/>
                      <a:gdLst>
                        <a:gd name="T0" fmla="*/ 4 w 9"/>
                        <a:gd name="T1" fmla="*/ 0 h 8"/>
                        <a:gd name="T2" fmla="*/ 3 w 9"/>
                        <a:gd name="T3" fmla="*/ 0 h 8"/>
                        <a:gd name="T4" fmla="*/ 2 w 9"/>
                        <a:gd name="T5" fmla="*/ 1 h 8"/>
                        <a:gd name="T6" fmla="*/ 0 w 9"/>
                        <a:gd name="T7" fmla="*/ 2 h 8"/>
                        <a:gd name="T8" fmla="*/ 0 w 9"/>
                        <a:gd name="T9" fmla="*/ 4 h 8"/>
                        <a:gd name="T10" fmla="*/ 0 w 9"/>
                        <a:gd name="T11" fmla="*/ 5 h 8"/>
                        <a:gd name="T12" fmla="*/ 0 w 9"/>
                        <a:gd name="T13" fmla="*/ 7 h 8"/>
                        <a:gd name="T14" fmla="*/ 2 w 9"/>
                        <a:gd name="T15" fmla="*/ 8 h 8"/>
                        <a:gd name="T16" fmla="*/ 3 w 9"/>
                        <a:gd name="T17" fmla="*/ 8 h 8"/>
                        <a:gd name="T18" fmla="*/ 3 w 9"/>
                        <a:gd name="T19" fmla="*/ 8 h 8"/>
                        <a:gd name="T20" fmla="*/ 4 w 9"/>
                        <a:gd name="T21" fmla="*/ 8 h 8"/>
                        <a:gd name="T22" fmla="*/ 6 w 9"/>
                        <a:gd name="T23" fmla="*/ 8 h 8"/>
                        <a:gd name="T24" fmla="*/ 7 w 9"/>
                        <a:gd name="T25" fmla="*/ 7 h 8"/>
                        <a:gd name="T26" fmla="*/ 9 w 9"/>
                        <a:gd name="T27" fmla="*/ 5 h 8"/>
                        <a:gd name="T28" fmla="*/ 9 w 9"/>
                        <a:gd name="T29" fmla="*/ 4 h 8"/>
                        <a:gd name="T30" fmla="*/ 7 w 9"/>
                        <a:gd name="T31" fmla="*/ 2 h 8"/>
                        <a:gd name="T32" fmla="*/ 6 w 9"/>
                        <a:gd name="T33" fmla="*/ 1 h 8"/>
                        <a:gd name="T34" fmla="*/ 4 w 9"/>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4" y="0"/>
                          </a:moveTo>
                          <a:lnTo>
                            <a:pt x="3" y="0"/>
                          </a:lnTo>
                          <a:lnTo>
                            <a:pt x="2" y="1"/>
                          </a:lnTo>
                          <a:lnTo>
                            <a:pt x="0" y="2"/>
                          </a:lnTo>
                          <a:lnTo>
                            <a:pt x="0" y="4"/>
                          </a:lnTo>
                          <a:lnTo>
                            <a:pt x="0" y="5"/>
                          </a:lnTo>
                          <a:lnTo>
                            <a:pt x="0" y="7"/>
                          </a:lnTo>
                          <a:lnTo>
                            <a:pt x="2" y="8"/>
                          </a:lnTo>
                          <a:lnTo>
                            <a:pt x="3" y="8"/>
                          </a:lnTo>
                          <a:lnTo>
                            <a:pt x="4" y="8"/>
                          </a:lnTo>
                          <a:lnTo>
                            <a:pt x="6" y="8"/>
                          </a:lnTo>
                          <a:lnTo>
                            <a:pt x="7" y="7"/>
                          </a:lnTo>
                          <a:lnTo>
                            <a:pt x="9" y="5"/>
                          </a:lnTo>
                          <a:lnTo>
                            <a:pt x="9" y="4"/>
                          </a:lnTo>
                          <a:lnTo>
                            <a:pt x="7" y="2"/>
                          </a:lnTo>
                          <a:lnTo>
                            <a:pt x="6" y="1"/>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96" name="Freeform 224"/>
                    <p:cNvSpPr>
                      <a:spLocks/>
                    </p:cNvSpPr>
                    <p:nvPr/>
                  </p:nvSpPr>
                  <p:spPr bwMode="auto">
                    <a:xfrm>
                      <a:off x="3746" y="2013"/>
                      <a:ext cx="9" cy="8"/>
                    </a:xfrm>
                    <a:custGeom>
                      <a:avLst/>
                      <a:gdLst>
                        <a:gd name="T0" fmla="*/ 4 w 9"/>
                        <a:gd name="T1" fmla="*/ 0 h 8"/>
                        <a:gd name="T2" fmla="*/ 3 w 9"/>
                        <a:gd name="T3" fmla="*/ 0 h 8"/>
                        <a:gd name="T4" fmla="*/ 1 w 9"/>
                        <a:gd name="T5" fmla="*/ 1 h 8"/>
                        <a:gd name="T6" fmla="*/ 0 w 9"/>
                        <a:gd name="T7" fmla="*/ 3 h 8"/>
                        <a:gd name="T8" fmla="*/ 0 w 9"/>
                        <a:gd name="T9" fmla="*/ 4 h 8"/>
                        <a:gd name="T10" fmla="*/ 0 w 9"/>
                        <a:gd name="T11" fmla="*/ 6 h 8"/>
                        <a:gd name="T12" fmla="*/ 0 w 9"/>
                        <a:gd name="T13" fmla="*/ 7 h 8"/>
                        <a:gd name="T14" fmla="*/ 1 w 9"/>
                        <a:gd name="T15" fmla="*/ 8 h 8"/>
                        <a:gd name="T16" fmla="*/ 3 w 9"/>
                        <a:gd name="T17" fmla="*/ 8 h 8"/>
                        <a:gd name="T18" fmla="*/ 3 w 9"/>
                        <a:gd name="T19" fmla="*/ 8 h 8"/>
                        <a:gd name="T20" fmla="*/ 4 w 9"/>
                        <a:gd name="T21" fmla="*/ 8 h 8"/>
                        <a:gd name="T22" fmla="*/ 6 w 9"/>
                        <a:gd name="T23" fmla="*/ 8 h 8"/>
                        <a:gd name="T24" fmla="*/ 7 w 9"/>
                        <a:gd name="T25" fmla="*/ 7 h 8"/>
                        <a:gd name="T26" fmla="*/ 9 w 9"/>
                        <a:gd name="T27" fmla="*/ 6 h 8"/>
                        <a:gd name="T28" fmla="*/ 9 w 9"/>
                        <a:gd name="T29" fmla="*/ 4 h 8"/>
                        <a:gd name="T30" fmla="*/ 7 w 9"/>
                        <a:gd name="T31" fmla="*/ 3 h 8"/>
                        <a:gd name="T32" fmla="*/ 6 w 9"/>
                        <a:gd name="T33" fmla="*/ 1 h 8"/>
                        <a:gd name="T34" fmla="*/ 4 w 9"/>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4" y="0"/>
                          </a:moveTo>
                          <a:lnTo>
                            <a:pt x="3" y="0"/>
                          </a:lnTo>
                          <a:lnTo>
                            <a:pt x="1" y="1"/>
                          </a:lnTo>
                          <a:lnTo>
                            <a:pt x="0" y="3"/>
                          </a:lnTo>
                          <a:lnTo>
                            <a:pt x="0" y="4"/>
                          </a:lnTo>
                          <a:lnTo>
                            <a:pt x="0" y="6"/>
                          </a:lnTo>
                          <a:lnTo>
                            <a:pt x="0" y="7"/>
                          </a:lnTo>
                          <a:lnTo>
                            <a:pt x="1" y="8"/>
                          </a:lnTo>
                          <a:lnTo>
                            <a:pt x="3" y="8"/>
                          </a:lnTo>
                          <a:lnTo>
                            <a:pt x="4" y="8"/>
                          </a:lnTo>
                          <a:lnTo>
                            <a:pt x="6" y="8"/>
                          </a:lnTo>
                          <a:lnTo>
                            <a:pt x="7" y="7"/>
                          </a:lnTo>
                          <a:lnTo>
                            <a:pt x="9" y="6"/>
                          </a:lnTo>
                          <a:lnTo>
                            <a:pt x="9" y="4"/>
                          </a:lnTo>
                          <a:lnTo>
                            <a:pt x="7" y="3"/>
                          </a:lnTo>
                          <a:lnTo>
                            <a:pt x="6" y="1"/>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97" name="Freeform 225"/>
                    <p:cNvSpPr>
                      <a:spLocks/>
                    </p:cNvSpPr>
                    <p:nvPr/>
                  </p:nvSpPr>
                  <p:spPr bwMode="auto">
                    <a:xfrm>
                      <a:off x="3762" y="2017"/>
                      <a:ext cx="9" cy="9"/>
                    </a:xfrm>
                    <a:custGeom>
                      <a:avLst/>
                      <a:gdLst>
                        <a:gd name="T0" fmla="*/ 6 w 9"/>
                        <a:gd name="T1" fmla="*/ 0 h 9"/>
                        <a:gd name="T2" fmla="*/ 4 w 9"/>
                        <a:gd name="T3" fmla="*/ 0 h 9"/>
                        <a:gd name="T4" fmla="*/ 3 w 9"/>
                        <a:gd name="T5" fmla="*/ 2 h 9"/>
                        <a:gd name="T6" fmla="*/ 1 w 9"/>
                        <a:gd name="T7" fmla="*/ 3 h 9"/>
                        <a:gd name="T8" fmla="*/ 0 w 9"/>
                        <a:gd name="T9" fmla="*/ 4 h 9"/>
                        <a:gd name="T10" fmla="*/ 0 w 9"/>
                        <a:gd name="T11" fmla="*/ 6 h 9"/>
                        <a:gd name="T12" fmla="*/ 1 w 9"/>
                        <a:gd name="T13" fmla="*/ 7 h 9"/>
                        <a:gd name="T14" fmla="*/ 3 w 9"/>
                        <a:gd name="T15" fmla="*/ 9 h 9"/>
                        <a:gd name="T16" fmla="*/ 4 w 9"/>
                        <a:gd name="T17" fmla="*/ 9 h 9"/>
                        <a:gd name="T18" fmla="*/ 4 w 9"/>
                        <a:gd name="T19" fmla="*/ 9 h 9"/>
                        <a:gd name="T20" fmla="*/ 6 w 9"/>
                        <a:gd name="T21" fmla="*/ 9 h 9"/>
                        <a:gd name="T22" fmla="*/ 7 w 9"/>
                        <a:gd name="T23" fmla="*/ 9 h 9"/>
                        <a:gd name="T24" fmla="*/ 9 w 9"/>
                        <a:gd name="T25" fmla="*/ 7 h 9"/>
                        <a:gd name="T26" fmla="*/ 9 w 9"/>
                        <a:gd name="T27" fmla="*/ 6 h 9"/>
                        <a:gd name="T28" fmla="*/ 9 w 9"/>
                        <a:gd name="T29" fmla="*/ 4 h 9"/>
                        <a:gd name="T30" fmla="*/ 9 w 9"/>
                        <a:gd name="T31" fmla="*/ 3 h 9"/>
                        <a:gd name="T32" fmla="*/ 7 w 9"/>
                        <a:gd name="T33" fmla="*/ 2 h 9"/>
                        <a:gd name="T34" fmla="*/ 6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6" y="0"/>
                          </a:moveTo>
                          <a:lnTo>
                            <a:pt x="4" y="0"/>
                          </a:lnTo>
                          <a:lnTo>
                            <a:pt x="3" y="2"/>
                          </a:lnTo>
                          <a:lnTo>
                            <a:pt x="1" y="3"/>
                          </a:lnTo>
                          <a:lnTo>
                            <a:pt x="0" y="4"/>
                          </a:lnTo>
                          <a:lnTo>
                            <a:pt x="0" y="6"/>
                          </a:lnTo>
                          <a:lnTo>
                            <a:pt x="1" y="7"/>
                          </a:lnTo>
                          <a:lnTo>
                            <a:pt x="3" y="9"/>
                          </a:lnTo>
                          <a:lnTo>
                            <a:pt x="4" y="9"/>
                          </a:lnTo>
                          <a:lnTo>
                            <a:pt x="6" y="9"/>
                          </a:lnTo>
                          <a:lnTo>
                            <a:pt x="7" y="9"/>
                          </a:lnTo>
                          <a:lnTo>
                            <a:pt x="9" y="7"/>
                          </a:lnTo>
                          <a:lnTo>
                            <a:pt x="9" y="6"/>
                          </a:lnTo>
                          <a:lnTo>
                            <a:pt x="9" y="4"/>
                          </a:lnTo>
                          <a:lnTo>
                            <a:pt x="9" y="3"/>
                          </a:lnTo>
                          <a:lnTo>
                            <a:pt x="7" y="2"/>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98" name="Freeform 226"/>
                    <p:cNvSpPr>
                      <a:spLocks/>
                    </p:cNvSpPr>
                    <p:nvPr/>
                  </p:nvSpPr>
                  <p:spPr bwMode="auto">
                    <a:xfrm>
                      <a:off x="3779" y="2019"/>
                      <a:ext cx="9" cy="8"/>
                    </a:xfrm>
                    <a:custGeom>
                      <a:avLst/>
                      <a:gdLst>
                        <a:gd name="T0" fmla="*/ 6 w 9"/>
                        <a:gd name="T1" fmla="*/ 0 h 8"/>
                        <a:gd name="T2" fmla="*/ 5 w 9"/>
                        <a:gd name="T3" fmla="*/ 0 h 8"/>
                        <a:gd name="T4" fmla="*/ 3 w 9"/>
                        <a:gd name="T5" fmla="*/ 0 h 8"/>
                        <a:gd name="T6" fmla="*/ 2 w 9"/>
                        <a:gd name="T7" fmla="*/ 1 h 8"/>
                        <a:gd name="T8" fmla="*/ 0 w 9"/>
                        <a:gd name="T9" fmla="*/ 2 h 8"/>
                        <a:gd name="T10" fmla="*/ 0 w 9"/>
                        <a:gd name="T11" fmla="*/ 4 h 8"/>
                        <a:gd name="T12" fmla="*/ 2 w 9"/>
                        <a:gd name="T13" fmla="*/ 5 h 8"/>
                        <a:gd name="T14" fmla="*/ 3 w 9"/>
                        <a:gd name="T15" fmla="*/ 7 h 8"/>
                        <a:gd name="T16" fmla="*/ 5 w 9"/>
                        <a:gd name="T17" fmla="*/ 8 h 8"/>
                        <a:gd name="T18" fmla="*/ 5 w 9"/>
                        <a:gd name="T19" fmla="*/ 8 h 8"/>
                        <a:gd name="T20" fmla="*/ 6 w 9"/>
                        <a:gd name="T21" fmla="*/ 8 h 8"/>
                        <a:gd name="T22" fmla="*/ 8 w 9"/>
                        <a:gd name="T23" fmla="*/ 7 h 8"/>
                        <a:gd name="T24" fmla="*/ 9 w 9"/>
                        <a:gd name="T25" fmla="*/ 5 h 8"/>
                        <a:gd name="T26" fmla="*/ 9 w 9"/>
                        <a:gd name="T27" fmla="*/ 4 h 8"/>
                        <a:gd name="T28" fmla="*/ 9 w 9"/>
                        <a:gd name="T29" fmla="*/ 2 h 8"/>
                        <a:gd name="T30" fmla="*/ 9 w 9"/>
                        <a:gd name="T31" fmla="*/ 1 h 8"/>
                        <a:gd name="T32" fmla="*/ 8 w 9"/>
                        <a:gd name="T33" fmla="*/ 0 h 8"/>
                        <a:gd name="T34" fmla="*/ 6 w 9"/>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6" y="0"/>
                          </a:moveTo>
                          <a:lnTo>
                            <a:pt x="5" y="0"/>
                          </a:lnTo>
                          <a:lnTo>
                            <a:pt x="3" y="0"/>
                          </a:lnTo>
                          <a:lnTo>
                            <a:pt x="2" y="1"/>
                          </a:lnTo>
                          <a:lnTo>
                            <a:pt x="0" y="2"/>
                          </a:lnTo>
                          <a:lnTo>
                            <a:pt x="0" y="4"/>
                          </a:lnTo>
                          <a:lnTo>
                            <a:pt x="2" y="5"/>
                          </a:lnTo>
                          <a:lnTo>
                            <a:pt x="3" y="7"/>
                          </a:lnTo>
                          <a:lnTo>
                            <a:pt x="5" y="8"/>
                          </a:lnTo>
                          <a:lnTo>
                            <a:pt x="6" y="8"/>
                          </a:lnTo>
                          <a:lnTo>
                            <a:pt x="8" y="7"/>
                          </a:lnTo>
                          <a:lnTo>
                            <a:pt x="9" y="5"/>
                          </a:lnTo>
                          <a:lnTo>
                            <a:pt x="9" y="4"/>
                          </a:lnTo>
                          <a:lnTo>
                            <a:pt x="9" y="2"/>
                          </a:lnTo>
                          <a:lnTo>
                            <a:pt x="9" y="1"/>
                          </a:lnTo>
                          <a:lnTo>
                            <a:pt x="8" y="0"/>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99" name="Freeform 227"/>
                    <p:cNvSpPr>
                      <a:spLocks/>
                    </p:cNvSpPr>
                    <p:nvPr/>
                  </p:nvSpPr>
                  <p:spPr bwMode="auto">
                    <a:xfrm>
                      <a:off x="3797" y="2014"/>
                      <a:ext cx="9" cy="9"/>
                    </a:xfrm>
                    <a:custGeom>
                      <a:avLst/>
                      <a:gdLst>
                        <a:gd name="T0" fmla="*/ 3 w 9"/>
                        <a:gd name="T1" fmla="*/ 0 h 9"/>
                        <a:gd name="T2" fmla="*/ 1 w 9"/>
                        <a:gd name="T3" fmla="*/ 0 h 9"/>
                        <a:gd name="T4" fmla="*/ 0 w 9"/>
                        <a:gd name="T5" fmla="*/ 2 h 9"/>
                        <a:gd name="T6" fmla="*/ 0 w 9"/>
                        <a:gd name="T7" fmla="*/ 3 h 9"/>
                        <a:gd name="T8" fmla="*/ 0 w 9"/>
                        <a:gd name="T9" fmla="*/ 5 h 9"/>
                        <a:gd name="T10" fmla="*/ 0 w 9"/>
                        <a:gd name="T11" fmla="*/ 6 h 9"/>
                        <a:gd name="T12" fmla="*/ 1 w 9"/>
                        <a:gd name="T13" fmla="*/ 7 h 9"/>
                        <a:gd name="T14" fmla="*/ 3 w 9"/>
                        <a:gd name="T15" fmla="*/ 9 h 9"/>
                        <a:gd name="T16" fmla="*/ 4 w 9"/>
                        <a:gd name="T17" fmla="*/ 9 h 9"/>
                        <a:gd name="T18" fmla="*/ 4 w 9"/>
                        <a:gd name="T19" fmla="*/ 9 h 9"/>
                        <a:gd name="T20" fmla="*/ 6 w 9"/>
                        <a:gd name="T21" fmla="*/ 7 h 9"/>
                        <a:gd name="T22" fmla="*/ 7 w 9"/>
                        <a:gd name="T23" fmla="*/ 6 h 9"/>
                        <a:gd name="T24" fmla="*/ 9 w 9"/>
                        <a:gd name="T25" fmla="*/ 5 h 9"/>
                        <a:gd name="T26" fmla="*/ 9 w 9"/>
                        <a:gd name="T27" fmla="*/ 3 h 9"/>
                        <a:gd name="T28" fmla="*/ 7 w 9"/>
                        <a:gd name="T29" fmla="*/ 2 h 9"/>
                        <a:gd name="T30" fmla="*/ 6 w 9"/>
                        <a:gd name="T31" fmla="*/ 0 h 9"/>
                        <a:gd name="T32" fmla="*/ 4 w 9"/>
                        <a:gd name="T33" fmla="*/ 0 h 9"/>
                        <a:gd name="T34" fmla="*/ 3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3" y="0"/>
                          </a:moveTo>
                          <a:lnTo>
                            <a:pt x="1" y="0"/>
                          </a:lnTo>
                          <a:lnTo>
                            <a:pt x="0" y="2"/>
                          </a:lnTo>
                          <a:lnTo>
                            <a:pt x="0" y="3"/>
                          </a:lnTo>
                          <a:lnTo>
                            <a:pt x="0" y="5"/>
                          </a:lnTo>
                          <a:lnTo>
                            <a:pt x="0" y="6"/>
                          </a:lnTo>
                          <a:lnTo>
                            <a:pt x="1" y="7"/>
                          </a:lnTo>
                          <a:lnTo>
                            <a:pt x="3" y="9"/>
                          </a:lnTo>
                          <a:lnTo>
                            <a:pt x="4" y="9"/>
                          </a:lnTo>
                          <a:lnTo>
                            <a:pt x="6" y="7"/>
                          </a:lnTo>
                          <a:lnTo>
                            <a:pt x="7" y="6"/>
                          </a:lnTo>
                          <a:lnTo>
                            <a:pt x="9" y="5"/>
                          </a:lnTo>
                          <a:lnTo>
                            <a:pt x="9" y="3"/>
                          </a:lnTo>
                          <a:lnTo>
                            <a:pt x="7" y="2"/>
                          </a:lnTo>
                          <a:lnTo>
                            <a:pt x="6" y="0"/>
                          </a:lnTo>
                          <a:lnTo>
                            <a:pt x="4"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00" name="Freeform 228"/>
                    <p:cNvSpPr>
                      <a:spLocks/>
                    </p:cNvSpPr>
                    <p:nvPr/>
                  </p:nvSpPr>
                  <p:spPr bwMode="auto">
                    <a:xfrm>
                      <a:off x="3813" y="2007"/>
                      <a:ext cx="9" cy="9"/>
                    </a:xfrm>
                    <a:custGeom>
                      <a:avLst/>
                      <a:gdLst>
                        <a:gd name="T0" fmla="*/ 4 w 9"/>
                        <a:gd name="T1" fmla="*/ 0 h 9"/>
                        <a:gd name="T2" fmla="*/ 3 w 9"/>
                        <a:gd name="T3" fmla="*/ 1 h 9"/>
                        <a:gd name="T4" fmla="*/ 1 w 9"/>
                        <a:gd name="T5" fmla="*/ 3 h 9"/>
                        <a:gd name="T6" fmla="*/ 0 w 9"/>
                        <a:gd name="T7" fmla="*/ 4 h 9"/>
                        <a:gd name="T8" fmla="*/ 0 w 9"/>
                        <a:gd name="T9" fmla="*/ 6 h 9"/>
                        <a:gd name="T10" fmla="*/ 1 w 9"/>
                        <a:gd name="T11" fmla="*/ 7 h 9"/>
                        <a:gd name="T12" fmla="*/ 3 w 9"/>
                        <a:gd name="T13" fmla="*/ 9 h 9"/>
                        <a:gd name="T14" fmla="*/ 4 w 9"/>
                        <a:gd name="T15" fmla="*/ 9 h 9"/>
                        <a:gd name="T16" fmla="*/ 6 w 9"/>
                        <a:gd name="T17" fmla="*/ 9 h 9"/>
                        <a:gd name="T18" fmla="*/ 6 w 9"/>
                        <a:gd name="T19" fmla="*/ 9 h 9"/>
                        <a:gd name="T20" fmla="*/ 7 w 9"/>
                        <a:gd name="T21" fmla="*/ 9 h 9"/>
                        <a:gd name="T22" fmla="*/ 9 w 9"/>
                        <a:gd name="T23" fmla="*/ 7 h 9"/>
                        <a:gd name="T24" fmla="*/ 9 w 9"/>
                        <a:gd name="T25" fmla="*/ 6 h 9"/>
                        <a:gd name="T26" fmla="*/ 9 w 9"/>
                        <a:gd name="T27" fmla="*/ 4 h 9"/>
                        <a:gd name="T28" fmla="*/ 9 w 9"/>
                        <a:gd name="T29" fmla="*/ 3 h 9"/>
                        <a:gd name="T30" fmla="*/ 7 w 9"/>
                        <a:gd name="T31" fmla="*/ 1 h 9"/>
                        <a:gd name="T32" fmla="*/ 6 w 9"/>
                        <a:gd name="T33" fmla="*/ 0 h 9"/>
                        <a:gd name="T34" fmla="*/ 4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4" y="0"/>
                          </a:moveTo>
                          <a:lnTo>
                            <a:pt x="3" y="1"/>
                          </a:lnTo>
                          <a:lnTo>
                            <a:pt x="1" y="3"/>
                          </a:lnTo>
                          <a:lnTo>
                            <a:pt x="0" y="4"/>
                          </a:lnTo>
                          <a:lnTo>
                            <a:pt x="0" y="6"/>
                          </a:lnTo>
                          <a:lnTo>
                            <a:pt x="1" y="7"/>
                          </a:lnTo>
                          <a:lnTo>
                            <a:pt x="3" y="9"/>
                          </a:lnTo>
                          <a:lnTo>
                            <a:pt x="4" y="9"/>
                          </a:lnTo>
                          <a:lnTo>
                            <a:pt x="6" y="9"/>
                          </a:lnTo>
                          <a:lnTo>
                            <a:pt x="7" y="9"/>
                          </a:lnTo>
                          <a:lnTo>
                            <a:pt x="9" y="7"/>
                          </a:lnTo>
                          <a:lnTo>
                            <a:pt x="9" y="6"/>
                          </a:lnTo>
                          <a:lnTo>
                            <a:pt x="9" y="4"/>
                          </a:lnTo>
                          <a:lnTo>
                            <a:pt x="9" y="3"/>
                          </a:lnTo>
                          <a:lnTo>
                            <a:pt x="7" y="1"/>
                          </a:lnTo>
                          <a:lnTo>
                            <a:pt x="6"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01" name="Freeform 229"/>
                    <p:cNvSpPr>
                      <a:spLocks/>
                    </p:cNvSpPr>
                    <p:nvPr/>
                  </p:nvSpPr>
                  <p:spPr bwMode="auto">
                    <a:xfrm>
                      <a:off x="3829" y="1998"/>
                      <a:ext cx="9" cy="9"/>
                    </a:xfrm>
                    <a:custGeom>
                      <a:avLst/>
                      <a:gdLst>
                        <a:gd name="T0" fmla="*/ 1 w 9"/>
                        <a:gd name="T1" fmla="*/ 2 h 9"/>
                        <a:gd name="T2" fmla="*/ 0 w 9"/>
                        <a:gd name="T3" fmla="*/ 3 h 9"/>
                        <a:gd name="T4" fmla="*/ 0 w 9"/>
                        <a:gd name="T5" fmla="*/ 5 h 9"/>
                        <a:gd name="T6" fmla="*/ 0 w 9"/>
                        <a:gd name="T7" fmla="*/ 6 h 9"/>
                        <a:gd name="T8" fmla="*/ 0 w 9"/>
                        <a:gd name="T9" fmla="*/ 8 h 9"/>
                        <a:gd name="T10" fmla="*/ 1 w 9"/>
                        <a:gd name="T11" fmla="*/ 9 h 9"/>
                        <a:gd name="T12" fmla="*/ 3 w 9"/>
                        <a:gd name="T13" fmla="*/ 9 h 9"/>
                        <a:gd name="T14" fmla="*/ 4 w 9"/>
                        <a:gd name="T15" fmla="*/ 9 h 9"/>
                        <a:gd name="T16" fmla="*/ 6 w 9"/>
                        <a:gd name="T17" fmla="*/ 9 h 9"/>
                        <a:gd name="T18" fmla="*/ 6 w 9"/>
                        <a:gd name="T19" fmla="*/ 9 h 9"/>
                        <a:gd name="T20" fmla="*/ 7 w 9"/>
                        <a:gd name="T21" fmla="*/ 8 h 9"/>
                        <a:gd name="T22" fmla="*/ 9 w 9"/>
                        <a:gd name="T23" fmla="*/ 6 h 9"/>
                        <a:gd name="T24" fmla="*/ 9 w 9"/>
                        <a:gd name="T25" fmla="*/ 5 h 9"/>
                        <a:gd name="T26" fmla="*/ 7 w 9"/>
                        <a:gd name="T27" fmla="*/ 3 h 9"/>
                        <a:gd name="T28" fmla="*/ 6 w 9"/>
                        <a:gd name="T29" fmla="*/ 2 h 9"/>
                        <a:gd name="T30" fmla="*/ 4 w 9"/>
                        <a:gd name="T31" fmla="*/ 0 h 9"/>
                        <a:gd name="T32" fmla="*/ 3 w 9"/>
                        <a:gd name="T33" fmla="*/ 0 h 9"/>
                        <a:gd name="T34" fmla="*/ 1 w 9"/>
                        <a:gd name="T35" fmla="*/ 2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1" y="2"/>
                          </a:moveTo>
                          <a:lnTo>
                            <a:pt x="0" y="3"/>
                          </a:lnTo>
                          <a:lnTo>
                            <a:pt x="0" y="5"/>
                          </a:lnTo>
                          <a:lnTo>
                            <a:pt x="0" y="6"/>
                          </a:lnTo>
                          <a:lnTo>
                            <a:pt x="0" y="8"/>
                          </a:lnTo>
                          <a:lnTo>
                            <a:pt x="1" y="9"/>
                          </a:lnTo>
                          <a:lnTo>
                            <a:pt x="3" y="9"/>
                          </a:lnTo>
                          <a:lnTo>
                            <a:pt x="4" y="9"/>
                          </a:lnTo>
                          <a:lnTo>
                            <a:pt x="6" y="9"/>
                          </a:lnTo>
                          <a:lnTo>
                            <a:pt x="7" y="8"/>
                          </a:lnTo>
                          <a:lnTo>
                            <a:pt x="9" y="6"/>
                          </a:lnTo>
                          <a:lnTo>
                            <a:pt x="9" y="5"/>
                          </a:lnTo>
                          <a:lnTo>
                            <a:pt x="7" y="3"/>
                          </a:lnTo>
                          <a:lnTo>
                            <a:pt x="6" y="2"/>
                          </a:lnTo>
                          <a:lnTo>
                            <a:pt x="4" y="0"/>
                          </a:lnTo>
                          <a:lnTo>
                            <a:pt x="3" y="0"/>
                          </a:lnTo>
                          <a:lnTo>
                            <a:pt x="1"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02" name="Freeform 230"/>
                    <p:cNvSpPr>
                      <a:spLocks/>
                    </p:cNvSpPr>
                    <p:nvPr/>
                  </p:nvSpPr>
                  <p:spPr bwMode="auto">
                    <a:xfrm>
                      <a:off x="3843" y="1990"/>
                      <a:ext cx="9" cy="8"/>
                    </a:xfrm>
                    <a:custGeom>
                      <a:avLst/>
                      <a:gdLst>
                        <a:gd name="T0" fmla="*/ 2 w 9"/>
                        <a:gd name="T1" fmla="*/ 1 h 8"/>
                        <a:gd name="T2" fmla="*/ 0 w 9"/>
                        <a:gd name="T3" fmla="*/ 2 h 8"/>
                        <a:gd name="T4" fmla="*/ 0 w 9"/>
                        <a:gd name="T5" fmla="*/ 4 h 8"/>
                        <a:gd name="T6" fmla="*/ 0 w 9"/>
                        <a:gd name="T7" fmla="*/ 5 h 8"/>
                        <a:gd name="T8" fmla="*/ 0 w 9"/>
                        <a:gd name="T9" fmla="*/ 7 h 8"/>
                        <a:gd name="T10" fmla="*/ 2 w 9"/>
                        <a:gd name="T11" fmla="*/ 8 h 8"/>
                        <a:gd name="T12" fmla="*/ 3 w 9"/>
                        <a:gd name="T13" fmla="*/ 8 h 8"/>
                        <a:gd name="T14" fmla="*/ 5 w 9"/>
                        <a:gd name="T15" fmla="*/ 8 h 8"/>
                        <a:gd name="T16" fmla="*/ 6 w 9"/>
                        <a:gd name="T17" fmla="*/ 8 h 8"/>
                        <a:gd name="T18" fmla="*/ 6 w 9"/>
                        <a:gd name="T19" fmla="*/ 8 h 8"/>
                        <a:gd name="T20" fmla="*/ 8 w 9"/>
                        <a:gd name="T21" fmla="*/ 7 h 8"/>
                        <a:gd name="T22" fmla="*/ 9 w 9"/>
                        <a:gd name="T23" fmla="*/ 5 h 8"/>
                        <a:gd name="T24" fmla="*/ 9 w 9"/>
                        <a:gd name="T25" fmla="*/ 4 h 8"/>
                        <a:gd name="T26" fmla="*/ 8 w 9"/>
                        <a:gd name="T27" fmla="*/ 2 h 8"/>
                        <a:gd name="T28" fmla="*/ 6 w 9"/>
                        <a:gd name="T29" fmla="*/ 1 h 8"/>
                        <a:gd name="T30" fmla="*/ 5 w 9"/>
                        <a:gd name="T31" fmla="*/ 0 h 8"/>
                        <a:gd name="T32" fmla="*/ 3 w 9"/>
                        <a:gd name="T33" fmla="*/ 0 h 8"/>
                        <a:gd name="T34" fmla="*/ 2 w 9"/>
                        <a:gd name="T35" fmla="*/ 1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2" y="1"/>
                          </a:moveTo>
                          <a:lnTo>
                            <a:pt x="0" y="2"/>
                          </a:lnTo>
                          <a:lnTo>
                            <a:pt x="0" y="4"/>
                          </a:lnTo>
                          <a:lnTo>
                            <a:pt x="0" y="5"/>
                          </a:lnTo>
                          <a:lnTo>
                            <a:pt x="0" y="7"/>
                          </a:lnTo>
                          <a:lnTo>
                            <a:pt x="2" y="8"/>
                          </a:lnTo>
                          <a:lnTo>
                            <a:pt x="3" y="8"/>
                          </a:lnTo>
                          <a:lnTo>
                            <a:pt x="5" y="8"/>
                          </a:lnTo>
                          <a:lnTo>
                            <a:pt x="6" y="8"/>
                          </a:lnTo>
                          <a:lnTo>
                            <a:pt x="8" y="7"/>
                          </a:lnTo>
                          <a:lnTo>
                            <a:pt x="9" y="5"/>
                          </a:lnTo>
                          <a:lnTo>
                            <a:pt x="9" y="4"/>
                          </a:lnTo>
                          <a:lnTo>
                            <a:pt x="8" y="2"/>
                          </a:lnTo>
                          <a:lnTo>
                            <a:pt x="6" y="1"/>
                          </a:lnTo>
                          <a:lnTo>
                            <a:pt x="5" y="0"/>
                          </a:lnTo>
                          <a:lnTo>
                            <a:pt x="3" y="0"/>
                          </a:lnTo>
                          <a:lnTo>
                            <a:pt x="2"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03" name="Freeform 231"/>
                    <p:cNvSpPr>
                      <a:spLocks/>
                    </p:cNvSpPr>
                    <p:nvPr/>
                  </p:nvSpPr>
                  <p:spPr bwMode="auto">
                    <a:xfrm>
                      <a:off x="3856" y="1979"/>
                      <a:ext cx="9" cy="9"/>
                    </a:xfrm>
                    <a:custGeom>
                      <a:avLst/>
                      <a:gdLst>
                        <a:gd name="T0" fmla="*/ 3 w 9"/>
                        <a:gd name="T1" fmla="*/ 2 h 9"/>
                        <a:gd name="T2" fmla="*/ 2 w 9"/>
                        <a:gd name="T3" fmla="*/ 3 h 9"/>
                        <a:gd name="T4" fmla="*/ 0 w 9"/>
                        <a:gd name="T5" fmla="*/ 5 h 9"/>
                        <a:gd name="T6" fmla="*/ 0 w 9"/>
                        <a:gd name="T7" fmla="*/ 6 h 9"/>
                        <a:gd name="T8" fmla="*/ 2 w 9"/>
                        <a:gd name="T9" fmla="*/ 8 h 9"/>
                        <a:gd name="T10" fmla="*/ 3 w 9"/>
                        <a:gd name="T11" fmla="*/ 9 h 9"/>
                        <a:gd name="T12" fmla="*/ 5 w 9"/>
                        <a:gd name="T13" fmla="*/ 9 h 9"/>
                        <a:gd name="T14" fmla="*/ 6 w 9"/>
                        <a:gd name="T15" fmla="*/ 9 h 9"/>
                        <a:gd name="T16" fmla="*/ 8 w 9"/>
                        <a:gd name="T17" fmla="*/ 9 h 9"/>
                        <a:gd name="T18" fmla="*/ 8 w 9"/>
                        <a:gd name="T19" fmla="*/ 9 h 9"/>
                        <a:gd name="T20" fmla="*/ 9 w 9"/>
                        <a:gd name="T21" fmla="*/ 8 h 9"/>
                        <a:gd name="T22" fmla="*/ 9 w 9"/>
                        <a:gd name="T23" fmla="*/ 6 h 9"/>
                        <a:gd name="T24" fmla="*/ 9 w 9"/>
                        <a:gd name="T25" fmla="*/ 5 h 9"/>
                        <a:gd name="T26" fmla="*/ 9 w 9"/>
                        <a:gd name="T27" fmla="*/ 3 h 9"/>
                        <a:gd name="T28" fmla="*/ 8 w 9"/>
                        <a:gd name="T29" fmla="*/ 2 h 9"/>
                        <a:gd name="T30" fmla="*/ 6 w 9"/>
                        <a:gd name="T31" fmla="*/ 0 h 9"/>
                        <a:gd name="T32" fmla="*/ 5 w 9"/>
                        <a:gd name="T33" fmla="*/ 0 h 9"/>
                        <a:gd name="T34" fmla="*/ 3 w 9"/>
                        <a:gd name="T35" fmla="*/ 2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3" y="2"/>
                          </a:moveTo>
                          <a:lnTo>
                            <a:pt x="2" y="3"/>
                          </a:lnTo>
                          <a:lnTo>
                            <a:pt x="0" y="5"/>
                          </a:lnTo>
                          <a:lnTo>
                            <a:pt x="0" y="6"/>
                          </a:lnTo>
                          <a:lnTo>
                            <a:pt x="2" y="8"/>
                          </a:lnTo>
                          <a:lnTo>
                            <a:pt x="3" y="9"/>
                          </a:lnTo>
                          <a:lnTo>
                            <a:pt x="5" y="9"/>
                          </a:lnTo>
                          <a:lnTo>
                            <a:pt x="6" y="9"/>
                          </a:lnTo>
                          <a:lnTo>
                            <a:pt x="8" y="9"/>
                          </a:lnTo>
                          <a:lnTo>
                            <a:pt x="9" y="8"/>
                          </a:lnTo>
                          <a:lnTo>
                            <a:pt x="9" y="6"/>
                          </a:lnTo>
                          <a:lnTo>
                            <a:pt x="9" y="5"/>
                          </a:lnTo>
                          <a:lnTo>
                            <a:pt x="9" y="3"/>
                          </a:lnTo>
                          <a:lnTo>
                            <a:pt x="8" y="2"/>
                          </a:lnTo>
                          <a:lnTo>
                            <a:pt x="6" y="0"/>
                          </a:lnTo>
                          <a:lnTo>
                            <a:pt x="5" y="0"/>
                          </a:lnTo>
                          <a:lnTo>
                            <a:pt x="3"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04" name="Freeform 232"/>
                    <p:cNvSpPr>
                      <a:spLocks/>
                    </p:cNvSpPr>
                    <p:nvPr/>
                  </p:nvSpPr>
                  <p:spPr bwMode="auto">
                    <a:xfrm>
                      <a:off x="3871" y="1969"/>
                      <a:ext cx="9" cy="9"/>
                    </a:xfrm>
                    <a:custGeom>
                      <a:avLst/>
                      <a:gdLst>
                        <a:gd name="T0" fmla="*/ 3 w 9"/>
                        <a:gd name="T1" fmla="*/ 0 h 9"/>
                        <a:gd name="T2" fmla="*/ 1 w 9"/>
                        <a:gd name="T3" fmla="*/ 2 h 9"/>
                        <a:gd name="T4" fmla="*/ 0 w 9"/>
                        <a:gd name="T5" fmla="*/ 3 h 9"/>
                        <a:gd name="T6" fmla="*/ 0 w 9"/>
                        <a:gd name="T7" fmla="*/ 5 h 9"/>
                        <a:gd name="T8" fmla="*/ 1 w 9"/>
                        <a:gd name="T9" fmla="*/ 6 h 9"/>
                        <a:gd name="T10" fmla="*/ 3 w 9"/>
                        <a:gd name="T11" fmla="*/ 7 h 9"/>
                        <a:gd name="T12" fmla="*/ 4 w 9"/>
                        <a:gd name="T13" fmla="*/ 9 h 9"/>
                        <a:gd name="T14" fmla="*/ 6 w 9"/>
                        <a:gd name="T15" fmla="*/ 9 h 9"/>
                        <a:gd name="T16" fmla="*/ 7 w 9"/>
                        <a:gd name="T17" fmla="*/ 7 h 9"/>
                        <a:gd name="T18" fmla="*/ 7 w 9"/>
                        <a:gd name="T19" fmla="*/ 7 h 9"/>
                        <a:gd name="T20" fmla="*/ 9 w 9"/>
                        <a:gd name="T21" fmla="*/ 6 h 9"/>
                        <a:gd name="T22" fmla="*/ 9 w 9"/>
                        <a:gd name="T23" fmla="*/ 5 h 9"/>
                        <a:gd name="T24" fmla="*/ 9 w 9"/>
                        <a:gd name="T25" fmla="*/ 3 h 9"/>
                        <a:gd name="T26" fmla="*/ 9 w 9"/>
                        <a:gd name="T27" fmla="*/ 2 h 9"/>
                        <a:gd name="T28" fmla="*/ 7 w 9"/>
                        <a:gd name="T29" fmla="*/ 0 h 9"/>
                        <a:gd name="T30" fmla="*/ 6 w 9"/>
                        <a:gd name="T31" fmla="*/ 0 h 9"/>
                        <a:gd name="T32" fmla="*/ 4 w 9"/>
                        <a:gd name="T33" fmla="*/ 0 h 9"/>
                        <a:gd name="T34" fmla="*/ 3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3" y="0"/>
                          </a:moveTo>
                          <a:lnTo>
                            <a:pt x="1" y="2"/>
                          </a:lnTo>
                          <a:lnTo>
                            <a:pt x="0" y="3"/>
                          </a:lnTo>
                          <a:lnTo>
                            <a:pt x="0" y="5"/>
                          </a:lnTo>
                          <a:lnTo>
                            <a:pt x="1" y="6"/>
                          </a:lnTo>
                          <a:lnTo>
                            <a:pt x="3" y="7"/>
                          </a:lnTo>
                          <a:lnTo>
                            <a:pt x="4" y="9"/>
                          </a:lnTo>
                          <a:lnTo>
                            <a:pt x="6" y="9"/>
                          </a:lnTo>
                          <a:lnTo>
                            <a:pt x="7" y="7"/>
                          </a:lnTo>
                          <a:lnTo>
                            <a:pt x="9" y="6"/>
                          </a:lnTo>
                          <a:lnTo>
                            <a:pt x="9" y="5"/>
                          </a:lnTo>
                          <a:lnTo>
                            <a:pt x="9" y="3"/>
                          </a:lnTo>
                          <a:lnTo>
                            <a:pt x="9" y="2"/>
                          </a:lnTo>
                          <a:lnTo>
                            <a:pt x="7" y="0"/>
                          </a:lnTo>
                          <a:lnTo>
                            <a:pt x="6" y="0"/>
                          </a:lnTo>
                          <a:lnTo>
                            <a:pt x="4"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05" name="Freeform 233"/>
                    <p:cNvSpPr>
                      <a:spLocks/>
                    </p:cNvSpPr>
                    <p:nvPr/>
                  </p:nvSpPr>
                  <p:spPr bwMode="auto">
                    <a:xfrm>
                      <a:off x="3884" y="1958"/>
                      <a:ext cx="9" cy="8"/>
                    </a:xfrm>
                    <a:custGeom>
                      <a:avLst/>
                      <a:gdLst>
                        <a:gd name="T0" fmla="*/ 3 w 9"/>
                        <a:gd name="T1" fmla="*/ 1 h 8"/>
                        <a:gd name="T2" fmla="*/ 1 w 9"/>
                        <a:gd name="T3" fmla="*/ 2 h 8"/>
                        <a:gd name="T4" fmla="*/ 0 w 9"/>
                        <a:gd name="T5" fmla="*/ 4 h 8"/>
                        <a:gd name="T6" fmla="*/ 0 w 9"/>
                        <a:gd name="T7" fmla="*/ 5 h 8"/>
                        <a:gd name="T8" fmla="*/ 1 w 9"/>
                        <a:gd name="T9" fmla="*/ 7 h 8"/>
                        <a:gd name="T10" fmla="*/ 3 w 9"/>
                        <a:gd name="T11" fmla="*/ 8 h 8"/>
                        <a:gd name="T12" fmla="*/ 4 w 9"/>
                        <a:gd name="T13" fmla="*/ 8 h 8"/>
                        <a:gd name="T14" fmla="*/ 6 w 9"/>
                        <a:gd name="T15" fmla="*/ 8 h 8"/>
                        <a:gd name="T16" fmla="*/ 7 w 9"/>
                        <a:gd name="T17" fmla="*/ 8 h 8"/>
                        <a:gd name="T18" fmla="*/ 7 w 9"/>
                        <a:gd name="T19" fmla="*/ 8 h 8"/>
                        <a:gd name="T20" fmla="*/ 9 w 9"/>
                        <a:gd name="T21" fmla="*/ 7 h 8"/>
                        <a:gd name="T22" fmla="*/ 9 w 9"/>
                        <a:gd name="T23" fmla="*/ 5 h 8"/>
                        <a:gd name="T24" fmla="*/ 9 w 9"/>
                        <a:gd name="T25" fmla="*/ 4 h 8"/>
                        <a:gd name="T26" fmla="*/ 9 w 9"/>
                        <a:gd name="T27" fmla="*/ 2 h 8"/>
                        <a:gd name="T28" fmla="*/ 7 w 9"/>
                        <a:gd name="T29" fmla="*/ 1 h 8"/>
                        <a:gd name="T30" fmla="*/ 6 w 9"/>
                        <a:gd name="T31" fmla="*/ 0 h 8"/>
                        <a:gd name="T32" fmla="*/ 4 w 9"/>
                        <a:gd name="T33" fmla="*/ 0 h 8"/>
                        <a:gd name="T34" fmla="*/ 3 w 9"/>
                        <a:gd name="T35" fmla="*/ 1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3" y="1"/>
                          </a:moveTo>
                          <a:lnTo>
                            <a:pt x="1" y="2"/>
                          </a:lnTo>
                          <a:lnTo>
                            <a:pt x="0" y="4"/>
                          </a:lnTo>
                          <a:lnTo>
                            <a:pt x="0" y="5"/>
                          </a:lnTo>
                          <a:lnTo>
                            <a:pt x="1" y="7"/>
                          </a:lnTo>
                          <a:lnTo>
                            <a:pt x="3" y="8"/>
                          </a:lnTo>
                          <a:lnTo>
                            <a:pt x="4" y="8"/>
                          </a:lnTo>
                          <a:lnTo>
                            <a:pt x="6" y="8"/>
                          </a:lnTo>
                          <a:lnTo>
                            <a:pt x="7" y="8"/>
                          </a:lnTo>
                          <a:lnTo>
                            <a:pt x="9" y="7"/>
                          </a:lnTo>
                          <a:lnTo>
                            <a:pt x="9" y="5"/>
                          </a:lnTo>
                          <a:lnTo>
                            <a:pt x="9" y="4"/>
                          </a:lnTo>
                          <a:lnTo>
                            <a:pt x="9" y="2"/>
                          </a:lnTo>
                          <a:lnTo>
                            <a:pt x="7" y="1"/>
                          </a:lnTo>
                          <a:lnTo>
                            <a:pt x="6" y="0"/>
                          </a:lnTo>
                          <a:lnTo>
                            <a:pt x="4" y="0"/>
                          </a:lnTo>
                          <a:lnTo>
                            <a:pt x="3"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06" name="Freeform 234"/>
                    <p:cNvSpPr>
                      <a:spLocks/>
                    </p:cNvSpPr>
                    <p:nvPr/>
                  </p:nvSpPr>
                  <p:spPr bwMode="auto">
                    <a:xfrm>
                      <a:off x="3899" y="1947"/>
                      <a:ext cx="8" cy="9"/>
                    </a:xfrm>
                    <a:custGeom>
                      <a:avLst/>
                      <a:gdLst>
                        <a:gd name="T0" fmla="*/ 1 w 8"/>
                        <a:gd name="T1" fmla="*/ 0 h 9"/>
                        <a:gd name="T2" fmla="*/ 0 w 8"/>
                        <a:gd name="T3" fmla="*/ 2 h 9"/>
                        <a:gd name="T4" fmla="*/ 0 w 8"/>
                        <a:gd name="T5" fmla="*/ 3 h 9"/>
                        <a:gd name="T6" fmla="*/ 0 w 8"/>
                        <a:gd name="T7" fmla="*/ 5 h 9"/>
                        <a:gd name="T8" fmla="*/ 0 w 8"/>
                        <a:gd name="T9" fmla="*/ 6 h 9"/>
                        <a:gd name="T10" fmla="*/ 1 w 8"/>
                        <a:gd name="T11" fmla="*/ 8 h 9"/>
                        <a:gd name="T12" fmla="*/ 2 w 8"/>
                        <a:gd name="T13" fmla="*/ 9 h 9"/>
                        <a:gd name="T14" fmla="*/ 4 w 8"/>
                        <a:gd name="T15" fmla="*/ 9 h 9"/>
                        <a:gd name="T16" fmla="*/ 5 w 8"/>
                        <a:gd name="T17" fmla="*/ 8 h 9"/>
                        <a:gd name="T18" fmla="*/ 5 w 8"/>
                        <a:gd name="T19" fmla="*/ 8 h 9"/>
                        <a:gd name="T20" fmla="*/ 7 w 8"/>
                        <a:gd name="T21" fmla="*/ 6 h 9"/>
                        <a:gd name="T22" fmla="*/ 8 w 8"/>
                        <a:gd name="T23" fmla="*/ 5 h 9"/>
                        <a:gd name="T24" fmla="*/ 8 w 8"/>
                        <a:gd name="T25" fmla="*/ 3 h 9"/>
                        <a:gd name="T26" fmla="*/ 7 w 8"/>
                        <a:gd name="T27" fmla="*/ 2 h 9"/>
                        <a:gd name="T28" fmla="*/ 5 w 8"/>
                        <a:gd name="T29" fmla="*/ 0 h 9"/>
                        <a:gd name="T30" fmla="*/ 4 w 8"/>
                        <a:gd name="T31" fmla="*/ 0 h 9"/>
                        <a:gd name="T32" fmla="*/ 2 w 8"/>
                        <a:gd name="T33" fmla="*/ 0 h 9"/>
                        <a:gd name="T34" fmla="*/ 1 w 8"/>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1" y="0"/>
                          </a:moveTo>
                          <a:lnTo>
                            <a:pt x="0" y="2"/>
                          </a:lnTo>
                          <a:lnTo>
                            <a:pt x="0" y="3"/>
                          </a:lnTo>
                          <a:lnTo>
                            <a:pt x="0" y="5"/>
                          </a:lnTo>
                          <a:lnTo>
                            <a:pt x="0" y="6"/>
                          </a:lnTo>
                          <a:lnTo>
                            <a:pt x="1" y="8"/>
                          </a:lnTo>
                          <a:lnTo>
                            <a:pt x="2" y="9"/>
                          </a:lnTo>
                          <a:lnTo>
                            <a:pt x="4" y="9"/>
                          </a:lnTo>
                          <a:lnTo>
                            <a:pt x="5" y="8"/>
                          </a:lnTo>
                          <a:lnTo>
                            <a:pt x="7" y="6"/>
                          </a:lnTo>
                          <a:lnTo>
                            <a:pt x="8" y="5"/>
                          </a:lnTo>
                          <a:lnTo>
                            <a:pt x="8" y="3"/>
                          </a:lnTo>
                          <a:lnTo>
                            <a:pt x="7" y="2"/>
                          </a:lnTo>
                          <a:lnTo>
                            <a:pt x="5" y="0"/>
                          </a:lnTo>
                          <a:lnTo>
                            <a:pt x="4" y="0"/>
                          </a:lnTo>
                          <a:lnTo>
                            <a:pt x="2" y="0"/>
                          </a:lnTo>
                          <a:lnTo>
                            <a:pt x="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07" name="Freeform 235"/>
                    <p:cNvSpPr>
                      <a:spLocks/>
                    </p:cNvSpPr>
                    <p:nvPr/>
                  </p:nvSpPr>
                  <p:spPr bwMode="auto">
                    <a:xfrm>
                      <a:off x="3912" y="1936"/>
                      <a:ext cx="8" cy="8"/>
                    </a:xfrm>
                    <a:custGeom>
                      <a:avLst/>
                      <a:gdLst>
                        <a:gd name="T0" fmla="*/ 3 w 8"/>
                        <a:gd name="T1" fmla="*/ 1 h 8"/>
                        <a:gd name="T2" fmla="*/ 1 w 8"/>
                        <a:gd name="T3" fmla="*/ 3 h 8"/>
                        <a:gd name="T4" fmla="*/ 0 w 8"/>
                        <a:gd name="T5" fmla="*/ 4 h 8"/>
                        <a:gd name="T6" fmla="*/ 0 w 8"/>
                        <a:gd name="T7" fmla="*/ 6 h 8"/>
                        <a:gd name="T8" fmla="*/ 1 w 8"/>
                        <a:gd name="T9" fmla="*/ 7 h 8"/>
                        <a:gd name="T10" fmla="*/ 3 w 8"/>
                        <a:gd name="T11" fmla="*/ 8 h 8"/>
                        <a:gd name="T12" fmla="*/ 4 w 8"/>
                        <a:gd name="T13" fmla="*/ 8 h 8"/>
                        <a:gd name="T14" fmla="*/ 5 w 8"/>
                        <a:gd name="T15" fmla="*/ 8 h 8"/>
                        <a:gd name="T16" fmla="*/ 7 w 8"/>
                        <a:gd name="T17" fmla="*/ 8 h 8"/>
                        <a:gd name="T18" fmla="*/ 7 w 8"/>
                        <a:gd name="T19" fmla="*/ 8 h 8"/>
                        <a:gd name="T20" fmla="*/ 8 w 8"/>
                        <a:gd name="T21" fmla="*/ 7 h 8"/>
                        <a:gd name="T22" fmla="*/ 8 w 8"/>
                        <a:gd name="T23" fmla="*/ 6 h 8"/>
                        <a:gd name="T24" fmla="*/ 8 w 8"/>
                        <a:gd name="T25" fmla="*/ 4 h 8"/>
                        <a:gd name="T26" fmla="*/ 8 w 8"/>
                        <a:gd name="T27" fmla="*/ 3 h 8"/>
                        <a:gd name="T28" fmla="*/ 7 w 8"/>
                        <a:gd name="T29" fmla="*/ 1 h 8"/>
                        <a:gd name="T30" fmla="*/ 5 w 8"/>
                        <a:gd name="T31" fmla="*/ 0 h 8"/>
                        <a:gd name="T32" fmla="*/ 4 w 8"/>
                        <a:gd name="T33" fmla="*/ 0 h 8"/>
                        <a:gd name="T34" fmla="*/ 3 w 8"/>
                        <a:gd name="T35" fmla="*/ 1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8"/>
                        <a:gd name="T56" fmla="*/ 8 w 8"/>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8">
                          <a:moveTo>
                            <a:pt x="3" y="1"/>
                          </a:moveTo>
                          <a:lnTo>
                            <a:pt x="1" y="3"/>
                          </a:lnTo>
                          <a:lnTo>
                            <a:pt x="0" y="4"/>
                          </a:lnTo>
                          <a:lnTo>
                            <a:pt x="0" y="6"/>
                          </a:lnTo>
                          <a:lnTo>
                            <a:pt x="1" y="7"/>
                          </a:lnTo>
                          <a:lnTo>
                            <a:pt x="3" y="8"/>
                          </a:lnTo>
                          <a:lnTo>
                            <a:pt x="4" y="8"/>
                          </a:lnTo>
                          <a:lnTo>
                            <a:pt x="5" y="8"/>
                          </a:lnTo>
                          <a:lnTo>
                            <a:pt x="7" y="8"/>
                          </a:lnTo>
                          <a:lnTo>
                            <a:pt x="8" y="7"/>
                          </a:lnTo>
                          <a:lnTo>
                            <a:pt x="8" y="6"/>
                          </a:lnTo>
                          <a:lnTo>
                            <a:pt x="8" y="4"/>
                          </a:lnTo>
                          <a:lnTo>
                            <a:pt x="8" y="3"/>
                          </a:lnTo>
                          <a:lnTo>
                            <a:pt x="7" y="1"/>
                          </a:lnTo>
                          <a:lnTo>
                            <a:pt x="5" y="0"/>
                          </a:lnTo>
                          <a:lnTo>
                            <a:pt x="4" y="0"/>
                          </a:lnTo>
                          <a:lnTo>
                            <a:pt x="3"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08" name="Freeform 236"/>
                    <p:cNvSpPr>
                      <a:spLocks/>
                    </p:cNvSpPr>
                    <p:nvPr/>
                  </p:nvSpPr>
                  <p:spPr bwMode="auto">
                    <a:xfrm>
                      <a:off x="3925" y="1926"/>
                      <a:ext cx="8" cy="8"/>
                    </a:xfrm>
                    <a:custGeom>
                      <a:avLst/>
                      <a:gdLst>
                        <a:gd name="T0" fmla="*/ 3 w 8"/>
                        <a:gd name="T1" fmla="*/ 0 h 8"/>
                        <a:gd name="T2" fmla="*/ 1 w 8"/>
                        <a:gd name="T3" fmla="*/ 1 h 8"/>
                        <a:gd name="T4" fmla="*/ 0 w 8"/>
                        <a:gd name="T5" fmla="*/ 3 h 8"/>
                        <a:gd name="T6" fmla="*/ 0 w 8"/>
                        <a:gd name="T7" fmla="*/ 4 h 8"/>
                        <a:gd name="T8" fmla="*/ 1 w 8"/>
                        <a:gd name="T9" fmla="*/ 5 h 8"/>
                        <a:gd name="T10" fmla="*/ 3 w 8"/>
                        <a:gd name="T11" fmla="*/ 7 h 8"/>
                        <a:gd name="T12" fmla="*/ 4 w 8"/>
                        <a:gd name="T13" fmla="*/ 8 h 8"/>
                        <a:gd name="T14" fmla="*/ 5 w 8"/>
                        <a:gd name="T15" fmla="*/ 8 h 8"/>
                        <a:gd name="T16" fmla="*/ 7 w 8"/>
                        <a:gd name="T17" fmla="*/ 7 h 8"/>
                        <a:gd name="T18" fmla="*/ 7 w 8"/>
                        <a:gd name="T19" fmla="*/ 7 h 8"/>
                        <a:gd name="T20" fmla="*/ 8 w 8"/>
                        <a:gd name="T21" fmla="*/ 5 h 8"/>
                        <a:gd name="T22" fmla="*/ 8 w 8"/>
                        <a:gd name="T23" fmla="*/ 4 h 8"/>
                        <a:gd name="T24" fmla="*/ 8 w 8"/>
                        <a:gd name="T25" fmla="*/ 3 h 8"/>
                        <a:gd name="T26" fmla="*/ 8 w 8"/>
                        <a:gd name="T27" fmla="*/ 1 h 8"/>
                        <a:gd name="T28" fmla="*/ 7 w 8"/>
                        <a:gd name="T29" fmla="*/ 0 h 8"/>
                        <a:gd name="T30" fmla="*/ 5 w 8"/>
                        <a:gd name="T31" fmla="*/ 0 h 8"/>
                        <a:gd name="T32" fmla="*/ 4 w 8"/>
                        <a:gd name="T33" fmla="*/ 0 h 8"/>
                        <a:gd name="T34" fmla="*/ 3 w 8"/>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8"/>
                        <a:gd name="T56" fmla="*/ 8 w 8"/>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8">
                          <a:moveTo>
                            <a:pt x="3" y="0"/>
                          </a:moveTo>
                          <a:lnTo>
                            <a:pt x="1" y="1"/>
                          </a:lnTo>
                          <a:lnTo>
                            <a:pt x="0" y="3"/>
                          </a:lnTo>
                          <a:lnTo>
                            <a:pt x="0" y="4"/>
                          </a:lnTo>
                          <a:lnTo>
                            <a:pt x="1" y="5"/>
                          </a:lnTo>
                          <a:lnTo>
                            <a:pt x="3" y="7"/>
                          </a:lnTo>
                          <a:lnTo>
                            <a:pt x="4" y="8"/>
                          </a:lnTo>
                          <a:lnTo>
                            <a:pt x="5" y="8"/>
                          </a:lnTo>
                          <a:lnTo>
                            <a:pt x="7" y="7"/>
                          </a:lnTo>
                          <a:lnTo>
                            <a:pt x="8" y="5"/>
                          </a:lnTo>
                          <a:lnTo>
                            <a:pt x="8" y="4"/>
                          </a:lnTo>
                          <a:lnTo>
                            <a:pt x="8" y="3"/>
                          </a:lnTo>
                          <a:lnTo>
                            <a:pt x="8" y="1"/>
                          </a:lnTo>
                          <a:lnTo>
                            <a:pt x="7" y="0"/>
                          </a:lnTo>
                          <a:lnTo>
                            <a:pt x="5" y="0"/>
                          </a:lnTo>
                          <a:lnTo>
                            <a:pt x="4"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309" name="Freeform 237"/>
                    <p:cNvSpPr>
                      <a:spLocks/>
                    </p:cNvSpPr>
                    <p:nvPr/>
                  </p:nvSpPr>
                  <p:spPr bwMode="auto">
                    <a:xfrm>
                      <a:off x="3939" y="1914"/>
                      <a:ext cx="9" cy="9"/>
                    </a:xfrm>
                    <a:custGeom>
                      <a:avLst/>
                      <a:gdLst>
                        <a:gd name="T0" fmla="*/ 2 w 9"/>
                        <a:gd name="T1" fmla="*/ 1 h 9"/>
                        <a:gd name="T2" fmla="*/ 0 w 9"/>
                        <a:gd name="T3" fmla="*/ 3 h 9"/>
                        <a:gd name="T4" fmla="*/ 0 w 9"/>
                        <a:gd name="T5" fmla="*/ 4 h 9"/>
                        <a:gd name="T6" fmla="*/ 0 w 9"/>
                        <a:gd name="T7" fmla="*/ 6 h 9"/>
                        <a:gd name="T8" fmla="*/ 0 w 9"/>
                        <a:gd name="T9" fmla="*/ 7 h 9"/>
                        <a:gd name="T10" fmla="*/ 2 w 9"/>
                        <a:gd name="T11" fmla="*/ 9 h 9"/>
                        <a:gd name="T12" fmla="*/ 3 w 9"/>
                        <a:gd name="T13" fmla="*/ 9 h 9"/>
                        <a:gd name="T14" fmla="*/ 5 w 9"/>
                        <a:gd name="T15" fmla="*/ 9 h 9"/>
                        <a:gd name="T16" fmla="*/ 6 w 9"/>
                        <a:gd name="T17" fmla="*/ 9 h 9"/>
                        <a:gd name="T18" fmla="*/ 6 w 9"/>
                        <a:gd name="T19" fmla="*/ 9 h 9"/>
                        <a:gd name="T20" fmla="*/ 7 w 9"/>
                        <a:gd name="T21" fmla="*/ 7 h 9"/>
                        <a:gd name="T22" fmla="*/ 9 w 9"/>
                        <a:gd name="T23" fmla="*/ 6 h 9"/>
                        <a:gd name="T24" fmla="*/ 9 w 9"/>
                        <a:gd name="T25" fmla="*/ 4 h 9"/>
                        <a:gd name="T26" fmla="*/ 7 w 9"/>
                        <a:gd name="T27" fmla="*/ 3 h 9"/>
                        <a:gd name="T28" fmla="*/ 6 w 9"/>
                        <a:gd name="T29" fmla="*/ 1 h 9"/>
                        <a:gd name="T30" fmla="*/ 5 w 9"/>
                        <a:gd name="T31" fmla="*/ 0 h 9"/>
                        <a:gd name="T32" fmla="*/ 3 w 9"/>
                        <a:gd name="T33" fmla="*/ 0 h 9"/>
                        <a:gd name="T34" fmla="*/ 2 w 9"/>
                        <a:gd name="T35" fmla="*/ 1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2" y="1"/>
                          </a:moveTo>
                          <a:lnTo>
                            <a:pt x="0" y="3"/>
                          </a:lnTo>
                          <a:lnTo>
                            <a:pt x="0" y="4"/>
                          </a:lnTo>
                          <a:lnTo>
                            <a:pt x="0" y="6"/>
                          </a:lnTo>
                          <a:lnTo>
                            <a:pt x="0" y="7"/>
                          </a:lnTo>
                          <a:lnTo>
                            <a:pt x="2" y="9"/>
                          </a:lnTo>
                          <a:lnTo>
                            <a:pt x="3" y="9"/>
                          </a:lnTo>
                          <a:lnTo>
                            <a:pt x="5" y="9"/>
                          </a:lnTo>
                          <a:lnTo>
                            <a:pt x="6" y="9"/>
                          </a:lnTo>
                          <a:lnTo>
                            <a:pt x="7" y="7"/>
                          </a:lnTo>
                          <a:lnTo>
                            <a:pt x="9" y="6"/>
                          </a:lnTo>
                          <a:lnTo>
                            <a:pt x="9" y="4"/>
                          </a:lnTo>
                          <a:lnTo>
                            <a:pt x="7" y="3"/>
                          </a:lnTo>
                          <a:lnTo>
                            <a:pt x="6" y="1"/>
                          </a:lnTo>
                          <a:lnTo>
                            <a:pt x="5" y="0"/>
                          </a:lnTo>
                          <a:lnTo>
                            <a:pt x="3" y="0"/>
                          </a:lnTo>
                          <a:lnTo>
                            <a:pt x="2"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grpSp>
              <p:grpSp>
                <p:nvGrpSpPr>
                  <p:cNvPr id="33" name="Group 32"/>
                  <p:cNvGrpSpPr/>
                  <p:nvPr/>
                </p:nvGrpSpPr>
                <p:grpSpPr>
                  <a:xfrm>
                    <a:off x="2165350" y="2533650"/>
                    <a:ext cx="5284788" cy="1771650"/>
                    <a:chOff x="2165350" y="2533650"/>
                    <a:chExt cx="5284788" cy="1771650"/>
                  </a:xfrm>
                </p:grpSpPr>
                <p:grpSp>
                  <p:nvGrpSpPr>
                    <p:cNvPr id="34" name="Group 261"/>
                    <p:cNvGrpSpPr>
                      <a:grpSpLocks/>
                    </p:cNvGrpSpPr>
                    <p:nvPr/>
                  </p:nvGrpSpPr>
                  <p:grpSpPr bwMode="auto">
                    <a:xfrm>
                      <a:off x="5657850" y="3414713"/>
                      <a:ext cx="652463" cy="246062"/>
                      <a:chOff x="3576" y="2103"/>
                      <a:chExt cx="411" cy="155"/>
                    </a:xfrm>
                  </p:grpSpPr>
                  <p:sp>
                    <p:nvSpPr>
                      <p:cNvPr id="256" name="Freeform 262"/>
                      <p:cNvSpPr>
                        <a:spLocks/>
                      </p:cNvSpPr>
                      <p:nvPr/>
                    </p:nvSpPr>
                    <p:spPr bwMode="auto">
                      <a:xfrm>
                        <a:off x="3576" y="2250"/>
                        <a:ext cx="9" cy="8"/>
                      </a:xfrm>
                      <a:custGeom>
                        <a:avLst/>
                        <a:gdLst>
                          <a:gd name="T0" fmla="*/ 3 w 9"/>
                          <a:gd name="T1" fmla="*/ 1 h 8"/>
                          <a:gd name="T2" fmla="*/ 2 w 9"/>
                          <a:gd name="T3" fmla="*/ 2 h 8"/>
                          <a:gd name="T4" fmla="*/ 0 w 9"/>
                          <a:gd name="T5" fmla="*/ 4 h 8"/>
                          <a:gd name="T6" fmla="*/ 0 w 9"/>
                          <a:gd name="T7" fmla="*/ 4 h 8"/>
                          <a:gd name="T8" fmla="*/ 2 w 9"/>
                          <a:gd name="T9" fmla="*/ 5 h 8"/>
                          <a:gd name="T10" fmla="*/ 3 w 9"/>
                          <a:gd name="T11" fmla="*/ 7 h 8"/>
                          <a:gd name="T12" fmla="*/ 4 w 9"/>
                          <a:gd name="T13" fmla="*/ 8 h 8"/>
                          <a:gd name="T14" fmla="*/ 4 w 9"/>
                          <a:gd name="T15" fmla="*/ 8 h 8"/>
                          <a:gd name="T16" fmla="*/ 7 w 9"/>
                          <a:gd name="T17" fmla="*/ 8 h 8"/>
                          <a:gd name="T18" fmla="*/ 7 w 9"/>
                          <a:gd name="T19" fmla="*/ 7 h 8"/>
                          <a:gd name="T20" fmla="*/ 9 w 9"/>
                          <a:gd name="T21" fmla="*/ 5 h 8"/>
                          <a:gd name="T22" fmla="*/ 9 w 9"/>
                          <a:gd name="T23" fmla="*/ 4 h 8"/>
                          <a:gd name="T24" fmla="*/ 9 w 9"/>
                          <a:gd name="T25" fmla="*/ 2 h 8"/>
                          <a:gd name="T26" fmla="*/ 9 w 9"/>
                          <a:gd name="T27" fmla="*/ 1 h 8"/>
                          <a:gd name="T28" fmla="*/ 7 w 9"/>
                          <a:gd name="T29" fmla="*/ 0 h 8"/>
                          <a:gd name="T30" fmla="*/ 6 w 9"/>
                          <a:gd name="T31" fmla="*/ 0 h 8"/>
                          <a:gd name="T32" fmla="*/ 4 w 9"/>
                          <a:gd name="T33" fmla="*/ 0 h 8"/>
                          <a:gd name="T34" fmla="*/ 3 w 9"/>
                          <a:gd name="T35" fmla="*/ 0 h 8"/>
                          <a:gd name="T36" fmla="*/ 3 w 9"/>
                          <a:gd name="T37" fmla="*/ 1 h 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9"/>
                          <a:gd name="T58" fmla="*/ 0 h 8"/>
                          <a:gd name="T59" fmla="*/ 9 w 9"/>
                          <a:gd name="T60" fmla="*/ 8 h 8"/>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9" h="8">
                            <a:moveTo>
                              <a:pt x="3" y="1"/>
                            </a:moveTo>
                            <a:lnTo>
                              <a:pt x="2" y="2"/>
                            </a:lnTo>
                            <a:lnTo>
                              <a:pt x="0" y="4"/>
                            </a:lnTo>
                            <a:lnTo>
                              <a:pt x="2" y="5"/>
                            </a:lnTo>
                            <a:lnTo>
                              <a:pt x="3" y="7"/>
                            </a:lnTo>
                            <a:lnTo>
                              <a:pt x="4" y="8"/>
                            </a:lnTo>
                            <a:lnTo>
                              <a:pt x="7" y="8"/>
                            </a:lnTo>
                            <a:lnTo>
                              <a:pt x="7" y="7"/>
                            </a:lnTo>
                            <a:lnTo>
                              <a:pt x="9" y="5"/>
                            </a:lnTo>
                            <a:lnTo>
                              <a:pt x="9" y="4"/>
                            </a:lnTo>
                            <a:lnTo>
                              <a:pt x="9" y="2"/>
                            </a:lnTo>
                            <a:lnTo>
                              <a:pt x="9" y="1"/>
                            </a:lnTo>
                            <a:lnTo>
                              <a:pt x="7" y="0"/>
                            </a:lnTo>
                            <a:lnTo>
                              <a:pt x="6" y="0"/>
                            </a:lnTo>
                            <a:lnTo>
                              <a:pt x="4" y="0"/>
                            </a:lnTo>
                            <a:lnTo>
                              <a:pt x="3" y="0"/>
                            </a:lnTo>
                            <a:lnTo>
                              <a:pt x="3"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57" name="Freeform 263"/>
                      <p:cNvSpPr>
                        <a:spLocks/>
                      </p:cNvSpPr>
                      <p:nvPr/>
                    </p:nvSpPr>
                    <p:spPr bwMode="auto">
                      <a:xfrm>
                        <a:off x="3589" y="2238"/>
                        <a:ext cx="9" cy="9"/>
                      </a:xfrm>
                      <a:custGeom>
                        <a:avLst/>
                        <a:gdLst>
                          <a:gd name="T0" fmla="*/ 2 w 9"/>
                          <a:gd name="T1" fmla="*/ 0 h 9"/>
                          <a:gd name="T2" fmla="*/ 0 w 9"/>
                          <a:gd name="T3" fmla="*/ 1 h 9"/>
                          <a:gd name="T4" fmla="*/ 0 w 9"/>
                          <a:gd name="T5" fmla="*/ 3 h 9"/>
                          <a:gd name="T6" fmla="*/ 0 w 9"/>
                          <a:gd name="T7" fmla="*/ 4 h 9"/>
                          <a:gd name="T8" fmla="*/ 0 w 9"/>
                          <a:gd name="T9" fmla="*/ 6 h 9"/>
                          <a:gd name="T10" fmla="*/ 2 w 9"/>
                          <a:gd name="T11" fmla="*/ 7 h 9"/>
                          <a:gd name="T12" fmla="*/ 3 w 9"/>
                          <a:gd name="T13" fmla="*/ 9 h 9"/>
                          <a:gd name="T14" fmla="*/ 5 w 9"/>
                          <a:gd name="T15" fmla="*/ 9 h 9"/>
                          <a:gd name="T16" fmla="*/ 6 w 9"/>
                          <a:gd name="T17" fmla="*/ 7 h 9"/>
                          <a:gd name="T18" fmla="*/ 6 w 9"/>
                          <a:gd name="T19" fmla="*/ 7 h 9"/>
                          <a:gd name="T20" fmla="*/ 7 w 9"/>
                          <a:gd name="T21" fmla="*/ 6 h 9"/>
                          <a:gd name="T22" fmla="*/ 9 w 9"/>
                          <a:gd name="T23" fmla="*/ 4 h 9"/>
                          <a:gd name="T24" fmla="*/ 9 w 9"/>
                          <a:gd name="T25" fmla="*/ 3 h 9"/>
                          <a:gd name="T26" fmla="*/ 7 w 9"/>
                          <a:gd name="T27" fmla="*/ 1 h 9"/>
                          <a:gd name="T28" fmla="*/ 6 w 9"/>
                          <a:gd name="T29" fmla="*/ 0 h 9"/>
                          <a:gd name="T30" fmla="*/ 5 w 9"/>
                          <a:gd name="T31" fmla="*/ 0 h 9"/>
                          <a:gd name="T32" fmla="*/ 3 w 9"/>
                          <a:gd name="T33" fmla="*/ 0 h 9"/>
                          <a:gd name="T34" fmla="*/ 2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2" y="0"/>
                            </a:moveTo>
                            <a:lnTo>
                              <a:pt x="0" y="1"/>
                            </a:lnTo>
                            <a:lnTo>
                              <a:pt x="0" y="3"/>
                            </a:lnTo>
                            <a:lnTo>
                              <a:pt x="0" y="4"/>
                            </a:lnTo>
                            <a:lnTo>
                              <a:pt x="0" y="6"/>
                            </a:lnTo>
                            <a:lnTo>
                              <a:pt x="2" y="7"/>
                            </a:lnTo>
                            <a:lnTo>
                              <a:pt x="3" y="9"/>
                            </a:lnTo>
                            <a:lnTo>
                              <a:pt x="5" y="9"/>
                            </a:lnTo>
                            <a:lnTo>
                              <a:pt x="6" y="7"/>
                            </a:lnTo>
                            <a:lnTo>
                              <a:pt x="7" y="6"/>
                            </a:lnTo>
                            <a:lnTo>
                              <a:pt x="9" y="4"/>
                            </a:lnTo>
                            <a:lnTo>
                              <a:pt x="9" y="3"/>
                            </a:lnTo>
                            <a:lnTo>
                              <a:pt x="7" y="1"/>
                            </a:lnTo>
                            <a:lnTo>
                              <a:pt x="6" y="0"/>
                            </a:lnTo>
                            <a:lnTo>
                              <a:pt x="5" y="0"/>
                            </a:lnTo>
                            <a:lnTo>
                              <a:pt x="3" y="0"/>
                            </a:lnTo>
                            <a:lnTo>
                              <a:pt x="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58" name="Freeform 264"/>
                      <p:cNvSpPr>
                        <a:spLocks/>
                      </p:cNvSpPr>
                      <p:nvPr/>
                    </p:nvSpPr>
                    <p:spPr bwMode="auto">
                      <a:xfrm>
                        <a:off x="3601" y="2226"/>
                        <a:ext cx="9" cy="9"/>
                      </a:xfrm>
                      <a:custGeom>
                        <a:avLst/>
                        <a:gdLst>
                          <a:gd name="T0" fmla="*/ 1 w 9"/>
                          <a:gd name="T1" fmla="*/ 2 h 9"/>
                          <a:gd name="T2" fmla="*/ 0 w 9"/>
                          <a:gd name="T3" fmla="*/ 3 h 9"/>
                          <a:gd name="T4" fmla="*/ 0 w 9"/>
                          <a:gd name="T5" fmla="*/ 5 h 9"/>
                          <a:gd name="T6" fmla="*/ 1 w 9"/>
                          <a:gd name="T7" fmla="*/ 6 h 9"/>
                          <a:gd name="T8" fmla="*/ 3 w 9"/>
                          <a:gd name="T9" fmla="*/ 8 h 9"/>
                          <a:gd name="T10" fmla="*/ 4 w 9"/>
                          <a:gd name="T11" fmla="*/ 9 h 9"/>
                          <a:gd name="T12" fmla="*/ 6 w 9"/>
                          <a:gd name="T13" fmla="*/ 9 h 9"/>
                          <a:gd name="T14" fmla="*/ 7 w 9"/>
                          <a:gd name="T15" fmla="*/ 8 h 9"/>
                          <a:gd name="T16" fmla="*/ 9 w 9"/>
                          <a:gd name="T17" fmla="*/ 6 h 9"/>
                          <a:gd name="T18" fmla="*/ 9 w 9"/>
                          <a:gd name="T19" fmla="*/ 6 h 9"/>
                          <a:gd name="T20" fmla="*/ 9 w 9"/>
                          <a:gd name="T21" fmla="*/ 5 h 9"/>
                          <a:gd name="T22" fmla="*/ 9 w 9"/>
                          <a:gd name="T23" fmla="*/ 3 h 9"/>
                          <a:gd name="T24" fmla="*/ 9 w 9"/>
                          <a:gd name="T25" fmla="*/ 2 h 9"/>
                          <a:gd name="T26" fmla="*/ 7 w 9"/>
                          <a:gd name="T27" fmla="*/ 0 h 9"/>
                          <a:gd name="T28" fmla="*/ 6 w 9"/>
                          <a:gd name="T29" fmla="*/ 0 h 9"/>
                          <a:gd name="T30" fmla="*/ 4 w 9"/>
                          <a:gd name="T31" fmla="*/ 0 h 9"/>
                          <a:gd name="T32" fmla="*/ 3 w 9"/>
                          <a:gd name="T33" fmla="*/ 0 h 9"/>
                          <a:gd name="T34" fmla="*/ 1 w 9"/>
                          <a:gd name="T35" fmla="*/ 2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1" y="2"/>
                            </a:moveTo>
                            <a:lnTo>
                              <a:pt x="0" y="3"/>
                            </a:lnTo>
                            <a:lnTo>
                              <a:pt x="0" y="5"/>
                            </a:lnTo>
                            <a:lnTo>
                              <a:pt x="1" y="6"/>
                            </a:lnTo>
                            <a:lnTo>
                              <a:pt x="3" y="8"/>
                            </a:lnTo>
                            <a:lnTo>
                              <a:pt x="4" y="9"/>
                            </a:lnTo>
                            <a:lnTo>
                              <a:pt x="6" y="9"/>
                            </a:lnTo>
                            <a:lnTo>
                              <a:pt x="7" y="8"/>
                            </a:lnTo>
                            <a:lnTo>
                              <a:pt x="9" y="6"/>
                            </a:lnTo>
                            <a:lnTo>
                              <a:pt x="9" y="5"/>
                            </a:lnTo>
                            <a:lnTo>
                              <a:pt x="9" y="3"/>
                            </a:lnTo>
                            <a:lnTo>
                              <a:pt x="9" y="2"/>
                            </a:lnTo>
                            <a:lnTo>
                              <a:pt x="7" y="0"/>
                            </a:lnTo>
                            <a:lnTo>
                              <a:pt x="6" y="0"/>
                            </a:lnTo>
                            <a:lnTo>
                              <a:pt x="4" y="0"/>
                            </a:lnTo>
                            <a:lnTo>
                              <a:pt x="3" y="0"/>
                            </a:lnTo>
                            <a:lnTo>
                              <a:pt x="1"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59" name="Freeform 265"/>
                      <p:cNvSpPr>
                        <a:spLocks/>
                      </p:cNvSpPr>
                      <p:nvPr/>
                    </p:nvSpPr>
                    <p:spPr bwMode="auto">
                      <a:xfrm>
                        <a:off x="3614" y="2213"/>
                        <a:ext cx="9" cy="9"/>
                      </a:xfrm>
                      <a:custGeom>
                        <a:avLst/>
                        <a:gdLst>
                          <a:gd name="T0" fmla="*/ 0 w 9"/>
                          <a:gd name="T1" fmla="*/ 3 h 9"/>
                          <a:gd name="T2" fmla="*/ 0 w 9"/>
                          <a:gd name="T3" fmla="*/ 5 h 9"/>
                          <a:gd name="T4" fmla="*/ 0 w 9"/>
                          <a:gd name="T5" fmla="*/ 6 h 9"/>
                          <a:gd name="T6" fmla="*/ 0 w 9"/>
                          <a:gd name="T7" fmla="*/ 8 h 9"/>
                          <a:gd name="T8" fmla="*/ 1 w 9"/>
                          <a:gd name="T9" fmla="*/ 9 h 9"/>
                          <a:gd name="T10" fmla="*/ 3 w 9"/>
                          <a:gd name="T11" fmla="*/ 9 h 9"/>
                          <a:gd name="T12" fmla="*/ 4 w 9"/>
                          <a:gd name="T13" fmla="*/ 9 h 9"/>
                          <a:gd name="T14" fmla="*/ 6 w 9"/>
                          <a:gd name="T15" fmla="*/ 9 h 9"/>
                          <a:gd name="T16" fmla="*/ 7 w 9"/>
                          <a:gd name="T17" fmla="*/ 8 h 9"/>
                          <a:gd name="T18" fmla="*/ 7 w 9"/>
                          <a:gd name="T19" fmla="*/ 8 h 9"/>
                          <a:gd name="T20" fmla="*/ 9 w 9"/>
                          <a:gd name="T21" fmla="*/ 6 h 9"/>
                          <a:gd name="T22" fmla="*/ 9 w 9"/>
                          <a:gd name="T23" fmla="*/ 5 h 9"/>
                          <a:gd name="T24" fmla="*/ 7 w 9"/>
                          <a:gd name="T25" fmla="*/ 3 h 9"/>
                          <a:gd name="T26" fmla="*/ 6 w 9"/>
                          <a:gd name="T27" fmla="*/ 2 h 9"/>
                          <a:gd name="T28" fmla="*/ 4 w 9"/>
                          <a:gd name="T29" fmla="*/ 0 h 9"/>
                          <a:gd name="T30" fmla="*/ 3 w 9"/>
                          <a:gd name="T31" fmla="*/ 0 h 9"/>
                          <a:gd name="T32" fmla="*/ 1 w 9"/>
                          <a:gd name="T33" fmla="*/ 2 h 9"/>
                          <a:gd name="T34" fmla="*/ 0 w 9"/>
                          <a:gd name="T35" fmla="*/ 3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0" y="3"/>
                            </a:moveTo>
                            <a:lnTo>
                              <a:pt x="0" y="5"/>
                            </a:lnTo>
                            <a:lnTo>
                              <a:pt x="0" y="6"/>
                            </a:lnTo>
                            <a:lnTo>
                              <a:pt x="0" y="8"/>
                            </a:lnTo>
                            <a:lnTo>
                              <a:pt x="1" y="9"/>
                            </a:lnTo>
                            <a:lnTo>
                              <a:pt x="3" y="9"/>
                            </a:lnTo>
                            <a:lnTo>
                              <a:pt x="4" y="9"/>
                            </a:lnTo>
                            <a:lnTo>
                              <a:pt x="6" y="9"/>
                            </a:lnTo>
                            <a:lnTo>
                              <a:pt x="7" y="8"/>
                            </a:lnTo>
                            <a:lnTo>
                              <a:pt x="9" y="6"/>
                            </a:lnTo>
                            <a:lnTo>
                              <a:pt x="9" y="5"/>
                            </a:lnTo>
                            <a:lnTo>
                              <a:pt x="7" y="3"/>
                            </a:lnTo>
                            <a:lnTo>
                              <a:pt x="6" y="2"/>
                            </a:lnTo>
                            <a:lnTo>
                              <a:pt x="4" y="0"/>
                            </a:lnTo>
                            <a:lnTo>
                              <a:pt x="3" y="0"/>
                            </a:lnTo>
                            <a:lnTo>
                              <a:pt x="1" y="2"/>
                            </a:lnTo>
                            <a:lnTo>
                              <a:pt x="0"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60" name="Freeform 266"/>
                      <p:cNvSpPr>
                        <a:spLocks/>
                      </p:cNvSpPr>
                      <p:nvPr/>
                    </p:nvSpPr>
                    <p:spPr bwMode="auto">
                      <a:xfrm>
                        <a:off x="3626" y="2202"/>
                        <a:ext cx="8" cy="8"/>
                      </a:xfrm>
                      <a:custGeom>
                        <a:avLst/>
                        <a:gdLst>
                          <a:gd name="T0" fmla="*/ 1 w 8"/>
                          <a:gd name="T1" fmla="*/ 1 h 8"/>
                          <a:gd name="T2" fmla="*/ 0 w 8"/>
                          <a:gd name="T3" fmla="*/ 3 h 8"/>
                          <a:gd name="T4" fmla="*/ 0 w 8"/>
                          <a:gd name="T5" fmla="*/ 4 h 8"/>
                          <a:gd name="T6" fmla="*/ 1 w 8"/>
                          <a:gd name="T7" fmla="*/ 5 h 8"/>
                          <a:gd name="T8" fmla="*/ 2 w 8"/>
                          <a:gd name="T9" fmla="*/ 7 h 8"/>
                          <a:gd name="T10" fmla="*/ 4 w 8"/>
                          <a:gd name="T11" fmla="*/ 8 h 8"/>
                          <a:gd name="T12" fmla="*/ 5 w 8"/>
                          <a:gd name="T13" fmla="*/ 8 h 8"/>
                          <a:gd name="T14" fmla="*/ 7 w 8"/>
                          <a:gd name="T15" fmla="*/ 7 h 8"/>
                          <a:gd name="T16" fmla="*/ 8 w 8"/>
                          <a:gd name="T17" fmla="*/ 5 h 8"/>
                          <a:gd name="T18" fmla="*/ 8 w 8"/>
                          <a:gd name="T19" fmla="*/ 5 h 8"/>
                          <a:gd name="T20" fmla="*/ 8 w 8"/>
                          <a:gd name="T21" fmla="*/ 4 h 8"/>
                          <a:gd name="T22" fmla="*/ 8 w 8"/>
                          <a:gd name="T23" fmla="*/ 3 h 8"/>
                          <a:gd name="T24" fmla="*/ 8 w 8"/>
                          <a:gd name="T25" fmla="*/ 1 h 8"/>
                          <a:gd name="T26" fmla="*/ 7 w 8"/>
                          <a:gd name="T27" fmla="*/ 0 h 8"/>
                          <a:gd name="T28" fmla="*/ 5 w 8"/>
                          <a:gd name="T29" fmla="*/ 0 h 8"/>
                          <a:gd name="T30" fmla="*/ 4 w 8"/>
                          <a:gd name="T31" fmla="*/ 0 h 8"/>
                          <a:gd name="T32" fmla="*/ 2 w 8"/>
                          <a:gd name="T33" fmla="*/ 0 h 8"/>
                          <a:gd name="T34" fmla="*/ 1 w 8"/>
                          <a:gd name="T35" fmla="*/ 1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8"/>
                          <a:gd name="T56" fmla="*/ 8 w 8"/>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8">
                            <a:moveTo>
                              <a:pt x="1" y="1"/>
                            </a:moveTo>
                            <a:lnTo>
                              <a:pt x="0" y="3"/>
                            </a:lnTo>
                            <a:lnTo>
                              <a:pt x="0" y="4"/>
                            </a:lnTo>
                            <a:lnTo>
                              <a:pt x="1" y="5"/>
                            </a:lnTo>
                            <a:lnTo>
                              <a:pt x="2" y="7"/>
                            </a:lnTo>
                            <a:lnTo>
                              <a:pt x="4" y="8"/>
                            </a:lnTo>
                            <a:lnTo>
                              <a:pt x="5" y="8"/>
                            </a:lnTo>
                            <a:lnTo>
                              <a:pt x="7" y="7"/>
                            </a:lnTo>
                            <a:lnTo>
                              <a:pt x="8" y="5"/>
                            </a:lnTo>
                            <a:lnTo>
                              <a:pt x="8" y="4"/>
                            </a:lnTo>
                            <a:lnTo>
                              <a:pt x="8" y="3"/>
                            </a:lnTo>
                            <a:lnTo>
                              <a:pt x="8" y="1"/>
                            </a:lnTo>
                            <a:lnTo>
                              <a:pt x="7" y="0"/>
                            </a:lnTo>
                            <a:lnTo>
                              <a:pt x="5" y="0"/>
                            </a:lnTo>
                            <a:lnTo>
                              <a:pt x="4" y="0"/>
                            </a:lnTo>
                            <a:lnTo>
                              <a:pt x="2" y="0"/>
                            </a:lnTo>
                            <a:lnTo>
                              <a:pt x="1"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61" name="Freeform 267"/>
                      <p:cNvSpPr>
                        <a:spLocks/>
                      </p:cNvSpPr>
                      <p:nvPr/>
                    </p:nvSpPr>
                    <p:spPr bwMode="auto">
                      <a:xfrm>
                        <a:off x="3639" y="2189"/>
                        <a:ext cx="8" cy="8"/>
                      </a:xfrm>
                      <a:custGeom>
                        <a:avLst/>
                        <a:gdLst>
                          <a:gd name="T0" fmla="*/ 1 w 8"/>
                          <a:gd name="T1" fmla="*/ 1 h 8"/>
                          <a:gd name="T2" fmla="*/ 0 w 8"/>
                          <a:gd name="T3" fmla="*/ 2 h 8"/>
                          <a:gd name="T4" fmla="*/ 0 w 8"/>
                          <a:gd name="T5" fmla="*/ 4 h 8"/>
                          <a:gd name="T6" fmla="*/ 0 w 8"/>
                          <a:gd name="T7" fmla="*/ 5 h 8"/>
                          <a:gd name="T8" fmla="*/ 0 w 8"/>
                          <a:gd name="T9" fmla="*/ 7 h 8"/>
                          <a:gd name="T10" fmla="*/ 1 w 8"/>
                          <a:gd name="T11" fmla="*/ 8 h 8"/>
                          <a:gd name="T12" fmla="*/ 2 w 8"/>
                          <a:gd name="T13" fmla="*/ 8 h 8"/>
                          <a:gd name="T14" fmla="*/ 4 w 8"/>
                          <a:gd name="T15" fmla="*/ 8 h 8"/>
                          <a:gd name="T16" fmla="*/ 5 w 8"/>
                          <a:gd name="T17" fmla="*/ 8 h 8"/>
                          <a:gd name="T18" fmla="*/ 5 w 8"/>
                          <a:gd name="T19" fmla="*/ 8 h 8"/>
                          <a:gd name="T20" fmla="*/ 7 w 8"/>
                          <a:gd name="T21" fmla="*/ 7 h 8"/>
                          <a:gd name="T22" fmla="*/ 8 w 8"/>
                          <a:gd name="T23" fmla="*/ 5 h 8"/>
                          <a:gd name="T24" fmla="*/ 8 w 8"/>
                          <a:gd name="T25" fmla="*/ 4 h 8"/>
                          <a:gd name="T26" fmla="*/ 7 w 8"/>
                          <a:gd name="T27" fmla="*/ 2 h 8"/>
                          <a:gd name="T28" fmla="*/ 5 w 8"/>
                          <a:gd name="T29" fmla="*/ 1 h 8"/>
                          <a:gd name="T30" fmla="*/ 4 w 8"/>
                          <a:gd name="T31" fmla="*/ 0 h 8"/>
                          <a:gd name="T32" fmla="*/ 2 w 8"/>
                          <a:gd name="T33" fmla="*/ 0 h 8"/>
                          <a:gd name="T34" fmla="*/ 1 w 8"/>
                          <a:gd name="T35" fmla="*/ 1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8"/>
                          <a:gd name="T56" fmla="*/ 8 w 8"/>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8">
                            <a:moveTo>
                              <a:pt x="1" y="1"/>
                            </a:moveTo>
                            <a:lnTo>
                              <a:pt x="0" y="2"/>
                            </a:lnTo>
                            <a:lnTo>
                              <a:pt x="0" y="4"/>
                            </a:lnTo>
                            <a:lnTo>
                              <a:pt x="0" y="5"/>
                            </a:lnTo>
                            <a:lnTo>
                              <a:pt x="0" y="7"/>
                            </a:lnTo>
                            <a:lnTo>
                              <a:pt x="1" y="8"/>
                            </a:lnTo>
                            <a:lnTo>
                              <a:pt x="2" y="8"/>
                            </a:lnTo>
                            <a:lnTo>
                              <a:pt x="4" y="8"/>
                            </a:lnTo>
                            <a:lnTo>
                              <a:pt x="5" y="8"/>
                            </a:lnTo>
                            <a:lnTo>
                              <a:pt x="7" y="7"/>
                            </a:lnTo>
                            <a:lnTo>
                              <a:pt x="8" y="5"/>
                            </a:lnTo>
                            <a:lnTo>
                              <a:pt x="8" y="4"/>
                            </a:lnTo>
                            <a:lnTo>
                              <a:pt x="7" y="2"/>
                            </a:lnTo>
                            <a:lnTo>
                              <a:pt x="5" y="1"/>
                            </a:lnTo>
                            <a:lnTo>
                              <a:pt x="4" y="0"/>
                            </a:lnTo>
                            <a:lnTo>
                              <a:pt x="2" y="0"/>
                            </a:lnTo>
                            <a:lnTo>
                              <a:pt x="1"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62" name="Freeform 268"/>
                      <p:cNvSpPr>
                        <a:spLocks/>
                      </p:cNvSpPr>
                      <p:nvPr/>
                    </p:nvSpPr>
                    <p:spPr bwMode="auto">
                      <a:xfrm>
                        <a:off x="3652" y="2177"/>
                        <a:ext cx="8" cy="9"/>
                      </a:xfrm>
                      <a:custGeom>
                        <a:avLst/>
                        <a:gdLst>
                          <a:gd name="T0" fmla="*/ 1 w 8"/>
                          <a:gd name="T1" fmla="*/ 0 h 9"/>
                          <a:gd name="T2" fmla="*/ 0 w 8"/>
                          <a:gd name="T3" fmla="*/ 1 h 9"/>
                          <a:gd name="T4" fmla="*/ 0 w 8"/>
                          <a:gd name="T5" fmla="*/ 3 h 9"/>
                          <a:gd name="T6" fmla="*/ 0 w 8"/>
                          <a:gd name="T7" fmla="*/ 4 h 9"/>
                          <a:gd name="T8" fmla="*/ 0 w 8"/>
                          <a:gd name="T9" fmla="*/ 6 h 9"/>
                          <a:gd name="T10" fmla="*/ 1 w 8"/>
                          <a:gd name="T11" fmla="*/ 7 h 9"/>
                          <a:gd name="T12" fmla="*/ 3 w 8"/>
                          <a:gd name="T13" fmla="*/ 9 h 9"/>
                          <a:gd name="T14" fmla="*/ 4 w 8"/>
                          <a:gd name="T15" fmla="*/ 9 h 9"/>
                          <a:gd name="T16" fmla="*/ 5 w 8"/>
                          <a:gd name="T17" fmla="*/ 7 h 9"/>
                          <a:gd name="T18" fmla="*/ 5 w 8"/>
                          <a:gd name="T19" fmla="*/ 7 h 9"/>
                          <a:gd name="T20" fmla="*/ 7 w 8"/>
                          <a:gd name="T21" fmla="*/ 6 h 9"/>
                          <a:gd name="T22" fmla="*/ 8 w 8"/>
                          <a:gd name="T23" fmla="*/ 4 h 9"/>
                          <a:gd name="T24" fmla="*/ 8 w 8"/>
                          <a:gd name="T25" fmla="*/ 3 h 9"/>
                          <a:gd name="T26" fmla="*/ 7 w 8"/>
                          <a:gd name="T27" fmla="*/ 1 h 9"/>
                          <a:gd name="T28" fmla="*/ 5 w 8"/>
                          <a:gd name="T29" fmla="*/ 0 h 9"/>
                          <a:gd name="T30" fmla="*/ 4 w 8"/>
                          <a:gd name="T31" fmla="*/ 0 h 9"/>
                          <a:gd name="T32" fmla="*/ 3 w 8"/>
                          <a:gd name="T33" fmla="*/ 0 h 9"/>
                          <a:gd name="T34" fmla="*/ 1 w 8"/>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1" y="0"/>
                            </a:moveTo>
                            <a:lnTo>
                              <a:pt x="0" y="1"/>
                            </a:lnTo>
                            <a:lnTo>
                              <a:pt x="0" y="3"/>
                            </a:lnTo>
                            <a:lnTo>
                              <a:pt x="0" y="4"/>
                            </a:lnTo>
                            <a:lnTo>
                              <a:pt x="0" y="6"/>
                            </a:lnTo>
                            <a:lnTo>
                              <a:pt x="1" y="7"/>
                            </a:lnTo>
                            <a:lnTo>
                              <a:pt x="3" y="9"/>
                            </a:lnTo>
                            <a:lnTo>
                              <a:pt x="4" y="9"/>
                            </a:lnTo>
                            <a:lnTo>
                              <a:pt x="5" y="7"/>
                            </a:lnTo>
                            <a:lnTo>
                              <a:pt x="7" y="6"/>
                            </a:lnTo>
                            <a:lnTo>
                              <a:pt x="8" y="4"/>
                            </a:lnTo>
                            <a:lnTo>
                              <a:pt x="8" y="3"/>
                            </a:lnTo>
                            <a:lnTo>
                              <a:pt x="7" y="1"/>
                            </a:lnTo>
                            <a:lnTo>
                              <a:pt x="5" y="0"/>
                            </a:lnTo>
                            <a:lnTo>
                              <a:pt x="4" y="0"/>
                            </a:lnTo>
                            <a:lnTo>
                              <a:pt x="3" y="0"/>
                            </a:lnTo>
                            <a:lnTo>
                              <a:pt x="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63" name="Freeform 269"/>
                      <p:cNvSpPr>
                        <a:spLocks/>
                      </p:cNvSpPr>
                      <p:nvPr/>
                    </p:nvSpPr>
                    <p:spPr bwMode="auto">
                      <a:xfrm>
                        <a:off x="3663" y="2165"/>
                        <a:ext cx="9" cy="9"/>
                      </a:xfrm>
                      <a:custGeom>
                        <a:avLst/>
                        <a:gdLst>
                          <a:gd name="T0" fmla="*/ 3 w 9"/>
                          <a:gd name="T1" fmla="*/ 0 h 9"/>
                          <a:gd name="T2" fmla="*/ 2 w 9"/>
                          <a:gd name="T3" fmla="*/ 2 h 9"/>
                          <a:gd name="T4" fmla="*/ 0 w 9"/>
                          <a:gd name="T5" fmla="*/ 3 h 9"/>
                          <a:gd name="T6" fmla="*/ 0 w 9"/>
                          <a:gd name="T7" fmla="*/ 5 h 9"/>
                          <a:gd name="T8" fmla="*/ 2 w 9"/>
                          <a:gd name="T9" fmla="*/ 6 h 9"/>
                          <a:gd name="T10" fmla="*/ 3 w 9"/>
                          <a:gd name="T11" fmla="*/ 8 h 9"/>
                          <a:gd name="T12" fmla="*/ 5 w 9"/>
                          <a:gd name="T13" fmla="*/ 9 h 9"/>
                          <a:gd name="T14" fmla="*/ 6 w 9"/>
                          <a:gd name="T15" fmla="*/ 9 h 9"/>
                          <a:gd name="T16" fmla="*/ 8 w 9"/>
                          <a:gd name="T17" fmla="*/ 8 h 9"/>
                          <a:gd name="T18" fmla="*/ 8 w 9"/>
                          <a:gd name="T19" fmla="*/ 8 h 9"/>
                          <a:gd name="T20" fmla="*/ 9 w 9"/>
                          <a:gd name="T21" fmla="*/ 6 h 9"/>
                          <a:gd name="T22" fmla="*/ 9 w 9"/>
                          <a:gd name="T23" fmla="*/ 5 h 9"/>
                          <a:gd name="T24" fmla="*/ 9 w 9"/>
                          <a:gd name="T25" fmla="*/ 3 h 9"/>
                          <a:gd name="T26" fmla="*/ 9 w 9"/>
                          <a:gd name="T27" fmla="*/ 2 h 9"/>
                          <a:gd name="T28" fmla="*/ 8 w 9"/>
                          <a:gd name="T29" fmla="*/ 0 h 9"/>
                          <a:gd name="T30" fmla="*/ 6 w 9"/>
                          <a:gd name="T31" fmla="*/ 0 h 9"/>
                          <a:gd name="T32" fmla="*/ 5 w 9"/>
                          <a:gd name="T33" fmla="*/ 0 h 9"/>
                          <a:gd name="T34" fmla="*/ 3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3" y="0"/>
                            </a:moveTo>
                            <a:lnTo>
                              <a:pt x="2" y="2"/>
                            </a:lnTo>
                            <a:lnTo>
                              <a:pt x="0" y="3"/>
                            </a:lnTo>
                            <a:lnTo>
                              <a:pt x="0" y="5"/>
                            </a:lnTo>
                            <a:lnTo>
                              <a:pt x="2" y="6"/>
                            </a:lnTo>
                            <a:lnTo>
                              <a:pt x="3" y="8"/>
                            </a:lnTo>
                            <a:lnTo>
                              <a:pt x="5" y="9"/>
                            </a:lnTo>
                            <a:lnTo>
                              <a:pt x="6" y="9"/>
                            </a:lnTo>
                            <a:lnTo>
                              <a:pt x="8" y="8"/>
                            </a:lnTo>
                            <a:lnTo>
                              <a:pt x="9" y="6"/>
                            </a:lnTo>
                            <a:lnTo>
                              <a:pt x="9" y="5"/>
                            </a:lnTo>
                            <a:lnTo>
                              <a:pt x="9" y="3"/>
                            </a:lnTo>
                            <a:lnTo>
                              <a:pt x="9" y="2"/>
                            </a:lnTo>
                            <a:lnTo>
                              <a:pt x="8" y="0"/>
                            </a:lnTo>
                            <a:lnTo>
                              <a:pt x="6" y="0"/>
                            </a:lnTo>
                            <a:lnTo>
                              <a:pt x="5"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64" name="Freeform 270"/>
                      <p:cNvSpPr>
                        <a:spLocks/>
                      </p:cNvSpPr>
                      <p:nvPr/>
                    </p:nvSpPr>
                    <p:spPr bwMode="auto">
                      <a:xfrm>
                        <a:off x="3676" y="2154"/>
                        <a:ext cx="9" cy="8"/>
                      </a:xfrm>
                      <a:custGeom>
                        <a:avLst/>
                        <a:gdLst>
                          <a:gd name="T0" fmla="*/ 3 w 9"/>
                          <a:gd name="T1" fmla="*/ 0 h 8"/>
                          <a:gd name="T2" fmla="*/ 2 w 9"/>
                          <a:gd name="T3" fmla="*/ 1 h 8"/>
                          <a:gd name="T4" fmla="*/ 0 w 9"/>
                          <a:gd name="T5" fmla="*/ 3 h 8"/>
                          <a:gd name="T6" fmla="*/ 0 w 9"/>
                          <a:gd name="T7" fmla="*/ 4 h 8"/>
                          <a:gd name="T8" fmla="*/ 2 w 9"/>
                          <a:gd name="T9" fmla="*/ 6 h 8"/>
                          <a:gd name="T10" fmla="*/ 3 w 9"/>
                          <a:gd name="T11" fmla="*/ 7 h 8"/>
                          <a:gd name="T12" fmla="*/ 5 w 9"/>
                          <a:gd name="T13" fmla="*/ 8 h 8"/>
                          <a:gd name="T14" fmla="*/ 6 w 9"/>
                          <a:gd name="T15" fmla="*/ 8 h 8"/>
                          <a:gd name="T16" fmla="*/ 8 w 9"/>
                          <a:gd name="T17" fmla="*/ 7 h 8"/>
                          <a:gd name="T18" fmla="*/ 8 w 9"/>
                          <a:gd name="T19" fmla="*/ 7 h 8"/>
                          <a:gd name="T20" fmla="*/ 9 w 9"/>
                          <a:gd name="T21" fmla="*/ 6 h 8"/>
                          <a:gd name="T22" fmla="*/ 9 w 9"/>
                          <a:gd name="T23" fmla="*/ 4 h 8"/>
                          <a:gd name="T24" fmla="*/ 9 w 9"/>
                          <a:gd name="T25" fmla="*/ 3 h 8"/>
                          <a:gd name="T26" fmla="*/ 9 w 9"/>
                          <a:gd name="T27" fmla="*/ 1 h 8"/>
                          <a:gd name="T28" fmla="*/ 8 w 9"/>
                          <a:gd name="T29" fmla="*/ 0 h 8"/>
                          <a:gd name="T30" fmla="*/ 6 w 9"/>
                          <a:gd name="T31" fmla="*/ 0 h 8"/>
                          <a:gd name="T32" fmla="*/ 5 w 9"/>
                          <a:gd name="T33" fmla="*/ 0 h 8"/>
                          <a:gd name="T34" fmla="*/ 3 w 9"/>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3" y="0"/>
                            </a:moveTo>
                            <a:lnTo>
                              <a:pt x="2" y="1"/>
                            </a:lnTo>
                            <a:lnTo>
                              <a:pt x="0" y="3"/>
                            </a:lnTo>
                            <a:lnTo>
                              <a:pt x="0" y="4"/>
                            </a:lnTo>
                            <a:lnTo>
                              <a:pt x="2" y="6"/>
                            </a:lnTo>
                            <a:lnTo>
                              <a:pt x="3" y="7"/>
                            </a:lnTo>
                            <a:lnTo>
                              <a:pt x="5" y="8"/>
                            </a:lnTo>
                            <a:lnTo>
                              <a:pt x="6" y="8"/>
                            </a:lnTo>
                            <a:lnTo>
                              <a:pt x="8" y="7"/>
                            </a:lnTo>
                            <a:lnTo>
                              <a:pt x="9" y="6"/>
                            </a:lnTo>
                            <a:lnTo>
                              <a:pt x="9" y="4"/>
                            </a:lnTo>
                            <a:lnTo>
                              <a:pt x="9" y="3"/>
                            </a:lnTo>
                            <a:lnTo>
                              <a:pt x="9" y="1"/>
                            </a:lnTo>
                            <a:lnTo>
                              <a:pt x="8" y="0"/>
                            </a:lnTo>
                            <a:lnTo>
                              <a:pt x="6" y="0"/>
                            </a:lnTo>
                            <a:lnTo>
                              <a:pt x="5"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65" name="Freeform 271"/>
                      <p:cNvSpPr>
                        <a:spLocks/>
                      </p:cNvSpPr>
                      <p:nvPr/>
                    </p:nvSpPr>
                    <p:spPr bwMode="auto">
                      <a:xfrm>
                        <a:off x="3691" y="2142"/>
                        <a:ext cx="9" cy="9"/>
                      </a:xfrm>
                      <a:custGeom>
                        <a:avLst/>
                        <a:gdLst>
                          <a:gd name="T0" fmla="*/ 1 w 9"/>
                          <a:gd name="T1" fmla="*/ 0 h 9"/>
                          <a:gd name="T2" fmla="*/ 0 w 9"/>
                          <a:gd name="T3" fmla="*/ 2 h 9"/>
                          <a:gd name="T4" fmla="*/ 0 w 9"/>
                          <a:gd name="T5" fmla="*/ 3 h 9"/>
                          <a:gd name="T6" fmla="*/ 0 w 9"/>
                          <a:gd name="T7" fmla="*/ 4 h 9"/>
                          <a:gd name="T8" fmla="*/ 0 w 9"/>
                          <a:gd name="T9" fmla="*/ 6 h 9"/>
                          <a:gd name="T10" fmla="*/ 1 w 9"/>
                          <a:gd name="T11" fmla="*/ 7 h 9"/>
                          <a:gd name="T12" fmla="*/ 3 w 9"/>
                          <a:gd name="T13" fmla="*/ 9 h 9"/>
                          <a:gd name="T14" fmla="*/ 4 w 9"/>
                          <a:gd name="T15" fmla="*/ 9 h 9"/>
                          <a:gd name="T16" fmla="*/ 6 w 9"/>
                          <a:gd name="T17" fmla="*/ 7 h 9"/>
                          <a:gd name="T18" fmla="*/ 6 w 9"/>
                          <a:gd name="T19" fmla="*/ 7 h 9"/>
                          <a:gd name="T20" fmla="*/ 7 w 9"/>
                          <a:gd name="T21" fmla="*/ 6 h 9"/>
                          <a:gd name="T22" fmla="*/ 9 w 9"/>
                          <a:gd name="T23" fmla="*/ 4 h 9"/>
                          <a:gd name="T24" fmla="*/ 9 w 9"/>
                          <a:gd name="T25" fmla="*/ 3 h 9"/>
                          <a:gd name="T26" fmla="*/ 7 w 9"/>
                          <a:gd name="T27" fmla="*/ 2 h 9"/>
                          <a:gd name="T28" fmla="*/ 6 w 9"/>
                          <a:gd name="T29" fmla="*/ 0 h 9"/>
                          <a:gd name="T30" fmla="*/ 4 w 9"/>
                          <a:gd name="T31" fmla="*/ 0 h 9"/>
                          <a:gd name="T32" fmla="*/ 3 w 9"/>
                          <a:gd name="T33" fmla="*/ 0 h 9"/>
                          <a:gd name="T34" fmla="*/ 1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1" y="0"/>
                            </a:moveTo>
                            <a:lnTo>
                              <a:pt x="0" y="2"/>
                            </a:lnTo>
                            <a:lnTo>
                              <a:pt x="0" y="3"/>
                            </a:lnTo>
                            <a:lnTo>
                              <a:pt x="0" y="4"/>
                            </a:lnTo>
                            <a:lnTo>
                              <a:pt x="0" y="6"/>
                            </a:lnTo>
                            <a:lnTo>
                              <a:pt x="1" y="7"/>
                            </a:lnTo>
                            <a:lnTo>
                              <a:pt x="3" y="9"/>
                            </a:lnTo>
                            <a:lnTo>
                              <a:pt x="4" y="9"/>
                            </a:lnTo>
                            <a:lnTo>
                              <a:pt x="6" y="7"/>
                            </a:lnTo>
                            <a:lnTo>
                              <a:pt x="7" y="6"/>
                            </a:lnTo>
                            <a:lnTo>
                              <a:pt x="9" y="4"/>
                            </a:lnTo>
                            <a:lnTo>
                              <a:pt x="9" y="3"/>
                            </a:lnTo>
                            <a:lnTo>
                              <a:pt x="7" y="2"/>
                            </a:lnTo>
                            <a:lnTo>
                              <a:pt x="6" y="0"/>
                            </a:lnTo>
                            <a:lnTo>
                              <a:pt x="4" y="0"/>
                            </a:lnTo>
                            <a:lnTo>
                              <a:pt x="3" y="0"/>
                            </a:lnTo>
                            <a:lnTo>
                              <a:pt x="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66" name="Freeform 272"/>
                      <p:cNvSpPr>
                        <a:spLocks/>
                      </p:cNvSpPr>
                      <p:nvPr/>
                    </p:nvSpPr>
                    <p:spPr bwMode="auto">
                      <a:xfrm>
                        <a:off x="3704" y="2132"/>
                        <a:ext cx="9" cy="9"/>
                      </a:xfrm>
                      <a:custGeom>
                        <a:avLst/>
                        <a:gdLst>
                          <a:gd name="T0" fmla="*/ 3 w 9"/>
                          <a:gd name="T1" fmla="*/ 0 h 9"/>
                          <a:gd name="T2" fmla="*/ 1 w 9"/>
                          <a:gd name="T3" fmla="*/ 1 h 9"/>
                          <a:gd name="T4" fmla="*/ 0 w 9"/>
                          <a:gd name="T5" fmla="*/ 3 h 9"/>
                          <a:gd name="T6" fmla="*/ 0 w 9"/>
                          <a:gd name="T7" fmla="*/ 4 h 9"/>
                          <a:gd name="T8" fmla="*/ 1 w 9"/>
                          <a:gd name="T9" fmla="*/ 6 h 9"/>
                          <a:gd name="T10" fmla="*/ 3 w 9"/>
                          <a:gd name="T11" fmla="*/ 7 h 9"/>
                          <a:gd name="T12" fmla="*/ 4 w 9"/>
                          <a:gd name="T13" fmla="*/ 9 h 9"/>
                          <a:gd name="T14" fmla="*/ 6 w 9"/>
                          <a:gd name="T15" fmla="*/ 9 h 9"/>
                          <a:gd name="T16" fmla="*/ 7 w 9"/>
                          <a:gd name="T17" fmla="*/ 7 h 9"/>
                          <a:gd name="T18" fmla="*/ 7 w 9"/>
                          <a:gd name="T19" fmla="*/ 7 h 9"/>
                          <a:gd name="T20" fmla="*/ 9 w 9"/>
                          <a:gd name="T21" fmla="*/ 6 h 9"/>
                          <a:gd name="T22" fmla="*/ 9 w 9"/>
                          <a:gd name="T23" fmla="*/ 4 h 9"/>
                          <a:gd name="T24" fmla="*/ 9 w 9"/>
                          <a:gd name="T25" fmla="*/ 3 h 9"/>
                          <a:gd name="T26" fmla="*/ 9 w 9"/>
                          <a:gd name="T27" fmla="*/ 1 h 9"/>
                          <a:gd name="T28" fmla="*/ 7 w 9"/>
                          <a:gd name="T29" fmla="*/ 0 h 9"/>
                          <a:gd name="T30" fmla="*/ 6 w 9"/>
                          <a:gd name="T31" fmla="*/ 0 h 9"/>
                          <a:gd name="T32" fmla="*/ 4 w 9"/>
                          <a:gd name="T33" fmla="*/ 0 h 9"/>
                          <a:gd name="T34" fmla="*/ 3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3" y="0"/>
                            </a:moveTo>
                            <a:lnTo>
                              <a:pt x="1" y="1"/>
                            </a:lnTo>
                            <a:lnTo>
                              <a:pt x="0" y="3"/>
                            </a:lnTo>
                            <a:lnTo>
                              <a:pt x="0" y="4"/>
                            </a:lnTo>
                            <a:lnTo>
                              <a:pt x="1" y="6"/>
                            </a:lnTo>
                            <a:lnTo>
                              <a:pt x="3" y="7"/>
                            </a:lnTo>
                            <a:lnTo>
                              <a:pt x="4" y="9"/>
                            </a:lnTo>
                            <a:lnTo>
                              <a:pt x="6" y="9"/>
                            </a:lnTo>
                            <a:lnTo>
                              <a:pt x="7" y="7"/>
                            </a:lnTo>
                            <a:lnTo>
                              <a:pt x="9" y="6"/>
                            </a:lnTo>
                            <a:lnTo>
                              <a:pt x="9" y="4"/>
                            </a:lnTo>
                            <a:lnTo>
                              <a:pt x="9" y="3"/>
                            </a:lnTo>
                            <a:lnTo>
                              <a:pt x="9" y="1"/>
                            </a:lnTo>
                            <a:lnTo>
                              <a:pt x="7" y="0"/>
                            </a:lnTo>
                            <a:lnTo>
                              <a:pt x="6" y="0"/>
                            </a:lnTo>
                            <a:lnTo>
                              <a:pt x="4"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67" name="Freeform 273"/>
                      <p:cNvSpPr>
                        <a:spLocks/>
                      </p:cNvSpPr>
                      <p:nvPr/>
                    </p:nvSpPr>
                    <p:spPr bwMode="auto">
                      <a:xfrm>
                        <a:off x="3718" y="2122"/>
                        <a:ext cx="9" cy="8"/>
                      </a:xfrm>
                      <a:custGeom>
                        <a:avLst/>
                        <a:gdLst>
                          <a:gd name="T0" fmla="*/ 3 w 9"/>
                          <a:gd name="T1" fmla="*/ 1 h 8"/>
                          <a:gd name="T2" fmla="*/ 2 w 9"/>
                          <a:gd name="T3" fmla="*/ 3 h 8"/>
                          <a:gd name="T4" fmla="*/ 0 w 9"/>
                          <a:gd name="T5" fmla="*/ 4 h 8"/>
                          <a:gd name="T6" fmla="*/ 0 w 9"/>
                          <a:gd name="T7" fmla="*/ 6 h 8"/>
                          <a:gd name="T8" fmla="*/ 2 w 9"/>
                          <a:gd name="T9" fmla="*/ 7 h 8"/>
                          <a:gd name="T10" fmla="*/ 3 w 9"/>
                          <a:gd name="T11" fmla="*/ 8 h 8"/>
                          <a:gd name="T12" fmla="*/ 5 w 9"/>
                          <a:gd name="T13" fmla="*/ 8 h 8"/>
                          <a:gd name="T14" fmla="*/ 6 w 9"/>
                          <a:gd name="T15" fmla="*/ 8 h 8"/>
                          <a:gd name="T16" fmla="*/ 8 w 9"/>
                          <a:gd name="T17" fmla="*/ 8 h 8"/>
                          <a:gd name="T18" fmla="*/ 8 w 9"/>
                          <a:gd name="T19" fmla="*/ 8 h 8"/>
                          <a:gd name="T20" fmla="*/ 9 w 9"/>
                          <a:gd name="T21" fmla="*/ 7 h 8"/>
                          <a:gd name="T22" fmla="*/ 9 w 9"/>
                          <a:gd name="T23" fmla="*/ 6 h 8"/>
                          <a:gd name="T24" fmla="*/ 9 w 9"/>
                          <a:gd name="T25" fmla="*/ 4 h 8"/>
                          <a:gd name="T26" fmla="*/ 9 w 9"/>
                          <a:gd name="T27" fmla="*/ 3 h 8"/>
                          <a:gd name="T28" fmla="*/ 8 w 9"/>
                          <a:gd name="T29" fmla="*/ 1 h 8"/>
                          <a:gd name="T30" fmla="*/ 6 w 9"/>
                          <a:gd name="T31" fmla="*/ 0 h 8"/>
                          <a:gd name="T32" fmla="*/ 5 w 9"/>
                          <a:gd name="T33" fmla="*/ 0 h 8"/>
                          <a:gd name="T34" fmla="*/ 3 w 9"/>
                          <a:gd name="T35" fmla="*/ 1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3" y="1"/>
                            </a:moveTo>
                            <a:lnTo>
                              <a:pt x="2" y="3"/>
                            </a:lnTo>
                            <a:lnTo>
                              <a:pt x="0" y="4"/>
                            </a:lnTo>
                            <a:lnTo>
                              <a:pt x="0" y="6"/>
                            </a:lnTo>
                            <a:lnTo>
                              <a:pt x="2" y="7"/>
                            </a:lnTo>
                            <a:lnTo>
                              <a:pt x="3" y="8"/>
                            </a:lnTo>
                            <a:lnTo>
                              <a:pt x="5" y="8"/>
                            </a:lnTo>
                            <a:lnTo>
                              <a:pt x="6" y="8"/>
                            </a:lnTo>
                            <a:lnTo>
                              <a:pt x="8" y="8"/>
                            </a:lnTo>
                            <a:lnTo>
                              <a:pt x="9" y="7"/>
                            </a:lnTo>
                            <a:lnTo>
                              <a:pt x="9" y="6"/>
                            </a:lnTo>
                            <a:lnTo>
                              <a:pt x="9" y="4"/>
                            </a:lnTo>
                            <a:lnTo>
                              <a:pt x="9" y="3"/>
                            </a:lnTo>
                            <a:lnTo>
                              <a:pt x="8" y="1"/>
                            </a:lnTo>
                            <a:lnTo>
                              <a:pt x="6" y="0"/>
                            </a:lnTo>
                            <a:lnTo>
                              <a:pt x="5" y="0"/>
                            </a:lnTo>
                            <a:lnTo>
                              <a:pt x="3"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68" name="Freeform 274"/>
                      <p:cNvSpPr>
                        <a:spLocks/>
                      </p:cNvSpPr>
                      <p:nvPr/>
                    </p:nvSpPr>
                    <p:spPr bwMode="auto">
                      <a:xfrm>
                        <a:off x="3733" y="2113"/>
                        <a:ext cx="10" cy="9"/>
                      </a:xfrm>
                      <a:custGeom>
                        <a:avLst/>
                        <a:gdLst>
                          <a:gd name="T0" fmla="*/ 3 w 10"/>
                          <a:gd name="T1" fmla="*/ 1 h 9"/>
                          <a:gd name="T2" fmla="*/ 1 w 10"/>
                          <a:gd name="T3" fmla="*/ 3 h 9"/>
                          <a:gd name="T4" fmla="*/ 0 w 10"/>
                          <a:gd name="T5" fmla="*/ 4 h 9"/>
                          <a:gd name="T6" fmla="*/ 0 w 10"/>
                          <a:gd name="T7" fmla="*/ 6 h 9"/>
                          <a:gd name="T8" fmla="*/ 1 w 10"/>
                          <a:gd name="T9" fmla="*/ 7 h 9"/>
                          <a:gd name="T10" fmla="*/ 3 w 10"/>
                          <a:gd name="T11" fmla="*/ 9 h 9"/>
                          <a:gd name="T12" fmla="*/ 4 w 10"/>
                          <a:gd name="T13" fmla="*/ 9 h 9"/>
                          <a:gd name="T14" fmla="*/ 6 w 10"/>
                          <a:gd name="T15" fmla="*/ 9 h 9"/>
                          <a:gd name="T16" fmla="*/ 7 w 10"/>
                          <a:gd name="T17" fmla="*/ 9 h 9"/>
                          <a:gd name="T18" fmla="*/ 7 w 10"/>
                          <a:gd name="T19" fmla="*/ 9 h 9"/>
                          <a:gd name="T20" fmla="*/ 9 w 10"/>
                          <a:gd name="T21" fmla="*/ 7 h 9"/>
                          <a:gd name="T22" fmla="*/ 10 w 10"/>
                          <a:gd name="T23" fmla="*/ 6 h 9"/>
                          <a:gd name="T24" fmla="*/ 10 w 10"/>
                          <a:gd name="T25" fmla="*/ 4 h 9"/>
                          <a:gd name="T26" fmla="*/ 9 w 10"/>
                          <a:gd name="T27" fmla="*/ 3 h 9"/>
                          <a:gd name="T28" fmla="*/ 7 w 10"/>
                          <a:gd name="T29" fmla="*/ 1 h 9"/>
                          <a:gd name="T30" fmla="*/ 6 w 10"/>
                          <a:gd name="T31" fmla="*/ 0 h 9"/>
                          <a:gd name="T32" fmla="*/ 4 w 10"/>
                          <a:gd name="T33" fmla="*/ 0 h 9"/>
                          <a:gd name="T34" fmla="*/ 3 w 10"/>
                          <a:gd name="T35" fmla="*/ 1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
                          <a:gd name="T55" fmla="*/ 0 h 9"/>
                          <a:gd name="T56" fmla="*/ 10 w 10"/>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 h="9">
                            <a:moveTo>
                              <a:pt x="3" y="1"/>
                            </a:moveTo>
                            <a:lnTo>
                              <a:pt x="1" y="3"/>
                            </a:lnTo>
                            <a:lnTo>
                              <a:pt x="0" y="4"/>
                            </a:lnTo>
                            <a:lnTo>
                              <a:pt x="0" y="6"/>
                            </a:lnTo>
                            <a:lnTo>
                              <a:pt x="1" y="7"/>
                            </a:lnTo>
                            <a:lnTo>
                              <a:pt x="3" y="9"/>
                            </a:lnTo>
                            <a:lnTo>
                              <a:pt x="4" y="9"/>
                            </a:lnTo>
                            <a:lnTo>
                              <a:pt x="6" y="9"/>
                            </a:lnTo>
                            <a:lnTo>
                              <a:pt x="7" y="9"/>
                            </a:lnTo>
                            <a:lnTo>
                              <a:pt x="9" y="7"/>
                            </a:lnTo>
                            <a:lnTo>
                              <a:pt x="10" y="6"/>
                            </a:lnTo>
                            <a:lnTo>
                              <a:pt x="10" y="4"/>
                            </a:lnTo>
                            <a:lnTo>
                              <a:pt x="9" y="3"/>
                            </a:lnTo>
                            <a:lnTo>
                              <a:pt x="7" y="1"/>
                            </a:lnTo>
                            <a:lnTo>
                              <a:pt x="6" y="0"/>
                            </a:lnTo>
                            <a:lnTo>
                              <a:pt x="4" y="0"/>
                            </a:lnTo>
                            <a:lnTo>
                              <a:pt x="3"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69" name="Freeform 275"/>
                      <p:cNvSpPr>
                        <a:spLocks/>
                      </p:cNvSpPr>
                      <p:nvPr/>
                    </p:nvSpPr>
                    <p:spPr bwMode="auto">
                      <a:xfrm>
                        <a:off x="3750" y="2106"/>
                        <a:ext cx="9" cy="8"/>
                      </a:xfrm>
                      <a:custGeom>
                        <a:avLst/>
                        <a:gdLst>
                          <a:gd name="T0" fmla="*/ 3 w 9"/>
                          <a:gd name="T1" fmla="*/ 0 h 8"/>
                          <a:gd name="T2" fmla="*/ 2 w 9"/>
                          <a:gd name="T3" fmla="*/ 1 h 8"/>
                          <a:gd name="T4" fmla="*/ 0 w 9"/>
                          <a:gd name="T5" fmla="*/ 3 h 8"/>
                          <a:gd name="T6" fmla="*/ 0 w 9"/>
                          <a:gd name="T7" fmla="*/ 4 h 8"/>
                          <a:gd name="T8" fmla="*/ 0 w 9"/>
                          <a:gd name="T9" fmla="*/ 6 h 8"/>
                          <a:gd name="T10" fmla="*/ 0 w 9"/>
                          <a:gd name="T11" fmla="*/ 7 h 8"/>
                          <a:gd name="T12" fmla="*/ 2 w 9"/>
                          <a:gd name="T13" fmla="*/ 8 h 8"/>
                          <a:gd name="T14" fmla="*/ 3 w 9"/>
                          <a:gd name="T15" fmla="*/ 8 h 8"/>
                          <a:gd name="T16" fmla="*/ 5 w 9"/>
                          <a:gd name="T17" fmla="*/ 8 h 8"/>
                          <a:gd name="T18" fmla="*/ 5 w 9"/>
                          <a:gd name="T19" fmla="*/ 8 h 8"/>
                          <a:gd name="T20" fmla="*/ 6 w 9"/>
                          <a:gd name="T21" fmla="*/ 8 h 8"/>
                          <a:gd name="T22" fmla="*/ 8 w 9"/>
                          <a:gd name="T23" fmla="*/ 7 h 8"/>
                          <a:gd name="T24" fmla="*/ 9 w 9"/>
                          <a:gd name="T25" fmla="*/ 6 h 8"/>
                          <a:gd name="T26" fmla="*/ 9 w 9"/>
                          <a:gd name="T27" fmla="*/ 4 h 8"/>
                          <a:gd name="T28" fmla="*/ 8 w 9"/>
                          <a:gd name="T29" fmla="*/ 3 h 8"/>
                          <a:gd name="T30" fmla="*/ 6 w 9"/>
                          <a:gd name="T31" fmla="*/ 1 h 8"/>
                          <a:gd name="T32" fmla="*/ 5 w 9"/>
                          <a:gd name="T33" fmla="*/ 0 h 8"/>
                          <a:gd name="T34" fmla="*/ 3 w 9"/>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3" y="0"/>
                            </a:moveTo>
                            <a:lnTo>
                              <a:pt x="2" y="1"/>
                            </a:lnTo>
                            <a:lnTo>
                              <a:pt x="0" y="3"/>
                            </a:lnTo>
                            <a:lnTo>
                              <a:pt x="0" y="4"/>
                            </a:lnTo>
                            <a:lnTo>
                              <a:pt x="0" y="6"/>
                            </a:lnTo>
                            <a:lnTo>
                              <a:pt x="0" y="7"/>
                            </a:lnTo>
                            <a:lnTo>
                              <a:pt x="2" y="8"/>
                            </a:lnTo>
                            <a:lnTo>
                              <a:pt x="3" y="8"/>
                            </a:lnTo>
                            <a:lnTo>
                              <a:pt x="5" y="8"/>
                            </a:lnTo>
                            <a:lnTo>
                              <a:pt x="6" y="8"/>
                            </a:lnTo>
                            <a:lnTo>
                              <a:pt x="8" y="7"/>
                            </a:lnTo>
                            <a:lnTo>
                              <a:pt x="9" y="6"/>
                            </a:lnTo>
                            <a:lnTo>
                              <a:pt x="9" y="4"/>
                            </a:lnTo>
                            <a:lnTo>
                              <a:pt x="8" y="3"/>
                            </a:lnTo>
                            <a:lnTo>
                              <a:pt x="6" y="1"/>
                            </a:lnTo>
                            <a:lnTo>
                              <a:pt x="5"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70" name="Freeform 276"/>
                      <p:cNvSpPr>
                        <a:spLocks/>
                      </p:cNvSpPr>
                      <p:nvPr/>
                    </p:nvSpPr>
                    <p:spPr bwMode="auto">
                      <a:xfrm>
                        <a:off x="3766" y="2103"/>
                        <a:ext cx="9" cy="9"/>
                      </a:xfrm>
                      <a:custGeom>
                        <a:avLst/>
                        <a:gdLst>
                          <a:gd name="T0" fmla="*/ 6 w 9"/>
                          <a:gd name="T1" fmla="*/ 0 h 9"/>
                          <a:gd name="T2" fmla="*/ 5 w 9"/>
                          <a:gd name="T3" fmla="*/ 0 h 9"/>
                          <a:gd name="T4" fmla="*/ 3 w 9"/>
                          <a:gd name="T5" fmla="*/ 0 h 9"/>
                          <a:gd name="T6" fmla="*/ 2 w 9"/>
                          <a:gd name="T7" fmla="*/ 1 h 9"/>
                          <a:gd name="T8" fmla="*/ 0 w 9"/>
                          <a:gd name="T9" fmla="*/ 3 h 9"/>
                          <a:gd name="T10" fmla="*/ 0 w 9"/>
                          <a:gd name="T11" fmla="*/ 4 h 9"/>
                          <a:gd name="T12" fmla="*/ 2 w 9"/>
                          <a:gd name="T13" fmla="*/ 6 h 9"/>
                          <a:gd name="T14" fmla="*/ 3 w 9"/>
                          <a:gd name="T15" fmla="*/ 7 h 9"/>
                          <a:gd name="T16" fmla="*/ 5 w 9"/>
                          <a:gd name="T17" fmla="*/ 9 h 9"/>
                          <a:gd name="T18" fmla="*/ 5 w 9"/>
                          <a:gd name="T19" fmla="*/ 9 h 9"/>
                          <a:gd name="T20" fmla="*/ 6 w 9"/>
                          <a:gd name="T21" fmla="*/ 9 h 9"/>
                          <a:gd name="T22" fmla="*/ 8 w 9"/>
                          <a:gd name="T23" fmla="*/ 7 h 9"/>
                          <a:gd name="T24" fmla="*/ 9 w 9"/>
                          <a:gd name="T25" fmla="*/ 6 h 9"/>
                          <a:gd name="T26" fmla="*/ 9 w 9"/>
                          <a:gd name="T27" fmla="*/ 4 h 9"/>
                          <a:gd name="T28" fmla="*/ 9 w 9"/>
                          <a:gd name="T29" fmla="*/ 3 h 9"/>
                          <a:gd name="T30" fmla="*/ 9 w 9"/>
                          <a:gd name="T31" fmla="*/ 1 h 9"/>
                          <a:gd name="T32" fmla="*/ 8 w 9"/>
                          <a:gd name="T33" fmla="*/ 0 h 9"/>
                          <a:gd name="T34" fmla="*/ 6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6" y="0"/>
                            </a:moveTo>
                            <a:lnTo>
                              <a:pt x="5" y="0"/>
                            </a:lnTo>
                            <a:lnTo>
                              <a:pt x="3" y="0"/>
                            </a:lnTo>
                            <a:lnTo>
                              <a:pt x="2" y="1"/>
                            </a:lnTo>
                            <a:lnTo>
                              <a:pt x="0" y="3"/>
                            </a:lnTo>
                            <a:lnTo>
                              <a:pt x="0" y="4"/>
                            </a:lnTo>
                            <a:lnTo>
                              <a:pt x="2" y="6"/>
                            </a:lnTo>
                            <a:lnTo>
                              <a:pt x="3" y="7"/>
                            </a:lnTo>
                            <a:lnTo>
                              <a:pt x="5" y="9"/>
                            </a:lnTo>
                            <a:lnTo>
                              <a:pt x="6" y="9"/>
                            </a:lnTo>
                            <a:lnTo>
                              <a:pt x="8" y="7"/>
                            </a:lnTo>
                            <a:lnTo>
                              <a:pt x="9" y="6"/>
                            </a:lnTo>
                            <a:lnTo>
                              <a:pt x="9" y="4"/>
                            </a:lnTo>
                            <a:lnTo>
                              <a:pt x="9" y="3"/>
                            </a:lnTo>
                            <a:lnTo>
                              <a:pt x="9" y="1"/>
                            </a:lnTo>
                            <a:lnTo>
                              <a:pt x="8" y="0"/>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71" name="Freeform 277"/>
                      <p:cNvSpPr>
                        <a:spLocks/>
                      </p:cNvSpPr>
                      <p:nvPr/>
                    </p:nvSpPr>
                    <p:spPr bwMode="auto">
                      <a:xfrm>
                        <a:off x="3784" y="2103"/>
                        <a:ext cx="9" cy="9"/>
                      </a:xfrm>
                      <a:custGeom>
                        <a:avLst/>
                        <a:gdLst>
                          <a:gd name="T0" fmla="*/ 6 w 9"/>
                          <a:gd name="T1" fmla="*/ 0 h 9"/>
                          <a:gd name="T2" fmla="*/ 4 w 9"/>
                          <a:gd name="T3" fmla="*/ 0 h 9"/>
                          <a:gd name="T4" fmla="*/ 3 w 9"/>
                          <a:gd name="T5" fmla="*/ 0 h 9"/>
                          <a:gd name="T6" fmla="*/ 1 w 9"/>
                          <a:gd name="T7" fmla="*/ 1 h 9"/>
                          <a:gd name="T8" fmla="*/ 0 w 9"/>
                          <a:gd name="T9" fmla="*/ 3 h 9"/>
                          <a:gd name="T10" fmla="*/ 0 w 9"/>
                          <a:gd name="T11" fmla="*/ 4 h 9"/>
                          <a:gd name="T12" fmla="*/ 1 w 9"/>
                          <a:gd name="T13" fmla="*/ 6 h 9"/>
                          <a:gd name="T14" fmla="*/ 3 w 9"/>
                          <a:gd name="T15" fmla="*/ 7 h 9"/>
                          <a:gd name="T16" fmla="*/ 4 w 9"/>
                          <a:gd name="T17" fmla="*/ 9 h 9"/>
                          <a:gd name="T18" fmla="*/ 4 w 9"/>
                          <a:gd name="T19" fmla="*/ 9 h 9"/>
                          <a:gd name="T20" fmla="*/ 6 w 9"/>
                          <a:gd name="T21" fmla="*/ 9 h 9"/>
                          <a:gd name="T22" fmla="*/ 7 w 9"/>
                          <a:gd name="T23" fmla="*/ 7 h 9"/>
                          <a:gd name="T24" fmla="*/ 9 w 9"/>
                          <a:gd name="T25" fmla="*/ 6 h 9"/>
                          <a:gd name="T26" fmla="*/ 9 w 9"/>
                          <a:gd name="T27" fmla="*/ 4 h 9"/>
                          <a:gd name="T28" fmla="*/ 9 w 9"/>
                          <a:gd name="T29" fmla="*/ 3 h 9"/>
                          <a:gd name="T30" fmla="*/ 9 w 9"/>
                          <a:gd name="T31" fmla="*/ 1 h 9"/>
                          <a:gd name="T32" fmla="*/ 7 w 9"/>
                          <a:gd name="T33" fmla="*/ 0 h 9"/>
                          <a:gd name="T34" fmla="*/ 6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6" y="0"/>
                            </a:moveTo>
                            <a:lnTo>
                              <a:pt x="4" y="0"/>
                            </a:lnTo>
                            <a:lnTo>
                              <a:pt x="3" y="0"/>
                            </a:lnTo>
                            <a:lnTo>
                              <a:pt x="1" y="1"/>
                            </a:lnTo>
                            <a:lnTo>
                              <a:pt x="0" y="3"/>
                            </a:lnTo>
                            <a:lnTo>
                              <a:pt x="0" y="4"/>
                            </a:lnTo>
                            <a:lnTo>
                              <a:pt x="1" y="6"/>
                            </a:lnTo>
                            <a:lnTo>
                              <a:pt x="3" y="7"/>
                            </a:lnTo>
                            <a:lnTo>
                              <a:pt x="4" y="9"/>
                            </a:lnTo>
                            <a:lnTo>
                              <a:pt x="6" y="9"/>
                            </a:lnTo>
                            <a:lnTo>
                              <a:pt x="7" y="7"/>
                            </a:lnTo>
                            <a:lnTo>
                              <a:pt x="9" y="6"/>
                            </a:lnTo>
                            <a:lnTo>
                              <a:pt x="9" y="4"/>
                            </a:lnTo>
                            <a:lnTo>
                              <a:pt x="9" y="3"/>
                            </a:lnTo>
                            <a:lnTo>
                              <a:pt x="9" y="1"/>
                            </a:lnTo>
                            <a:lnTo>
                              <a:pt x="7" y="0"/>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72" name="Freeform 278"/>
                      <p:cNvSpPr>
                        <a:spLocks/>
                      </p:cNvSpPr>
                      <p:nvPr/>
                    </p:nvSpPr>
                    <p:spPr bwMode="auto">
                      <a:xfrm>
                        <a:off x="3801" y="2106"/>
                        <a:ext cx="9" cy="8"/>
                      </a:xfrm>
                      <a:custGeom>
                        <a:avLst/>
                        <a:gdLst>
                          <a:gd name="T0" fmla="*/ 5 w 9"/>
                          <a:gd name="T1" fmla="*/ 0 h 8"/>
                          <a:gd name="T2" fmla="*/ 3 w 9"/>
                          <a:gd name="T3" fmla="*/ 0 h 8"/>
                          <a:gd name="T4" fmla="*/ 2 w 9"/>
                          <a:gd name="T5" fmla="*/ 1 h 8"/>
                          <a:gd name="T6" fmla="*/ 0 w 9"/>
                          <a:gd name="T7" fmla="*/ 3 h 8"/>
                          <a:gd name="T8" fmla="*/ 0 w 9"/>
                          <a:gd name="T9" fmla="*/ 4 h 8"/>
                          <a:gd name="T10" fmla="*/ 0 w 9"/>
                          <a:gd name="T11" fmla="*/ 6 h 8"/>
                          <a:gd name="T12" fmla="*/ 0 w 9"/>
                          <a:gd name="T13" fmla="*/ 7 h 8"/>
                          <a:gd name="T14" fmla="*/ 2 w 9"/>
                          <a:gd name="T15" fmla="*/ 8 h 8"/>
                          <a:gd name="T16" fmla="*/ 3 w 9"/>
                          <a:gd name="T17" fmla="*/ 8 h 8"/>
                          <a:gd name="T18" fmla="*/ 3 w 9"/>
                          <a:gd name="T19" fmla="*/ 8 h 8"/>
                          <a:gd name="T20" fmla="*/ 5 w 9"/>
                          <a:gd name="T21" fmla="*/ 8 h 8"/>
                          <a:gd name="T22" fmla="*/ 6 w 9"/>
                          <a:gd name="T23" fmla="*/ 8 h 8"/>
                          <a:gd name="T24" fmla="*/ 7 w 9"/>
                          <a:gd name="T25" fmla="*/ 7 h 8"/>
                          <a:gd name="T26" fmla="*/ 9 w 9"/>
                          <a:gd name="T27" fmla="*/ 6 h 8"/>
                          <a:gd name="T28" fmla="*/ 9 w 9"/>
                          <a:gd name="T29" fmla="*/ 4 h 8"/>
                          <a:gd name="T30" fmla="*/ 7 w 9"/>
                          <a:gd name="T31" fmla="*/ 3 h 8"/>
                          <a:gd name="T32" fmla="*/ 6 w 9"/>
                          <a:gd name="T33" fmla="*/ 1 h 8"/>
                          <a:gd name="T34" fmla="*/ 5 w 9"/>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5" y="0"/>
                            </a:moveTo>
                            <a:lnTo>
                              <a:pt x="3" y="0"/>
                            </a:lnTo>
                            <a:lnTo>
                              <a:pt x="2" y="1"/>
                            </a:lnTo>
                            <a:lnTo>
                              <a:pt x="0" y="3"/>
                            </a:lnTo>
                            <a:lnTo>
                              <a:pt x="0" y="4"/>
                            </a:lnTo>
                            <a:lnTo>
                              <a:pt x="0" y="6"/>
                            </a:lnTo>
                            <a:lnTo>
                              <a:pt x="0" y="7"/>
                            </a:lnTo>
                            <a:lnTo>
                              <a:pt x="2" y="8"/>
                            </a:lnTo>
                            <a:lnTo>
                              <a:pt x="3" y="8"/>
                            </a:lnTo>
                            <a:lnTo>
                              <a:pt x="5" y="8"/>
                            </a:lnTo>
                            <a:lnTo>
                              <a:pt x="6" y="8"/>
                            </a:lnTo>
                            <a:lnTo>
                              <a:pt x="7" y="7"/>
                            </a:lnTo>
                            <a:lnTo>
                              <a:pt x="9" y="6"/>
                            </a:lnTo>
                            <a:lnTo>
                              <a:pt x="9" y="4"/>
                            </a:lnTo>
                            <a:lnTo>
                              <a:pt x="7" y="3"/>
                            </a:lnTo>
                            <a:lnTo>
                              <a:pt x="6"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73" name="Freeform 279"/>
                      <p:cNvSpPr>
                        <a:spLocks/>
                      </p:cNvSpPr>
                      <p:nvPr/>
                    </p:nvSpPr>
                    <p:spPr bwMode="auto">
                      <a:xfrm>
                        <a:off x="3817" y="2113"/>
                        <a:ext cx="9" cy="9"/>
                      </a:xfrm>
                      <a:custGeom>
                        <a:avLst/>
                        <a:gdLst>
                          <a:gd name="T0" fmla="*/ 6 w 9"/>
                          <a:gd name="T1" fmla="*/ 0 h 9"/>
                          <a:gd name="T2" fmla="*/ 5 w 9"/>
                          <a:gd name="T3" fmla="*/ 0 h 9"/>
                          <a:gd name="T4" fmla="*/ 3 w 9"/>
                          <a:gd name="T5" fmla="*/ 0 h 9"/>
                          <a:gd name="T6" fmla="*/ 2 w 9"/>
                          <a:gd name="T7" fmla="*/ 0 h 9"/>
                          <a:gd name="T8" fmla="*/ 0 w 9"/>
                          <a:gd name="T9" fmla="*/ 1 h 9"/>
                          <a:gd name="T10" fmla="*/ 0 w 9"/>
                          <a:gd name="T11" fmla="*/ 3 h 9"/>
                          <a:gd name="T12" fmla="*/ 0 w 9"/>
                          <a:gd name="T13" fmla="*/ 4 h 9"/>
                          <a:gd name="T14" fmla="*/ 0 w 9"/>
                          <a:gd name="T15" fmla="*/ 6 h 9"/>
                          <a:gd name="T16" fmla="*/ 2 w 9"/>
                          <a:gd name="T17" fmla="*/ 7 h 9"/>
                          <a:gd name="T18" fmla="*/ 2 w 9"/>
                          <a:gd name="T19" fmla="*/ 7 h 9"/>
                          <a:gd name="T20" fmla="*/ 3 w 9"/>
                          <a:gd name="T21" fmla="*/ 9 h 9"/>
                          <a:gd name="T22" fmla="*/ 5 w 9"/>
                          <a:gd name="T23" fmla="*/ 9 h 9"/>
                          <a:gd name="T24" fmla="*/ 6 w 9"/>
                          <a:gd name="T25" fmla="*/ 7 h 9"/>
                          <a:gd name="T26" fmla="*/ 7 w 9"/>
                          <a:gd name="T27" fmla="*/ 6 h 9"/>
                          <a:gd name="T28" fmla="*/ 9 w 9"/>
                          <a:gd name="T29" fmla="*/ 4 h 9"/>
                          <a:gd name="T30" fmla="*/ 9 w 9"/>
                          <a:gd name="T31" fmla="*/ 3 h 9"/>
                          <a:gd name="T32" fmla="*/ 7 w 9"/>
                          <a:gd name="T33" fmla="*/ 1 h 9"/>
                          <a:gd name="T34" fmla="*/ 6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6" y="0"/>
                            </a:moveTo>
                            <a:lnTo>
                              <a:pt x="5" y="0"/>
                            </a:lnTo>
                            <a:lnTo>
                              <a:pt x="3" y="0"/>
                            </a:lnTo>
                            <a:lnTo>
                              <a:pt x="2" y="0"/>
                            </a:lnTo>
                            <a:lnTo>
                              <a:pt x="0" y="1"/>
                            </a:lnTo>
                            <a:lnTo>
                              <a:pt x="0" y="3"/>
                            </a:lnTo>
                            <a:lnTo>
                              <a:pt x="0" y="4"/>
                            </a:lnTo>
                            <a:lnTo>
                              <a:pt x="0" y="6"/>
                            </a:lnTo>
                            <a:lnTo>
                              <a:pt x="2" y="7"/>
                            </a:lnTo>
                            <a:lnTo>
                              <a:pt x="3" y="9"/>
                            </a:lnTo>
                            <a:lnTo>
                              <a:pt x="5" y="9"/>
                            </a:lnTo>
                            <a:lnTo>
                              <a:pt x="6" y="7"/>
                            </a:lnTo>
                            <a:lnTo>
                              <a:pt x="7" y="6"/>
                            </a:lnTo>
                            <a:lnTo>
                              <a:pt x="9" y="4"/>
                            </a:lnTo>
                            <a:lnTo>
                              <a:pt x="9" y="3"/>
                            </a:lnTo>
                            <a:lnTo>
                              <a:pt x="7" y="1"/>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74" name="Freeform 280"/>
                      <p:cNvSpPr>
                        <a:spLocks/>
                      </p:cNvSpPr>
                      <p:nvPr/>
                    </p:nvSpPr>
                    <p:spPr bwMode="auto">
                      <a:xfrm>
                        <a:off x="3832" y="2122"/>
                        <a:ext cx="8" cy="8"/>
                      </a:xfrm>
                      <a:custGeom>
                        <a:avLst/>
                        <a:gdLst>
                          <a:gd name="T0" fmla="*/ 7 w 8"/>
                          <a:gd name="T1" fmla="*/ 0 h 8"/>
                          <a:gd name="T2" fmla="*/ 6 w 8"/>
                          <a:gd name="T3" fmla="*/ 0 h 8"/>
                          <a:gd name="T4" fmla="*/ 4 w 8"/>
                          <a:gd name="T5" fmla="*/ 0 h 8"/>
                          <a:gd name="T6" fmla="*/ 3 w 8"/>
                          <a:gd name="T7" fmla="*/ 0 h 8"/>
                          <a:gd name="T8" fmla="*/ 1 w 8"/>
                          <a:gd name="T9" fmla="*/ 1 h 8"/>
                          <a:gd name="T10" fmla="*/ 0 w 8"/>
                          <a:gd name="T11" fmla="*/ 3 h 8"/>
                          <a:gd name="T12" fmla="*/ 0 w 8"/>
                          <a:gd name="T13" fmla="*/ 4 h 8"/>
                          <a:gd name="T14" fmla="*/ 1 w 8"/>
                          <a:gd name="T15" fmla="*/ 6 h 8"/>
                          <a:gd name="T16" fmla="*/ 3 w 8"/>
                          <a:gd name="T17" fmla="*/ 7 h 8"/>
                          <a:gd name="T18" fmla="*/ 3 w 8"/>
                          <a:gd name="T19" fmla="*/ 7 h 8"/>
                          <a:gd name="T20" fmla="*/ 4 w 8"/>
                          <a:gd name="T21" fmla="*/ 8 h 8"/>
                          <a:gd name="T22" fmla="*/ 6 w 8"/>
                          <a:gd name="T23" fmla="*/ 8 h 8"/>
                          <a:gd name="T24" fmla="*/ 7 w 8"/>
                          <a:gd name="T25" fmla="*/ 7 h 8"/>
                          <a:gd name="T26" fmla="*/ 8 w 8"/>
                          <a:gd name="T27" fmla="*/ 6 h 8"/>
                          <a:gd name="T28" fmla="*/ 8 w 8"/>
                          <a:gd name="T29" fmla="*/ 4 h 8"/>
                          <a:gd name="T30" fmla="*/ 8 w 8"/>
                          <a:gd name="T31" fmla="*/ 3 h 8"/>
                          <a:gd name="T32" fmla="*/ 8 w 8"/>
                          <a:gd name="T33" fmla="*/ 1 h 8"/>
                          <a:gd name="T34" fmla="*/ 7 w 8"/>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8"/>
                          <a:gd name="T56" fmla="*/ 8 w 8"/>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8">
                            <a:moveTo>
                              <a:pt x="7" y="0"/>
                            </a:moveTo>
                            <a:lnTo>
                              <a:pt x="6" y="0"/>
                            </a:lnTo>
                            <a:lnTo>
                              <a:pt x="4" y="0"/>
                            </a:lnTo>
                            <a:lnTo>
                              <a:pt x="3" y="0"/>
                            </a:lnTo>
                            <a:lnTo>
                              <a:pt x="1" y="1"/>
                            </a:lnTo>
                            <a:lnTo>
                              <a:pt x="0" y="3"/>
                            </a:lnTo>
                            <a:lnTo>
                              <a:pt x="0" y="4"/>
                            </a:lnTo>
                            <a:lnTo>
                              <a:pt x="1" y="6"/>
                            </a:lnTo>
                            <a:lnTo>
                              <a:pt x="3" y="7"/>
                            </a:lnTo>
                            <a:lnTo>
                              <a:pt x="4" y="8"/>
                            </a:lnTo>
                            <a:lnTo>
                              <a:pt x="6" y="8"/>
                            </a:lnTo>
                            <a:lnTo>
                              <a:pt x="7" y="7"/>
                            </a:lnTo>
                            <a:lnTo>
                              <a:pt x="8" y="6"/>
                            </a:lnTo>
                            <a:lnTo>
                              <a:pt x="8" y="4"/>
                            </a:lnTo>
                            <a:lnTo>
                              <a:pt x="8" y="3"/>
                            </a:lnTo>
                            <a:lnTo>
                              <a:pt x="8" y="1"/>
                            </a:lnTo>
                            <a:lnTo>
                              <a:pt x="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75" name="Freeform 281"/>
                      <p:cNvSpPr>
                        <a:spLocks/>
                      </p:cNvSpPr>
                      <p:nvPr/>
                    </p:nvSpPr>
                    <p:spPr bwMode="auto">
                      <a:xfrm>
                        <a:off x="3846" y="2130"/>
                        <a:ext cx="9" cy="9"/>
                      </a:xfrm>
                      <a:custGeom>
                        <a:avLst/>
                        <a:gdLst>
                          <a:gd name="T0" fmla="*/ 8 w 9"/>
                          <a:gd name="T1" fmla="*/ 2 h 9"/>
                          <a:gd name="T2" fmla="*/ 6 w 9"/>
                          <a:gd name="T3" fmla="*/ 0 h 9"/>
                          <a:gd name="T4" fmla="*/ 5 w 9"/>
                          <a:gd name="T5" fmla="*/ 0 h 9"/>
                          <a:gd name="T6" fmla="*/ 3 w 9"/>
                          <a:gd name="T7" fmla="*/ 2 h 9"/>
                          <a:gd name="T8" fmla="*/ 2 w 9"/>
                          <a:gd name="T9" fmla="*/ 3 h 9"/>
                          <a:gd name="T10" fmla="*/ 0 w 9"/>
                          <a:gd name="T11" fmla="*/ 5 h 9"/>
                          <a:gd name="T12" fmla="*/ 0 w 9"/>
                          <a:gd name="T13" fmla="*/ 6 h 9"/>
                          <a:gd name="T14" fmla="*/ 2 w 9"/>
                          <a:gd name="T15" fmla="*/ 8 h 9"/>
                          <a:gd name="T16" fmla="*/ 3 w 9"/>
                          <a:gd name="T17" fmla="*/ 9 h 9"/>
                          <a:gd name="T18" fmla="*/ 3 w 9"/>
                          <a:gd name="T19" fmla="*/ 9 h 9"/>
                          <a:gd name="T20" fmla="*/ 5 w 9"/>
                          <a:gd name="T21" fmla="*/ 9 h 9"/>
                          <a:gd name="T22" fmla="*/ 6 w 9"/>
                          <a:gd name="T23" fmla="*/ 9 h 9"/>
                          <a:gd name="T24" fmla="*/ 8 w 9"/>
                          <a:gd name="T25" fmla="*/ 9 h 9"/>
                          <a:gd name="T26" fmla="*/ 9 w 9"/>
                          <a:gd name="T27" fmla="*/ 8 h 9"/>
                          <a:gd name="T28" fmla="*/ 9 w 9"/>
                          <a:gd name="T29" fmla="*/ 6 h 9"/>
                          <a:gd name="T30" fmla="*/ 9 w 9"/>
                          <a:gd name="T31" fmla="*/ 5 h 9"/>
                          <a:gd name="T32" fmla="*/ 9 w 9"/>
                          <a:gd name="T33" fmla="*/ 3 h 9"/>
                          <a:gd name="T34" fmla="*/ 8 w 9"/>
                          <a:gd name="T35" fmla="*/ 2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8" y="2"/>
                            </a:moveTo>
                            <a:lnTo>
                              <a:pt x="6" y="0"/>
                            </a:lnTo>
                            <a:lnTo>
                              <a:pt x="5" y="0"/>
                            </a:lnTo>
                            <a:lnTo>
                              <a:pt x="3" y="2"/>
                            </a:lnTo>
                            <a:lnTo>
                              <a:pt x="2" y="3"/>
                            </a:lnTo>
                            <a:lnTo>
                              <a:pt x="0" y="5"/>
                            </a:lnTo>
                            <a:lnTo>
                              <a:pt x="0" y="6"/>
                            </a:lnTo>
                            <a:lnTo>
                              <a:pt x="2" y="8"/>
                            </a:lnTo>
                            <a:lnTo>
                              <a:pt x="3" y="9"/>
                            </a:lnTo>
                            <a:lnTo>
                              <a:pt x="5" y="9"/>
                            </a:lnTo>
                            <a:lnTo>
                              <a:pt x="6" y="9"/>
                            </a:lnTo>
                            <a:lnTo>
                              <a:pt x="8" y="9"/>
                            </a:lnTo>
                            <a:lnTo>
                              <a:pt x="9" y="8"/>
                            </a:lnTo>
                            <a:lnTo>
                              <a:pt x="9" y="6"/>
                            </a:lnTo>
                            <a:lnTo>
                              <a:pt x="9" y="5"/>
                            </a:lnTo>
                            <a:lnTo>
                              <a:pt x="9" y="3"/>
                            </a:lnTo>
                            <a:lnTo>
                              <a:pt x="8"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76" name="Freeform 282"/>
                      <p:cNvSpPr>
                        <a:spLocks/>
                      </p:cNvSpPr>
                      <p:nvPr/>
                    </p:nvSpPr>
                    <p:spPr bwMode="auto">
                      <a:xfrm>
                        <a:off x="3861" y="2141"/>
                        <a:ext cx="8" cy="8"/>
                      </a:xfrm>
                      <a:custGeom>
                        <a:avLst/>
                        <a:gdLst>
                          <a:gd name="T0" fmla="*/ 7 w 8"/>
                          <a:gd name="T1" fmla="*/ 1 h 8"/>
                          <a:gd name="T2" fmla="*/ 6 w 8"/>
                          <a:gd name="T3" fmla="*/ 0 h 8"/>
                          <a:gd name="T4" fmla="*/ 4 w 8"/>
                          <a:gd name="T5" fmla="*/ 0 h 8"/>
                          <a:gd name="T6" fmla="*/ 3 w 8"/>
                          <a:gd name="T7" fmla="*/ 1 h 8"/>
                          <a:gd name="T8" fmla="*/ 1 w 8"/>
                          <a:gd name="T9" fmla="*/ 3 h 8"/>
                          <a:gd name="T10" fmla="*/ 0 w 8"/>
                          <a:gd name="T11" fmla="*/ 4 h 8"/>
                          <a:gd name="T12" fmla="*/ 0 w 8"/>
                          <a:gd name="T13" fmla="*/ 5 h 8"/>
                          <a:gd name="T14" fmla="*/ 1 w 8"/>
                          <a:gd name="T15" fmla="*/ 7 h 8"/>
                          <a:gd name="T16" fmla="*/ 3 w 8"/>
                          <a:gd name="T17" fmla="*/ 8 h 8"/>
                          <a:gd name="T18" fmla="*/ 3 w 8"/>
                          <a:gd name="T19" fmla="*/ 8 h 8"/>
                          <a:gd name="T20" fmla="*/ 4 w 8"/>
                          <a:gd name="T21" fmla="*/ 8 h 8"/>
                          <a:gd name="T22" fmla="*/ 6 w 8"/>
                          <a:gd name="T23" fmla="*/ 8 h 8"/>
                          <a:gd name="T24" fmla="*/ 7 w 8"/>
                          <a:gd name="T25" fmla="*/ 8 h 8"/>
                          <a:gd name="T26" fmla="*/ 8 w 8"/>
                          <a:gd name="T27" fmla="*/ 7 h 8"/>
                          <a:gd name="T28" fmla="*/ 8 w 8"/>
                          <a:gd name="T29" fmla="*/ 5 h 8"/>
                          <a:gd name="T30" fmla="*/ 8 w 8"/>
                          <a:gd name="T31" fmla="*/ 4 h 8"/>
                          <a:gd name="T32" fmla="*/ 8 w 8"/>
                          <a:gd name="T33" fmla="*/ 3 h 8"/>
                          <a:gd name="T34" fmla="*/ 7 w 8"/>
                          <a:gd name="T35" fmla="*/ 1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8"/>
                          <a:gd name="T56" fmla="*/ 8 w 8"/>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8">
                            <a:moveTo>
                              <a:pt x="7" y="1"/>
                            </a:moveTo>
                            <a:lnTo>
                              <a:pt x="6" y="0"/>
                            </a:lnTo>
                            <a:lnTo>
                              <a:pt x="4" y="0"/>
                            </a:lnTo>
                            <a:lnTo>
                              <a:pt x="3" y="1"/>
                            </a:lnTo>
                            <a:lnTo>
                              <a:pt x="1" y="3"/>
                            </a:lnTo>
                            <a:lnTo>
                              <a:pt x="0" y="4"/>
                            </a:lnTo>
                            <a:lnTo>
                              <a:pt x="0" y="5"/>
                            </a:lnTo>
                            <a:lnTo>
                              <a:pt x="1" y="7"/>
                            </a:lnTo>
                            <a:lnTo>
                              <a:pt x="3" y="8"/>
                            </a:lnTo>
                            <a:lnTo>
                              <a:pt x="4" y="8"/>
                            </a:lnTo>
                            <a:lnTo>
                              <a:pt x="6" y="8"/>
                            </a:lnTo>
                            <a:lnTo>
                              <a:pt x="7" y="8"/>
                            </a:lnTo>
                            <a:lnTo>
                              <a:pt x="8" y="7"/>
                            </a:lnTo>
                            <a:lnTo>
                              <a:pt x="8" y="5"/>
                            </a:lnTo>
                            <a:lnTo>
                              <a:pt x="8" y="4"/>
                            </a:lnTo>
                            <a:lnTo>
                              <a:pt x="8" y="3"/>
                            </a:lnTo>
                            <a:lnTo>
                              <a:pt x="7"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77" name="Freeform 283"/>
                      <p:cNvSpPr>
                        <a:spLocks/>
                      </p:cNvSpPr>
                      <p:nvPr/>
                    </p:nvSpPr>
                    <p:spPr bwMode="auto">
                      <a:xfrm>
                        <a:off x="3874" y="2152"/>
                        <a:ext cx="9" cy="9"/>
                      </a:xfrm>
                      <a:custGeom>
                        <a:avLst/>
                        <a:gdLst>
                          <a:gd name="T0" fmla="*/ 7 w 9"/>
                          <a:gd name="T1" fmla="*/ 0 h 9"/>
                          <a:gd name="T2" fmla="*/ 6 w 9"/>
                          <a:gd name="T3" fmla="*/ 0 h 9"/>
                          <a:gd name="T4" fmla="*/ 4 w 9"/>
                          <a:gd name="T5" fmla="*/ 0 h 9"/>
                          <a:gd name="T6" fmla="*/ 3 w 9"/>
                          <a:gd name="T7" fmla="*/ 0 h 9"/>
                          <a:gd name="T8" fmla="*/ 1 w 9"/>
                          <a:gd name="T9" fmla="*/ 2 h 9"/>
                          <a:gd name="T10" fmla="*/ 0 w 9"/>
                          <a:gd name="T11" fmla="*/ 3 h 9"/>
                          <a:gd name="T12" fmla="*/ 0 w 9"/>
                          <a:gd name="T13" fmla="*/ 5 h 9"/>
                          <a:gd name="T14" fmla="*/ 1 w 9"/>
                          <a:gd name="T15" fmla="*/ 6 h 9"/>
                          <a:gd name="T16" fmla="*/ 3 w 9"/>
                          <a:gd name="T17" fmla="*/ 8 h 9"/>
                          <a:gd name="T18" fmla="*/ 3 w 9"/>
                          <a:gd name="T19" fmla="*/ 8 h 9"/>
                          <a:gd name="T20" fmla="*/ 4 w 9"/>
                          <a:gd name="T21" fmla="*/ 9 h 9"/>
                          <a:gd name="T22" fmla="*/ 6 w 9"/>
                          <a:gd name="T23" fmla="*/ 9 h 9"/>
                          <a:gd name="T24" fmla="*/ 7 w 9"/>
                          <a:gd name="T25" fmla="*/ 8 h 9"/>
                          <a:gd name="T26" fmla="*/ 9 w 9"/>
                          <a:gd name="T27" fmla="*/ 6 h 9"/>
                          <a:gd name="T28" fmla="*/ 9 w 9"/>
                          <a:gd name="T29" fmla="*/ 5 h 9"/>
                          <a:gd name="T30" fmla="*/ 9 w 9"/>
                          <a:gd name="T31" fmla="*/ 3 h 9"/>
                          <a:gd name="T32" fmla="*/ 9 w 9"/>
                          <a:gd name="T33" fmla="*/ 2 h 9"/>
                          <a:gd name="T34" fmla="*/ 7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7" y="0"/>
                            </a:moveTo>
                            <a:lnTo>
                              <a:pt x="6" y="0"/>
                            </a:lnTo>
                            <a:lnTo>
                              <a:pt x="4" y="0"/>
                            </a:lnTo>
                            <a:lnTo>
                              <a:pt x="3" y="0"/>
                            </a:lnTo>
                            <a:lnTo>
                              <a:pt x="1" y="2"/>
                            </a:lnTo>
                            <a:lnTo>
                              <a:pt x="0" y="3"/>
                            </a:lnTo>
                            <a:lnTo>
                              <a:pt x="0" y="5"/>
                            </a:lnTo>
                            <a:lnTo>
                              <a:pt x="1" y="6"/>
                            </a:lnTo>
                            <a:lnTo>
                              <a:pt x="3" y="8"/>
                            </a:lnTo>
                            <a:lnTo>
                              <a:pt x="4" y="9"/>
                            </a:lnTo>
                            <a:lnTo>
                              <a:pt x="6" y="9"/>
                            </a:lnTo>
                            <a:lnTo>
                              <a:pt x="7" y="8"/>
                            </a:lnTo>
                            <a:lnTo>
                              <a:pt x="9" y="6"/>
                            </a:lnTo>
                            <a:lnTo>
                              <a:pt x="9" y="5"/>
                            </a:lnTo>
                            <a:lnTo>
                              <a:pt x="9" y="3"/>
                            </a:lnTo>
                            <a:lnTo>
                              <a:pt x="9" y="2"/>
                            </a:lnTo>
                            <a:lnTo>
                              <a:pt x="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78" name="Freeform 284"/>
                      <p:cNvSpPr>
                        <a:spLocks/>
                      </p:cNvSpPr>
                      <p:nvPr/>
                    </p:nvSpPr>
                    <p:spPr bwMode="auto">
                      <a:xfrm>
                        <a:off x="3888" y="2164"/>
                        <a:ext cx="9" cy="9"/>
                      </a:xfrm>
                      <a:custGeom>
                        <a:avLst/>
                        <a:gdLst>
                          <a:gd name="T0" fmla="*/ 6 w 9"/>
                          <a:gd name="T1" fmla="*/ 0 h 9"/>
                          <a:gd name="T2" fmla="*/ 5 w 9"/>
                          <a:gd name="T3" fmla="*/ 0 h 9"/>
                          <a:gd name="T4" fmla="*/ 3 w 9"/>
                          <a:gd name="T5" fmla="*/ 0 h 9"/>
                          <a:gd name="T6" fmla="*/ 2 w 9"/>
                          <a:gd name="T7" fmla="*/ 0 h 9"/>
                          <a:gd name="T8" fmla="*/ 0 w 9"/>
                          <a:gd name="T9" fmla="*/ 1 h 9"/>
                          <a:gd name="T10" fmla="*/ 0 w 9"/>
                          <a:gd name="T11" fmla="*/ 3 h 9"/>
                          <a:gd name="T12" fmla="*/ 0 w 9"/>
                          <a:gd name="T13" fmla="*/ 4 h 9"/>
                          <a:gd name="T14" fmla="*/ 0 w 9"/>
                          <a:gd name="T15" fmla="*/ 6 h 9"/>
                          <a:gd name="T16" fmla="*/ 2 w 9"/>
                          <a:gd name="T17" fmla="*/ 7 h 9"/>
                          <a:gd name="T18" fmla="*/ 2 w 9"/>
                          <a:gd name="T19" fmla="*/ 7 h 9"/>
                          <a:gd name="T20" fmla="*/ 3 w 9"/>
                          <a:gd name="T21" fmla="*/ 9 h 9"/>
                          <a:gd name="T22" fmla="*/ 5 w 9"/>
                          <a:gd name="T23" fmla="*/ 9 h 9"/>
                          <a:gd name="T24" fmla="*/ 6 w 9"/>
                          <a:gd name="T25" fmla="*/ 7 h 9"/>
                          <a:gd name="T26" fmla="*/ 8 w 9"/>
                          <a:gd name="T27" fmla="*/ 6 h 9"/>
                          <a:gd name="T28" fmla="*/ 9 w 9"/>
                          <a:gd name="T29" fmla="*/ 4 h 9"/>
                          <a:gd name="T30" fmla="*/ 9 w 9"/>
                          <a:gd name="T31" fmla="*/ 3 h 9"/>
                          <a:gd name="T32" fmla="*/ 8 w 9"/>
                          <a:gd name="T33" fmla="*/ 1 h 9"/>
                          <a:gd name="T34" fmla="*/ 6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6" y="0"/>
                            </a:moveTo>
                            <a:lnTo>
                              <a:pt x="5" y="0"/>
                            </a:lnTo>
                            <a:lnTo>
                              <a:pt x="3" y="0"/>
                            </a:lnTo>
                            <a:lnTo>
                              <a:pt x="2" y="0"/>
                            </a:lnTo>
                            <a:lnTo>
                              <a:pt x="0" y="1"/>
                            </a:lnTo>
                            <a:lnTo>
                              <a:pt x="0" y="3"/>
                            </a:lnTo>
                            <a:lnTo>
                              <a:pt x="0" y="4"/>
                            </a:lnTo>
                            <a:lnTo>
                              <a:pt x="0" y="6"/>
                            </a:lnTo>
                            <a:lnTo>
                              <a:pt x="2" y="7"/>
                            </a:lnTo>
                            <a:lnTo>
                              <a:pt x="3" y="9"/>
                            </a:lnTo>
                            <a:lnTo>
                              <a:pt x="5" y="9"/>
                            </a:lnTo>
                            <a:lnTo>
                              <a:pt x="6" y="7"/>
                            </a:lnTo>
                            <a:lnTo>
                              <a:pt x="8" y="6"/>
                            </a:lnTo>
                            <a:lnTo>
                              <a:pt x="9" y="4"/>
                            </a:lnTo>
                            <a:lnTo>
                              <a:pt x="9" y="3"/>
                            </a:lnTo>
                            <a:lnTo>
                              <a:pt x="8" y="1"/>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79" name="Freeform 285"/>
                      <p:cNvSpPr>
                        <a:spLocks/>
                      </p:cNvSpPr>
                      <p:nvPr/>
                    </p:nvSpPr>
                    <p:spPr bwMode="auto">
                      <a:xfrm>
                        <a:off x="3901" y="2174"/>
                        <a:ext cx="9" cy="9"/>
                      </a:xfrm>
                      <a:custGeom>
                        <a:avLst/>
                        <a:gdLst>
                          <a:gd name="T0" fmla="*/ 6 w 9"/>
                          <a:gd name="T1" fmla="*/ 1 h 9"/>
                          <a:gd name="T2" fmla="*/ 5 w 9"/>
                          <a:gd name="T3" fmla="*/ 0 h 9"/>
                          <a:gd name="T4" fmla="*/ 3 w 9"/>
                          <a:gd name="T5" fmla="*/ 0 h 9"/>
                          <a:gd name="T6" fmla="*/ 2 w 9"/>
                          <a:gd name="T7" fmla="*/ 1 h 9"/>
                          <a:gd name="T8" fmla="*/ 0 w 9"/>
                          <a:gd name="T9" fmla="*/ 3 h 9"/>
                          <a:gd name="T10" fmla="*/ 0 w 9"/>
                          <a:gd name="T11" fmla="*/ 4 h 9"/>
                          <a:gd name="T12" fmla="*/ 0 w 9"/>
                          <a:gd name="T13" fmla="*/ 6 h 9"/>
                          <a:gd name="T14" fmla="*/ 0 w 9"/>
                          <a:gd name="T15" fmla="*/ 7 h 9"/>
                          <a:gd name="T16" fmla="*/ 2 w 9"/>
                          <a:gd name="T17" fmla="*/ 9 h 9"/>
                          <a:gd name="T18" fmla="*/ 2 w 9"/>
                          <a:gd name="T19" fmla="*/ 9 h 9"/>
                          <a:gd name="T20" fmla="*/ 3 w 9"/>
                          <a:gd name="T21" fmla="*/ 9 h 9"/>
                          <a:gd name="T22" fmla="*/ 5 w 9"/>
                          <a:gd name="T23" fmla="*/ 9 h 9"/>
                          <a:gd name="T24" fmla="*/ 6 w 9"/>
                          <a:gd name="T25" fmla="*/ 9 h 9"/>
                          <a:gd name="T26" fmla="*/ 8 w 9"/>
                          <a:gd name="T27" fmla="*/ 7 h 9"/>
                          <a:gd name="T28" fmla="*/ 9 w 9"/>
                          <a:gd name="T29" fmla="*/ 6 h 9"/>
                          <a:gd name="T30" fmla="*/ 9 w 9"/>
                          <a:gd name="T31" fmla="*/ 4 h 9"/>
                          <a:gd name="T32" fmla="*/ 8 w 9"/>
                          <a:gd name="T33" fmla="*/ 3 h 9"/>
                          <a:gd name="T34" fmla="*/ 6 w 9"/>
                          <a:gd name="T35" fmla="*/ 1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6" y="1"/>
                            </a:moveTo>
                            <a:lnTo>
                              <a:pt x="5" y="0"/>
                            </a:lnTo>
                            <a:lnTo>
                              <a:pt x="3" y="0"/>
                            </a:lnTo>
                            <a:lnTo>
                              <a:pt x="2" y="1"/>
                            </a:lnTo>
                            <a:lnTo>
                              <a:pt x="0" y="3"/>
                            </a:lnTo>
                            <a:lnTo>
                              <a:pt x="0" y="4"/>
                            </a:lnTo>
                            <a:lnTo>
                              <a:pt x="0" y="6"/>
                            </a:lnTo>
                            <a:lnTo>
                              <a:pt x="0" y="7"/>
                            </a:lnTo>
                            <a:lnTo>
                              <a:pt x="2" y="9"/>
                            </a:lnTo>
                            <a:lnTo>
                              <a:pt x="3" y="9"/>
                            </a:lnTo>
                            <a:lnTo>
                              <a:pt x="5" y="9"/>
                            </a:lnTo>
                            <a:lnTo>
                              <a:pt x="6" y="9"/>
                            </a:lnTo>
                            <a:lnTo>
                              <a:pt x="8" y="7"/>
                            </a:lnTo>
                            <a:lnTo>
                              <a:pt x="9" y="6"/>
                            </a:lnTo>
                            <a:lnTo>
                              <a:pt x="9" y="4"/>
                            </a:lnTo>
                            <a:lnTo>
                              <a:pt x="8" y="3"/>
                            </a:lnTo>
                            <a:lnTo>
                              <a:pt x="6"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80" name="Freeform 286"/>
                      <p:cNvSpPr>
                        <a:spLocks/>
                      </p:cNvSpPr>
                      <p:nvPr/>
                    </p:nvSpPr>
                    <p:spPr bwMode="auto">
                      <a:xfrm>
                        <a:off x="3915" y="2187"/>
                        <a:ext cx="8" cy="9"/>
                      </a:xfrm>
                      <a:custGeom>
                        <a:avLst/>
                        <a:gdLst>
                          <a:gd name="T0" fmla="*/ 5 w 8"/>
                          <a:gd name="T1" fmla="*/ 0 h 9"/>
                          <a:gd name="T2" fmla="*/ 4 w 8"/>
                          <a:gd name="T3" fmla="*/ 0 h 9"/>
                          <a:gd name="T4" fmla="*/ 2 w 8"/>
                          <a:gd name="T5" fmla="*/ 0 h 9"/>
                          <a:gd name="T6" fmla="*/ 1 w 8"/>
                          <a:gd name="T7" fmla="*/ 0 h 9"/>
                          <a:gd name="T8" fmla="*/ 0 w 8"/>
                          <a:gd name="T9" fmla="*/ 2 h 9"/>
                          <a:gd name="T10" fmla="*/ 0 w 8"/>
                          <a:gd name="T11" fmla="*/ 3 h 9"/>
                          <a:gd name="T12" fmla="*/ 0 w 8"/>
                          <a:gd name="T13" fmla="*/ 4 h 9"/>
                          <a:gd name="T14" fmla="*/ 0 w 8"/>
                          <a:gd name="T15" fmla="*/ 6 h 9"/>
                          <a:gd name="T16" fmla="*/ 1 w 8"/>
                          <a:gd name="T17" fmla="*/ 7 h 9"/>
                          <a:gd name="T18" fmla="*/ 1 w 8"/>
                          <a:gd name="T19" fmla="*/ 7 h 9"/>
                          <a:gd name="T20" fmla="*/ 2 w 8"/>
                          <a:gd name="T21" fmla="*/ 9 h 9"/>
                          <a:gd name="T22" fmla="*/ 4 w 8"/>
                          <a:gd name="T23" fmla="*/ 9 h 9"/>
                          <a:gd name="T24" fmla="*/ 5 w 8"/>
                          <a:gd name="T25" fmla="*/ 7 h 9"/>
                          <a:gd name="T26" fmla="*/ 7 w 8"/>
                          <a:gd name="T27" fmla="*/ 6 h 9"/>
                          <a:gd name="T28" fmla="*/ 8 w 8"/>
                          <a:gd name="T29" fmla="*/ 4 h 9"/>
                          <a:gd name="T30" fmla="*/ 8 w 8"/>
                          <a:gd name="T31" fmla="*/ 3 h 9"/>
                          <a:gd name="T32" fmla="*/ 7 w 8"/>
                          <a:gd name="T33" fmla="*/ 2 h 9"/>
                          <a:gd name="T34" fmla="*/ 5 w 8"/>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5" y="0"/>
                            </a:moveTo>
                            <a:lnTo>
                              <a:pt x="4" y="0"/>
                            </a:lnTo>
                            <a:lnTo>
                              <a:pt x="2" y="0"/>
                            </a:lnTo>
                            <a:lnTo>
                              <a:pt x="1" y="0"/>
                            </a:lnTo>
                            <a:lnTo>
                              <a:pt x="0" y="2"/>
                            </a:lnTo>
                            <a:lnTo>
                              <a:pt x="0" y="3"/>
                            </a:lnTo>
                            <a:lnTo>
                              <a:pt x="0" y="4"/>
                            </a:lnTo>
                            <a:lnTo>
                              <a:pt x="0" y="6"/>
                            </a:lnTo>
                            <a:lnTo>
                              <a:pt x="1" y="7"/>
                            </a:lnTo>
                            <a:lnTo>
                              <a:pt x="2" y="9"/>
                            </a:lnTo>
                            <a:lnTo>
                              <a:pt x="4" y="9"/>
                            </a:lnTo>
                            <a:lnTo>
                              <a:pt x="5" y="7"/>
                            </a:lnTo>
                            <a:lnTo>
                              <a:pt x="7" y="6"/>
                            </a:lnTo>
                            <a:lnTo>
                              <a:pt x="8" y="4"/>
                            </a:lnTo>
                            <a:lnTo>
                              <a:pt x="8" y="3"/>
                            </a:lnTo>
                            <a:lnTo>
                              <a:pt x="7" y="2"/>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81" name="Freeform 287"/>
                      <p:cNvSpPr>
                        <a:spLocks/>
                      </p:cNvSpPr>
                      <p:nvPr/>
                    </p:nvSpPr>
                    <p:spPr bwMode="auto">
                      <a:xfrm>
                        <a:off x="3926" y="2199"/>
                        <a:ext cx="9" cy="8"/>
                      </a:xfrm>
                      <a:custGeom>
                        <a:avLst/>
                        <a:gdLst>
                          <a:gd name="T0" fmla="*/ 7 w 9"/>
                          <a:gd name="T1" fmla="*/ 0 h 8"/>
                          <a:gd name="T2" fmla="*/ 6 w 9"/>
                          <a:gd name="T3" fmla="*/ 0 h 8"/>
                          <a:gd name="T4" fmla="*/ 4 w 9"/>
                          <a:gd name="T5" fmla="*/ 0 h 8"/>
                          <a:gd name="T6" fmla="*/ 3 w 9"/>
                          <a:gd name="T7" fmla="*/ 0 h 8"/>
                          <a:gd name="T8" fmla="*/ 2 w 9"/>
                          <a:gd name="T9" fmla="*/ 1 h 8"/>
                          <a:gd name="T10" fmla="*/ 0 w 9"/>
                          <a:gd name="T11" fmla="*/ 3 h 8"/>
                          <a:gd name="T12" fmla="*/ 0 w 9"/>
                          <a:gd name="T13" fmla="*/ 4 h 8"/>
                          <a:gd name="T14" fmla="*/ 2 w 9"/>
                          <a:gd name="T15" fmla="*/ 6 h 8"/>
                          <a:gd name="T16" fmla="*/ 3 w 9"/>
                          <a:gd name="T17" fmla="*/ 7 h 8"/>
                          <a:gd name="T18" fmla="*/ 3 w 9"/>
                          <a:gd name="T19" fmla="*/ 7 h 8"/>
                          <a:gd name="T20" fmla="*/ 4 w 9"/>
                          <a:gd name="T21" fmla="*/ 8 h 8"/>
                          <a:gd name="T22" fmla="*/ 6 w 9"/>
                          <a:gd name="T23" fmla="*/ 8 h 8"/>
                          <a:gd name="T24" fmla="*/ 7 w 9"/>
                          <a:gd name="T25" fmla="*/ 7 h 8"/>
                          <a:gd name="T26" fmla="*/ 9 w 9"/>
                          <a:gd name="T27" fmla="*/ 6 h 8"/>
                          <a:gd name="T28" fmla="*/ 9 w 9"/>
                          <a:gd name="T29" fmla="*/ 4 h 8"/>
                          <a:gd name="T30" fmla="*/ 9 w 9"/>
                          <a:gd name="T31" fmla="*/ 3 h 8"/>
                          <a:gd name="T32" fmla="*/ 9 w 9"/>
                          <a:gd name="T33" fmla="*/ 1 h 8"/>
                          <a:gd name="T34" fmla="*/ 7 w 9"/>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7" y="0"/>
                            </a:moveTo>
                            <a:lnTo>
                              <a:pt x="6" y="0"/>
                            </a:lnTo>
                            <a:lnTo>
                              <a:pt x="4" y="0"/>
                            </a:lnTo>
                            <a:lnTo>
                              <a:pt x="3" y="0"/>
                            </a:lnTo>
                            <a:lnTo>
                              <a:pt x="2" y="1"/>
                            </a:lnTo>
                            <a:lnTo>
                              <a:pt x="0" y="3"/>
                            </a:lnTo>
                            <a:lnTo>
                              <a:pt x="0" y="4"/>
                            </a:lnTo>
                            <a:lnTo>
                              <a:pt x="2" y="6"/>
                            </a:lnTo>
                            <a:lnTo>
                              <a:pt x="3" y="7"/>
                            </a:lnTo>
                            <a:lnTo>
                              <a:pt x="4" y="8"/>
                            </a:lnTo>
                            <a:lnTo>
                              <a:pt x="6" y="8"/>
                            </a:lnTo>
                            <a:lnTo>
                              <a:pt x="7" y="7"/>
                            </a:lnTo>
                            <a:lnTo>
                              <a:pt x="9" y="6"/>
                            </a:lnTo>
                            <a:lnTo>
                              <a:pt x="9" y="4"/>
                            </a:lnTo>
                            <a:lnTo>
                              <a:pt x="9" y="3"/>
                            </a:lnTo>
                            <a:lnTo>
                              <a:pt x="9" y="1"/>
                            </a:lnTo>
                            <a:lnTo>
                              <a:pt x="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82" name="Freeform 288"/>
                      <p:cNvSpPr>
                        <a:spLocks/>
                      </p:cNvSpPr>
                      <p:nvPr/>
                    </p:nvSpPr>
                    <p:spPr bwMode="auto">
                      <a:xfrm>
                        <a:off x="3939" y="2210"/>
                        <a:ext cx="9" cy="9"/>
                      </a:xfrm>
                      <a:custGeom>
                        <a:avLst/>
                        <a:gdLst>
                          <a:gd name="T0" fmla="*/ 7 w 9"/>
                          <a:gd name="T1" fmla="*/ 0 h 9"/>
                          <a:gd name="T2" fmla="*/ 6 w 9"/>
                          <a:gd name="T3" fmla="*/ 0 h 9"/>
                          <a:gd name="T4" fmla="*/ 5 w 9"/>
                          <a:gd name="T5" fmla="*/ 0 h 9"/>
                          <a:gd name="T6" fmla="*/ 3 w 9"/>
                          <a:gd name="T7" fmla="*/ 0 h 9"/>
                          <a:gd name="T8" fmla="*/ 2 w 9"/>
                          <a:gd name="T9" fmla="*/ 2 h 9"/>
                          <a:gd name="T10" fmla="*/ 0 w 9"/>
                          <a:gd name="T11" fmla="*/ 3 h 9"/>
                          <a:gd name="T12" fmla="*/ 0 w 9"/>
                          <a:gd name="T13" fmla="*/ 5 h 9"/>
                          <a:gd name="T14" fmla="*/ 2 w 9"/>
                          <a:gd name="T15" fmla="*/ 6 h 9"/>
                          <a:gd name="T16" fmla="*/ 3 w 9"/>
                          <a:gd name="T17" fmla="*/ 8 h 9"/>
                          <a:gd name="T18" fmla="*/ 3 w 9"/>
                          <a:gd name="T19" fmla="*/ 8 h 9"/>
                          <a:gd name="T20" fmla="*/ 5 w 9"/>
                          <a:gd name="T21" fmla="*/ 9 h 9"/>
                          <a:gd name="T22" fmla="*/ 6 w 9"/>
                          <a:gd name="T23" fmla="*/ 9 h 9"/>
                          <a:gd name="T24" fmla="*/ 7 w 9"/>
                          <a:gd name="T25" fmla="*/ 8 h 9"/>
                          <a:gd name="T26" fmla="*/ 9 w 9"/>
                          <a:gd name="T27" fmla="*/ 6 h 9"/>
                          <a:gd name="T28" fmla="*/ 9 w 9"/>
                          <a:gd name="T29" fmla="*/ 5 h 9"/>
                          <a:gd name="T30" fmla="*/ 9 w 9"/>
                          <a:gd name="T31" fmla="*/ 3 h 9"/>
                          <a:gd name="T32" fmla="*/ 9 w 9"/>
                          <a:gd name="T33" fmla="*/ 2 h 9"/>
                          <a:gd name="T34" fmla="*/ 7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7" y="0"/>
                            </a:moveTo>
                            <a:lnTo>
                              <a:pt x="6" y="0"/>
                            </a:lnTo>
                            <a:lnTo>
                              <a:pt x="5" y="0"/>
                            </a:lnTo>
                            <a:lnTo>
                              <a:pt x="3" y="0"/>
                            </a:lnTo>
                            <a:lnTo>
                              <a:pt x="2" y="2"/>
                            </a:lnTo>
                            <a:lnTo>
                              <a:pt x="0" y="3"/>
                            </a:lnTo>
                            <a:lnTo>
                              <a:pt x="0" y="5"/>
                            </a:lnTo>
                            <a:lnTo>
                              <a:pt x="2" y="6"/>
                            </a:lnTo>
                            <a:lnTo>
                              <a:pt x="3" y="8"/>
                            </a:lnTo>
                            <a:lnTo>
                              <a:pt x="5" y="9"/>
                            </a:lnTo>
                            <a:lnTo>
                              <a:pt x="6" y="9"/>
                            </a:lnTo>
                            <a:lnTo>
                              <a:pt x="7" y="8"/>
                            </a:lnTo>
                            <a:lnTo>
                              <a:pt x="9" y="6"/>
                            </a:lnTo>
                            <a:lnTo>
                              <a:pt x="9" y="5"/>
                            </a:lnTo>
                            <a:lnTo>
                              <a:pt x="9" y="3"/>
                            </a:lnTo>
                            <a:lnTo>
                              <a:pt x="9" y="2"/>
                            </a:lnTo>
                            <a:lnTo>
                              <a:pt x="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83" name="Freeform 289"/>
                      <p:cNvSpPr>
                        <a:spLocks/>
                      </p:cNvSpPr>
                      <p:nvPr/>
                    </p:nvSpPr>
                    <p:spPr bwMode="auto">
                      <a:xfrm>
                        <a:off x="3952" y="2222"/>
                        <a:ext cx="9" cy="9"/>
                      </a:xfrm>
                      <a:custGeom>
                        <a:avLst/>
                        <a:gdLst>
                          <a:gd name="T0" fmla="*/ 8 w 9"/>
                          <a:gd name="T1" fmla="*/ 0 h 9"/>
                          <a:gd name="T2" fmla="*/ 6 w 9"/>
                          <a:gd name="T3" fmla="*/ 0 h 9"/>
                          <a:gd name="T4" fmla="*/ 5 w 9"/>
                          <a:gd name="T5" fmla="*/ 0 h 9"/>
                          <a:gd name="T6" fmla="*/ 3 w 9"/>
                          <a:gd name="T7" fmla="*/ 0 h 9"/>
                          <a:gd name="T8" fmla="*/ 2 w 9"/>
                          <a:gd name="T9" fmla="*/ 1 h 9"/>
                          <a:gd name="T10" fmla="*/ 0 w 9"/>
                          <a:gd name="T11" fmla="*/ 3 h 9"/>
                          <a:gd name="T12" fmla="*/ 0 w 9"/>
                          <a:gd name="T13" fmla="*/ 4 h 9"/>
                          <a:gd name="T14" fmla="*/ 2 w 9"/>
                          <a:gd name="T15" fmla="*/ 6 h 9"/>
                          <a:gd name="T16" fmla="*/ 3 w 9"/>
                          <a:gd name="T17" fmla="*/ 7 h 9"/>
                          <a:gd name="T18" fmla="*/ 3 w 9"/>
                          <a:gd name="T19" fmla="*/ 7 h 9"/>
                          <a:gd name="T20" fmla="*/ 5 w 9"/>
                          <a:gd name="T21" fmla="*/ 9 h 9"/>
                          <a:gd name="T22" fmla="*/ 6 w 9"/>
                          <a:gd name="T23" fmla="*/ 9 h 9"/>
                          <a:gd name="T24" fmla="*/ 8 w 9"/>
                          <a:gd name="T25" fmla="*/ 7 h 9"/>
                          <a:gd name="T26" fmla="*/ 9 w 9"/>
                          <a:gd name="T27" fmla="*/ 6 h 9"/>
                          <a:gd name="T28" fmla="*/ 9 w 9"/>
                          <a:gd name="T29" fmla="*/ 4 h 9"/>
                          <a:gd name="T30" fmla="*/ 9 w 9"/>
                          <a:gd name="T31" fmla="*/ 3 h 9"/>
                          <a:gd name="T32" fmla="*/ 9 w 9"/>
                          <a:gd name="T33" fmla="*/ 1 h 9"/>
                          <a:gd name="T34" fmla="*/ 8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8" y="0"/>
                            </a:moveTo>
                            <a:lnTo>
                              <a:pt x="6" y="0"/>
                            </a:lnTo>
                            <a:lnTo>
                              <a:pt x="5" y="0"/>
                            </a:lnTo>
                            <a:lnTo>
                              <a:pt x="3" y="0"/>
                            </a:lnTo>
                            <a:lnTo>
                              <a:pt x="2" y="1"/>
                            </a:lnTo>
                            <a:lnTo>
                              <a:pt x="0" y="3"/>
                            </a:lnTo>
                            <a:lnTo>
                              <a:pt x="0" y="4"/>
                            </a:lnTo>
                            <a:lnTo>
                              <a:pt x="2" y="6"/>
                            </a:lnTo>
                            <a:lnTo>
                              <a:pt x="3" y="7"/>
                            </a:lnTo>
                            <a:lnTo>
                              <a:pt x="5" y="9"/>
                            </a:lnTo>
                            <a:lnTo>
                              <a:pt x="6" y="9"/>
                            </a:lnTo>
                            <a:lnTo>
                              <a:pt x="8" y="7"/>
                            </a:lnTo>
                            <a:lnTo>
                              <a:pt x="9" y="6"/>
                            </a:lnTo>
                            <a:lnTo>
                              <a:pt x="9" y="4"/>
                            </a:lnTo>
                            <a:lnTo>
                              <a:pt x="9" y="3"/>
                            </a:lnTo>
                            <a:lnTo>
                              <a:pt x="9" y="1"/>
                            </a:lnTo>
                            <a:lnTo>
                              <a:pt x="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84" name="Freeform 290"/>
                      <p:cNvSpPr>
                        <a:spLocks/>
                      </p:cNvSpPr>
                      <p:nvPr/>
                    </p:nvSpPr>
                    <p:spPr bwMode="auto">
                      <a:xfrm>
                        <a:off x="3965" y="2234"/>
                        <a:ext cx="9" cy="8"/>
                      </a:xfrm>
                      <a:custGeom>
                        <a:avLst/>
                        <a:gdLst>
                          <a:gd name="T0" fmla="*/ 6 w 9"/>
                          <a:gd name="T1" fmla="*/ 0 h 8"/>
                          <a:gd name="T2" fmla="*/ 5 w 9"/>
                          <a:gd name="T3" fmla="*/ 0 h 8"/>
                          <a:gd name="T4" fmla="*/ 3 w 9"/>
                          <a:gd name="T5" fmla="*/ 0 h 8"/>
                          <a:gd name="T6" fmla="*/ 2 w 9"/>
                          <a:gd name="T7" fmla="*/ 0 h 8"/>
                          <a:gd name="T8" fmla="*/ 0 w 9"/>
                          <a:gd name="T9" fmla="*/ 1 h 8"/>
                          <a:gd name="T10" fmla="*/ 0 w 9"/>
                          <a:gd name="T11" fmla="*/ 3 h 8"/>
                          <a:gd name="T12" fmla="*/ 0 w 9"/>
                          <a:gd name="T13" fmla="*/ 4 h 8"/>
                          <a:gd name="T14" fmla="*/ 0 w 9"/>
                          <a:gd name="T15" fmla="*/ 5 h 8"/>
                          <a:gd name="T16" fmla="*/ 2 w 9"/>
                          <a:gd name="T17" fmla="*/ 7 h 8"/>
                          <a:gd name="T18" fmla="*/ 2 w 9"/>
                          <a:gd name="T19" fmla="*/ 7 h 8"/>
                          <a:gd name="T20" fmla="*/ 3 w 9"/>
                          <a:gd name="T21" fmla="*/ 8 h 8"/>
                          <a:gd name="T22" fmla="*/ 5 w 9"/>
                          <a:gd name="T23" fmla="*/ 8 h 8"/>
                          <a:gd name="T24" fmla="*/ 6 w 9"/>
                          <a:gd name="T25" fmla="*/ 7 h 8"/>
                          <a:gd name="T26" fmla="*/ 8 w 9"/>
                          <a:gd name="T27" fmla="*/ 5 h 8"/>
                          <a:gd name="T28" fmla="*/ 9 w 9"/>
                          <a:gd name="T29" fmla="*/ 4 h 8"/>
                          <a:gd name="T30" fmla="*/ 9 w 9"/>
                          <a:gd name="T31" fmla="*/ 3 h 8"/>
                          <a:gd name="T32" fmla="*/ 8 w 9"/>
                          <a:gd name="T33" fmla="*/ 1 h 8"/>
                          <a:gd name="T34" fmla="*/ 6 w 9"/>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6" y="0"/>
                            </a:moveTo>
                            <a:lnTo>
                              <a:pt x="5" y="0"/>
                            </a:lnTo>
                            <a:lnTo>
                              <a:pt x="3" y="0"/>
                            </a:lnTo>
                            <a:lnTo>
                              <a:pt x="2" y="0"/>
                            </a:lnTo>
                            <a:lnTo>
                              <a:pt x="0" y="1"/>
                            </a:lnTo>
                            <a:lnTo>
                              <a:pt x="0" y="3"/>
                            </a:lnTo>
                            <a:lnTo>
                              <a:pt x="0" y="4"/>
                            </a:lnTo>
                            <a:lnTo>
                              <a:pt x="0" y="5"/>
                            </a:lnTo>
                            <a:lnTo>
                              <a:pt x="2" y="7"/>
                            </a:lnTo>
                            <a:lnTo>
                              <a:pt x="3" y="8"/>
                            </a:lnTo>
                            <a:lnTo>
                              <a:pt x="5" y="8"/>
                            </a:lnTo>
                            <a:lnTo>
                              <a:pt x="6" y="7"/>
                            </a:lnTo>
                            <a:lnTo>
                              <a:pt x="8" y="5"/>
                            </a:lnTo>
                            <a:lnTo>
                              <a:pt x="9" y="4"/>
                            </a:lnTo>
                            <a:lnTo>
                              <a:pt x="9" y="3"/>
                            </a:lnTo>
                            <a:lnTo>
                              <a:pt x="8" y="1"/>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85" name="Freeform 291"/>
                      <p:cNvSpPr>
                        <a:spLocks/>
                      </p:cNvSpPr>
                      <p:nvPr/>
                    </p:nvSpPr>
                    <p:spPr bwMode="auto">
                      <a:xfrm>
                        <a:off x="3978" y="2245"/>
                        <a:ext cx="9" cy="9"/>
                      </a:xfrm>
                      <a:custGeom>
                        <a:avLst/>
                        <a:gdLst>
                          <a:gd name="T0" fmla="*/ 8 w 9"/>
                          <a:gd name="T1" fmla="*/ 0 h 9"/>
                          <a:gd name="T2" fmla="*/ 6 w 9"/>
                          <a:gd name="T3" fmla="*/ 0 h 9"/>
                          <a:gd name="T4" fmla="*/ 5 w 9"/>
                          <a:gd name="T5" fmla="*/ 0 h 9"/>
                          <a:gd name="T6" fmla="*/ 3 w 9"/>
                          <a:gd name="T7" fmla="*/ 0 h 9"/>
                          <a:gd name="T8" fmla="*/ 2 w 9"/>
                          <a:gd name="T9" fmla="*/ 2 h 9"/>
                          <a:gd name="T10" fmla="*/ 0 w 9"/>
                          <a:gd name="T11" fmla="*/ 3 h 9"/>
                          <a:gd name="T12" fmla="*/ 0 w 9"/>
                          <a:gd name="T13" fmla="*/ 5 h 9"/>
                          <a:gd name="T14" fmla="*/ 2 w 9"/>
                          <a:gd name="T15" fmla="*/ 6 h 9"/>
                          <a:gd name="T16" fmla="*/ 3 w 9"/>
                          <a:gd name="T17" fmla="*/ 7 h 9"/>
                          <a:gd name="T18" fmla="*/ 3 w 9"/>
                          <a:gd name="T19" fmla="*/ 7 h 9"/>
                          <a:gd name="T20" fmla="*/ 5 w 9"/>
                          <a:gd name="T21" fmla="*/ 9 h 9"/>
                          <a:gd name="T22" fmla="*/ 6 w 9"/>
                          <a:gd name="T23" fmla="*/ 9 h 9"/>
                          <a:gd name="T24" fmla="*/ 8 w 9"/>
                          <a:gd name="T25" fmla="*/ 7 h 9"/>
                          <a:gd name="T26" fmla="*/ 9 w 9"/>
                          <a:gd name="T27" fmla="*/ 6 h 9"/>
                          <a:gd name="T28" fmla="*/ 9 w 9"/>
                          <a:gd name="T29" fmla="*/ 5 h 9"/>
                          <a:gd name="T30" fmla="*/ 9 w 9"/>
                          <a:gd name="T31" fmla="*/ 3 h 9"/>
                          <a:gd name="T32" fmla="*/ 9 w 9"/>
                          <a:gd name="T33" fmla="*/ 2 h 9"/>
                          <a:gd name="T34" fmla="*/ 8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8" y="0"/>
                            </a:moveTo>
                            <a:lnTo>
                              <a:pt x="6" y="0"/>
                            </a:lnTo>
                            <a:lnTo>
                              <a:pt x="5" y="0"/>
                            </a:lnTo>
                            <a:lnTo>
                              <a:pt x="3" y="0"/>
                            </a:lnTo>
                            <a:lnTo>
                              <a:pt x="2" y="2"/>
                            </a:lnTo>
                            <a:lnTo>
                              <a:pt x="0" y="3"/>
                            </a:lnTo>
                            <a:lnTo>
                              <a:pt x="0" y="5"/>
                            </a:lnTo>
                            <a:lnTo>
                              <a:pt x="2" y="6"/>
                            </a:lnTo>
                            <a:lnTo>
                              <a:pt x="3" y="7"/>
                            </a:lnTo>
                            <a:lnTo>
                              <a:pt x="5" y="9"/>
                            </a:lnTo>
                            <a:lnTo>
                              <a:pt x="6" y="9"/>
                            </a:lnTo>
                            <a:lnTo>
                              <a:pt x="8" y="7"/>
                            </a:lnTo>
                            <a:lnTo>
                              <a:pt x="9" y="6"/>
                            </a:lnTo>
                            <a:lnTo>
                              <a:pt x="9" y="5"/>
                            </a:lnTo>
                            <a:lnTo>
                              <a:pt x="9" y="3"/>
                            </a:lnTo>
                            <a:lnTo>
                              <a:pt x="9" y="2"/>
                            </a:lnTo>
                            <a:lnTo>
                              <a:pt x="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grpSp>
                <p:grpSp>
                  <p:nvGrpSpPr>
                    <p:cNvPr id="35" name="Group 34"/>
                    <p:cNvGrpSpPr/>
                    <p:nvPr/>
                  </p:nvGrpSpPr>
                  <p:grpSpPr>
                    <a:xfrm>
                      <a:off x="2165350" y="2533650"/>
                      <a:ext cx="5284788" cy="1771650"/>
                      <a:chOff x="2165350" y="2533650"/>
                      <a:chExt cx="5284788" cy="1771650"/>
                    </a:xfrm>
                  </p:grpSpPr>
                  <p:grpSp>
                    <p:nvGrpSpPr>
                      <p:cNvPr id="36" name="Group 238"/>
                      <p:cNvGrpSpPr>
                        <a:grpSpLocks/>
                      </p:cNvGrpSpPr>
                      <p:nvPr/>
                    </p:nvGrpSpPr>
                    <p:grpSpPr bwMode="auto">
                      <a:xfrm>
                        <a:off x="5707063" y="3087688"/>
                        <a:ext cx="546100" cy="122237"/>
                        <a:chOff x="3607" y="1897"/>
                        <a:chExt cx="344" cy="77"/>
                      </a:xfrm>
                    </p:grpSpPr>
                    <p:sp>
                      <p:nvSpPr>
                        <p:cNvPr id="234" name="Freeform 239"/>
                        <p:cNvSpPr>
                          <a:spLocks/>
                        </p:cNvSpPr>
                        <p:nvPr/>
                      </p:nvSpPr>
                      <p:spPr bwMode="auto">
                        <a:xfrm>
                          <a:off x="3607" y="1897"/>
                          <a:ext cx="8" cy="8"/>
                        </a:xfrm>
                        <a:custGeom>
                          <a:avLst/>
                          <a:gdLst>
                            <a:gd name="T0" fmla="*/ 5 w 8"/>
                            <a:gd name="T1" fmla="*/ 0 h 8"/>
                            <a:gd name="T2" fmla="*/ 4 w 8"/>
                            <a:gd name="T3" fmla="*/ 0 h 8"/>
                            <a:gd name="T4" fmla="*/ 3 w 8"/>
                            <a:gd name="T5" fmla="*/ 1 h 8"/>
                            <a:gd name="T6" fmla="*/ 1 w 8"/>
                            <a:gd name="T7" fmla="*/ 2 h 8"/>
                            <a:gd name="T8" fmla="*/ 0 w 8"/>
                            <a:gd name="T9" fmla="*/ 4 h 8"/>
                            <a:gd name="T10" fmla="*/ 0 w 8"/>
                            <a:gd name="T11" fmla="*/ 4 h 8"/>
                            <a:gd name="T12" fmla="*/ 1 w 8"/>
                            <a:gd name="T13" fmla="*/ 5 h 8"/>
                            <a:gd name="T14" fmla="*/ 3 w 8"/>
                            <a:gd name="T15" fmla="*/ 7 h 8"/>
                            <a:gd name="T16" fmla="*/ 4 w 8"/>
                            <a:gd name="T17" fmla="*/ 8 h 8"/>
                            <a:gd name="T18" fmla="*/ 4 w 8"/>
                            <a:gd name="T19" fmla="*/ 8 h 8"/>
                            <a:gd name="T20" fmla="*/ 4 w 8"/>
                            <a:gd name="T21" fmla="*/ 8 h 8"/>
                            <a:gd name="T22" fmla="*/ 5 w 8"/>
                            <a:gd name="T23" fmla="*/ 7 h 8"/>
                            <a:gd name="T24" fmla="*/ 7 w 8"/>
                            <a:gd name="T25" fmla="*/ 5 h 8"/>
                            <a:gd name="T26" fmla="*/ 8 w 8"/>
                            <a:gd name="T27" fmla="*/ 4 h 8"/>
                            <a:gd name="T28" fmla="*/ 8 w 8"/>
                            <a:gd name="T29" fmla="*/ 4 h 8"/>
                            <a:gd name="T30" fmla="*/ 7 w 8"/>
                            <a:gd name="T31" fmla="*/ 2 h 8"/>
                            <a:gd name="T32" fmla="*/ 5 w 8"/>
                            <a:gd name="T33" fmla="*/ 1 h 8"/>
                            <a:gd name="T34" fmla="*/ 5 w 8"/>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8"/>
                            <a:gd name="T56" fmla="*/ 8 w 8"/>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8">
                              <a:moveTo>
                                <a:pt x="5" y="0"/>
                              </a:moveTo>
                              <a:lnTo>
                                <a:pt x="4" y="0"/>
                              </a:lnTo>
                              <a:lnTo>
                                <a:pt x="3" y="1"/>
                              </a:lnTo>
                              <a:lnTo>
                                <a:pt x="1" y="2"/>
                              </a:lnTo>
                              <a:lnTo>
                                <a:pt x="0" y="4"/>
                              </a:lnTo>
                              <a:lnTo>
                                <a:pt x="1" y="5"/>
                              </a:lnTo>
                              <a:lnTo>
                                <a:pt x="3" y="7"/>
                              </a:lnTo>
                              <a:lnTo>
                                <a:pt x="4" y="8"/>
                              </a:lnTo>
                              <a:lnTo>
                                <a:pt x="5" y="7"/>
                              </a:lnTo>
                              <a:lnTo>
                                <a:pt x="7" y="5"/>
                              </a:lnTo>
                              <a:lnTo>
                                <a:pt x="8" y="4"/>
                              </a:lnTo>
                              <a:lnTo>
                                <a:pt x="7" y="2"/>
                              </a:lnTo>
                              <a:lnTo>
                                <a:pt x="5"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35" name="Freeform 240"/>
                        <p:cNvSpPr>
                          <a:spLocks/>
                        </p:cNvSpPr>
                        <p:nvPr/>
                      </p:nvSpPr>
                      <p:spPr bwMode="auto">
                        <a:xfrm>
                          <a:off x="3623" y="1904"/>
                          <a:ext cx="8" cy="9"/>
                        </a:xfrm>
                        <a:custGeom>
                          <a:avLst/>
                          <a:gdLst>
                            <a:gd name="T0" fmla="*/ 5 w 8"/>
                            <a:gd name="T1" fmla="*/ 1 h 9"/>
                            <a:gd name="T2" fmla="*/ 4 w 8"/>
                            <a:gd name="T3" fmla="*/ 0 h 9"/>
                            <a:gd name="T4" fmla="*/ 3 w 8"/>
                            <a:gd name="T5" fmla="*/ 0 h 9"/>
                            <a:gd name="T6" fmla="*/ 1 w 8"/>
                            <a:gd name="T7" fmla="*/ 1 h 9"/>
                            <a:gd name="T8" fmla="*/ 0 w 8"/>
                            <a:gd name="T9" fmla="*/ 3 h 9"/>
                            <a:gd name="T10" fmla="*/ 0 w 8"/>
                            <a:gd name="T11" fmla="*/ 4 h 9"/>
                            <a:gd name="T12" fmla="*/ 0 w 8"/>
                            <a:gd name="T13" fmla="*/ 6 h 9"/>
                            <a:gd name="T14" fmla="*/ 0 w 8"/>
                            <a:gd name="T15" fmla="*/ 7 h 9"/>
                            <a:gd name="T16" fmla="*/ 1 w 8"/>
                            <a:gd name="T17" fmla="*/ 9 h 9"/>
                            <a:gd name="T18" fmla="*/ 1 w 8"/>
                            <a:gd name="T19" fmla="*/ 9 h 9"/>
                            <a:gd name="T20" fmla="*/ 3 w 8"/>
                            <a:gd name="T21" fmla="*/ 9 h 9"/>
                            <a:gd name="T22" fmla="*/ 4 w 8"/>
                            <a:gd name="T23" fmla="*/ 9 h 9"/>
                            <a:gd name="T24" fmla="*/ 5 w 8"/>
                            <a:gd name="T25" fmla="*/ 9 h 9"/>
                            <a:gd name="T26" fmla="*/ 7 w 8"/>
                            <a:gd name="T27" fmla="*/ 7 h 9"/>
                            <a:gd name="T28" fmla="*/ 8 w 8"/>
                            <a:gd name="T29" fmla="*/ 6 h 9"/>
                            <a:gd name="T30" fmla="*/ 8 w 8"/>
                            <a:gd name="T31" fmla="*/ 4 h 9"/>
                            <a:gd name="T32" fmla="*/ 7 w 8"/>
                            <a:gd name="T33" fmla="*/ 3 h 9"/>
                            <a:gd name="T34" fmla="*/ 5 w 8"/>
                            <a:gd name="T35" fmla="*/ 1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5" y="1"/>
                              </a:moveTo>
                              <a:lnTo>
                                <a:pt x="4" y="0"/>
                              </a:lnTo>
                              <a:lnTo>
                                <a:pt x="3" y="0"/>
                              </a:lnTo>
                              <a:lnTo>
                                <a:pt x="1" y="1"/>
                              </a:lnTo>
                              <a:lnTo>
                                <a:pt x="0" y="3"/>
                              </a:lnTo>
                              <a:lnTo>
                                <a:pt x="0" y="4"/>
                              </a:lnTo>
                              <a:lnTo>
                                <a:pt x="0" y="6"/>
                              </a:lnTo>
                              <a:lnTo>
                                <a:pt x="0" y="7"/>
                              </a:lnTo>
                              <a:lnTo>
                                <a:pt x="1" y="9"/>
                              </a:lnTo>
                              <a:lnTo>
                                <a:pt x="3" y="9"/>
                              </a:lnTo>
                              <a:lnTo>
                                <a:pt x="4" y="9"/>
                              </a:lnTo>
                              <a:lnTo>
                                <a:pt x="5" y="9"/>
                              </a:lnTo>
                              <a:lnTo>
                                <a:pt x="7" y="7"/>
                              </a:lnTo>
                              <a:lnTo>
                                <a:pt x="8" y="6"/>
                              </a:lnTo>
                              <a:lnTo>
                                <a:pt x="8" y="4"/>
                              </a:lnTo>
                              <a:lnTo>
                                <a:pt x="7" y="3"/>
                              </a:lnTo>
                              <a:lnTo>
                                <a:pt x="5"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36" name="Freeform 241"/>
                        <p:cNvSpPr>
                          <a:spLocks/>
                        </p:cNvSpPr>
                        <p:nvPr/>
                      </p:nvSpPr>
                      <p:spPr bwMode="auto">
                        <a:xfrm>
                          <a:off x="3637" y="1913"/>
                          <a:ext cx="9" cy="8"/>
                        </a:xfrm>
                        <a:custGeom>
                          <a:avLst/>
                          <a:gdLst>
                            <a:gd name="T0" fmla="*/ 7 w 9"/>
                            <a:gd name="T1" fmla="*/ 1 h 8"/>
                            <a:gd name="T2" fmla="*/ 6 w 9"/>
                            <a:gd name="T3" fmla="*/ 0 h 8"/>
                            <a:gd name="T4" fmla="*/ 4 w 9"/>
                            <a:gd name="T5" fmla="*/ 0 h 8"/>
                            <a:gd name="T6" fmla="*/ 3 w 9"/>
                            <a:gd name="T7" fmla="*/ 1 h 8"/>
                            <a:gd name="T8" fmla="*/ 2 w 9"/>
                            <a:gd name="T9" fmla="*/ 2 h 8"/>
                            <a:gd name="T10" fmla="*/ 0 w 9"/>
                            <a:gd name="T11" fmla="*/ 4 h 8"/>
                            <a:gd name="T12" fmla="*/ 0 w 9"/>
                            <a:gd name="T13" fmla="*/ 5 h 8"/>
                            <a:gd name="T14" fmla="*/ 2 w 9"/>
                            <a:gd name="T15" fmla="*/ 7 h 8"/>
                            <a:gd name="T16" fmla="*/ 3 w 9"/>
                            <a:gd name="T17" fmla="*/ 8 h 8"/>
                            <a:gd name="T18" fmla="*/ 3 w 9"/>
                            <a:gd name="T19" fmla="*/ 8 h 8"/>
                            <a:gd name="T20" fmla="*/ 4 w 9"/>
                            <a:gd name="T21" fmla="*/ 8 h 8"/>
                            <a:gd name="T22" fmla="*/ 6 w 9"/>
                            <a:gd name="T23" fmla="*/ 8 h 8"/>
                            <a:gd name="T24" fmla="*/ 7 w 9"/>
                            <a:gd name="T25" fmla="*/ 8 h 8"/>
                            <a:gd name="T26" fmla="*/ 9 w 9"/>
                            <a:gd name="T27" fmla="*/ 7 h 8"/>
                            <a:gd name="T28" fmla="*/ 9 w 9"/>
                            <a:gd name="T29" fmla="*/ 5 h 8"/>
                            <a:gd name="T30" fmla="*/ 9 w 9"/>
                            <a:gd name="T31" fmla="*/ 4 h 8"/>
                            <a:gd name="T32" fmla="*/ 9 w 9"/>
                            <a:gd name="T33" fmla="*/ 2 h 8"/>
                            <a:gd name="T34" fmla="*/ 7 w 9"/>
                            <a:gd name="T35" fmla="*/ 1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7" y="1"/>
                              </a:moveTo>
                              <a:lnTo>
                                <a:pt x="6" y="0"/>
                              </a:lnTo>
                              <a:lnTo>
                                <a:pt x="4" y="0"/>
                              </a:lnTo>
                              <a:lnTo>
                                <a:pt x="3" y="1"/>
                              </a:lnTo>
                              <a:lnTo>
                                <a:pt x="2" y="2"/>
                              </a:lnTo>
                              <a:lnTo>
                                <a:pt x="0" y="4"/>
                              </a:lnTo>
                              <a:lnTo>
                                <a:pt x="0" y="5"/>
                              </a:lnTo>
                              <a:lnTo>
                                <a:pt x="2" y="7"/>
                              </a:lnTo>
                              <a:lnTo>
                                <a:pt x="3" y="8"/>
                              </a:lnTo>
                              <a:lnTo>
                                <a:pt x="4" y="8"/>
                              </a:lnTo>
                              <a:lnTo>
                                <a:pt x="6" y="8"/>
                              </a:lnTo>
                              <a:lnTo>
                                <a:pt x="7" y="8"/>
                              </a:lnTo>
                              <a:lnTo>
                                <a:pt x="9" y="7"/>
                              </a:lnTo>
                              <a:lnTo>
                                <a:pt x="9" y="5"/>
                              </a:lnTo>
                              <a:lnTo>
                                <a:pt x="9" y="4"/>
                              </a:lnTo>
                              <a:lnTo>
                                <a:pt x="9" y="2"/>
                              </a:lnTo>
                              <a:lnTo>
                                <a:pt x="7"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37" name="Freeform 242"/>
                        <p:cNvSpPr>
                          <a:spLocks/>
                        </p:cNvSpPr>
                        <p:nvPr/>
                      </p:nvSpPr>
                      <p:spPr bwMode="auto">
                        <a:xfrm>
                          <a:off x="3653" y="1921"/>
                          <a:ext cx="9" cy="9"/>
                        </a:xfrm>
                        <a:custGeom>
                          <a:avLst/>
                          <a:gdLst>
                            <a:gd name="T0" fmla="*/ 6 w 9"/>
                            <a:gd name="T1" fmla="*/ 2 h 9"/>
                            <a:gd name="T2" fmla="*/ 4 w 9"/>
                            <a:gd name="T3" fmla="*/ 0 h 9"/>
                            <a:gd name="T4" fmla="*/ 3 w 9"/>
                            <a:gd name="T5" fmla="*/ 0 h 9"/>
                            <a:gd name="T6" fmla="*/ 2 w 9"/>
                            <a:gd name="T7" fmla="*/ 2 h 9"/>
                            <a:gd name="T8" fmla="*/ 0 w 9"/>
                            <a:gd name="T9" fmla="*/ 3 h 9"/>
                            <a:gd name="T10" fmla="*/ 0 w 9"/>
                            <a:gd name="T11" fmla="*/ 5 h 9"/>
                            <a:gd name="T12" fmla="*/ 0 w 9"/>
                            <a:gd name="T13" fmla="*/ 6 h 9"/>
                            <a:gd name="T14" fmla="*/ 0 w 9"/>
                            <a:gd name="T15" fmla="*/ 8 h 9"/>
                            <a:gd name="T16" fmla="*/ 2 w 9"/>
                            <a:gd name="T17" fmla="*/ 9 h 9"/>
                            <a:gd name="T18" fmla="*/ 2 w 9"/>
                            <a:gd name="T19" fmla="*/ 9 h 9"/>
                            <a:gd name="T20" fmla="*/ 3 w 9"/>
                            <a:gd name="T21" fmla="*/ 9 h 9"/>
                            <a:gd name="T22" fmla="*/ 4 w 9"/>
                            <a:gd name="T23" fmla="*/ 9 h 9"/>
                            <a:gd name="T24" fmla="*/ 6 w 9"/>
                            <a:gd name="T25" fmla="*/ 9 h 9"/>
                            <a:gd name="T26" fmla="*/ 7 w 9"/>
                            <a:gd name="T27" fmla="*/ 8 h 9"/>
                            <a:gd name="T28" fmla="*/ 9 w 9"/>
                            <a:gd name="T29" fmla="*/ 6 h 9"/>
                            <a:gd name="T30" fmla="*/ 9 w 9"/>
                            <a:gd name="T31" fmla="*/ 5 h 9"/>
                            <a:gd name="T32" fmla="*/ 7 w 9"/>
                            <a:gd name="T33" fmla="*/ 3 h 9"/>
                            <a:gd name="T34" fmla="*/ 6 w 9"/>
                            <a:gd name="T35" fmla="*/ 2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6" y="2"/>
                              </a:moveTo>
                              <a:lnTo>
                                <a:pt x="4" y="0"/>
                              </a:lnTo>
                              <a:lnTo>
                                <a:pt x="3" y="0"/>
                              </a:lnTo>
                              <a:lnTo>
                                <a:pt x="2" y="2"/>
                              </a:lnTo>
                              <a:lnTo>
                                <a:pt x="0" y="3"/>
                              </a:lnTo>
                              <a:lnTo>
                                <a:pt x="0" y="5"/>
                              </a:lnTo>
                              <a:lnTo>
                                <a:pt x="0" y="6"/>
                              </a:lnTo>
                              <a:lnTo>
                                <a:pt x="0" y="8"/>
                              </a:lnTo>
                              <a:lnTo>
                                <a:pt x="2" y="9"/>
                              </a:lnTo>
                              <a:lnTo>
                                <a:pt x="3" y="9"/>
                              </a:lnTo>
                              <a:lnTo>
                                <a:pt x="4" y="9"/>
                              </a:lnTo>
                              <a:lnTo>
                                <a:pt x="6" y="9"/>
                              </a:lnTo>
                              <a:lnTo>
                                <a:pt x="7" y="8"/>
                              </a:lnTo>
                              <a:lnTo>
                                <a:pt x="9" y="6"/>
                              </a:lnTo>
                              <a:lnTo>
                                <a:pt x="9" y="5"/>
                              </a:lnTo>
                              <a:lnTo>
                                <a:pt x="7" y="3"/>
                              </a:lnTo>
                              <a:lnTo>
                                <a:pt x="6"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38" name="Freeform 243"/>
                        <p:cNvSpPr>
                          <a:spLocks/>
                        </p:cNvSpPr>
                        <p:nvPr/>
                      </p:nvSpPr>
                      <p:spPr bwMode="auto">
                        <a:xfrm>
                          <a:off x="3668" y="1930"/>
                          <a:ext cx="8" cy="9"/>
                        </a:xfrm>
                        <a:custGeom>
                          <a:avLst/>
                          <a:gdLst>
                            <a:gd name="T0" fmla="*/ 7 w 8"/>
                            <a:gd name="T1" fmla="*/ 1 h 9"/>
                            <a:gd name="T2" fmla="*/ 5 w 8"/>
                            <a:gd name="T3" fmla="*/ 0 h 9"/>
                            <a:gd name="T4" fmla="*/ 4 w 8"/>
                            <a:gd name="T5" fmla="*/ 0 h 9"/>
                            <a:gd name="T6" fmla="*/ 3 w 8"/>
                            <a:gd name="T7" fmla="*/ 1 h 9"/>
                            <a:gd name="T8" fmla="*/ 1 w 8"/>
                            <a:gd name="T9" fmla="*/ 3 h 9"/>
                            <a:gd name="T10" fmla="*/ 0 w 8"/>
                            <a:gd name="T11" fmla="*/ 4 h 9"/>
                            <a:gd name="T12" fmla="*/ 0 w 8"/>
                            <a:gd name="T13" fmla="*/ 6 h 9"/>
                            <a:gd name="T14" fmla="*/ 1 w 8"/>
                            <a:gd name="T15" fmla="*/ 7 h 9"/>
                            <a:gd name="T16" fmla="*/ 3 w 8"/>
                            <a:gd name="T17" fmla="*/ 9 h 9"/>
                            <a:gd name="T18" fmla="*/ 3 w 8"/>
                            <a:gd name="T19" fmla="*/ 9 h 9"/>
                            <a:gd name="T20" fmla="*/ 4 w 8"/>
                            <a:gd name="T21" fmla="*/ 9 h 9"/>
                            <a:gd name="T22" fmla="*/ 5 w 8"/>
                            <a:gd name="T23" fmla="*/ 9 h 9"/>
                            <a:gd name="T24" fmla="*/ 7 w 8"/>
                            <a:gd name="T25" fmla="*/ 9 h 9"/>
                            <a:gd name="T26" fmla="*/ 8 w 8"/>
                            <a:gd name="T27" fmla="*/ 7 h 9"/>
                            <a:gd name="T28" fmla="*/ 8 w 8"/>
                            <a:gd name="T29" fmla="*/ 6 h 9"/>
                            <a:gd name="T30" fmla="*/ 8 w 8"/>
                            <a:gd name="T31" fmla="*/ 4 h 9"/>
                            <a:gd name="T32" fmla="*/ 8 w 8"/>
                            <a:gd name="T33" fmla="*/ 3 h 9"/>
                            <a:gd name="T34" fmla="*/ 7 w 8"/>
                            <a:gd name="T35" fmla="*/ 1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7" y="1"/>
                              </a:moveTo>
                              <a:lnTo>
                                <a:pt x="5" y="0"/>
                              </a:lnTo>
                              <a:lnTo>
                                <a:pt x="4" y="0"/>
                              </a:lnTo>
                              <a:lnTo>
                                <a:pt x="3" y="1"/>
                              </a:lnTo>
                              <a:lnTo>
                                <a:pt x="1" y="3"/>
                              </a:lnTo>
                              <a:lnTo>
                                <a:pt x="0" y="4"/>
                              </a:lnTo>
                              <a:lnTo>
                                <a:pt x="0" y="6"/>
                              </a:lnTo>
                              <a:lnTo>
                                <a:pt x="1" y="7"/>
                              </a:lnTo>
                              <a:lnTo>
                                <a:pt x="3" y="9"/>
                              </a:lnTo>
                              <a:lnTo>
                                <a:pt x="4" y="9"/>
                              </a:lnTo>
                              <a:lnTo>
                                <a:pt x="5" y="9"/>
                              </a:lnTo>
                              <a:lnTo>
                                <a:pt x="7" y="9"/>
                              </a:lnTo>
                              <a:lnTo>
                                <a:pt x="8" y="7"/>
                              </a:lnTo>
                              <a:lnTo>
                                <a:pt x="8" y="6"/>
                              </a:lnTo>
                              <a:lnTo>
                                <a:pt x="8" y="4"/>
                              </a:lnTo>
                              <a:lnTo>
                                <a:pt x="8" y="3"/>
                              </a:lnTo>
                              <a:lnTo>
                                <a:pt x="7"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39" name="Freeform 244"/>
                        <p:cNvSpPr>
                          <a:spLocks/>
                        </p:cNvSpPr>
                        <p:nvPr/>
                      </p:nvSpPr>
                      <p:spPr bwMode="auto">
                        <a:xfrm>
                          <a:off x="3684" y="1939"/>
                          <a:ext cx="8" cy="8"/>
                        </a:xfrm>
                        <a:custGeom>
                          <a:avLst/>
                          <a:gdLst>
                            <a:gd name="T0" fmla="*/ 4 w 8"/>
                            <a:gd name="T1" fmla="*/ 0 h 8"/>
                            <a:gd name="T2" fmla="*/ 3 w 8"/>
                            <a:gd name="T3" fmla="*/ 0 h 8"/>
                            <a:gd name="T4" fmla="*/ 1 w 8"/>
                            <a:gd name="T5" fmla="*/ 0 h 8"/>
                            <a:gd name="T6" fmla="*/ 0 w 8"/>
                            <a:gd name="T7" fmla="*/ 1 h 8"/>
                            <a:gd name="T8" fmla="*/ 0 w 8"/>
                            <a:gd name="T9" fmla="*/ 3 h 8"/>
                            <a:gd name="T10" fmla="*/ 0 w 8"/>
                            <a:gd name="T11" fmla="*/ 4 h 8"/>
                            <a:gd name="T12" fmla="*/ 0 w 8"/>
                            <a:gd name="T13" fmla="*/ 5 h 8"/>
                            <a:gd name="T14" fmla="*/ 1 w 8"/>
                            <a:gd name="T15" fmla="*/ 7 h 8"/>
                            <a:gd name="T16" fmla="*/ 3 w 8"/>
                            <a:gd name="T17" fmla="*/ 8 h 8"/>
                            <a:gd name="T18" fmla="*/ 3 w 8"/>
                            <a:gd name="T19" fmla="*/ 8 h 8"/>
                            <a:gd name="T20" fmla="*/ 4 w 8"/>
                            <a:gd name="T21" fmla="*/ 8 h 8"/>
                            <a:gd name="T22" fmla="*/ 5 w 8"/>
                            <a:gd name="T23" fmla="*/ 7 h 8"/>
                            <a:gd name="T24" fmla="*/ 7 w 8"/>
                            <a:gd name="T25" fmla="*/ 5 h 8"/>
                            <a:gd name="T26" fmla="*/ 8 w 8"/>
                            <a:gd name="T27" fmla="*/ 4 h 8"/>
                            <a:gd name="T28" fmla="*/ 8 w 8"/>
                            <a:gd name="T29" fmla="*/ 3 h 8"/>
                            <a:gd name="T30" fmla="*/ 7 w 8"/>
                            <a:gd name="T31" fmla="*/ 1 h 8"/>
                            <a:gd name="T32" fmla="*/ 5 w 8"/>
                            <a:gd name="T33" fmla="*/ 0 h 8"/>
                            <a:gd name="T34" fmla="*/ 4 w 8"/>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8"/>
                            <a:gd name="T56" fmla="*/ 8 w 8"/>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8">
                              <a:moveTo>
                                <a:pt x="4" y="0"/>
                              </a:moveTo>
                              <a:lnTo>
                                <a:pt x="3" y="0"/>
                              </a:lnTo>
                              <a:lnTo>
                                <a:pt x="1" y="0"/>
                              </a:lnTo>
                              <a:lnTo>
                                <a:pt x="0" y="1"/>
                              </a:lnTo>
                              <a:lnTo>
                                <a:pt x="0" y="3"/>
                              </a:lnTo>
                              <a:lnTo>
                                <a:pt x="0" y="4"/>
                              </a:lnTo>
                              <a:lnTo>
                                <a:pt x="0" y="5"/>
                              </a:lnTo>
                              <a:lnTo>
                                <a:pt x="1" y="7"/>
                              </a:lnTo>
                              <a:lnTo>
                                <a:pt x="3" y="8"/>
                              </a:lnTo>
                              <a:lnTo>
                                <a:pt x="4" y="8"/>
                              </a:lnTo>
                              <a:lnTo>
                                <a:pt x="5" y="7"/>
                              </a:lnTo>
                              <a:lnTo>
                                <a:pt x="7" y="5"/>
                              </a:lnTo>
                              <a:lnTo>
                                <a:pt x="8" y="4"/>
                              </a:lnTo>
                              <a:lnTo>
                                <a:pt x="8" y="3"/>
                              </a:lnTo>
                              <a:lnTo>
                                <a:pt x="7" y="1"/>
                              </a:lnTo>
                              <a:lnTo>
                                <a:pt x="5"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40" name="Freeform 245"/>
                        <p:cNvSpPr>
                          <a:spLocks/>
                        </p:cNvSpPr>
                        <p:nvPr/>
                      </p:nvSpPr>
                      <p:spPr bwMode="auto">
                        <a:xfrm>
                          <a:off x="3700" y="1946"/>
                          <a:ext cx="8" cy="9"/>
                        </a:xfrm>
                        <a:custGeom>
                          <a:avLst/>
                          <a:gdLst>
                            <a:gd name="T0" fmla="*/ 4 w 8"/>
                            <a:gd name="T1" fmla="*/ 0 h 9"/>
                            <a:gd name="T2" fmla="*/ 2 w 8"/>
                            <a:gd name="T3" fmla="*/ 0 h 9"/>
                            <a:gd name="T4" fmla="*/ 1 w 8"/>
                            <a:gd name="T5" fmla="*/ 0 h 9"/>
                            <a:gd name="T6" fmla="*/ 0 w 8"/>
                            <a:gd name="T7" fmla="*/ 1 h 9"/>
                            <a:gd name="T8" fmla="*/ 0 w 8"/>
                            <a:gd name="T9" fmla="*/ 3 h 9"/>
                            <a:gd name="T10" fmla="*/ 0 w 8"/>
                            <a:gd name="T11" fmla="*/ 4 h 9"/>
                            <a:gd name="T12" fmla="*/ 0 w 8"/>
                            <a:gd name="T13" fmla="*/ 6 h 9"/>
                            <a:gd name="T14" fmla="*/ 1 w 8"/>
                            <a:gd name="T15" fmla="*/ 7 h 9"/>
                            <a:gd name="T16" fmla="*/ 2 w 8"/>
                            <a:gd name="T17" fmla="*/ 9 h 9"/>
                            <a:gd name="T18" fmla="*/ 2 w 8"/>
                            <a:gd name="T19" fmla="*/ 9 h 9"/>
                            <a:gd name="T20" fmla="*/ 4 w 8"/>
                            <a:gd name="T21" fmla="*/ 9 h 9"/>
                            <a:gd name="T22" fmla="*/ 5 w 8"/>
                            <a:gd name="T23" fmla="*/ 7 h 9"/>
                            <a:gd name="T24" fmla="*/ 7 w 8"/>
                            <a:gd name="T25" fmla="*/ 6 h 9"/>
                            <a:gd name="T26" fmla="*/ 8 w 8"/>
                            <a:gd name="T27" fmla="*/ 4 h 9"/>
                            <a:gd name="T28" fmla="*/ 8 w 8"/>
                            <a:gd name="T29" fmla="*/ 3 h 9"/>
                            <a:gd name="T30" fmla="*/ 7 w 8"/>
                            <a:gd name="T31" fmla="*/ 1 h 9"/>
                            <a:gd name="T32" fmla="*/ 5 w 8"/>
                            <a:gd name="T33" fmla="*/ 0 h 9"/>
                            <a:gd name="T34" fmla="*/ 4 w 8"/>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4" y="0"/>
                              </a:moveTo>
                              <a:lnTo>
                                <a:pt x="2" y="0"/>
                              </a:lnTo>
                              <a:lnTo>
                                <a:pt x="1" y="0"/>
                              </a:lnTo>
                              <a:lnTo>
                                <a:pt x="0" y="1"/>
                              </a:lnTo>
                              <a:lnTo>
                                <a:pt x="0" y="3"/>
                              </a:lnTo>
                              <a:lnTo>
                                <a:pt x="0" y="4"/>
                              </a:lnTo>
                              <a:lnTo>
                                <a:pt x="0" y="6"/>
                              </a:lnTo>
                              <a:lnTo>
                                <a:pt x="1" y="7"/>
                              </a:lnTo>
                              <a:lnTo>
                                <a:pt x="2" y="9"/>
                              </a:lnTo>
                              <a:lnTo>
                                <a:pt x="4" y="9"/>
                              </a:lnTo>
                              <a:lnTo>
                                <a:pt x="5" y="7"/>
                              </a:lnTo>
                              <a:lnTo>
                                <a:pt x="7" y="6"/>
                              </a:lnTo>
                              <a:lnTo>
                                <a:pt x="8" y="4"/>
                              </a:lnTo>
                              <a:lnTo>
                                <a:pt x="8" y="3"/>
                              </a:lnTo>
                              <a:lnTo>
                                <a:pt x="7" y="1"/>
                              </a:lnTo>
                              <a:lnTo>
                                <a:pt x="5"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41" name="Freeform 246"/>
                        <p:cNvSpPr>
                          <a:spLocks/>
                        </p:cNvSpPr>
                        <p:nvPr/>
                      </p:nvSpPr>
                      <p:spPr bwMode="auto">
                        <a:xfrm>
                          <a:off x="3716" y="1952"/>
                          <a:ext cx="8" cy="8"/>
                        </a:xfrm>
                        <a:custGeom>
                          <a:avLst/>
                          <a:gdLst>
                            <a:gd name="T0" fmla="*/ 4 w 8"/>
                            <a:gd name="T1" fmla="*/ 0 h 8"/>
                            <a:gd name="T2" fmla="*/ 2 w 8"/>
                            <a:gd name="T3" fmla="*/ 0 h 8"/>
                            <a:gd name="T4" fmla="*/ 1 w 8"/>
                            <a:gd name="T5" fmla="*/ 1 h 8"/>
                            <a:gd name="T6" fmla="*/ 0 w 8"/>
                            <a:gd name="T7" fmla="*/ 3 h 8"/>
                            <a:gd name="T8" fmla="*/ 0 w 8"/>
                            <a:gd name="T9" fmla="*/ 4 h 8"/>
                            <a:gd name="T10" fmla="*/ 0 w 8"/>
                            <a:gd name="T11" fmla="*/ 6 h 8"/>
                            <a:gd name="T12" fmla="*/ 0 w 8"/>
                            <a:gd name="T13" fmla="*/ 7 h 8"/>
                            <a:gd name="T14" fmla="*/ 1 w 8"/>
                            <a:gd name="T15" fmla="*/ 8 h 8"/>
                            <a:gd name="T16" fmla="*/ 2 w 8"/>
                            <a:gd name="T17" fmla="*/ 8 h 8"/>
                            <a:gd name="T18" fmla="*/ 2 w 8"/>
                            <a:gd name="T19" fmla="*/ 8 h 8"/>
                            <a:gd name="T20" fmla="*/ 4 w 8"/>
                            <a:gd name="T21" fmla="*/ 8 h 8"/>
                            <a:gd name="T22" fmla="*/ 5 w 8"/>
                            <a:gd name="T23" fmla="*/ 8 h 8"/>
                            <a:gd name="T24" fmla="*/ 7 w 8"/>
                            <a:gd name="T25" fmla="*/ 7 h 8"/>
                            <a:gd name="T26" fmla="*/ 8 w 8"/>
                            <a:gd name="T27" fmla="*/ 6 h 8"/>
                            <a:gd name="T28" fmla="*/ 8 w 8"/>
                            <a:gd name="T29" fmla="*/ 4 h 8"/>
                            <a:gd name="T30" fmla="*/ 7 w 8"/>
                            <a:gd name="T31" fmla="*/ 3 h 8"/>
                            <a:gd name="T32" fmla="*/ 5 w 8"/>
                            <a:gd name="T33" fmla="*/ 1 h 8"/>
                            <a:gd name="T34" fmla="*/ 4 w 8"/>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8"/>
                            <a:gd name="T56" fmla="*/ 8 w 8"/>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8">
                              <a:moveTo>
                                <a:pt x="4" y="0"/>
                              </a:moveTo>
                              <a:lnTo>
                                <a:pt x="2" y="0"/>
                              </a:lnTo>
                              <a:lnTo>
                                <a:pt x="1" y="1"/>
                              </a:lnTo>
                              <a:lnTo>
                                <a:pt x="0" y="3"/>
                              </a:lnTo>
                              <a:lnTo>
                                <a:pt x="0" y="4"/>
                              </a:lnTo>
                              <a:lnTo>
                                <a:pt x="0" y="6"/>
                              </a:lnTo>
                              <a:lnTo>
                                <a:pt x="0" y="7"/>
                              </a:lnTo>
                              <a:lnTo>
                                <a:pt x="1" y="8"/>
                              </a:lnTo>
                              <a:lnTo>
                                <a:pt x="2" y="8"/>
                              </a:lnTo>
                              <a:lnTo>
                                <a:pt x="4" y="8"/>
                              </a:lnTo>
                              <a:lnTo>
                                <a:pt x="5" y="8"/>
                              </a:lnTo>
                              <a:lnTo>
                                <a:pt x="7" y="7"/>
                              </a:lnTo>
                              <a:lnTo>
                                <a:pt x="8" y="6"/>
                              </a:lnTo>
                              <a:lnTo>
                                <a:pt x="8" y="4"/>
                              </a:lnTo>
                              <a:lnTo>
                                <a:pt x="7" y="3"/>
                              </a:lnTo>
                              <a:lnTo>
                                <a:pt x="5" y="1"/>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42" name="Freeform 247"/>
                        <p:cNvSpPr>
                          <a:spLocks/>
                        </p:cNvSpPr>
                        <p:nvPr/>
                      </p:nvSpPr>
                      <p:spPr bwMode="auto">
                        <a:xfrm>
                          <a:off x="3732" y="1959"/>
                          <a:ext cx="8" cy="9"/>
                        </a:xfrm>
                        <a:custGeom>
                          <a:avLst/>
                          <a:gdLst>
                            <a:gd name="T0" fmla="*/ 4 w 8"/>
                            <a:gd name="T1" fmla="*/ 0 h 9"/>
                            <a:gd name="T2" fmla="*/ 2 w 8"/>
                            <a:gd name="T3" fmla="*/ 0 h 9"/>
                            <a:gd name="T4" fmla="*/ 1 w 8"/>
                            <a:gd name="T5" fmla="*/ 0 h 9"/>
                            <a:gd name="T6" fmla="*/ 0 w 8"/>
                            <a:gd name="T7" fmla="*/ 1 h 9"/>
                            <a:gd name="T8" fmla="*/ 0 w 8"/>
                            <a:gd name="T9" fmla="*/ 3 h 9"/>
                            <a:gd name="T10" fmla="*/ 0 w 8"/>
                            <a:gd name="T11" fmla="*/ 4 h 9"/>
                            <a:gd name="T12" fmla="*/ 0 w 8"/>
                            <a:gd name="T13" fmla="*/ 6 h 9"/>
                            <a:gd name="T14" fmla="*/ 1 w 8"/>
                            <a:gd name="T15" fmla="*/ 7 h 9"/>
                            <a:gd name="T16" fmla="*/ 2 w 8"/>
                            <a:gd name="T17" fmla="*/ 9 h 9"/>
                            <a:gd name="T18" fmla="*/ 2 w 8"/>
                            <a:gd name="T19" fmla="*/ 9 h 9"/>
                            <a:gd name="T20" fmla="*/ 4 w 8"/>
                            <a:gd name="T21" fmla="*/ 9 h 9"/>
                            <a:gd name="T22" fmla="*/ 5 w 8"/>
                            <a:gd name="T23" fmla="*/ 7 h 9"/>
                            <a:gd name="T24" fmla="*/ 7 w 8"/>
                            <a:gd name="T25" fmla="*/ 6 h 9"/>
                            <a:gd name="T26" fmla="*/ 8 w 8"/>
                            <a:gd name="T27" fmla="*/ 4 h 9"/>
                            <a:gd name="T28" fmla="*/ 8 w 8"/>
                            <a:gd name="T29" fmla="*/ 3 h 9"/>
                            <a:gd name="T30" fmla="*/ 7 w 8"/>
                            <a:gd name="T31" fmla="*/ 1 h 9"/>
                            <a:gd name="T32" fmla="*/ 5 w 8"/>
                            <a:gd name="T33" fmla="*/ 0 h 9"/>
                            <a:gd name="T34" fmla="*/ 4 w 8"/>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4" y="0"/>
                              </a:moveTo>
                              <a:lnTo>
                                <a:pt x="2" y="0"/>
                              </a:lnTo>
                              <a:lnTo>
                                <a:pt x="1" y="0"/>
                              </a:lnTo>
                              <a:lnTo>
                                <a:pt x="0" y="1"/>
                              </a:lnTo>
                              <a:lnTo>
                                <a:pt x="0" y="3"/>
                              </a:lnTo>
                              <a:lnTo>
                                <a:pt x="0" y="4"/>
                              </a:lnTo>
                              <a:lnTo>
                                <a:pt x="0" y="6"/>
                              </a:lnTo>
                              <a:lnTo>
                                <a:pt x="1" y="7"/>
                              </a:lnTo>
                              <a:lnTo>
                                <a:pt x="2" y="9"/>
                              </a:lnTo>
                              <a:lnTo>
                                <a:pt x="4" y="9"/>
                              </a:lnTo>
                              <a:lnTo>
                                <a:pt x="5" y="7"/>
                              </a:lnTo>
                              <a:lnTo>
                                <a:pt x="7" y="6"/>
                              </a:lnTo>
                              <a:lnTo>
                                <a:pt x="8" y="4"/>
                              </a:lnTo>
                              <a:lnTo>
                                <a:pt x="8" y="3"/>
                              </a:lnTo>
                              <a:lnTo>
                                <a:pt x="7" y="1"/>
                              </a:lnTo>
                              <a:lnTo>
                                <a:pt x="5"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43" name="Freeform 248"/>
                        <p:cNvSpPr>
                          <a:spLocks/>
                        </p:cNvSpPr>
                        <p:nvPr/>
                      </p:nvSpPr>
                      <p:spPr bwMode="auto">
                        <a:xfrm>
                          <a:off x="3747" y="1963"/>
                          <a:ext cx="9" cy="9"/>
                        </a:xfrm>
                        <a:custGeom>
                          <a:avLst/>
                          <a:gdLst>
                            <a:gd name="T0" fmla="*/ 6 w 9"/>
                            <a:gd name="T1" fmla="*/ 0 h 9"/>
                            <a:gd name="T2" fmla="*/ 5 w 9"/>
                            <a:gd name="T3" fmla="*/ 0 h 9"/>
                            <a:gd name="T4" fmla="*/ 3 w 9"/>
                            <a:gd name="T5" fmla="*/ 0 h 9"/>
                            <a:gd name="T6" fmla="*/ 2 w 9"/>
                            <a:gd name="T7" fmla="*/ 2 h 9"/>
                            <a:gd name="T8" fmla="*/ 0 w 9"/>
                            <a:gd name="T9" fmla="*/ 3 h 9"/>
                            <a:gd name="T10" fmla="*/ 0 w 9"/>
                            <a:gd name="T11" fmla="*/ 5 h 9"/>
                            <a:gd name="T12" fmla="*/ 2 w 9"/>
                            <a:gd name="T13" fmla="*/ 6 h 9"/>
                            <a:gd name="T14" fmla="*/ 3 w 9"/>
                            <a:gd name="T15" fmla="*/ 8 h 9"/>
                            <a:gd name="T16" fmla="*/ 5 w 9"/>
                            <a:gd name="T17" fmla="*/ 9 h 9"/>
                            <a:gd name="T18" fmla="*/ 5 w 9"/>
                            <a:gd name="T19" fmla="*/ 9 h 9"/>
                            <a:gd name="T20" fmla="*/ 6 w 9"/>
                            <a:gd name="T21" fmla="*/ 9 h 9"/>
                            <a:gd name="T22" fmla="*/ 8 w 9"/>
                            <a:gd name="T23" fmla="*/ 8 h 9"/>
                            <a:gd name="T24" fmla="*/ 9 w 9"/>
                            <a:gd name="T25" fmla="*/ 6 h 9"/>
                            <a:gd name="T26" fmla="*/ 9 w 9"/>
                            <a:gd name="T27" fmla="*/ 5 h 9"/>
                            <a:gd name="T28" fmla="*/ 9 w 9"/>
                            <a:gd name="T29" fmla="*/ 3 h 9"/>
                            <a:gd name="T30" fmla="*/ 9 w 9"/>
                            <a:gd name="T31" fmla="*/ 2 h 9"/>
                            <a:gd name="T32" fmla="*/ 8 w 9"/>
                            <a:gd name="T33" fmla="*/ 0 h 9"/>
                            <a:gd name="T34" fmla="*/ 6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6" y="0"/>
                              </a:moveTo>
                              <a:lnTo>
                                <a:pt x="5" y="0"/>
                              </a:lnTo>
                              <a:lnTo>
                                <a:pt x="3" y="0"/>
                              </a:lnTo>
                              <a:lnTo>
                                <a:pt x="2" y="2"/>
                              </a:lnTo>
                              <a:lnTo>
                                <a:pt x="0" y="3"/>
                              </a:lnTo>
                              <a:lnTo>
                                <a:pt x="0" y="5"/>
                              </a:lnTo>
                              <a:lnTo>
                                <a:pt x="2" y="6"/>
                              </a:lnTo>
                              <a:lnTo>
                                <a:pt x="3" y="8"/>
                              </a:lnTo>
                              <a:lnTo>
                                <a:pt x="5" y="9"/>
                              </a:lnTo>
                              <a:lnTo>
                                <a:pt x="6" y="9"/>
                              </a:lnTo>
                              <a:lnTo>
                                <a:pt x="8" y="8"/>
                              </a:lnTo>
                              <a:lnTo>
                                <a:pt x="9" y="6"/>
                              </a:lnTo>
                              <a:lnTo>
                                <a:pt x="9" y="5"/>
                              </a:lnTo>
                              <a:lnTo>
                                <a:pt x="9" y="3"/>
                              </a:lnTo>
                              <a:lnTo>
                                <a:pt x="9" y="2"/>
                              </a:lnTo>
                              <a:lnTo>
                                <a:pt x="8" y="0"/>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44" name="Freeform 249"/>
                        <p:cNvSpPr>
                          <a:spLocks/>
                        </p:cNvSpPr>
                        <p:nvPr/>
                      </p:nvSpPr>
                      <p:spPr bwMode="auto">
                        <a:xfrm>
                          <a:off x="3765" y="1965"/>
                          <a:ext cx="9" cy="9"/>
                        </a:xfrm>
                        <a:custGeom>
                          <a:avLst/>
                          <a:gdLst>
                            <a:gd name="T0" fmla="*/ 6 w 9"/>
                            <a:gd name="T1" fmla="*/ 0 h 9"/>
                            <a:gd name="T2" fmla="*/ 4 w 9"/>
                            <a:gd name="T3" fmla="*/ 0 h 9"/>
                            <a:gd name="T4" fmla="*/ 3 w 9"/>
                            <a:gd name="T5" fmla="*/ 1 h 9"/>
                            <a:gd name="T6" fmla="*/ 1 w 9"/>
                            <a:gd name="T7" fmla="*/ 3 h 9"/>
                            <a:gd name="T8" fmla="*/ 0 w 9"/>
                            <a:gd name="T9" fmla="*/ 4 h 9"/>
                            <a:gd name="T10" fmla="*/ 0 w 9"/>
                            <a:gd name="T11" fmla="*/ 6 h 9"/>
                            <a:gd name="T12" fmla="*/ 1 w 9"/>
                            <a:gd name="T13" fmla="*/ 7 h 9"/>
                            <a:gd name="T14" fmla="*/ 3 w 9"/>
                            <a:gd name="T15" fmla="*/ 9 h 9"/>
                            <a:gd name="T16" fmla="*/ 4 w 9"/>
                            <a:gd name="T17" fmla="*/ 9 h 9"/>
                            <a:gd name="T18" fmla="*/ 4 w 9"/>
                            <a:gd name="T19" fmla="*/ 9 h 9"/>
                            <a:gd name="T20" fmla="*/ 6 w 9"/>
                            <a:gd name="T21" fmla="*/ 9 h 9"/>
                            <a:gd name="T22" fmla="*/ 7 w 9"/>
                            <a:gd name="T23" fmla="*/ 9 h 9"/>
                            <a:gd name="T24" fmla="*/ 9 w 9"/>
                            <a:gd name="T25" fmla="*/ 7 h 9"/>
                            <a:gd name="T26" fmla="*/ 9 w 9"/>
                            <a:gd name="T27" fmla="*/ 6 h 9"/>
                            <a:gd name="T28" fmla="*/ 9 w 9"/>
                            <a:gd name="T29" fmla="*/ 4 h 9"/>
                            <a:gd name="T30" fmla="*/ 9 w 9"/>
                            <a:gd name="T31" fmla="*/ 3 h 9"/>
                            <a:gd name="T32" fmla="*/ 7 w 9"/>
                            <a:gd name="T33" fmla="*/ 1 h 9"/>
                            <a:gd name="T34" fmla="*/ 6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6" y="0"/>
                              </a:moveTo>
                              <a:lnTo>
                                <a:pt x="4" y="0"/>
                              </a:lnTo>
                              <a:lnTo>
                                <a:pt x="3" y="1"/>
                              </a:lnTo>
                              <a:lnTo>
                                <a:pt x="1" y="3"/>
                              </a:lnTo>
                              <a:lnTo>
                                <a:pt x="0" y="4"/>
                              </a:lnTo>
                              <a:lnTo>
                                <a:pt x="0" y="6"/>
                              </a:lnTo>
                              <a:lnTo>
                                <a:pt x="1" y="7"/>
                              </a:lnTo>
                              <a:lnTo>
                                <a:pt x="3" y="9"/>
                              </a:lnTo>
                              <a:lnTo>
                                <a:pt x="4" y="9"/>
                              </a:lnTo>
                              <a:lnTo>
                                <a:pt x="6" y="9"/>
                              </a:lnTo>
                              <a:lnTo>
                                <a:pt x="7" y="9"/>
                              </a:lnTo>
                              <a:lnTo>
                                <a:pt x="9" y="7"/>
                              </a:lnTo>
                              <a:lnTo>
                                <a:pt x="9" y="6"/>
                              </a:lnTo>
                              <a:lnTo>
                                <a:pt x="9" y="4"/>
                              </a:lnTo>
                              <a:lnTo>
                                <a:pt x="9" y="3"/>
                              </a:lnTo>
                              <a:lnTo>
                                <a:pt x="7" y="1"/>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45" name="Freeform 250"/>
                        <p:cNvSpPr>
                          <a:spLocks/>
                        </p:cNvSpPr>
                        <p:nvPr/>
                      </p:nvSpPr>
                      <p:spPr bwMode="auto">
                        <a:xfrm>
                          <a:off x="3782" y="1965"/>
                          <a:ext cx="9" cy="9"/>
                        </a:xfrm>
                        <a:custGeom>
                          <a:avLst/>
                          <a:gdLst>
                            <a:gd name="T0" fmla="*/ 6 w 9"/>
                            <a:gd name="T1" fmla="*/ 0 h 9"/>
                            <a:gd name="T2" fmla="*/ 5 w 9"/>
                            <a:gd name="T3" fmla="*/ 0 h 9"/>
                            <a:gd name="T4" fmla="*/ 3 w 9"/>
                            <a:gd name="T5" fmla="*/ 1 h 9"/>
                            <a:gd name="T6" fmla="*/ 2 w 9"/>
                            <a:gd name="T7" fmla="*/ 3 h 9"/>
                            <a:gd name="T8" fmla="*/ 0 w 9"/>
                            <a:gd name="T9" fmla="*/ 4 h 9"/>
                            <a:gd name="T10" fmla="*/ 0 w 9"/>
                            <a:gd name="T11" fmla="*/ 6 h 9"/>
                            <a:gd name="T12" fmla="*/ 2 w 9"/>
                            <a:gd name="T13" fmla="*/ 7 h 9"/>
                            <a:gd name="T14" fmla="*/ 3 w 9"/>
                            <a:gd name="T15" fmla="*/ 9 h 9"/>
                            <a:gd name="T16" fmla="*/ 5 w 9"/>
                            <a:gd name="T17" fmla="*/ 9 h 9"/>
                            <a:gd name="T18" fmla="*/ 5 w 9"/>
                            <a:gd name="T19" fmla="*/ 9 h 9"/>
                            <a:gd name="T20" fmla="*/ 6 w 9"/>
                            <a:gd name="T21" fmla="*/ 9 h 9"/>
                            <a:gd name="T22" fmla="*/ 8 w 9"/>
                            <a:gd name="T23" fmla="*/ 9 h 9"/>
                            <a:gd name="T24" fmla="*/ 9 w 9"/>
                            <a:gd name="T25" fmla="*/ 7 h 9"/>
                            <a:gd name="T26" fmla="*/ 9 w 9"/>
                            <a:gd name="T27" fmla="*/ 6 h 9"/>
                            <a:gd name="T28" fmla="*/ 9 w 9"/>
                            <a:gd name="T29" fmla="*/ 4 h 9"/>
                            <a:gd name="T30" fmla="*/ 9 w 9"/>
                            <a:gd name="T31" fmla="*/ 3 h 9"/>
                            <a:gd name="T32" fmla="*/ 8 w 9"/>
                            <a:gd name="T33" fmla="*/ 1 h 9"/>
                            <a:gd name="T34" fmla="*/ 6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6" y="0"/>
                              </a:moveTo>
                              <a:lnTo>
                                <a:pt x="5" y="0"/>
                              </a:lnTo>
                              <a:lnTo>
                                <a:pt x="3" y="1"/>
                              </a:lnTo>
                              <a:lnTo>
                                <a:pt x="2" y="3"/>
                              </a:lnTo>
                              <a:lnTo>
                                <a:pt x="0" y="4"/>
                              </a:lnTo>
                              <a:lnTo>
                                <a:pt x="0" y="6"/>
                              </a:lnTo>
                              <a:lnTo>
                                <a:pt x="2" y="7"/>
                              </a:lnTo>
                              <a:lnTo>
                                <a:pt x="3" y="9"/>
                              </a:lnTo>
                              <a:lnTo>
                                <a:pt x="5" y="9"/>
                              </a:lnTo>
                              <a:lnTo>
                                <a:pt x="6" y="9"/>
                              </a:lnTo>
                              <a:lnTo>
                                <a:pt x="8" y="9"/>
                              </a:lnTo>
                              <a:lnTo>
                                <a:pt x="9" y="7"/>
                              </a:lnTo>
                              <a:lnTo>
                                <a:pt x="9" y="6"/>
                              </a:lnTo>
                              <a:lnTo>
                                <a:pt x="9" y="4"/>
                              </a:lnTo>
                              <a:lnTo>
                                <a:pt x="9" y="3"/>
                              </a:lnTo>
                              <a:lnTo>
                                <a:pt x="8" y="1"/>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46" name="Freeform 251"/>
                        <p:cNvSpPr>
                          <a:spLocks/>
                        </p:cNvSpPr>
                        <p:nvPr/>
                      </p:nvSpPr>
                      <p:spPr bwMode="auto">
                        <a:xfrm>
                          <a:off x="3800" y="1962"/>
                          <a:ext cx="8" cy="9"/>
                        </a:xfrm>
                        <a:custGeom>
                          <a:avLst/>
                          <a:gdLst>
                            <a:gd name="T0" fmla="*/ 4 w 8"/>
                            <a:gd name="T1" fmla="*/ 0 h 9"/>
                            <a:gd name="T2" fmla="*/ 3 w 8"/>
                            <a:gd name="T3" fmla="*/ 1 h 9"/>
                            <a:gd name="T4" fmla="*/ 1 w 8"/>
                            <a:gd name="T5" fmla="*/ 3 h 9"/>
                            <a:gd name="T6" fmla="*/ 0 w 8"/>
                            <a:gd name="T7" fmla="*/ 4 h 9"/>
                            <a:gd name="T8" fmla="*/ 0 w 8"/>
                            <a:gd name="T9" fmla="*/ 6 h 9"/>
                            <a:gd name="T10" fmla="*/ 1 w 8"/>
                            <a:gd name="T11" fmla="*/ 7 h 9"/>
                            <a:gd name="T12" fmla="*/ 3 w 8"/>
                            <a:gd name="T13" fmla="*/ 9 h 9"/>
                            <a:gd name="T14" fmla="*/ 4 w 8"/>
                            <a:gd name="T15" fmla="*/ 9 h 9"/>
                            <a:gd name="T16" fmla="*/ 6 w 8"/>
                            <a:gd name="T17" fmla="*/ 9 h 9"/>
                            <a:gd name="T18" fmla="*/ 6 w 8"/>
                            <a:gd name="T19" fmla="*/ 9 h 9"/>
                            <a:gd name="T20" fmla="*/ 7 w 8"/>
                            <a:gd name="T21" fmla="*/ 9 h 9"/>
                            <a:gd name="T22" fmla="*/ 8 w 8"/>
                            <a:gd name="T23" fmla="*/ 7 h 9"/>
                            <a:gd name="T24" fmla="*/ 8 w 8"/>
                            <a:gd name="T25" fmla="*/ 6 h 9"/>
                            <a:gd name="T26" fmla="*/ 8 w 8"/>
                            <a:gd name="T27" fmla="*/ 4 h 9"/>
                            <a:gd name="T28" fmla="*/ 8 w 8"/>
                            <a:gd name="T29" fmla="*/ 3 h 9"/>
                            <a:gd name="T30" fmla="*/ 7 w 8"/>
                            <a:gd name="T31" fmla="*/ 1 h 9"/>
                            <a:gd name="T32" fmla="*/ 6 w 8"/>
                            <a:gd name="T33" fmla="*/ 0 h 9"/>
                            <a:gd name="T34" fmla="*/ 4 w 8"/>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4" y="0"/>
                              </a:moveTo>
                              <a:lnTo>
                                <a:pt x="3" y="1"/>
                              </a:lnTo>
                              <a:lnTo>
                                <a:pt x="1" y="3"/>
                              </a:lnTo>
                              <a:lnTo>
                                <a:pt x="0" y="4"/>
                              </a:lnTo>
                              <a:lnTo>
                                <a:pt x="0" y="6"/>
                              </a:lnTo>
                              <a:lnTo>
                                <a:pt x="1" y="7"/>
                              </a:lnTo>
                              <a:lnTo>
                                <a:pt x="3" y="9"/>
                              </a:lnTo>
                              <a:lnTo>
                                <a:pt x="4" y="9"/>
                              </a:lnTo>
                              <a:lnTo>
                                <a:pt x="6" y="9"/>
                              </a:lnTo>
                              <a:lnTo>
                                <a:pt x="7" y="9"/>
                              </a:lnTo>
                              <a:lnTo>
                                <a:pt x="8" y="7"/>
                              </a:lnTo>
                              <a:lnTo>
                                <a:pt x="8" y="6"/>
                              </a:lnTo>
                              <a:lnTo>
                                <a:pt x="8" y="4"/>
                              </a:lnTo>
                              <a:lnTo>
                                <a:pt x="8" y="3"/>
                              </a:lnTo>
                              <a:lnTo>
                                <a:pt x="7" y="1"/>
                              </a:lnTo>
                              <a:lnTo>
                                <a:pt x="6"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47" name="Freeform 252"/>
                        <p:cNvSpPr>
                          <a:spLocks/>
                        </p:cNvSpPr>
                        <p:nvPr/>
                      </p:nvSpPr>
                      <p:spPr bwMode="auto">
                        <a:xfrm>
                          <a:off x="3817" y="1958"/>
                          <a:ext cx="9" cy="8"/>
                        </a:xfrm>
                        <a:custGeom>
                          <a:avLst/>
                          <a:gdLst>
                            <a:gd name="T0" fmla="*/ 3 w 9"/>
                            <a:gd name="T1" fmla="*/ 0 h 8"/>
                            <a:gd name="T2" fmla="*/ 2 w 9"/>
                            <a:gd name="T3" fmla="*/ 1 h 8"/>
                            <a:gd name="T4" fmla="*/ 0 w 9"/>
                            <a:gd name="T5" fmla="*/ 2 h 8"/>
                            <a:gd name="T6" fmla="*/ 0 w 9"/>
                            <a:gd name="T7" fmla="*/ 4 h 8"/>
                            <a:gd name="T8" fmla="*/ 0 w 9"/>
                            <a:gd name="T9" fmla="*/ 5 h 8"/>
                            <a:gd name="T10" fmla="*/ 0 w 9"/>
                            <a:gd name="T11" fmla="*/ 7 h 8"/>
                            <a:gd name="T12" fmla="*/ 2 w 9"/>
                            <a:gd name="T13" fmla="*/ 8 h 8"/>
                            <a:gd name="T14" fmla="*/ 3 w 9"/>
                            <a:gd name="T15" fmla="*/ 8 h 8"/>
                            <a:gd name="T16" fmla="*/ 5 w 9"/>
                            <a:gd name="T17" fmla="*/ 8 h 8"/>
                            <a:gd name="T18" fmla="*/ 5 w 9"/>
                            <a:gd name="T19" fmla="*/ 8 h 8"/>
                            <a:gd name="T20" fmla="*/ 6 w 9"/>
                            <a:gd name="T21" fmla="*/ 8 h 8"/>
                            <a:gd name="T22" fmla="*/ 7 w 9"/>
                            <a:gd name="T23" fmla="*/ 7 h 8"/>
                            <a:gd name="T24" fmla="*/ 9 w 9"/>
                            <a:gd name="T25" fmla="*/ 5 h 8"/>
                            <a:gd name="T26" fmla="*/ 9 w 9"/>
                            <a:gd name="T27" fmla="*/ 4 h 8"/>
                            <a:gd name="T28" fmla="*/ 7 w 9"/>
                            <a:gd name="T29" fmla="*/ 2 h 8"/>
                            <a:gd name="T30" fmla="*/ 6 w 9"/>
                            <a:gd name="T31" fmla="*/ 1 h 8"/>
                            <a:gd name="T32" fmla="*/ 5 w 9"/>
                            <a:gd name="T33" fmla="*/ 0 h 8"/>
                            <a:gd name="T34" fmla="*/ 3 w 9"/>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3" y="0"/>
                              </a:moveTo>
                              <a:lnTo>
                                <a:pt x="2" y="1"/>
                              </a:lnTo>
                              <a:lnTo>
                                <a:pt x="0" y="2"/>
                              </a:lnTo>
                              <a:lnTo>
                                <a:pt x="0" y="4"/>
                              </a:lnTo>
                              <a:lnTo>
                                <a:pt x="0" y="5"/>
                              </a:lnTo>
                              <a:lnTo>
                                <a:pt x="0" y="7"/>
                              </a:lnTo>
                              <a:lnTo>
                                <a:pt x="2" y="8"/>
                              </a:lnTo>
                              <a:lnTo>
                                <a:pt x="3" y="8"/>
                              </a:lnTo>
                              <a:lnTo>
                                <a:pt x="5" y="8"/>
                              </a:lnTo>
                              <a:lnTo>
                                <a:pt x="6" y="8"/>
                              </a:lnTo>
                              <a:lnTo>
                                <a:pt x="7" y="7"/>
                              </a:lnTo>
                              <a:lnTo>
                                <a:pt x="9" y="5"/>
                              </a:lnTo>
                              <a:lnTo>
                                <a:pt x="9" y="4"/>
                              </a:lnTo>
                              <a:lnTo>
                                <a:pt x="7" y="2"/>
                              </a:lnTo>
                              <a:lnTo>
                                <a:pt x="6" y="1"/>
                              </a:lnTo>
                              <a:lnTo>
                                <a:pt x="5"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48" name="Freeform 253"/>
                        <p:cNvSpPr>
                          <a:spLocks/>
                        </p:cNvSpPr>
                        <p:nvPr/>
                      </p:nvSpPr>
                      <p:spPr bwMode="auto">
                        <a:xfrm>
                          <a:off x="3833" y="1952"/>
                          <a:ext cx="9" cy="8"/>
                        </a:xfrm>
                        <a:custGeom>
                          <a:avLst/>
                          <a:gdLst>
                            <a:gd name="T0" fmla="*/ 3 w 9"/>
                            <a:gd name="T1" fmla="*/ 0 h 8"/>
                            <a:gd name="T2" fmla="*/ 2 w 9"/>
                            <a:gd name="T3" fmla="*/ 1 h 8"/>
                            <a:gd name="T4" fmla="*/ 0 w 9"/>
                            <a:gd name="T5" fmla="*/ 3 h 8"/>
                            <a:gd name="T6" fmla="*/ 0 w 9"/>
                            <a:gd name="T7" fmla="*/ 4 h 8"/>
                            <a:gd name="T8" fmla="*/ 0 w 9"/>
                            <a:gd name="T9" fmla="*/ 6 h 8"/>
                            <a:gd name="T10" fmla="*/ 0 w 9"/>
                            <a:gd name="T11" fmla="*/ 7 h 8"/>
                            <a:gd name="T12" fmla="*/ 2 w 9"/>
                            <a:gd name="T13" fmla="*/ 8 h 8"/>
                            <a:gd name="T14" fmla="*/ 3 w 9"/>
                            <a:gd name="T15" fmla="*/ 8 h 8"/>
                            <a:gd name="T16" fmla="*/ 5 w 9"/>
                            <a:gd name="T17" fmla="*/ 8 h 8"/>
                            <a:gd name="T18" fmla="*/ 5 w 9"/>
                            <a:gd name="T19" fmla="*/ 8 h 8"/>
                            <a:gd name="T20" fmla="*/ 6 w 9"/>
                            <a:gd name="T21" fmla="*/ 8 h 8"/>
                            <a:gd name="T22" fmla="*/ 7 w 9"/>
                            <a:gd name="T23" fmla="*/ 7 h 8"/>
                            <a:gd name="T24" fmla="*/ 9 w 9"/>
                            <a:gd name="T25" fmla="*/ 6 h 8"/>
                            <a:gd name="T26" fmla="*/ 9 w 9"/>
                            <a:gd name="T27" fmla="*/ 4 h 8"/>
                            <a:gd name="T28" fmla="*/ 7 w 9"/>
                            <a:gd name="T29" fmla="*/ 3 h 8"/>
                            <a:gd name="T30" fmla="*/ 6 w 9"/>
                            <a:gd name="T31" fmla="*/ 1 h 8"/>
                            <a:gd name="T32" fmla="*/ 5 w 9"/>
                            <a:gd name="T33" fmla="*/ 0 h 8"/>
                            <a:gd name="T34" fmla="*/ 3 w 9"/>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3" y="0"/>
                              </a:moveTo>
                              <a:lnTo>
                                <a:pt x="2" y="1"/>
                              </a:lnTo>
                              <a:lnTo>
                                <a:pt x="0" y="3"/>
                              </a:lnTo>
                              <a:lnTo>
                                <a:pt x="0" y="4"/>
                              </a:lnTo>
                              <a:lnTo>
                                <a:pt x="0" y="6"/>
                              </a:lnTo>
                              <a:lnTo>
                                <a:pt x="0" y="7"/>
                              </a:lnTo>
                              <a:lnTo>
                                <a:pt x="2" y="8"/>
                              </a:lnTo>
                              <a:lnTo>
                                <a:pt x="3" y="8"/>
                              </a:lnTo>
                              <a:lnTo>
                                <a:pt x="5" y="8"/>
                              </a:lnTo>
                              <a:lnTo>
                                <a:pt x="6" y="8"/>
                              </a:lnTo>
                              <a:lnTo>
                                <a:pt x="7" y="7"/>
                              </a:lnTo>
                              <a:lnTo>
                                <a:pt x="9" y="6"/>
                              </a:lnTo>
                              <a:lnTo>
                                <a:pt x="9" y="4"/>
                              </a:lnTo>
                              <a:lnTo>
                                <a:pt x="7" y="3"/>
                              </a:lnTo>
                              <a:lnTo>
                                <a:pt x="6" y="1"/>
                              </a:lnTo>
                              <a:lnTo>
                                <a:pt x="5"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49" name="Freeform 254"/>
                        <p:cNvSpPr>
                          <a:spLocks/>
                        </p:cNvSpPr>
                        <p:nvPr/>
                      </p:nvSpPr>
                      <p:spPr bwMode="auto">
                        <a:xfrm>
                          <a:off x="3849" y="1944"/>
                          <a:ext cx="9" cy="9"/>
                        </a:xfrm>
                        <a:custGeom>
                          <a:avLst/>
                          <a:gdLst>
                            <a:gd name="T0" fmla="*/ 3 w 9"/>
                            <a:gd name="T1" fmla="*/ 0 h 9"/>
                            <a:gd name="T2" fmla="*/ 2 w 9"/>
                            <a:gd name="T3" fmla="*/ 2 h 9"/>
                            <a:gd name="T4" fmla="*/ 0 w 9"/>
                            <a:gd name="T5" fmla="*/ 3 h 9"/>
                            <a:gd name="T6" fmla="*/ 0 w 9"/>
                            <a:gd name="T7" fmla="*/ 5 h 9"/>
                            <a:gd name="T8" fmla="*/ 0 w 9"/>
                            <a:gd name="T9" fmla="*/ 6 h 9"/>
                            <a:gd name="T10" fmla="*/ 0 w 9"/>
                            <a:gd name="T11" fmla="*/ 8 h 9"/>
                            <a:gd name="T12" fmla="*/ 2 w 9"/>
                            <a:gd name="T13" fmla="*/ 9 h 9"/>
                            <a:gd name="T14" fmla="*/ 3 w 9"/>
                            <a:gd name="T15" fmla="*/ 9 h 9"/>
                            <a:gd name="T16" fmla="*/ 5 w 9"/>
                            <a:gd name="T17" fmla="*/ 9 h 9"/>
                            <a:gd name="T18" fmla="*/ 5 w 9"/>
                            <a:gd name="T19" fmla="*/ 9 h 9"/>
                            <a:gd name="T20" fmla="*/ 6 w 9"/>
                            <a:gd name="T21" fmla="*/ 9 h 9"/>
                            <a:gd name="T22" fmla="*/ 7 w 9"/>
                            <a:gd name="T23" fmla="*/ 8 h 9"/>
                            <a:gd name="T24" fmla="*/ 9 w 9"/>
                            <a:gd name="T25" fmla="*/ 6 h 9"/>
                            <a:gd name="T26" fmla="*/ 9 w 9"/>
                            <a:gd name="T27" fmla="*/ 5 h 9"/>
                            <a:gd name="T28" fmla="*/ 7 w 9"/>
                            <a:gd name="T29" fmla="*/ 3 h 9"/>
                            <a:gd name="T30" fmla="*/ 6 w 9"/>
                            <a:gd name="T31" fmla="*/ 2 h 9"/>
                            <a:gd name="T32" fmla="*/ 5 w 9"/>
                            <a:gd name="T33" fmla="*/ 0 h 9"/>
                            <a:gd name="T34" fmla="*/ 3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3" y="0"/>
                              </a:moveTo>
                              <a:lnTo>
                                <a:pt x="2" y="2"/>
                              </a:lnTo>
                              <a:lnTo>
                                <a:pt x="0" y="3"/>
                              </a:lnTo>
                              <a:lnTo>
                                <a:pt x="0" y="5"/>
                              </a:lnTo>
                              <a:lnTo>
                                <a:pt x="0" y="6"/>
                              </a:lnTo>
                              <a:lnTo>
                                <a:pt x="0" y="8"/>
                              </a:lnTo>
                              <a:lnTo>
                                <a:pt x="2" y="9"/>
                              </a:lnTo>
                              <a:lnTo>
                                <a:pt x="3" y="9"/>
                              </a:lnTo>
                              <a:lnTo>
                                <a:pt x="5" y="9"/>
                              </a:lnTo>
                              <a:lnTo>
                                <a:pt x="6" y="9"/>
                              </a:lnTo>
                              <a:lnTo>
                                <a:pt x="7" y="8"/>
                              </a:lnTo>
                              <a:lnTo>
                                <a:pt x="9" y="6"/>
                              </a:lnTo>
                              <a:lnTo>
                                <a:pt x="9" y="5"/>
                              </a:lnTo>
                              <a:lnTo>
                                <a:pt x="7" y="3"/>
                              </a:lnTo>
                              <a:lnTo>
                                <a:pt x="6" y="2"/>
                              </a:lnTo>
                              <a:lnTo>
                                <a:pt x="5"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50" name="Freeform 255"/>
                        <p:cNvSpPr>
                          <a:spLocks/>
                        </p:cNvSpPr>
                        <p:nvPr/>
                      </p:nvSpPr>
                      <p:spPr bwMode="auto">
                        <a:xfrm>
                          <a:off x="3865" y="1937"/>
                          <a:ext cx="9" cy="9"/>
                        </a:xfrm>
                        <a:custGeom>
                          <a:avLst/>
                          <a:gdLst>
                            <a:gd name="T0" fmla="*/ 3 w 9"/>
                            <a:gd name="T1" fmla="*/ 0 h 9"/>
                            <a:gd name="T2" fmla="*/ 2 w 9"/>
                            <a:gd name="T3" fmla="*/ 2 h 9"/>
                            <a:gd name="T4" fmla="*/ 0 w 9"/>
                            <a:gd name="T5" fmla="*/ 3 h 9"/>
                            <a:gd name="T6" fmla="*/ 0 w 9"/>
                            <a:gd name="T7" fmla="*/ 5 h 9"/>
                            <a:gd name="T8" fmla="*/ 0 w 9"/>
                            <a:gd name="T9" fmla="*/ 6 h 9"/>
                            <a:gd name="T10" fmla="*/ 0 w 9"/>
                            <a:gd name="T11" fmla="*/ 7 h 9"/>
                            <a:gd name="T12" fmla="*/ 2 w 9"/>
                            <a:gd name="T13" fmla="*/ 9 h 9"/>
                            <a:gd name="T14" fmla="*/ 3 w 9"/>
                            <a:gd name="T15" fmla="*/ 9 h 9"/>
                            <a:gd name="T16" fmla="*/ 4 w 9"/>
                            <a:gd name="T17" fmla="*/ 9 h 9"/>
                            <a:gd name="T18" fmla="*/ 4 w 9"/>
                            <a:gd name="T19" fmla="*/ 9 h 9"/>
                            <a:gd name="T20" fmla="*/ 6 w 9"/>
                            <a:gd name="T21" fmla="*/ 9 h 9"/>
                            <a:gd name="T22" fmla="*/ 7 w 9"/>
                            <a:gd name="T23" fmla="*/ 7 h 9"/>
                            <a:gd name="T24" fmla="*/ 9 w 9"/>
                            <a:gd name="T25" fmla="*/ 6 h 9"/>
                            <a:gd name="T26" fmla="*/ 9 w 9"/>
                            <a:gd name="T27" fmla="*/ 5 h 9"/>
                            <a:gd name="T28" fmla="*/ 7 w 9"/>
                            <a:gd name="T29" fmla="*/ 3 h 9"/>
                            <a:gd name="T30" fmla="*/ 6 w 9"/>
                            <a:gd name="T31" fmla="*/ 2 h 9"/>
                            <a:gd name="T32" fmla="*/ 4 w 9"/>
                            <a:gd name="T33" fmla="*/ 0 h 9"/>
                            <a:gd name="T34" fmla="*/ 3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3" y="0"/>
                              </a:moveTo>
                              <a:lnTo>
                                <a:pt x="2" y="2"/>
                              </a:lnTo>
                              <a:lnTo>
                                <a:pt x="0" y="3"/>
                              </a:lnTo>
                              <a:lnTo>
                                <a:pt x="0" y="5"/>
                              </a:lnTo>
                              <a:lnTo>
                                <a:pt x="0" y="6"/>
                              </a:lnTo>
                              <a:lnTo>
                                <a:pt x="0" y="7"/>
                              </a:lnTo>
                              <a:lnTo>
                                <a:pt x="2" y="9"/>
                              </a:lnTo>
                              <a:lnTo>
                                <a:pt x="3" y="9"/>
                              </a:lnTo>
                              <a:lnTo>
                                <a:pt x="4" y="9"/>
                              </a:lnTo>
                              <a:lnTo>
                                <a:pt x="6" y="9"/>
                              </a:lnTo>
                              <a:lnTo>
                                <a:pt x="7" y="7"/>
                              </a:lnTo>
                              <a:lnTo>
                                <a:pt x="9" y="6"/>
                              </a:lnTo>
                              <a:lnTo>
                                <a:pt x="9" y="5"/>
                              </a:lnTo>
                              <a:lnTo>
                                <a:pt x="7" y="3"/>
                              </a:lnTo>
                              <a:lnTo>
                                <a:pt x="6" y="2"/>
                              </a:lnTo>
                              <a:lnTo>
                                <a:pt x="4"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51" name="Freeform 256"/>
                        <p:cNvSpPr>
                          <a:spLocks/>
                        </p:cNvSpPr>
                        <p:nvPr/>
                      </p:nvSpPr>
                      <p:spPr bwMode="auto">
                        <a:xfrm>
                          <a:off x="3881" y="1930"/>
                          <a:ext cx="9" cy="9"/>
                        </a:xfrm>
                        <a:custGeom>
                          <a:avLst/>
                          <a:gdLst>
                            <a:gd name="T0" fmla="*/ 2 w 9"/>
                            <a:gd name="T1" fmla="*/ 1 h 9"/>
                            <a:gd name="T2" fmla="*/ 0 w 9"/>
                            <a:gd name="T3" fmla="*/ 3 h 9"/>
                            <a:gd name="T4" fmla="*/ 0 w 9"/>
                            <a:gd name="T5" fmla="*/ 4 h 9"/>
                            <a:gd name="T6" fmla="*/ 0 w 9"/>
                            <a:gd name="T7" fmla="*/ 6 h 9"/>
                            <a:gd name="T8" fmla="*/ 0 w 9"/>
                            <a:gd name="T9" fmla="*/ 7 h 9"/>
                            <a:gd name="T10" fmla="*/ 2 w 9"/>
                            <a:gd name="T11" fmla="*/ 9 h 9"/>
                            <a:gd name="T12" fmla="*/ 3 w 9"/>
                            <a:gd name="T13" fmla="*/ 9 h 9"/>
                            <a:gd name="T14" fmla="*/ 4 w 9"/>
                            <a:gd name="T15" fmla="*/ 9 h 9"/>
                            <a:gd name="T16" fmla="*/ 6 w 9"/>
                            <a:gd name="T17" fmla="*/ 9 h 9"/>
                            <a:gd name="T18" fmla="*/ 6 w 9"/>
                            <a:gd name="T19" fmla="*/ 9 h 9"/>
                            <a:gd name="T20" fmla="*/ 7 w 9"/>
                            <a:gd name="T21" fmla="*/ 7 h 9"/>
                            <a:gd name="T22" fmla="*/ 9 w 9"/>
                            <a:gd name="T23" fmla="*/ 6 h 9"/>
                            <a:gd name="T24" fmla="*/ 9 w 9"/>
                            <a:gd name="T25" fmla="*/ 4 h 9"/>
                            <a:gd name="T26" fmla="*/ 7 w 9"/>
                            <a:gd name="T27" fmla="*/ 3 h 9"/>
                            <a:gd name="T28" fmla="*/ 6 w 9"/>
                            <a:gd name="T29" fmla="*/ 1 h 9"/>
                            <a:gd name="T30" fmla="*/ 4 w 9"/>
                            <a:gd name="T31" fmla="*/ 0 h 9"/>
                            <a:gd name="T32" fmla="*/ 3 w 9"/>
                            <a:gd name="T33" fmla="*/ 0 h 9"/>
                            <a:gd name="T34" fmla="*/ 2 w 9"/>
                            <a:gd name="T35" fmla="*/ 1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2" y="1"/>
                              </a:moveTo>
                              <a:lnTo>
                                <a:pt x="0" y="3"/>
                              </a:lnTo>
                              <a:lnTo>
                                <a:pt x="0" y="4"/>
                              </a:lnTo>
                              <a:lnTo>
                                <a:pt x="0" y="6"/>
                              </a:lnTo>
                              <a:lnTo>
                                <a:pt x="0" y="7"/>
                              </a:lnTo>
                              <a:lnTo>
                                <a:pt x="2" y="9"/>
                              </a:lnTo>
                              <a:lnTo>
                                <a:pt x="3" y="9"/>
                              </a:lnTo>
                              <a:lnTo>
                                <a:pt x="4" y="9"/>
                              </a:lnTo>
                              <a:lnTo>
                                <a:pt x="6" y="9"/>
                              </a:lnTo>
                              <a:lnTo>
                                <a:pt x="7" y="7"/>
                              </a:lnTo>
                              <a:lnTo>
                                <a:pt x="9" y="6"/>
                              </a:lnTo>
                              <a:lnTo>
                                <a:pt x="9" y="4"/>
                              </a:lnTo>
                              <a:lnTo>
                                <a:pt x="7" y="3"/>
                              </a:lnTo>
                              <a:lnTo>
                                <a:pt x="6" y="1"/>
                              </a:lnTo>
                              <a:lnTo>
                                <a:pt x="4" y="0"/>
                              </a:lnTo>
                              <a:lnTo>
                                <a:pt x="3" y="0"/>
                              </a:lnTo>
                              <a:lnTo>
                                <a:pt x="2"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52" name="Freeform 257"/>
                        <p:cNvSpPr>
                          <a:spLocks/>
                        </p:cNvSpPr>
                        <p:nvPr/>
                      </p:nvSpPr>
                      <p:spPr bwMode="auto">
                        <a:xfrm>
                          <a:off x="3896" y="1923"/>
                          <a:ext cx="8" cy="8"/>
                        </a:xfrm>
                        <a:custGeom>
                          <a:avLst/>
                          <a:gdLst>
                            <a:gd name="T0" fmla="*/ 3 w 8"/>
                            <a:gd name="T1" fmla="*/ 0 h 8"/>
                            <a:gd name="T2" fmla="*/ 1 w 8"/>
                            <a:gd name="T3" fmla="*/ 1 h 8"/>
                            <a:gd name="T4" fmla="*/ 0 w 8"/>
                            <a:gd name="T5" fmla="*/ 3 h 8"/>
                            <a:gd name="T6" fmla="*/ 0 w 8"/>
                            <a:gd name="T7" fmla="*/ 4 h 8"/>
                            <a:gd name="T8" fmla="*/ 1 w 8"/>
                            <a:gd name="T9" fmla="*/ 6 h 8"/>
                            <a:gd name="T10" fmla="*/ 3 w 8"/>
                            <a:gd name="T11" fmla="*/ 7 h 8"/>
                            <a:gd name="T12" fmla="*/ 4 w 8"/>
                            <a:gd name="T13" fmla="*/ 8 h 8"/>
                            <a:gd name="T14" fmla="*/ 5 w 8"/>
                            <a:gd name="T15" fmla="*/ 8 h 8"/>
                            <a:gd name="T16" fmla="*/ 7 w 8"/>
                            <a:gd name="T17" fmla="*/ 7 h 8"/>
                            <a:gd name="T18" fmla="*/ 7 w 8"/>
                            <a:gd name="T19" fmla="*/ 7 h 8"/>
                            <a:gd name="T20" fmla="*/ 8 w 8"/>
                            <a:gd name="T21" fmla="*/ 6 h 8"/>
                            <a:gd name="T22" fmla="*/ 8 w 8"/>
                            <a:gd name="T23" fmla="*/ 4 h 8"/>
                            <a:gd name="T24" fmla="*/ 8 w 8"/>
                            <a:gd name="T25" fmla="*/ 3 h 8"/>
                            <a:gd name="T26" fmla="*/ 8 w 8"/>
                            <a:gd name="T27" fmla="*/ 1 h 8"/>
                            <a:gd name="T28" fmla="*/ 7 w 8"/>
                            <a:gd name="T29" fmla="*/ 0 h 8"/>
                            <a:gd name="T30" fmla="*/ 5 w 8"/>
                            <a:gd name="T31" fmla="*/ 0 h 8"/>
                            <a:gd name="T32" fmla="*/ 4 w 8"/>
                            <a:gd name="T33" fmla="*/ 0 h 8"/>
                            <a:gd name="T34" fmla="*/ 3 w 8"/>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8"/>
                            <a:gd name="T56" fmla="*/ 8 w 8"/>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8">
                              <a:moveTo>
                                <a:pt x="3" y="0"/>
                              </a:moveTo>
                              <a:lnTo>
                                <a:pt x="1" y="1"/>
                              </a:lnTo>
                              <a:lnTo>
                                <a:pt x="0" y="3"/>
                              </a:lnTo>
                              <a:lnTo>
                                <a:pt x="0" y="4"/>
                              </a:lnTo>
                              <a:lnTo>
                                <a:pt x="1" y="6"/>
                              </a:lnTo>
                              <a:lnTo>
                                <a:pt x="3" y="7"/>
                              </a:lnTo>
                              <a:lnTo>
                                <a:pt x="4" y="8"/>
                              </a:lnTo>
                              <a:lnTo>
                                <a:pt x="5" y="8"/>
                              </a:lnTo>
                              <a:lnTo>
                                <a:pt x="7" y="7"/>
                              </a:lnTo>
                              <a:lnTo>
                                <a:pt x="8" y="6"/>
                              </a:lnTo>
                              <a:lnTo>
                                <a:pt x="8" y="4"/>
                              </a:lnTo>
                              <a:lnTo>
                                <a:pt x="8" y="3"/>
                              </a:lnTo>
                              <a:lnTo>
                                <a:pt x="8" y="1"/>
                              </a:lnTo>
                              <a:lnTo>
                                <a:pt x="7" y="0"/>
                              </a:lnTo>
                              <a:lnTo>
                                <a:pt x="5" y="0"/>
                              </a:lnTo>
                              <a:lnTo>
                                <a:pt x="4"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53" name="Freeform 258"/>
                        <p:cNvSpPr>
                          <a:spLocks/>
                        </p:cNvSpPr>
                        <p:nvPr/>
                      </p:nvSpPr>
                      <p:spPr bwMode="auto">
                        <a:xfrm>
                          <a:off x="3912" y="1914"/>
                          <a:ext cx="8" cy="9"/>
                        </a:xfrm>
                        <a:custGeom>
                          <a:avLst/>
                          <a:gdLst>
                            <a:gd name="T0" fmla="*/ 1 w 8"/>
                            <a:gd name="T1" fmla="*/ 0 h 9"/>
                            <a:gd name="T2" fmla="*/ 0 w 8"/>
                            <a:gd name="T3" fmla="*/ 1 h 9"/>
                            <a:gd name="T4" fmla="*/ 0 w 8"/>
                            <a:gd name="T5" fmla="*/ 3 h 9"/>
                            <a:gd name="T6" fmla="*/ 0 w 8"/>
                            <a:gd name="T7" fmla="*/ 4 h 9"/>
                            <a:gd name="T8" fmla="*/ 0 w 8"/>
                            <a:gd name="T9" fmla="*/ 6 h 9"/>
                            <a:gd name="T10" fmla="*/ 1 w 8"/>
                            <a:gd name="T11" fmla="*/ 7 h 9"/>
                            <a:gd name="T12" fmla="*/ 3 w 8"/>
                            <a:gd name="T13" fmla="*/ 9 h 9"/>
                            <a:gd name="T14" fmla="*/ 4 w 8"/>
                            <a:gd name="T15" fmla="*/ 9 h 9"/>
                            <a:gd name="T16" fmla="*/ 5 w 8"/>
                            <a:gd name="T17" fmla="*/ 7 h 9"/>
                            <a:gd name="T18" fmla="*/ 5 w 8"/>
                            <a:gd name="T19" fmla="*/ 7 h 9"/>
                            <a:gd name="T20" fmla="*/ 7 w 8"/>
                            <a:gd name="T21" fmla="*/ 6 h 9"/>
                            <a:gd name="T22" fmla="*/ 8 w 8"/>
                            <a:gd name="T23" fmla="*/ 4 h 9"/>
                            <a:gd name="T24" fmla="*/ 8 w 8"/>
                            <a:gd name="T25" fmla="*/ 3 h 9"/>
                            <a:gd name="T26" fmla="*/ 7 w 8"/>
                            <a:gd name="T27" fmla="*/ 1 h 9"/>
                            <a:gd name="T28" fmla="*/ 5 w 8"/>
                            <a:gd name="T29" fmla="*/ 0 h 9"/>
                            <a:gd name="T30" fmla="*/ 4 w 8"/>
                            <a:gd name="T31" fmla="*/ 0 h 9"/>
                            <a:gd name="T32" fmla="*/ 3 w 8"/>
                            <a:gd name="T33" fmla="*/ 0 h 9"/>
                            <a:gd name="T34" fmla="*/ 1 w 8"/>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1" y="0"/>
                              </a:moveTo>
                              <a:lnTo>
                                <a:pt x="0" y="1"/>
                              </a:lnTo>
                              <a:lnTo>
                                <a:pt x="0" y="3"/>
                              </a:lnTo>
                              <a:lnTo>
                                <a:pt x="0" y="4"/>
                              </a:lnTo>
                              <a:lnTo>
                                <a:pt x="0" y="6"/>
                              </a:lnTo>
                              <a:lnTo>
                                <a:pt x="1" y="7"/>
                              </a:lnTo>
                              <a:lnTo>
                                <a:pt x="3" y="9"/>
                              </a:lnTo>
                              <a:lnTo>
                                <a:pt x="4" y="9"/>
                              </a:lnTo>
                              <a:lnTo>
                                <a:pt x="5" y="7"/>
                              </a:lnTo>
                              <a:lnTo>
                                <a:pt x="7" y="6"/>
                              </a:lnTo>
                              <a:lnTo>
                                <a:pt x="8" y="4"/>
                              </a:lnTo>
                              <a:lnTo>
                                <a:pt x="8" y="3"/>
                              </a:lnTo>
                              <a:lnTo>
                                <a:pt x="7" y="1"/>
                              </a:lnTo>
                              <a:lnTo>
                                <a:pt x="5" y="0"/>
                              </a:lnTo>
                              <a:lnTo>
                                <a:pt x="4" y="0"/>
                              </a:lnTo>
                              <a:lnTo>
                                <a:pt x="3" y="0"/>
                              </a:lnTo>
                              <a:lnTo>
                                <a:pt x="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54" name="Freeform 259"/>
                        <p:cNvSpPr>
                          <a:spLocks/>
                        </p:cNvSpPr>
                        <p:nvPr/>
                      </p:nvSpPr>
                      <p:spPr bwMode="auto">
                        <a:xfrm>
                          <a:off x="3926" y="1905"/>
                          <a:ext cx="9" cy="9"/>
                        </a:xfrm>
                        <a:custGeom>
                          <a:avLst/>
                          <a:gdLst>
                            <a:gd name="T0" fmla="*/ 3 w 9"/>
                            <a:gd name="T1" fmla="*/ 2 h 9"/>
                            <a:gd name="T2" fmla="*/ 2 w 9"/>
                            <a:gd name="T3" fmla="*/ 3 h 9"/>
                            <a:gd name="T4" fmla="*/ 0 w 9"/>
                            <a:gd name="T5" fmla="*/ 5 h 9"/>
                            <a:gd name="T6" fmla="*/ 0 w 9"/>
                            <a:gd name="T7" fmla="*/ 6 h 9"/>
                            <a:gd name="T8" fmla="*/ 2 w 9"/>
                            <a:gd name="T9" fmla="*/ 8 h 9"/>
                            <a:gd name="T10" fmla="*/ 3 w 9"/>
                            <a:gd name="T11" fmla="*/ 9 h 9"/>
                            <a:gd name="T12" fmla="*/ 4 w 9"/>
                            <a:gd name="T13" fmla="*/ 9 h 9"/>
                            <a:gd name="T14" fmla="*/ 6 w 9"/>
                            <a:gd name="T15" fmla="*/ 9 h 9"/>
                            <a:gd name="T16" fmla="*/ 7 w 9"/>
                            <a:gd name="T17" fmla="*/ 9 h 9"/>
                            <a:gd name="T18" fmla="*/ 7 w 9"/>
                            <a:gd name="T19" fmla="*/ 9 h 9"/>
                            <a:gd name="T20" fmla="*/ 9 w 9"/>
                            <a:gd name="T21" fmla="*/ 8 h 9"/>
                            <a:gd name="T22" fmla="*/ 9 w 9"/>
                            <a:gd name="T23" fmla="*/ 6 h 9"/>
                            <a:gd name="T24" fmla="*/ 9 w 9"/>
                            <a:gd name="T25" fmla="*/ 5 h 9"/>
                            <a:gd name="T26" fmla="*/ 9 w 9"/>
                            <a:gd name="T27" fmla="*/ 3 h 9"/>
                            <a:gd name="T28" fmla="*/ 7 w 9"/>
                            <a:gd name="T29" fmla="*/ 2 h 9"/>
                            <a:gd name="T30" fmla="*/ 6 w 9"/>
                            <a:gd name="T31" fmla="*/ 0 h 9"/>
                            <a:gd name="T32" fmla="*/ 4 w 9"/>
                            <a:gd name="T33" fmla="*/ 0 h 9"/>
                            <a:gd name="T34" fmla="*/ 3 w 9"/>
                            <a:gd name="T35" fmla="*/ 2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3" y="2"/>
                              </a:moveTo>
                              <a:lnTo>
                                <a:pt x="2" y="3"/>
                              </a:lnTo>
                              <a:lnTo>
                                <a:pt x="0" y="5"/>
                              </a:lnTo>
                              <a:lnTo>
                                <a:pt x="0" y="6"/>
                              </a:lnTo>
                              <a:lnTo>
                                <a:pt x="2" y="8"/>
                              </a:lnTo>
                              <a:lnTo>
                                <a:pt x="3" y="9"/>
                              </a:lnTo>
                              <a:lnTo>
                                <a:pt x="4" y="9"/>
                              </a:lnTo>
                              <a:lnTo>
                                <a:pt x="6" y="9"/>
                              </a:lnTo>
                              <a:lnTo>
                                <a:pt x="7" y="9"/>
                              </a:lnTo>
                              <a:lnTo>
                                <a:pt x="9" y="8"/>
                              </a:lnTo>
                              <a:lnTo>
                                <a:pt x="9" y="6"/>
                              </a:lnTo>
                              <a:lnTo>
                                <a:pt x="9" y="5"/>
                              </a:lnTo>
                              <a:lnTo>
                                <a:pt x="9" y="3"/>
                              </a:lnTo>
                              <a:lnTo>
                                <a:pt x="7" y="2"/>
                              </a:lnTo>
                              <a:lnTo>
                                <a:pt x="6" y="0"/>
                              </a:lnTo>
                              <a:lnTo>
                                <a:pt x="4" y="0"/>
                              </a:lnTo>
                              <a:lnTo>
                                <a:pt x="3"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55" name="Freeform 260"/>
                        <p:cNvSpPr>
                          <a:spLocks/>
                        </p:cNvSpPr>
                        <p:nvPr/>
                      </p:nvSpPr>
                      <p:spPr bwMode="auto">
                        <a:xfrm>
                          <a:off x="3942" y="1898"/>
                          <a:ext cx="9" cy="9"/>
                        </a:xfrm>
                        <a:custGeom>
                          <a:avLst/>
                          <a:gdLst>
                            <a:gd name="T0" fmla="*/ 4 w 9"/>
                            <a:gd name="T1" fmla="*/ 0 h 9"/>
                            <a:gd name="T2" fmla="*/ 3 w 9"/>
                            <a:gd name="T3" fmla="*/ 1 h 9"/>
                            <a:gd name="T4" fmla="*/ 2 w 9"/>
                            <a:gd name="T5" fmla="*/ 3 h 9"/>
                            <a:gd name="T6" fmla="*/ 0 w 9"/>
                            <a:gd name="T7" fmla="*/ 4 h 9"/>
                            <a:gd name="T8" fmla="*/ 0 w 9"/>
                            <a:gd name="T9" fmla="*/ 6 h 9"/>
                            <a:gd name="T10" fmla="*/ 2 w 9"/>
                            <a:gd name="T11" fmla="*/ 7 h 9"/>
                            <a:gd name="T12" fmla="*/ 3 w 9"/>
                            <a:gd name="T13" fmla="*/ 9 h 9"/>
                            <a:gd name="T14" fmla="*/ 4 w 9"/>
                            <a:gd name="T15" fmla="*/ 9 h 9"/>
                            <a:gd name="T16" fmla="*/ 6 w 9"/>
                            <a:gd name="T17" fmla="*/ 9 h 9"/>
                            <a:gd name="T18" fmla="*/ 6 w 9"/>
                            <a:gd name="T19" fmla="*/ 9 h 9"/>
                            <a:gd name="T20" fmla="*/ 7 w 9"/>
                            <a:gd name="T21" fmla="*/ 9 h 9"/>
                            <a:gd name="T22" fmla="*/ 9 w 9"/>
                            <a:gd name="T23" fmla="*/ 7 h 9"/>
                            <a:gd name="T24" fmla="*/ 9 w 9"/>
                            <a:gd name="T25" fmla="*/ 6 h 9"/>
                            <a:gd name="T26" fmla="*/ 9 w 9"/>
                            <a:gd name="T27" fmla="*/ 4 h 9"/>
                            <a:gd name="T28" fmla="*/ 9 w 9"/>
                            <a:gd name="T29" fmla="*/ 3 h 9"/>
                            <a:gd name="T30" fmla="*/ 7 w 9"/>
                            <a:gd name="T31" fmla="*/ 1 h 9"/>
                            <a:gd name="T32" fmla="*/ 6 w 9"/>
                            <a:gd name="T33" fmla="*/ 0 h 9"/>
                            <a:gd name="T34" fmla="*/ 4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4" y="0"/>
                              </a:moveTo>
                              <a:lnTo>
                                <a:pt x="3" y="1"/>
                              </a:lnTo>
                              <a:lnTo>
                                <a:pt x="2" y="3"/>
                              </a:lnTo>
                              <a:lnTo>
                                <a:pt x="0" y="4"/>
                              </a:lnTo>
                              <a:lnTo>
                                <a:pt x="0" y="6"/>
                              </a:lnTo>
                              <a:lnTo>
                                <a:pt x="2" y="7"/>
                              </a:lnTo>
                              <a:lnTo>
                                <a:pt x="3" y="9"/>
                              </a:lnTo>
                              <a:lnTo>
                                <a:pt x="4" y="9"/>
                              </a:lnTo>
                              <a:lnTo>
                                <a:pt x="6" y="9"/>
                              </a:lnTo>
                              <a:lnTo>
                                <a:pt x="7" y="9"/>
                              </a:lnTo>
                              <a:lnTo>
                                <a:pt x="9" y="7"/>
                              </a:lnTo>
                              <a:lnTo>
                                <a:pt x="9" y="6"/>
                              </a:lnTo>
                              <a:lnTo>
                                <a:pt x="9" y="4"/>
                              </a:lnTo>
                              <a:lnTo>
                                <a:pt x="9" y="3"/>
                              </a:lnTo>
                              <a:lnTo>
                                <a:pt x="7" y="1"/>
                              </a:lnTo>
                              <a:lnTo>
                                <a:pt x="6"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grpSp>
                  <p:grpSp>
                    <p:nvGrpSpPr>
                      <p:cNvPr id="37" name="Group 36"/>
                      <p:cNvGrpSpPr/>
                      <p:nvPr/>
                    </p:nvGrpSpPr>
                    <p:grpSpPr>
                      <a:xfrm>
                        <a:off x="2165350" y="2533650"/>
                        <a:ext cx="5284788" cy="1771650"/>
                        <a:chOff x="2165350" y="2533650"/>
                        <a:chExt cx="5284788" cy="1771650"/>
                      </a:xfrm>
                    </p:grpSpPr>
                    <p:grpSp>
                      <p:nvGrpSpPr>
                        <p:cNvPr id="38" name="Group 10"/>
                        <p:cNvGrpSpPr>
                          <a:grpSpLocks/>
                        </p:cNvGrpSpPr>
                        <p:nvPr/>
                      </p:nvGrpSpPr>
                      <p:grpSpPr bwMode="auto">
                        <a:xfrm>
                          <a:off x="2414588" y="3411538"/>
                          <a:ext cx="4951412" cy="14287"/>
                          <a:chOff x="1533" y="2101"/>
                          <a:chExt cx="3119" cy="9"/>
                        </a:xfrm>
                      </p:grpSpPr>
                      <p:sp>
                        <p:nvSpPr>
                          <p:cNvPr id="186" name="Freeform 11"/>
                          <p:cNvSpPr>
                            <a:spLocks/>
                          </p:cNvSpPr>
                          <p:nvPr/>
                        </p:nvSpPr>
                        <p:spPr bwMode="auto">
                          <a:xfrm>
                            <a:off x="1533" y="2101"/>
                            <a:ext cx="78" cy="9"/>
                          </a:xfrm>
                          <a:custGeom>
                            <a:avLst/>
                            <a:gdLst>
                              <a:gd name="T0" fmla="*/ 6 w 78"/>
                              <a:gd name="T1" fmla="*/ 0 h 9"/>
                              <a:gd name="T2" fmla="*/ 4 w 78"/>
                              <a:gd name="T3" fmla="*/ 0 h 9"/>
                              <a:gd name="T4" fmla="*/ 3 w 78"/>
                              <a:gd name="T5" fmla="*/ 2 h 9"/>
                              <a:gd name="T6" fmla="*/ 1 w 78"/>
                              <a:gd name="T7" fmla="*/ 3 h 9"/>
                              <a:gd name="T8" fmla="*/ 0 w 78"/>
                              <a:gd name="T9" fmla="*/ 5 h 9"/>
                              <a:gd name="T10" fmla="*/ 0 w 78"/>
                              <a:gd name="T11" fmla="*/ 5 h 9"/>
                              <a:gd name="T12" fmla="*/ 1 w 78"/>
                              <a:gd name="T13" fmla="*/ 6 h 9"/>
                              <a:gd name="T14" fmla="*/ 3 w 78"/>
                              <a:gd name="T15" fmla="*/ 8 h 9"/>
                              <a:gd name="T16" fmla="*/ 4 w 78"/>
                              <a:gd name="T17" fmla="*/ 9 h 9"/>
                              <a:gd name="T18" fmla="*/ 72 w 78"/>
                              <a:gd name="T19" fmla="*/ 9 h 9"/>
                              <a:gd name="T20" fmla="*/ 74 w 78"/>
                              <a:gd name="T21" fmla="*/ 9 h 9"/>
                              <a:gd name="T22" fmla="*/ 75 w 78"/>
                              <a:gd name="T23" fmla="*/ 9 h 9"/>
                              <a:gd name="T24" fmla="*/ 77 w 78"/>
                              <a:gd name="T25" fmla="*/ 8 h 9"/>
                              <a:gd name="T26" fmla="*/ 78 w 78"/>
                              <a:gd name="T27" fmla="*/ 6 h 9"/>
                              <a:gd name="T28" fmla="*/ 78 w 78"/>
                              <a:gd name="T29" fmla="*/ 5 h 9"/>
                              <a:gd name="T30" fmla="*/ 77 w 78"/>
                              <a:gd name="T31" fmla="*/ 3 h 9"/>
                              <a:gd name="T32" fmla="*/ 75 w 78"/>
                              <a:gd name="T33" fmla="*/ 2 h 9"/>
                              <a:gd name="T34" fmla="*/ 74 w 78"/>
                              <a:gd name="T35" fmla="*/ 0 h 9"/>
                              <a:gd name="T36" fmla="*/ 6 w 78"/>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78"/>
                              <a:gd name="T58" fmla="*/ 0 h 9"/>
                              <a:gd name="T59" fmla="*/ 78 w 78"/>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78" h="9">
                                <a:moveTo>
                                  <a:pt x="6" y="0"/>
                                </a:moveTo>
                                <a:lnTo>
                                  <a:pt x="4" y="0"/>
                                </a:lnTo>
                                <a:lnTo>
                                  <a:pt x="3" y="2"/>
                                </a:lnTo>
                                <a:lnTo>
                                  <a:pt x="1" y="3"/>
                                </a:lnTo>
                                <a:lnTo>
                                  <a:pt x="0" y="5"/>
                                </a:lnTo>
                                <a:lnTo>
                                  <a:pt x="1" y="6"/>
                                </a:lnTo>
                                <a:lnTo>
                                  <a:pt x="3" y="8"/>
                                </a:lnTo>
                                <a:lnTo>
                                  <a:pt x="4" y="9"/>
                                </a:lnTo>
                                <a:lnTo>
                                  <a:pt x="72" y="9"/>
                                </a:lnTo>
                                <a:lnTo>
                                  <a:pt x="74" y="9"/>
                                </a:lnTo>
                                <a:lnTo>
                                  <a:pt x="75" y="9"/>
                                </a:lnTo>
                                <a:lnTo>
                                  <a:pt x="77" y="8"/>
                                </a:lnTo>
                                <a:lnTo>
                                  <a:pt x="78" y="6"/>
                                </a:lnTo>
                                <a:lnTo>
                                  <a:pt x="78" y="5"/>
                                </a:lnTo>
                                <a:lnTo>
                                  <a:pt x="77" y="3"/>
                                </a:lnTo>
                                <a:lnTo>
                                  <a:pt x="75" y="2"/>
                                </a:lnTo>
                                <a:lnTo>
                                  <a:pt x="74" y="0"/>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87" name="Freeform 12"/>
                          <p:cNvSpPr>
                            <a:spLocks/>
                          </p:cNvSpPr>
                          <p:nvPr/>
                        </p:nvSpPr>
                        <p:spPr bwMode="auto">
                          <a:xfrm>
                            <a:off x="1629" y="2101"/>
                            <a:ext cx="17" cy="9"/>
                          </a:xfrm>
                          <a:custGeom>
                            <a:avLst/>
                            <a:gdLst>
                              <a:gd name="T0" fmla="*/ 4 w 17"/>
                              <a:gd name="T1" fmla="*/ 0 h 9"/>
                              <a:gd name="T2" fmla="*/ 2 w 17"/>
                              <a:gd name="T3" fmla="*/ 0 h 9"/>
                              <a:gd name="T4" fmla="*/ 1 w 17"/>
                              <a:gd name="T5" fmla="*/ 2 h 9"/>
                              <a:gd name="T6" fmla="*/ 0 w 17"/>
                              <a:gd name="T7" fmla="*/ 3 h 9"/>
                              <a:gd name="T8" fmla="*/ 0 w 17"/>
                              <a:gd name="T9" fmla="*/ 5 h 9"/>
                              <a:gd name="T10" fmla="*/ 0 w 17"/>
                              <a:gd name="T11" fmla="*/ 6 h 9"/>
                              <a:gd name="T12" fmla="*/ 0 w 17"/>
                              <a:gd name="T13" fmla="*/ 8 h 9"/>
                              <a:gd name="T14" fmla="*/ 1 w 17"/>
                              <a:gd name="T15" fmla="*/ 9 h 9"/>
                              <a:gd name="T16" fmla="*/ 2 w 17"/>
                              <a:gd name="T17" fmla="*/ 9 h 9"/>
                              <a:gd name="T18" fmla="*/ 11 w 17"/>
                              <a:gd name="T19" fmla="*/ 9 h 9"/>
                              <a:gd name="T20" fmla="*/ 13 w 17"/>
                              <a:gd name="T21" fmla="*/ 9 h 9"/>
                              <a:gd name="T22" fmla="*/ 14 w 17"/>
                              <a:gd name="T23" fmla="*/ 9 h 9"/>
                              <a:gd name="T24" fmla="*/ 16 w 17"/>
                              <a:gd name="T25" fmla="*/ 8 h 9"/>
                              <a:gd name="T26" fmla="*/ 17 w 17"/>
                              <a:gd name="T27" fmla="*/ 6 h 9"/>
                              <a:gd name="T28" fmla="*/ 17 w 17"/>
                              <a:gd name="T29" fmla="*/ 5 h 9"/>
                              <a:gd name="T30" fmla="*/ 16 w 17"/>
                              <a:gd name="T31" fmla="*/ 3 h 9"/>
                              <a:gd name="T32" fmla="*/ 14 w 17"/>
                              <a:gd name="T33" fmla="*/ 2 h 9"/>
                              <a:gd name="T34" fmla="*/ 13 w 17"/>
                              <a:gd name="T35" fmla="*/ 0 h 9"/>
                              <a:gd name="T36" fmla="*/ 4 w 17"/>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7"/>
                              <a:gd name="T58" fmla="*/ 0 h 9"/>
                              <a:gd name="T59" fmla="*/ 17 w 17"/>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7" h="9">
                                <a:moveTo>
                                  <a:pt x="4" y="0"/>
                                </a:moveTo>
                                <a:lnTo>
                                  <a:pt x="2" y="0"/>
                                </a:lnTo>
                                <a:lnTo>
                                  <a:pt x="1" y="2"/>
                                </a:lnTo>
                                <a:lnTo>
                                  <a:pt x="0" y="3"/>
                                </a:lnTo>
                                <a:lnTo>
                                  <a:pt x="0" y="5"/>
                                </a:lnTo>
                                <a:lnTo>
                                  <a:pt x="0" y="6"/>
                                </a:lnTo>
                                <a:lnTo>
                                  <a:pt x="0" y="8"/>
                                </a:lnTo>
                                <a:lnTo>
                                  <a:pt x="1" y="9"/>
                                </a:lnTo>
                                <a:lnTo>
                                  <a:pt x="2" y="9"/>
                                </a:lnTo>
                                <a:lnTo>
                                  <a:pt x="11" y="9"/>
                                </a:lnTo>
                                <a:lnTo>
                                  <a:pt x="13" y="9"/>
                                </a:lnTo>
                                <a:lnTo>
                                  <a:pt x="14" y="9"/>
                                </a:lnTo>
                                <a:lnTo>
                                  <a:pt x="16" y="8"/>
                                </a:lnTo>
                                <a:lnTo>
                                  <a:pt x="17" y="6"/>
                                </a:lnTo>
                                <a:lnTo>
                                  <a:pt x="17" y="5"/>
                                </a:lnTo>
                                <a:lnTo>
                                  <a:pt x="16" y="3"/>
                                </a:lnTo>
                                <a:lnTo>
                                  <a:pt x="14" y="2"/>
                                </a:lnTo>
                                <a:lnTo>
                                  <a:pt x="13"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88" name="Freeform 13"/>
                          <p:cNvSpPr>
                            <a:spLocks/>
                          </p:cNvSpPr>
                          <p:nvPr/>
                        </p:nvSpPr>
                        <p:spPr bwMode="auto">
                          <a:xfrm>
                            <a:off x="1663" y="2101"/>
                            <a:ext cx="79" cy="9"/>
                          </a:xfrm>
                          <a:custGeom>
                            <a:avLst/>
                            <a:gdLst>
                              <a:gd name="T0" fmla="*/ 5 w 79"/>
                              <a:gd name="T1" fmla="*/ 0 h 9"/>
                              <a:gd name="T2" fmla="*/ 3 w 79"/>
                              <a:gd name="T3" fmla="*/ 0 h 9"/>
                              <a:gd name="T4" fmla="*/ 2 w 79"/>
                              <a:gd name="T5" fmla="*/ 2 h 9"/>
                              <a:gd name="T6" fmla="*/ 0 w 79"/>
                              <a:gd name="T7" fmla="*/ 3 h 9"/>
                              <a:gd name="T8" fmla="*/ 0 w 79"/>
                              <a:gd name="T9" fmla="*/ 5 h 9"/>
                              <a:gd name="T10" fmla="*/ 0 w 79"/>
                              <a:gd name="T11" fmla="*/ 6 h 9"/>
                              <a:gd name="T12" fmla="*/ 0 w 79"/>
                              <a:gd name="T13" fmla="*/ 8 h 9"/>
                              <a:gd name="T14" fmla="*/ 2 w 79"/>
                              <a:gd name="T15" fmla="*/ 9 h 9"/>
                              <a:gd name="T16" fmla="*/ 3 w 79"/>
                              <a:gd name="T17" fmla="*/ 9 h 9"/>
                              <a:gd name="T18" fmla="*/ 73 w 79"/>
                              <a:gd name="T19" fmla="*/ 9 h 9"/>
                              <a:gd name="T20" fmla="*/ 75 w 79"/>
                              <a:gd name="T21" fmla="*/ 9 h 9"/>
                              <a:gd name="T22" fmla="*/ 76 w 79"/>
                              <a:gd name="T23" fmla="*/ 9 h 9"/>
                              <a:gd name="T24" fmla="*/ 77 w 79"/>
                              <a:gd name="T25" fmla="*/ 8 h 9"/>
                              <a:gd name="T26" fmla="*/ 79 w 79"/>
                              <a:gd name="T27" fmla="*/ 6 h 9"/>
                              <a:gd name="T28" fmla="*/ 79 w 79"/>
                              <a:gd name="T29" fmla="*/ 5 h 9"/>
                              <a:gd name="T30" fmla="*/ 77 w 79"/>
                              <a:gd name="T31" fmla="*/ 3 h 9"/>
                              <a:gd name="T32" fmla="*/ 76 w 79"/>
                              <a:gd name="T33" fmla="*/ 2 h 9"/>
                              <a:gd name="T34" fmla="*/ 75 w 79"/>
                              <a:gd name="T35" fmla="*/ 0 h 9"/>
                              <a:gd name="T36" fmla="*/ 5 w 79"/>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79"/>
                              <a:gd name="T58" fmla="*/ 0 h 9"/>
                              <a:gd name="T59" fmla="*/ 79 w 79"/>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79" h="9">
                                <a:moveTo>
                                  <a:pt x="5" y="0"/>
                                </a:moveTo>
                                <a:lnTo>
                                  <a:pt x="3" y="0"/>
                                </a:lnTo>
                                <a:lnTo>
                                  <a:pt x="2" y="2"/>
                                </a:lnTo>
                                <a:lnTo>
                                  <a:pt x="0" y="3"/>
                                </a:lnTo>
                                <a:lnTo>
                                  <a:pt x="0" y="5"/>
                                </a:lnTo>
                                <a:lnTo>
                                  <a:pt x="0" y="6"/>
                                </a:lnTo>
                                <a:lnTo>
                                  <a:pt x="0" y="8"/>
                                </a:lnTo>
                                <a:lnTo>
                                  <a:pt x="2" y="9"/>
                                </a:lnTo>
                                <a:lnTo>
                                  <a:pt x="3" y="9"/>
                                </a:lnTo>
                                <a:lnTo>
                                  <a:pt x="73" y="9"/>
                                </a:lnTo>
                                <a:lnTo>
                                  <a:pt x="75" y="9"/>
                                </a:lnTo>
                                <a:lnTo>
                                  <a:pt x="76" y="9"/>
                                </a:lnTo>
                                <a:lnTo>
                                  <a:pt x="77" y="8"/>
                                </a:lnTo>
                                <a:lnTo>
                                  <a:pt x="79" y="6"/>
                                </a:lnTo>
                                <a:lnTo>
                                  <a:pt x="79" y="5"/>
                                </a:lnTo>
                                <a:lnTo>
                                  <a:pt x="77" y="3"/>
                                </a:lnTo>
                                <a:lnTo>
                                  <a:pt x="76" y="2"/>
                                </a:lnTo>
                                <a:lnTo>
                                  <a:pt x="75" y="0"/>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89" name="Freeform 14"/>
                          <p:cNvSpPr>
                            <a:spLocks/>
                          </p:cNvSpPr>
                          <p:nvPr/>
                        </p:nvSpPr>
                        <p:spPr bwMode="auto">
                          <a:xfrm>
                            <a:off x="1759" y="2101"/>
                            <a:ext cx="18" cy="9"/>
                          </a:xfrm>
                          <a:custGeom>
                            <a:avLst/>
                            <a:gdLst>
                              <a:gd name="T0" fmla="*/ 5 w 18"/>
                              <a:gd name="T1" fmla="*/ 0 h 9"/>
                              <a:gd name="T2" fmla="*/ 3 w 18"/>
                              <a:gd name="T3" fmla="*/ 0 h 9"/>
                              <a:gd name="T4" fmla="*/ 2 w 18"/>
                              <a:gd name="T5" fmla="*/ 2 h 9"/>
                              <a:gd name="T6" fmla="*/ 0 w 18"/>
                              <a:gd name="T7" fmla="*/ 3 h 9"/>
                              <a:gd name="T8" fmla="*/ 0 w 18"/>
                              <a:gd name="T9" fmla="*/ 5 h 9"/>
                              <a:gd name="T10" fmla="*/ 0 w 18"/>
                              <a:gd name="T11" fmla="*/ 6 h 9"/>
                              <a:gd name="T12" fmla="*/ 0 w 18"/>
                              <a:gd name="T13" fmla="*/ 8 h 9"/>
                              <a:gd name="T14" fmla="*/ 2 w 18"/>
                              <a:gd name="T15" fmla="*/ 9 h 9"/>
                              <a:gd name="T16" fmla="*/ 3 w 18"/>
                              <a:gd name="T17" fmla="*/ 9 h 9"/>
                              <a:gd name="T18" fmla="*/ 12 w 18"/>
                              <a:gd name="T19" fmla="*/ 9 h 9"/>
                              <a:gd name="T20" fmla="*/ 13 w 18"/>
                              <a:gd name="T21" fmla="*/ 9 h 9"/>
                              <a:gd name="T22" fmla="*/ 15 w 18"/>
                              <a:gd name="T23" fmla="*/ 9 h 9"/>
                              <a:gd name="T24" fmla="*/ 16 w 18"/>
                              <a:gd name="T25" fmla="*/ 8 h 9"/>
                              <a:gd name="T26" fmla="*/ 18 w 18"/>
                              <a:gd name="T27" fmla="*/ 6 h 9"/>
                              <a:gd name="T28" fmla="*/ 18 w 18"/>
                              <a:gd name="T29" fmla="*/ 5 h 9"/>
                              <a:gd name="T30" fmla="*/ 16 w 18"/>
                              <a:gd name="T31" fmla="*/ 3 h 9"/>
                              <a:gd name="T32" fmla="*/ 15 w 18"/>
                              <a:gd name="T33" fmla="*/ 2 h 9"/>
                              <a:gd name="T34" fmla="*/ 13 w 18"/>
                              <a:gd name="T35" fmla="*/ 0 h 9"/>
                              <a:gd name="T36" fmla="*/ 5 w 18"/>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8"/>
                              <a:gd name="T58" fmla="*/ 0 h 9"/>
                              <a:gd name="T59" fmla="*/ 18 w 18"/>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8" h="9">
                                <a:moveTo>
                                  <a:pt x="5" y="0"/>
                                </a:moveTo>
                                <a:lnTo>
                                  <a:pt x="3" y="0"/>
                                </a:lnTo>
                                <a:lnTo>
                                  <a:pt x="2" y="2"/>
                                </a:lnTo>
                                <a:lnTo>
                                  <a:pt x="0" y="3"/>
                                </a:lnTo>
                                <a:lnTo>
                                  <a:pt x="0" y="5"/>
                                </a:lnTo>
                                <a:lnTo>
                                  <a:pt x="0" y="6"/>
                                </a:lnTo>
                                <a:lnTo>
                                  <a:pt x="0" y="8"/>
                                </a:lnTo>
                                <a:lnTo>
                                  <a:pt x="2" y="9"/>
                                </a:lnTo>
                                <a:lnTo>
                                  <a:pt x="3" y="9"/>
                                </a:lnTo>
                                <a:lnTo>
                                  <a:pt x="12" y="9"/>
                                </a:lnTo>
                                <a:lnTo>
                                  <a:pt x="13" y="9"/>
                                </a:lnTo>
                                <a:lnTo>
                                  <a:pt x="15" y="9"/>
                                </a:lnTo>
                                <a:lnTo>
                                  <a:pt x="16" y="8"/>
                                </a:lnTo>
                                <a:lnTo>
                                  <a:pt x="18" y="6"/>
                                </a:lnTo>
                                <a:lnTo>
                                  <a:pt x="18" y="5"/>
                                </a:lnTo>
                                <a:lnTo>
                                  <a:pt x="16" y="3"/>
                                </a:lnTo>
                                <a:lnTo>
                                  <a:pt x="15" y="2"/>
                                </a:lnTo>
                                <a:lnTo>
                                  <a:pt x="13" y="0"/>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90" name="Freeform 15"/>
                          <p:cNvSpPr>
                            <a:spLocks/>
                          </p:cNvSpPr>
                          <p:nvPr/>
                        </p:nvSpPr>
                        <p:spPr bwMode="auto">
                          <a:xfrm>
                            <a:off x="1794" y="2101"/>
                            <a:ext cx="79" cy="9"/>
                          </a:xfrm>
                          <a:custGeom>
                            <a:avLst/>
                            <a:gdLst>
                              <a:gd name="T0" fmla="*/ 5 w 79"/>
                              <a:gd name="T1" fmla="*/ 0 h 9"/>
                              <a:gd name="T2" fmla="*/ 3 w 79"/>
                              <a:gd name="T3" fmla="*/ 0 h 9"/>
                              <a:gd name="T4" fmla="*/ 2 w 79"/>
                              <a:gd name="T5" fmla="*/ 2 h 9"/>
                              <a:gd name="T6" fmla="*/ 0 w 79"/>
                              <a:gd name="T7" fmla="*/ 3 h 9"/>
                              <a:gd name="T8" fmla="*/ 0 w 79"/>
                              <a:gd name="T9" fmla="*/ 5 h 9"/>
                              <a:gd name="T10" fmla="*/ 0 w 79"/>
                              <a:gd name="T11" fmla="*/ 6 h 9"/>
                              <a:gd name="T12" fmla="*/ 0 w 79"/>
                              <a:gd name="T13" fmla="*/ 8 h 9"/>
                              <a:gd name="T14" fmla="*/ 2 w 79"/>
                              <a:gd name="T15" fmla="*/ 9 h 9"/>
                              <a:gd name="T16" fmla="*/ 3 w 79"/>
                              <a:gd name="T17" fmla="*/ 9 h 9"/>
                              <a:gd name="T18" fmla="*/ 73 w 79"/>
                              <a:gd name="T19" fmla="*/ 9 h 9"/>
                              <a:gd name="T20" fmla="*/ 74 w 79"/>
                              <a:gd name="T21" fmla="*/ 9 h 9"/>
                              <a:gd name="T22" fmla="*/ 76 w 79"/>
                              <a:gd name="T23" fmla="*/ 9 h 9"/>
                              <a:gd name="T24" fmla="*/ 77 w 79"/>
                              <a:gd name="T25" fmla="*/ 8 h 9"/>
                              <a:gd name="T26" fmla="*/ 79 w 79"/>
                              <a:gd name="T27" fmla="*/ 6 h 9"/>
                              <a:gd name="T28" fmla="*/ 79 w 79"/>
                              <a:gd name="T29" fmla="*/ 5 h 9"/>
                              <a:gd name="T30" fmla="*/ 77 w 79"/>
                              <a:gd name="T31" fmla="*/ 3 h 9"/>
                              <a:gd name="T32" fmla="*/ 76 w 79"/>
                              <a:gd name="T33" fmla="*/ 2 h 9"/>
                              <a:gd name="T34" fmla="*/ 74 w 79"/>
                              <a:gd name="T35" fmla="*/ 0 h 9"/>
                              <a:gd name="T36" fmla="*/ 5 w 79"/>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79"/>
                              <a:gd name="T58" fmla="*/ 0 h 9"/>
                              <a:gd name="T59" fmla="*/ 79 w 79"/>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79" h="9">
                                <a:moveTo>
                                  <a:pt x="5" y="0"/>
                                </a:moveTo>
                                <a:lnTo>
                                  <a:pt x="3" y="0"/>
                                </a:lnTo>
                                <a:lnTo>
                                  <a:pt x="2" y="2"/>
                                </a:lnTo>
                                <a:lnTo>
                                  <a:pt x="0" y="3"/>
                                </a:lnTo>
                                <a:lnTo>
                                  <a:pt x="0" y="5"/>
                                </a:lnTo>
                                <a:lnTo>
                                  <a:pt x="0" y="6"/>
                                </a:lnTo>
                                <a:lnTo>
                                  <a:pt x="0" y="8"/>
                                </a:lnTo>
                                <a:lnTo>
                                  <a:pt x="2" y="9"/>
                                </a:lnTo>
                                <a:lnTo>
                                  <a:pt x="3" y="9"/>
                                </a:lnTo>
                                <a:lnTo>
                                  <a:pt x="73" y="9"/>
                                </a:lnTo>
                                <a:lnTo>
                                  <a:pt x="74" y="9"/>
                                </a:lnTo>
                                <a:lnTo>
                                  <a:pt x="76" y="9"/>
                                </a:lnTo>
                                <a:lnTo>
                                  <a:pt x="77" y="8"/>
                                </a:lnTo>
                                <a:lnTo>
                                  <a:pt x="79" y="6"/>
                                </a:lnTo>
                                <a:lnTo>
                                  <a:pt x="79" y="5"/>
                                </a:lnTo>
                                <a:lnTo>
                                  <a:pt x="77" y="3"/>
                                </a:lnTo>
                                <a:lnTo>
                                  <a:pt x="76" y="2"/>
                                </a:lnTo>
                                <a:lnTo>
                                  <a:pt x="74" y="0"/>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91" name="Freeform 16"/>
                          <p:cNvSpPr>
                            <a:spLocks/>
                          </p:cNvSpPr>
                          <p:nvPr/>
                        </p:nvSpPr>
                        <p:spPr bwMode="auto">
                          <a:xfrm>
                            <a:off x="1890" y="2101"/>
                            <a:ext cx="17" cy="9"/>
                          </a:xfrm>
                          <a:custGeom>
                            <a:avLst/>
                            <a:gdLst>
                              <a:gd name="T0" fmla="*/ 4 w 17"/>
                              <a:gd name="T1" fmla="*/ 0 h 9"/>
                              <a:gd name="T2" fmla="*/ 3 w 17"/>
                              <a:gd name="T3" fmla="*/ 0 h 9"/>
                              <a:gd name="T4" fmla="*/ 1 w 17"/>
                              <a:gd name="T5" fmla="*/ 2 h 9"/>
                              <a:gd name="T6" fmla="*/ 0 w 17"/>
                              <a:gd name="T7" fmla="*/ 3 h 9"/>
                              <a:gd name="T8" fmla="*/ 0 w 17"/>
                              <a:gd name="T9" fmla="*/ 5 h 9"/>
                              <a:gd name="T10" fmla="*/ 0 w 17"/>
                              <a:gd name="T11" fmla="*/ 6 h 9"/>
                              <a:gd name="T12" fmla="*/ 0 w 17"/>
                              <a:gd name="T13" fmla="*/ 8 h 9"/>
                              <a:gd name="T14" fmla="*/ 1 w 17"/>
                              <a:gd name="T15" fmla="*/ 9 h 9"/>
                              <a:gd name="T16" fmla="*/ 3 w 17"/>
                              <a:gd name="T17" fmla="*/ 9 h 9"/>
                              <a:gd name="T18" fmla="*/ 12 w 17"/>
                              <a:gd name="T19" fmla="*/ 9 h 9"/>
                              <a:gd name="T20" fmla="*/ 13 w 17"/>
                              <a:gd name="T21" fmla="*/ 9 h 9"/>
                              <a:gd name="T22" fmla="*/ 15 w 17"/>
                              <a:gd name="T23" fmla="*/ 9 h 9"/>
                              <a:gd name="T24" fmla="*/ 16 w 17"/>
                              <a:gd name="T25" fmla="*/ 8 h 9"/>
                              <a:gd name="T26" fmla="*/ 17 w 17"/>
                              <a:gd name="T27" fmla="*/ 6 h 9"/>
                              <a:gd name="T28" fmla="*/ 17 w 17"/>
                              <a:gd name="T29" fmla="*/ 5 h 9"/>
                              <a:gd name="T30" fmla="*/ 16 w 17"/>
                              <a:gd name="T31" fmla="*/ 3 h 9"/>
                              <a:gd name="T32" fmla="*/ 15 w 17"/>
                              <a:gd name="T33" fmla="*/ 2 h 9"/>
                              <a:gd name="T34" fmla="*/ 13 w 17"/>
                              <a:gd name="T35" fmla="*/ 0 h 9"/>
                              <a:gd name="T36" fmla="*/ 4 w 17"/>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7"/>
                              <a:gd name="T58" fmla="*/ 0 h 9"/>
                              <a:gd name="T59" fmla="*/ 17 w 17"/>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7" h="9">
                                <a:moveTo>
                                  <a:pt x="4" y="0"/>
                                </a:moveTo>
                                <a:lnTo>
                                  <a:pt x="3" y="0"/>
                                </a:lnTo>
                                <a:lnTo>
                                  <a:pt x="1" y="2"/>
                                </a:lnTo>
                                <a:lnTo>
                                  <a:pt x="0" y="3"/>
                                </a:lnTo>
                                <a:lnTo>
                                  <a:pt x="0" y="5"/>
                                </a:lnTo>
                                <a:lnTo>
                                  <a:pt x="0" y="6"/>
                                </a:lnTo>
                                <a:lnTo>
                                  <a:pt x="0" y="8"/>
                                </a:lnTo>
                                <a:lnTo>
                                  <a:pt x="1" y="9"/>
                                </a:lnTo>
                                <a:lnTo>
                                  <a:pt x="3" y="9"/>
                                </a:lnTo>
                                <a:lnTo>
                                  <a:pt x="12" y="9"/>
                                </a:lnTo>
                                <a:lnTo>
                                  <a:pt x="13" y="9"/>
                                </a:lnTo>
                                <a:lnTo>
                                  <a:pt x="15" y="9"/>
                                </a:lnTo>
                                <a:lnTo>
                                  <a:pt x="16" y="8"/>
                                </a:lnTo>
                                <a:lnTo>
                                  <a:pt x="17" y="6"/>
                                </a:lnTo>
                                <a:lnTo>
                                  <a:pt x="17" y="5"/>
                                </a:lnTo>
                                <a:lnTo>
                                  <a:pt x="16" y="3"/>
                                </a:lnTo>
                                <a:lnTo>
                                  <a:pt x="15" y="2"/>
                                </a:lnTo>
                                <a:lnTo>
                                  <a:pt x="13"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92" name="Freeform 17"/>
                          <p:cNvSpPr>
                            <a:spLocks/>
                          </p:cNvSpPr>
                          <p:nvPr/>
                        </p:nvSpPr>
                        <p:spPr bwMode="auto">
                          <a:xfrm>
                            <a:off x="1925" y="2101"/>
                            <a:ext cx="78" cy="9"/>
                          </a:xfrm>
                          <a:custGeom>
                            <a:avLst/>
                            <a:gdLst>
                              <a:gd name="T0" fmla="*/ 4 w 78"/>
                              <a:gd name="T1" fmla="*/ 0 h 9"/>
                              <a:gd name="T2" fmla="*/ 3 w 78"/>
                              <a:gd name="T3" fmla="*/ 0 h 9"/>
                              <a:gd name="T4" fmla="*/ 1 w 78"/>
                              <a:gd name="T5" fmla="*/ 2 h 9"/>
                              <a:gd name="T6" fmla="*/ 0 w 78"/>
                              <a:gd name="T7" fmla="*/ 3 h 9"/>
                              <a:gd name="T8" fmla="*/ 0 w 78"/>
                              <a:gd name="T9" fmla="*/ 5 h 9"/>
                              <a:gd name="T10" fmla="*/ 0 w 78"/>
                              <a:gd name="T11" fmla="*/ 6 h 9"/>
                              <a:gd name="T12" fmla="*/ 0 w 78"/>
                              <a:gd name="T13" fmla="*/ 8 h 9"/>
                              <a:gd name="T14" fmla="*/ 1 w 78"/>
                              <a:gd name="T15" fmla="*/ 9 h 9"/>
                              <a:gd name="T16" fmla="*/ 3 w 78"/>
                              <a:gd name="T17" fmla="*/ 9 h 9"/>
                              <a:gd name="T18" fmla="*/ 72 w 78"/>
                              <a:gd name="T19" fmla="*/ 9 h 9"/>
                              <a:gd name="T20" fmla="*/ 74 w 78"/>
                              <a:gd name="T21" fmla="*/ 9 h 9"/>
                              <a:gd name="T22" fmla="*/ 75 w 78"/>
                              <a:gd name="T23" fmla="*/ 9 h 9"/>
                              <a:gd name="T24" fmla="*/ 77 w 78"/>
                              <a:gd name="T25" fmla="*/ 8 h 9"/>
                              <a:gd name="T26" fmla="*/ 78 w 78"/>
                              <a:gd name="T27" fmla="*/ 6 h 9"/>
                              <a:gd name="T28" fmla="*/ 78 w 78"/>
                              <a:gd name="T29" fmla="*/ 5 h 9"/>
                              <a:gd name="T30" fmla="*/ 77 w 78"/>
                              <a:gd name="T31" fmla="*/ 3 h 9"/>
                              <a:gd name="T32" fmla="*/ 75 w 78"/>
                              <a:gd name="T33" fmla="*/ 2 h 9"/>
                              <a:gd name="T34" fmla="*/ 74 w 78"/>
                              <a:gd name="T35" fmla="*/ 0 h 9"/>
                              <a:gd name="T36" fmla="*/ 4 w 78"/>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78"/>
                              <a:gd name="T58" fmla="*/ 0 h 9"/>
                              <a:gd name="T59" fmla="*/ 78 w 78"/>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78" h="9">
                                <a:moveTo>
                                  <a:pt x="4" y="0"/>
                                </a:moveTo>
                                <a:lnTo>
                                  <a:pt x="3" y="0"/>
                                </a:lnTo>
                                <a:lnTo>
                                  <a:pt x="1" y="2"/>
                                </a:lnTo>
                                <a:lnTo>
                                  <a:pt x="0" y="3"/>
                                </a:lnTo>
                                <a:lnTo>
                                  <a:pt x="0" y="5"/>
                                </a:lnTo>
                                <a:lnTo>
                                  <a:pt x="0" y="6"/>
                                </a:lnTo>
                                <a:lnTo>
                                  <a:pt x="0" y="8"/>
                                </a:lnTo>
                                <a:lnTo>
                                  <a:pt x="1" y="9"/>
                                </a:lnTo>
                                <a:lnTo>
                                  <a:pt x="3" y="9"/>
                                </a:lnTo>
                                <a:lnTo>
                                  <a:pt x="72" y="9"/>
                                </a:lnTo>
                                <a:lnTo>
                                  <a:pt x="74" y="9"/>
                                </a:lnTo>
                                <a:lnTo>
                                  <a:pt x="75" y="9"/>
                                </a:lnTo>
                                <a:lnTo>
                                  <a:pt x="77" y="8"/>
                                </a:lnTo>
                                <a:lnTo>
                                  <a:pt x="78" y="6"/>
                                </a:lnTo>
                                <a:lnTo>
                                  <a:pt x="78" y="5"/>
                                </a:lnTo>
                                <a:lnTo>
                                  <a:pt x="77" y="3"/>
                                </a:lnTo>
                                <a:lnTo>
                                  <a:pt x="75" y="2"/>
                                </a:lnTo>
                                <a:lnTo>
                                  <a:pt x="74"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93" name="Freeform 18"/>
                          <p:cNvSpPr>
                            <a:spLocks/>
                          </p:cNvSpPr>
                          <p:nvPr/>
                        </p:nvSpPr>
                        <p:spPr bwMode="auto">
                          <a:xfrm>
                            <a:off x="2021" y="2101"/>
                            <a:ext cx="17" cy="9"/>
                          </a:xfrm>
                          <a:custGeom>
                            <a:avLst/>
                            <a:gdLst>
                              <a:gd name="T0" fmla="*/ 4 w 17"/>
                              <a:gd name="T1" fmla="*/ 0 h 9"/>
                              <a:gd name="T2" fmla="*/ 3 w 17"/>
                              <a:gd name="T3" fmla="*/ 0 h 9"/>
                              <a:gd name="T4" fmla="*/ 1 w 17"/>
                              <a:gd name="T5" fmla="*/ 2 h 9"/>
                              <a:gd name="T6" fmla="*/ 0 w 17"/>
                              <a:gd name="T7" fmla="*/ 3 h 9"/>
                              <a:gd name="T8" fmla="*/ 0 w 17"/>
                              <a:gd name="T9" fmla="*/ 5 h 9"/>
                              <a:gd name="T10" fmla="*/ 0 w 17"/>
                              <a:gd name="T11" fmla="*/ 6 h 9"/>
                              <a:gd name="T12" fmla="*/ 0 w 17"/>
                              <a:gd name="T13" fmla="*/ 8 h 9"/>
                              <a:gd name="T14" fmla="*/ 1 w 17"/>
                              <a:gd name="T15" fmla="*/ 9 h 9"/>
                              <a:gd name="T16" fmla="*/ 3 w 17"/>
                              <a:gd name="T17" fmla="*/ 9 h 9"/>
                              <a:gd name="T18" fmla="*/ 11 w 17"/>
                              <a:gd name="T19" fmla="*/ 9 h 9"/>
                              <a:gd name="T20" fmla="*/ 13 w 17"/>
                              <a:gd name="T21" fmla="*/ 9 h 9"/>
                              <a:gd name="T22" fmla="*/ 14 w 17"/>
                              <a:gd name="T23" fmla="*/ 9 h 9"/>
                              <a:gd name="T24" fmla="*/ 16 w 17"/>
                              <a:gd name="T25" fmla="*/ 8 h 9"/>
                              <a:gd name="T26" fmla="*/ 17 w 17"/>
                              <a:gd name="T27" fmla="*/ 6 h 9"/>
                              <a:gd name="T28" fmla="*/ 17 w 17"/>
                              <a:gd name="T29" fmla="*/ 5 h 9"/>
                              <a:gd name="T30" fmla="*/ 16 w 17"/>
                              <a:gd name="T31" fmla="*/ 3 h 9"/>
                              <a:gd name="T32" fmla="*/ 14 w 17"/>
                              <a:gd name="T33" fmla="*/ 2 h 9"/>
                              <a:gd name="T34" fmla="*/ 13 w 17"/>
                              <a:gd name="T35" fmla="*/ 0 h 9"/>
                              <a:gd name="T36" fmla="*/ 4 w 17"/>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7"/>
                              <a:gd name="T58" fmla="*/ 0 h 9"/>
                              <a:gd name="T59" fmla="*/ 17 w 17"/>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7" h="9">
                                <a:moveTo>
                                  <a:pt x="4" y="0"/>
                                </a:moveTo>
                                <a:lnTo>
                                  <a:pt x="3" y="0"/>
                                </a:lnTo>
                                <a:lnTo>
                                  <a:pt x="1" y="2"/>
                                </a:lnTo>
                                <a:lnTo>
                                  <a:pt x="0" y="3"/>
                                </a:lnTo>
                                <a:lnTo>
                                  <a:pt x="0" y="5"/>
                                </a:lnTo>
                                <a:lnTo>
                                  <a:pt x="0" y="6"/>
                                </a:lnTo>
                                <a:lnTo>
                                  <a:pt x="0" y="8"/>
                                </a:lnTo>
                                <a:lnTo>
                                  <a:pt x="1" y="9"/>
                                </a:lnTo>
                                <a:lnTo>
                                  <a:pt x="3" y="9"/>
                                </a:lnTo>
                                <a:lnTo>
                                  <a:pt x="11" y="9"/>
                                </a:lnTo>
                                <a:lnTo>
                                  <a:pt x="13" y="9"/>
                                </a:lnTo>
                                <a:lnTo>
                                  <a:pt x="14" y="9"/>
                                </a:lnTo>
                                <a:lnTo>
                                  <a:pt x="16" y="8"/>
                                </a:lnTo>
                                <a:lnTo>
                                  <a:pt x="17" y="6"/>
                                </a:lnTo>
                                <a:lnTo>
                                  <a:pt x="17" y="5"/>
                                </a:lnTo>
                                <a:lnTo>
                                  <a:pt x="16" y="3"/>
                                </a:lnTo>
                                <a:lnTo>
                                  <a:pt x="14" y="2"/>
                                </a:lnTo>
                                <a:lnTo>
                                  <a:pt x="13"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94" name="Freeform 19"/>
                          <p:cNvSpPr>
                            <a:spLocks/>
                          </p:cNvSpPr>
                          <p:nvPr/>
                        </p:nvSpPr>
                        <p:spPr bwMode="auto">
                          <a:xfrm>
                            <a:off x="2056" y="2101"/>
                            <a:ext cx="78" cy="9"/>
                          </a:xfrm>
                          <a:custGeom>
                            <a:avLst/>
                            <a:gdLst>
                              <a:gd name="T0" fmla="*/ 4 w 78"/>
                              <a:gd name="T1" fmla="*/ 0 h 9"/>
                              <a:gd name="T2" fmla="*/ 2 w 78"/>
                              <a:gd name="T3" fmla="*/ 0 h 9"/>
                              <a:gd name="T4" fmla="*/ 1 w 78"/>
                              <a:gd name="T5" fmla="*/ 2 h 9"/>
                              <a:gd name="T6" fmla="*/ 0 w 78"/>
                              <a:gd name="T7" fmla="*/ 3 h 9"/>
                              <a:gd name="T8" fmla="*/ 0 w 78"/>
                              <a:gd name="T9" fmla="*/ 5 h 9"/>
                              <a:gd name="T10" fmla="*/ 0 w 78"/>
                              <a:gd name="T11" fmla="*/ 6 h 9"/>
                              <a:gd name="T12" fmla="*/ 0 w 78"/>
                              <a:gd name="T13" fmla="*/ 8 h 9"/>
                              <a:gd name="T14" fmla="*/ 1 w 78"/>
                              <a:gd name="T15" fmla="*/ 9 h 9"/>
                              <a:gd name="T16" fmla="*/ 2 w 78"/>
                              <a:gd name="T17" fmla="*/ 9 h 9"/>
                              <a:gd name="T18" fmla="*/ 72 w 78"/>
                              <a:gd name="T19" fmla="*/ 9 h 9"/>
                              <a:gd name="T20" fmla="*/ 74 w 78"/>
                              <a:gd name="T21" fmla="*/ 9 h 9"/>
                              <a:gd name="T22" fmla="*/ 75 w 78"/>
                              <a:gd name="T23" fmla="*/ 9 h 9"/>
                              <a:gd name="T24" fmla="*/ 77 w 78"/>
                              <a:gd name="T25" fmla="*/ 8 h 9"/>
                              <a:gd name="T26" fmla="*/ 78 w 78"/>
                              <a:gd name="T27" fmla="*/ 6 h 9"/>
                              <a:gd name="T28" fmla="*/ 78 w 78"/>
                              <a:gd name="T29" fmla="*/ 5 h 9"/>
                              <a:gd name="T30" fmla="*/ 77 w 78"/>
                              <a:gd name="T31" fmla="*/ 3 h 9"/>
                              <a:gd name="T32" fmla="*/ 75 w 78"/>
                              <a:gd name="T33" fmla="*/ 2 h 9"/>
                              <a:gd name="T34" fmla="*/ 74 w 78"/>
                              <a:gd name="T35" fmla="*/ 0 h 9"/>
                              <a:gd name="T36" fmla="*/ 4 w 78"/>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78"/>
                              <a:gd name="T58" fmla="*/ 0 h 9"/>
                              <a:gd name="T59" fmla="*/ 78 w 78"/>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78" h="9">
                                <a:moveTo>
                                  <a:pt x="4" y="0"/>
                                </a:moveTo>
                                <a:lnTo>
                                  <a:pt x="2" y="0"/>
                                </a:lnTo>
                                <a:lnTo>
                                  <a:pt x="1" y="2"/>
                                </a:lnTo>
                                <a:lnTo>
                                  <a:pt x="0" y="3"/>
                                </a:lnTo>
                                <a:lnTo>
                                  <a:pt x="0" y="5"/>
                                </a:lnTo>
                                <a:lnTo>
                                  <a:pt x="0" y="6"/>
                                </a:lnTo>
                                <a:lnTo>
                                  <a:pt x="0" y="8"/>
                                </a:lnTo>
                                <a:lnTo>
                                  <a:pt x="1" y="9"/>
                                </a:lnTo>
                                <a:lnTo>
                                  <a:pt x="2" y="9"/>
                                </a:lnTo>
                                <a:lnTo>
                                  <a:pt x="72" y="9"/>
                                </a:lnTo>
                                <a:lnTo>
                                  <a:pt x="74" y="9"/>
                                </a:lnTo>
                                <a:lnTo>
                                  <a:pt x="75" y="9"/>
                                </a:lnTo>
                                <a:lnTo>
                                  <a:pt x="77" y="8"/>
                                </a:lnTo>
                                <a:lnTo>
                                  <a:pt x="78" y="6"/>
                                </a:lnTo>
                                <a:lnTo>
                                  <a:pt x="78" y="5"/>
                                </a:lnTo>
                                <a:lnTo>
                                  <a:pt x="77" y="3"/>
                                </a:lnTo>
                                <a:lnTo>
                                  <a:pt x="75" y="2"/>
                                </a:lnTo>
                                <a:lnTo>
                                  <a:pt x="74"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95" name="Freeform 20"/>
                          <p:cNvSpPr>
                            <a:spLocks/>
                          </p:cNvSpPr>
                          <p:nvPr/>
                        </p:nvSpPr>
                        <p:spPr bwMode="auto">
                          <a:xfrm>
                            <a:off x="2151" y="2101"/>
                            <a:ext cx="18" cy="9"/>
                          </a:xfrm>
                          <a:custGeom>
                            <a:avLst/>
                            <a:gdLst>
                              <a:gd name="T0" fmla="*/ 5 w 18"/>
                              <a:gd name="T1" fmla="*/ 0 h 9"/>
                              <a:gd name="T2" fmla="*/ 3 w 18"/>
                              <a:gd name="T3" fmla="*/ 0 h 9"/>
                              <a:gd name="T4" fmla="*/ 2 w 18"/>
                              <a:gd name="T5" fmla="*/ 2 h 9"/>
                              <a:gd name="T6" fmla="*/ 0 w 18"/>
                              <a:gd name="T7" fmla="*/ 3 h 9"/>
                              <a:gd name="T8" fmla="*/ 0 w 18"/>
                              <a:gd name="T9" fmla="*/ 5 h 9"/>
                              <a:gd name="T10" fmla="*/ 0 w 18"/>
                              <a:gd name="T11" fmla="*/ 6 h 9"/>
                              <a:gd name="T12" fmla="*/ 0 w 18"/>
                              <a:gd name="T13" fmla="*/ 8 h 9"/>
                              <a:gd name="T14" fmla="*/ 2 w 18"/>
                              <a:gd name="T15" fmla="*/ 9 h 9"/>
                              <a:gd name="T16" fmla="*/ 3 w 18"/>
                              <a:gd name="T17" fmla="*/ 9 h 9"/>
                              <a:gd name="T18" fmla="*/ 12 w 18"/>
                              <a:gd name="T19" fmla="*/ 9 h 9"/>
                              <a:gd name="T20" fmla="*/ 13 w 18"/>
                              <a:gd name="T21" fmla="*/ 9 h 9"/>
                              <a:gd name="T22" fmla="*/ 15 w 18"/>
                              <a:gd name="T23" fmla="*/ 9 h 9"/>
                              <a:gd name="T24" fmla="*/ 16 w 18"/>
                              <a:gd name="T25" fmla="*/ 8 h 9"/>
                              <a:gd name="T26" fmla="*/ 18 w 18"/>
                              <a:gd name="T27" fmla="*/ 6 h 9"/>
                              <a:gd name="T28" fmla="*/ 18 w 18"/>
                              <a:gd name="T29" fmla="*/ 5 h 9"/>
                              <a:gd name="T30" fmla="*/ 16 w 18"/>
                              <a:gd name="T31" fmla="*/ 3 h 9"/>
                              <a:gd name="T32" fmla="*/ 15 w 18"/>
                              <a:gd name="T33" fmla="*/ 2 h 9"/>
                              <a:gd name="T34" fmla="*/ 13 w 18"/>
                              <a:gd name="T35" fmla="*/ 0 h 9"/>
                              <a:gd name="T36" fmla="*/ 5 w 18"/>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8"/>
                              <a:gd name="T58" fmla="*/ 0 h 9"/>
                              <a:gd name="T59" fmla="*/ 18 w 18"/>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8" h="9">
                                <a:moveTo>
                                  <a:pt x="5" y="0"/>
                                </a:moveTo>
                                <a:lnTo>
                                  <a:pt x="3" y="0"/>
                                </a:lnTo>
                                <a:lnTo>
                                  <a:pt x="2" y="2"/>
                                </a:lnTo>
                                <a:lnTo>
                                  <a:pt x="0" y="3"/>
                                </a:lnTo>
                                <a:lnTo>
                                  <a:pt x="0" y="5"/>
                                </a:lnTo>
                                <a:lnTo>
                                  <a:pt x="0" y="6"/>
                                </a:lnTo>
                                <a:lnTo>
                                  <a:pt x="0" y="8"/>
                                </a:lnTo>
                                <a:lnTo>
                                  <a:pt x="2" y="9"/>
                                </a:lnTo>
                                <a:lnTo>
                                  <a:pt x="3" y="9"/>
                                </a:lnTo>
                                <a:lnTo>
                                  <a:pt x="12" y="9"/>
                                </a:lnTo>
                                <a:lnTo>
                                  <a:pt x="13" y="9"/>
                                </a:lnTo>
                                <a:lnTo>
                                  <a:pt x="15" y="9"/>
                                </a:lnTo>
                                <a:lnTo>
                                  <a:pt x="16" y="8"/>
                                </a:lnTo>
                                <a:lnTo>
                                  <a:pt x="18" y="6"/>
                                </a:lnTo>
                                <a:lnTo>
                                  <a:pt x="18" y="5"/>
                                </a:lnTo>
                                <a:lnTo>
                                  <a:pt x="16" y="3"/>
                                </a:lnTo>
                                <a:lnTo>
                                  <a:pt x="15" y="2"/>
                                </a:lnTo>
                                <a:lnTo>
                                  <a:pt x="13" y="0"/>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96" name="Freeform 21"/>
                          <p:cNvSpPr>
                            <a:spLocks/>
                          </p:cNvSpPr>
                          <p:nvPr/>
                        </p:nvSpPr>
                        <p:spPr bwMode="auto">
                          <a:xfrm>
                            <a:off x="2186" y="2101"/>
                            <a:ext cx="79" cy="9"/>
                          </a:xfrm>
                          <a:custGeom>
                            <a:avLst/>
                            <a:gdLst>
                              <a:gd name="T0" fmla="*/ 5 w 79"/>
                              <a:gd name="T1" fmla="*/ 0 h 9"/>
                              <a:gd name="T2" fmla="*/ 3 w 79"/>
                              <a:gd name="T3" fmla="*/ 0 h 9"/>
                              <a:gd name="T4" fmla="*/ 2 w 79"/>
                              <a:gd name="T5" fmla="*/ 2 h 9"/>
                              <a:gd name="T6" fmla="*/ 0 w 79"/>
                              <a:gd name="T7" fmla="*/ 3 h 9"/>
                              <a:gd name="T8" fmla="*/ 0 w 79"/>
                              <a:gd name="T9" fmla="*/ 5 h 9"/>
                              <a:gd name="T10" fmla="*/ 0 w 79"/>
                              <a:gd name="T11" fmla="*/ 6 h 9"/>
                              <a:gd name="T12" fmla="*/ 0 w 79"/>
                              <a:gd name="T13" fmla="*/ 8 h 9"/>
                              <a:gd name="T14" fmla="*/ 2 w 79"/>
                              <a:gd name="T15" fmla="*/ 9 h 9"/>
                              <a:gd name="T16" fmla="*/ 3 w 79"/>
                              <a:gd name="T17" fmla="*/ 9 h 9"/>
                              <a:gd name="T18" fmla="*/ 73 w 79"/>
                              <a:gd name="T19" fmla="*/ 9 h 9"/>
                              <a:gd name="T20" fmla="*/ 74 w 79"/>
                              <a:gd name="T21" fmla="*/ 9 h 9"/>
                              <a:gd name="T22" fmla="*/ 76 w 79"/>
                              <a:gd name="T23" fmla="*/ 9 h 9"/>
                              <a:gd name="T24" fmla="*/ 77 w 79"/>
                              <a:gd name="T25" fmla="*/ 8 h 9"/>
                              <a:gd name="T26" fmla="*/ 79 w 79"/>
                              <a:gd name="T27" fmla="*/ 6 h 9"/>
                              <a:gd name="T28" fmla="*/ 79 w 79"/>
                              <a:gd name="T29" fmla="*/ 5 h 9"/>
                              <a:gd name="T30" fmla="*/ 77 w 79"/>
                              <a:gd name="T31" fmla="*/ 3 h 9"/>
                              <a:gd name="T32" fmla="*/ 76 w 79"/>
                              <a:gd name="T33" fmla="*/ 2 h 9"/>
                              <a:gd name="T34" fmla="*/ 74 w 79"/>
                              <a:gd name="T35" fmla="*/ 0 h 9"/>
                              <a:gd name="T36" fmla="*/ 5 w 79"/>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79"/>
                              <a:gd name="T58" fmla="*/ 0 h 9"/>
                              <a:gd name="T59" fmla="*/ 79 w 79"/>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79" h="9">
                                <a:moveTo>
                                  <a:pt x="5" y="0"/>
                                </a:moveTo>
                                <a:lnTo>
                                  <a:pt x="3" y="0"/>
                                </a:lnTo>
                                <a:lnTo>
                                  <a:pt x="2" y="2"/>
                                </a:lnTo>
                                <a:lnTo>
                                  <a:pt x="0" y="3"/>
                                </a:lnTo>
                                <a:lnTo>
                                  <a:pt x="0" y="5"/>
                                </a:lnTo>
                                <a:lnTo>
                                  <a:pt x="0" y="6"/>
                                </a:lnTo>
                                <a:lnTo>
                                  <a:pt x="0" y="8"/>
                                </a:lnTo>
                                <a:lnTo>
                                  <a:pt x="2" y="9"/>
                                </a:lnTo>
                                <a:lnTo>
                                  <a:pt x="3" y="9"/>
                                </a:lnTo>
                                <a:lnTo>
                                  <a:pt x="73" y="9"/>
                                </a:lnTo>
                                <a:lnTo>
                                  <a:pt x="74" y="9"/>
                                </a:lnTo>
                                <a:lnTo>
                                  <a:pt x="76" y="9"/>
                                </a:lnTo>
                                <a:lnTo>
                                  <a:pt x="77" y="8"/>
                                </a:lnTo>
                                <a:lnTo>
                                  <a:pt x="79" y="6"/>
                                </a:lnTo>
                                <a:lnTo>
                                  <a:pt x="79" y="5"/>
                                </a:lnTo>
                                <a:lnTo>
                                  <a:pt x="77" y="3"/>
                                </a:lnTo>
                                <a:lnTo>
                                  <a:pt x="76" y="2"/>
                                </a:lnTo>
                                <a:lnTo>
                                  <a:pt x="74" y="0"/>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97" name="Freeform 22"/>
                          <p:cNvSpPr>
                            <a:spLocks/>
                          </p:cNvSpPr>
                          <p:nvPr/>
                        </p:nvSpPr>
                        <p:spPr bwMode="auto">
                          <a:xfrm>
                            <a:off x="2282" y="2101"/>
                            <a:ext cx="18" cy="9"/>
                          </a:xfrm>
                          <a:custGeom>
                            <a:avLst/>
                            <a:gdLst>
                              <a:gd name="T0" fmla="*/ 4 w 18"/>
                              <a:gd name="T1" fmla="*/ 0 h 9"/>
                              <a:gd name="T2" fmla="*/ 3 w 18"/>
                              <a:gd name="T3" fmla="*/ 0 h 9"/>
                              <a:gd name="T4" fmla="*/ 2 w 18"/>
                              <a:gd name="T5" fmla="*/ 2 h 9"/>
                              <a:gd name="T6" fmla="*/ 0 w 18"/>
                              <a:gd name="T7" fmla="*/ 3 h 9"/>
                              <a:gd name="T8" fmla="*/ 0 w 18"/>
                              <a:gd name="T9" fmla="*/ 5 h 9"/>
                              <a:gd name="T10" fmla="*/ 0 w 18"/>
                              <a:gd name="T11" fmla="*/ 6 h 9"/>
                              <a:gd name="T12" fmla="*/ 0 w 18"/>
                              <a:gd name="T13" fmla="*/ 8 h 9"/>
                              <a:gd name="T14" fmla="*/ 2 w 18"/>
                              <a:gd name="T15" fmla="*/ 9 h 9"/>
                              <a:gd name="T16" fmla="*/ 3 w 18"/>
                              <a:gd name="T17" fmla="*/ 9 h 9"/>
                              <a:gd name="T18" fmla="*/ 12 w 18"/>
                              <a:gd name="T19" fmla="*/ 9 h 9"/>
                              <a:gd name="T20" fmla="*/ 13 w 18"/>
                              <a:gd name="T21" fmla="*/ 9 h 9"/>
                              <a:gd name="T22" fmla="*/ 15 w 18"/>
                              <a:gd name="T23" fmla="*/ 9 h 9"/>
                              <a:gd name="T24" fmla="*/ 16 w 18"/>
                              <a:gd name="T25" fmla="*/ 8 h 9"/>
                              <a:gd name="T26" fmla="*/ 18 w 18"/>
                              <a:gd name="T27" fmla="*/ 6 h 9"/>
                              <a:gd name="T28" fmla="*/ 18 w 18"/>
                              <a:gd name="T29" fmla="*/ 5 h 9"/>
                              <a:gd name="T30" fmla="*/ 16 w 18"/>
                              <a:gd name="T31" fmla="*/ 3 h 9"/>
                              <a:gd name="T32" fmla="*/ 15 w 18"/>
                              <a:gd name="T33" fmla="*/ 2 h 9"/>
                              <a:gd name="T34" fmla="*/ 13 w 18"/>
                              <a:gd name="T35" fmla="*/ 0 h 9"/>
                              <a:gd name="T36" fmla="*/ 4 w 18"/>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8"/>
                              <a:gd name="T58" fmla="*/ 0 h 9"/>
                              <a:gd name="T59" fmla="*/ 18 w 18"/>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8" h="9">
                                <a:moveTo>
                                  <a:pt x="4" y="0"/>
                                </a:moveTo>
                                <a:lnTo>
                                  <a:pt x="3" y="0"/>
                                </a:lnTo>
                                <a:lnTo>
                                  <a:pt x="2" y="2"/>
                                </a:lnTo>
                                <a:lnTo>
                                  <a:pt x="0" y="3"/>
                                </a:lnTo>
                                <a:lnTo>
                                  <a:pt x="0" y="5"/>
                                </a:lnTo>
                                <a:lnTo>
                                  <a:pt x="0" y="6"/>
                                </a:lnTo>
                                <a:lnTo>
                                  <a:pt x="0" y="8"/>
                                </a:lnTo>
                                <a:lnTo>
                                  <a:pt x="2" y="9"/>
                                </a:lnTo>
                                <a:lnTo>
                                  <a:pt x="3" y="9"/>
                                </a:lnTo>
                                <a:lnTo>
                                  <a:pt x="12" y="9"/>
                                </a:lnTo>
                                <a:lnTo>
                                  <a:pt x="13" y="9"/>
                                </a:lnTo>
                                <a:lnTo>
                                  <a:pt x="15" y="9"/>
                                </a:lnTo>
                                <a:lnTo>
                                  <a:pt x="16" y="8"/>
                                </a:lnTo>
                                <a:lnTo>
                                  <a:pt x="18" y="6"/>
                                </a:lnTo>
                                <a:lnTo>
                                  <a:pt x="18" y="5"/>
                                </a:lnTo>
                                <a:lnTo>
                                  <a:pt x="16" y="3"/>
                                </a:lnTo>
                                <a:lnTo>
                                  <a:pt x="15" y="2"/>
                                </a:lnTo>
                                <a:lnTo>
                                  <a:pt x="13"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98" name="Freeform 23"/>
                          <p:cNvSpPr>
                            <a:spLocks/>
                          </p:cNvSpPr>
                          <p:nvPr/>
                        </p:nvSpPr>
                        <p:spPr bwMode="auto">
                          <a:xfrm>
                            <a:off x="2317" y="2101"/>
                            <a:ext cx="78" cy="9"/>
                          </a:xfrm>
                          <a:custGeom>
                            <a:avLst/>
                            <a:gdLst>
                              <a:gd name="T0" fmla="*/ 4 w 78"/>
                              <a:gd name="T1" fmla="*/ 0 h 9"/>
                              <a:gd name="T2" fmla="*/ 3 w 78"/>
                              <a:gd name="T3" fmla="*/ 0 h 9"/>
                              <a:gd name="T4" fmla="*/ 1 w 78"/>
                              <a:gd name="T5" fmla="*/ 2 h 9"/>
                              <a:gd name="T6" fmla="*/ 0 w 78"/>
                              <a:gd name="T7" fmla="*/ 3 h 9"/>
                              <a:gd name="T8" fmla="*/ 0 w 78"/>
                              <a:gd name="T9" fmla="*/ 5 h 9"/>
                              <a:gd name="T10" fmla="*/ 0 w 78"/>
                              <a:gd name="T11" fmla="*/ 6 h 9"/>
                              <a:gd name="T12" fmla="*/ 0 w 78"/>
                              <a:gd name="T13" fmla="*/ 8 h 9"/>
                              <a:gd name="T14" fmla="*/ 1 w 78"/>
                              <a:gd name="T15" fmla="*/ 9 h 9"/>
                              <a:gd name="T16" fmla="*/ 3 w 78"/>
                              <a:gd name="T17" fmla="*/ 9 h 9"/>
                              <a:gd name="T18" fmla="*/ 73 w 78"/>
                              <a:gd name="T19" fmla="*/ 9 h 9"/>
                              <a:gd name="T20" fmla="*/ 74 w 78"/>
                              <a:gd name="T21" fmla="*/ 9 h 9"/>
                              <a:gd name="T22" fmla="*/ 76 w 78"/>
                              <a:gd name="T23" fmla="*/ 9 h 9"/>
                              <a:gd name="T24" fmla="*/ 77 w 78"/>
                              <a:gd name="T25" fmla="*/ 8 h 9"/>
                              <a:gd name="T26" fmla="*/ 78 w 78"/>
                              <a:gd name="T27" fmla="*/ 6 h 9"/>
                              <a:gd name="T28" fmla="*/ 78 w 78"/>
                              <a:gd name="T29" fmla="*/ 5 h 9"/>
                              <a:gd name="T30" fmla="*/ 77 w 78"/>
                              <a:gd name="T31" fmla="*/ 3 h 9"/>
                              <a:gd name="T32" fmla="*/ 76 w 78"/>
                              <a:gd name="T33" fmla="*/ 2 h 9"/>
                              <a:gd name="T34" fmla="*/ 74 w 78"/>
                              <a:gd name="T35" fmla="*/ 0 h 9"/>
                              <a:gd name="T36" fmla="*/ 4 w 78"/>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78"/>
                              <a:gd name="T58" fmla="*/ 0 h 9"/>
                              <a:gd name="T59" fmla="*/ 78 w 78"/>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78" h="9">
                                <a:moveTo>
                                  <a:pt x="4" y="0"/>
                                </a:moveTo>
                                <a:lnTo>
                                  <a:pt x="3" y="0"/>
                                </a:lnTo>
                                <a:lnTo>
                                  <a:pt x="1" y="2"/>
                                </a:lnTo>
                                <a:lnTo>
                                  <a:pt x="0" y="3"/>
                                </a:lnTo>
                                <a:lnTo>
                                  <a:pt x="0" y="5"/>
                                </a:lnTo>
                                <a:lnTo>
                                  <a:pt x="0" y="6"/>
                                </a:lnTo>
                                <a:lnTo>
                                  <a:pt x="0" y="8"/>
                                </a:lnTo>
                                <a:lnTo>
                                  <a:pt x="1" y="9"/>
                                </a:lnTo>
                                <a:lnTo>
                                  <a:pt x="3" y="9"/>
                                </a:lnTo>
                                <a:lnTo>
                                  <a:pt x="73" y="9"/>
                                </a:lnTo>
                                <a:lnTo>
                                  <a:pt x="74" y="9"/>
                                </a:lnTo>
                                <a:lnTo>
                                  <a:pt x="76" y="9"/>
                                </a:lnTo>
                                <a:lnTo>
                                  <a:pt x="77" y="8"/>
                                </a:lnTo>
                                <a:lnTo>
                                  <a:pt x="78" y="6"/>
                                </a:lnTo>
                                <a:lnTo>
                                  <a:pt x="78" y="5"/>
                                </a:lnTo>
                                <a:lnTo>
                                  <a:pt x="77" y="3"/>
                                </a:lnTo>
                                <a:lnTo>
                                  <a:pt x="76" y="2"/>
                                </a:lnTo>
                                <a:lnTo>
                                  <a:pt x="74"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99" name="Freeform 24"/>
                          <p:cNvSpPr>
                            <a:spLocks/>
                          </p:cNvSpPr>
                          <p:nvPr/>
                        </p:nvSpPr>
                        <p:spPr bwMode="auto">
                          <a:xfrm>
                            <a:off x="2413" y="2101"/>
                            <a:ext cx="17" cy="9"/>
                          </a:xfrm>
                          <a:custGeom>
                            <a:avLst/>
                            <a:gdLst>
                              <a:gd name="T0" fmla="*/ 4 w 17"/>
                              <a:gd name="T1" fmla="*/ 0 h 9"/>
                              <a:gd name="T2" fmla="*/ 3 w 17"/>
                              <a:gd name="T3" fmla="*/ 0 h 9"/>
                              <a:gd name="T4" fmla="*/ 1 w 17"/>
                              <a:gd name="T5" fmla="*/ 2 h 9"/>
                              <a:gd name="T6" fmla="*/ 0 w 17"/>
                              <a:gd name="T7" fmla="*/ 3 h 9"/>
                              <a:gd name="T8" fmla="*/ 0 w 17"/>
                              <a:gd name="T9" fmla="*/ 5 h 9"/>
                              <a:gd name="T10" fmla="*/ 0 w 17"/>
                              <a:gd name="T11" fmla="*/ 6 h 9"/>
                              <a:gd name="T12" fmla="*/ 0 w 17"/>
                              <a:gd name="T13" fmla="*/ 8 h 9"/>
                              <a:gd name="T14" fmla="*/ 1 w 17"/>
                              <a:gd name="T15" fmla="*/ 9 h 9"/>
                              <a:gd name="T16" fmla="*/ 3 w 17"/>
                              <a:gd name="T17" fmla="*/ 9 h 9"/>
                              <a:gd name="T18" fmla="*/ 11 w 17"/>
                              <a:gd name="T19" fmla="*/ 9 h 9"/>
                              <a:gd name="T20" fmla="*/ 13 w 17"/>
                              <a:gd name="T21" fmla="*/ 9 h 9"/>
                              <a:gd name="T22" fmla="*/ 14 w 17"/>
                              <a:gd name="T23" fmla="*/ 9 h 9"/>
                              <a:gd name="T24" fmla="*/ 16 w 17"/>
                              <a:gd name="T25" fmla="*/ 8 h 9"/>
                              <a:gd name="T26" fmla="*/ 17 w 17"/>
                              <a:gd name="T27" fmla="*/ 6 h 9"/>
                              <a:gd name="T28" fmla="*/ 17 w 17"/>
                              <a:gd name="T29" fmla="*/ 5 h 9"/>
                              <a:gd name="T30" fmla="*/ 16 w 17"/>
                              <a:gd name="T31" fmla="*/ 3 h 9"/>
                              <a:gd name="T32" fmla="*/ 14 w 17"/>
                              <a:gd name="T33" fmla="*/ 2 h 9"/>
                              <a:gd name="T34" fmla="*/ 13 w 17"/>
                              <a:gd name="T35" fmla="*/ 0 h 9"/>
                              <a:gd name="T36" fmla="*/ 4 w 17"/>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7"/>
                              <a:gd name="T58" fmla="*/ 0 h 9"/>
                              <a:gd name="T59" fmla="*/ 17 w 17"/>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7" h="9">
                                <a:moveTo>
                                  <a:pt x="4" y="0"/>
                                </a:moveTo>
                                <a:lnTo>
                                  <a:pt x="3" y="0"/>
                                </a:lnTo>
                                <a:lnTo>
                                  <a:pt x="1" y="2"/>
                                </a:lnTo>
                                <a:lnTo>
                                  <a:pt x="0" y="3"/>
                                </a:lnTo>
                                <a:lnTo>
                                  <a:pt x="0" y="5"/>
                                </a:lnTo>
                                <a:lnTo>
                                  <a:pt x="0" y="6"/>
                                </a:lnTo>
                                <a:lnTo>
                                  <a:pt x="0" y="8"/>
                                </a:lnTo>
                                <a:lnTo>
                                  <a:pt x="1" y="9"/>
                                </a:lnTo>
                                <a:lnTo>
                                  <a:pt x="3" y="9"/>
                                </a:lnTo>
                                <a:lnTo>
                                  <a:pt x="11" y="9"/>
                                </a:lnTo>
                                <a:lnTo>
                                  <a:pt x="13" y="9"/>
                                </a:lnTo>
                                <a:lnTo>
                                  <a:pt x="14" y="9"/>
                                </a:lnTo>
                                <a:lnTo>
                                  <a:pt x="16" y="8"/>
                                </a:lnTo>
                                <a:lnTo>
                                  <a:pt x="17" y="6"/>
                                </a:lnTo>
                                <a:lnTo>
                                  <a:pt x="17" y="5"/>
                                </a:lnTo>
                                <a:lnTo>
                                  <a:pt x="16" y="3"/>
                                </a:lnTo>
                                <a:lnTo>
                                  <a:pt x="14" y="2"/>
                                </a:lnTo>
                                <a:lnTo>
                                  <a:pt x="13"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00" name="Freeform 25"/>
                          <p:cNvSpPr>
                            <a:spLocks/>
                          </p:cNvSpPr>
                          <p:nvPr/>
                        </p:nvSpPr>
                        <p:spPr bwMode="auto">
                          <a:xfrm>
                            <a:off x="2448" y="2101"/>
                            <a:ext cx="78" cy="9"/>
                          </a:xfrm>
                          <a:custGeom>
                            <a:avLst/>
                            <a:gdLst>
                              <a:gd name="T0" fmla="*/ 4 w 78"/>
                              <a:gd name="T1" fmla="*/ 0 h 9"/>
                              <a:gd name="T2" fmla="*/ 3 w 78"/>
                              <a:gd name="T3" fmla="*/ 0 h 9"/>
                              <a:gd name="T4" fmla="*/ 1 w 78"/>
                              <a:gd name="T5" fmla="*/ 2 h 9"/>
                              <a:gd name="T6" fmla="*/ 0 w 78"/>
                              <a:gd name="T7" fmla="*/ 3 h 9"/>
                              <a:gd name="T8" fmla="*/ 0 w 78"/>
                              <a:gd name="T9" fmla="*/ 5 h 9"/>
                              <a:gd name="T10" fmla="*/ 0 w 78"/>
                              <a:gd name="T11" fmla="*/ 6 h 9"/>
                              <a:gd name="T12" fmla="*/ 0 w 78"/>
                              <a:gd name="T13" fmla="*/ 8 h 9"/>
                              <a:gd name="T14" fmla="*/ 1 w 78"/>
                              <a:gd name="T15" fmla="*/ 9 h 9"/>
                              <a:gd name="T16" fmla="*/ 3 w 78"/>
                              <a:gd name="T17" fmla="*/ 9 h 9"/>
                              <a:gd name="T18" fmla="*/ 72 w 78"/>
                              <a:gd name="T19" fmla="*/ 9 h 9"/>
                              <a:gd name="T20" fmla="*/ 74 w 78"/>
                              <a:gd name="T21" fmla="*/ 9 h 9"/>
                              <a:gd name="T22" fmla="*/ 75 w 78"/>
                              <a:gd name="T23" fmla="*/ 9 h 9"/>
                              <a:gd name="T24" fmla="*/ 77 w 78"/>
                              <a:gd name="T25" fmla="*/ 8 h 9"/>
                              <a:gd name="T26" fmla="*/ 78 w 78"/>
                              <a:gd name="T27" fmla="*/ 6 h 9"/>
                              <a:gd name="T28" fmla="*/ 78 w 78"/>
                              <a:gd name="T29" fmla="*/ 5 h 9"/>
                              <a:gd name="T30" fmla="*/ 77 w 78"/>
                              <a:gd name="T31" fmla="*/ 3 h 9"/>
                              <a:gd name="T32" fmla="*/ 75 w 78"/>
                              <a:gd name="T33" fmla="*/ 2 h 9"/>
                              <a:gd name="T34" fmla="*/ 74 w 78"/>
                              <a:gd name="T35" fmla="*/ 0 h 9"/>
                              <a:gd name="T36" fmla="*/ 4 w 78"/>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78"/>
                              <a:gd name="T58" fmla="*/ 0 h 9"/>
                              <a:gd name="T59" fmla="*/ 78 w 78"/>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78" h="9">
                                <a:moveTo>
                                  <a:pt x="4" y="0"/>
                                </a:moveTo>
                                <a:lnTo>
                                  <a:pt x="3" y="0"/>
                                </a:lnTo>
                                <a:lnTo>
                                  <a:pt x="1" y="2"/>
                                </a:lnTo>
                                <a:lnTo>
                                  <a:pt x="0" y="3"/>
                                </a:lnTo>
                                <a:lnTo>
                                  <a:pt x="0" y="5"/>
                                </a:lnTo>
                                <a:lnTo>
                                  <a:pt x="0" y="6"/>
                                </a:lnTo>
                                <a:lnTo>
                                  <a:pt x="0" y="8"/>
                                </a:lnTo>
                                <a:lnTo>
                                  <a:pt x="1" y="9"/>
                                </a:lnTo>
                                <a:lnTo>
                                  <a:pt x="3" y="9"/>
                                </a:lnTo>
                                <a:lnTo>
                                  <a:pt x="72" y="9"/>
                                </a:lnTo>
                                <a:lnTo>
                                  <a:pt x="74" y="9"/>
                                </a:lnTo>
                                <a:lnTo>
                                  <a:pt x="75" y="9"/>
                                </a:lnTo>
                                <a:lnTo>
                                  <a:pt x="77" y="8"/>
                                </a:lnTo>
                                <a:lnTo>
                                  <a:pt x="78" y="6"/>
                                </a:lnTo>
                                <a:lnTo>
                                  <a:pt x="78" y="5"/>
                                </a:lnTo>
                                <a:lnTo>
                                  <a:pt x="77" y="3"/>
                                </a:lnTo>
                                <a:lnTo>
                                  <a:pt x="75" y="2"/>
                                </a:lnTo>
                                <a:lnTo>
                                  <a:pt x="74"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01" name="Freeform 26"/>
                          <p:cNvSpPr>
                            <a:spLocks/>
                          </p:cNvSpPr>
                          <p:nvPr/>
                        </p:nvSpPr>
                        <p:spPr bwMode="auto">
                          <a:xfrm>
                            <a:off x="2544" y="2101"/>
                            <a:ext cx="17" cy="9"/>
                          </a:xfrm>
                          <a:custGeom>
                            <a:avLst/>
                            <a:gdLst>
                              <a:gd name="T0" fmla="*/ 4 w 17"/>
                              <a:gd name="T1" fmla="*/ 0 h 9"/>
                              <a:gd name="T2" fmla="*/ 2 w 17"/>
                              <a:gd name="T3" fmla="*/ 0 h 9"/>
                              <a:gd name="T4" fmla="*/ 1 w 17"/>
                              <a:gd name="T5" fmla="*/ 2 h 9"/>
                              <a:gd name="T6" fmla="*/ 0 w 17"/>
                              <a:gd name="T7" fmla="*/ 3 h 9"/>
                              <a:gd name="T8" fmla="*/ 0 w 17"/>
                              <a:gd name="T9" fmla="*/ 5 h 9"/>
                              <a:gd name="T10" fmla="*/ 0 w 17"/>
                              <a:gd name="T11" fmla="*/ 6 h 9"/>
                              <a:gd name="T12" fmla="*/ 0 w 17"/>
                              <a:gd name="T13" fmla="*/ 8 h 9"/>
                              <a:gd name="T14" fmla="*/ 1 w 17"/>
                              <a:gd name="T15" fmla="*/ 9 h 9"/>
                              <a:gd name="T16" fmla="*/ 2 w 17"/>
                              <a:gd name="T17" fmla="*/ 9 h 9"/>
                              <a:gd name="T18" fmla="*/ 11 w 17"/>
                              <a:gd name="T19" fmla="*/ 9 h 9"/>
                              <a:gd name="T20" fmla="*/ 13 w 17"/>
                              <a:gd name="T21" fmla="*/ 9 h 9"/>
                              <a:gd name="T22" fmla="*/ 14 w 17"/>
                              <a:gd name="T23" fmla="*/ 9 h 9"/>
                              <a:gd name="T24" fmla="*/ 16 w 17"/>
                              <a:gd name="T25" fmla="*/ 8 h 9"/>
                              <a:gd name="T26" fmla="*/ 17 w 17"/>
                              <a:gd name="T27" fmla="*/ 6 h 9"/>
                              <a:gd name="T28" fmla="*/ 17 w 17"/>
                              <a:gd name="T29" fmla="*/ 5 h 9"/>
                              <a:gd name="T30" fmla="*/ 16 w 17"/>
                              <a:gd name="T31" fmla="*/ 3 h 9"/>
                              <a:gd name="T32" fmla="*/ 14 w 17"/>
                              <a:gd name="T33" fmla="*/ 2 h 9"/>
                              <a:gd name="T34" fmla="*/ 13 w 17"/>
                              <a:gd name="T35" fmla="*/ 0 h 9"/>
                              <a:gd name="T36" fmla="*/ 4 w 17"/>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7"/>
                              <a:gd name="T58" fmla="*/ 0 h 9"/>
                              <a:gd name="T59" fmla="*/ 17 w 17"/>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7" h="9">
                                <a:moveTo>
                                  <a:pt x="4" y="0"/>
                                </a:moveTo>
                                <a:lnTo>
                                  <a:pt x="2" y="0"/>
                                </a:lnTo>
                                <a:lnTo>
                                  <a:pt x="1" y="2"/>
                                </a:lnTo>
                                <a:lnTo>
                                  <a:pt x="0" y="3"/>
                                </a:lnTo>
                                <a:lnTo>
                                  <a:pt x="0" y="5"/>
                                </a:lnTo>
                                <a:lnTo>
                                  <a:pt x="0" y="6"/>
                                </a:lnTo>
                                <a:lnTo>
                                  <a:pt x="0" y="8"/>
                                </a:lnTo>
                                <a:lnTo>
                                  <a:pt x="1" y="9"/>
                                </a:lnTo>
                                <a:lnTo>
                                  <a:pt x="2" y="9"/>
                                </a:lnTo>
                                <a:lnTo>
                                  <a:pt x="11" y="9"/>
                                </a:lnTo>
                                <a:lnTo>
                                  <a:pt x="13" y="9"/>
                                </a:lnTo>
                                <a:lnTo>
                                  <a:pt x="14" y="9"/>
                                </a:lnTo>
                                <a:lnTo>
                                  <a:pt x="16" y="8"/>
                                </a:lnTo>
                                <a:lnTo>
                                  <a:pt x="17" y="6"/>
                                </a:lnTo>
                                <a:lnTo>
                                  <a:pt x="17" y="5"/>
                                </a:lnTo>
                                <a:lnTo>
                                  <a:pt x="16" y="3"/>
                                </a:lnTo>
                                <a:lnTo>
                                  <a:pt x="14" y="2"/>
                                </a:lnTo>
                                <a:lnTo>
                                  <a:pt x="13"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02" name="Freeform 27"/>
                          <p:cNvSpPr>
                            <a:spLocks/>
                          </p:cNvSpPr>
                          <p:nvPr/>
                        </p:nvSpPr>
                        <p:spPr bwMode="auto">
                          <a:xfrm>
                            <a:off x="2578" y="2101"/>
                            <a:ext cx="79" cy="9"/>
                          </a:xfrm>
                          <a:custGeom>
                            <a:avLst/>
                            <a:gdLst>
                              <a:gd name="T0" fmla="*/ 5 w 79"/>
                              <a:gd name="T1" fmla="*/ 0 h 9"/>
                              <a:gd name="T2" fmla="*/ 3 w 79"/>
                              <a:gd name="T3" fmla="*/ 0 h 9"/>
                              <a:gd name="T4" fmla="*/ 2 w 79"/>
                              <a:gd name="T5" fmla="*/ 2 h 9"/>
                              <a:gd name="T6" fmla="*/ 0 w 79"/>
                              <a:gd name="T7" fmla="*/ 3 h 9"/>
                              <a:gd name="T8" fmla="*/ 0 w 79"/>
                              <a:gd name="T9" fmla="*/ 5 h 9"/>
                              <a:gd name="T10" fmla="*/ 0 w 79"/>
                              <a:gd name="T11" fmla="*/ 6 h 9"/>
                              <a:gd name="T12" fmla="*/ 0 w 79"/>
                              <a:gd name="T13" fmla="*/ 8 h 9"/>
                              <a:gd name="T14" fmla="*/ 2 w 79"/>
                              <a:gd name="T15" fmla="*/ 9 h 9"/>
                              <a:gd name="T16" fmla="*/ 3 w 79"/>
                              <a:gd name="T17" fmla="*/ 9 h 9"/>
                              <a:gd name="T18" fmla="*/ 73 w 79"/>
                              <a:gd name="T19" fmla="*/ 9 h 9"/>
                              <a:gd name="T20" fmla="*/ 74 w 79"/>
                              <a:gd name="T21" fmla="*/ 9 h 9"/>
                              <a:gd name="T22" fmla="*/ 76 w 79"/>
                              <a:gd name="T23" fmla="*/ 9 h 9"/>
                              <a:gd name="T24" fmla="*/ 77 w 79"/>
                              <a:gd name="T25" fmla="*/ 8 h 9"/>
                              <a:gd name="T26" fmla="*/ 79 w 79"/>
                              <a:gd name="T27" fmla="*/ 6 h 9"/>
                              <a:gd name="T28" fmla="*/ 79 w 79"/>
                              <a:gd name="T29" fmla="*/ 5 h 9"/>
                              <a:gd name="T30" fmla="*/ 77 w 79"/>
                              <a:gd name="T31" fmla="*/ 3 h 9"/>
                              <a:gd name="T32" fmla="*/ 76 w 79"/>
                              <a:gd name="T33" fmla="*/ 2 h 9"/>
                              <a:gd name="T34" fmla="*/ 74 w 79"/>
                              <a:gd name="T35" fmla="*/ 0 h 9"/>
                              <a:gd name="T36" fmla="*/ 5 w 79"/>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79"/>
                              <a:gd name="T58" fmla="*/ 0 h 9"/>
                              <a:gd name="T59" fmla="*/ 79 w 79"/>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79" h="9">
                                <a:moveTo>
                                  <a:pt x="5" y="0"/>
                                </a:moveTo>
                                <a:lnTo>
                                  <a:pt x="3" y="0"/>
                                </a:lnTo>
                                <a:lnTo>
                                  <a:pt x="2" y="2"/>
                                </a:lnTo>
                                <a:lnTo>
                                  <a:pt x="0" y="3"/>
                                </a:lnTo>
                                <a:lnTo>
                                  <a:pt x="0" y="5"/>
                                </a:lnTo>
                                <a:lnTo>
                                  <a:pt x="0" y="6"/>
                                </a:lnTo>
                                <a:lnTo>
                                  <a:pt x="0" y="8"/>
                                </a:lnTo>
                                <a:lnTo>
                                  <a:pt x="2" y="9"/>
                                </a:lnTo>
                                <a:lnTo>
                                  <a:pt x="3" y="9"/>
                                </a:lnTo>
                                <a:lnTo>
                                  <a:pt x="73" y="9"/>
                                </a:lnTo>
                                <a:lnTo>
                                  <a:pt x="74" y="9"/>
                                </a:lnTo>
                                <a:lnTo>
                                  <a:pt x="76" y="9"/>
                                </a:lnTo>
                                <a:lnTo>
                                  <a:pt x="77" y="8"/>
                                </a:lnTo>
                                <a:lnTo>
                                  <a:pt x="79" y="6"/>
                                </a:lnTo>
                                <a:lnTo>
                                  <a:pt x="79" y="5"/>
                                </a:lnTo>
                                <a:lnTo>
                                  <a:pt x="77" y="3"/>
                                </a:lnTo>
                                <a:lnTo>
                                  <a:pt x="76" y="2"/>
                                </a:lnTo>
                                <a:lnTo>
                                  <a:pt x="74" y="0"/>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03" name="Freeform 28"/>
                          <p:cNvSpPr>
                            <a:spLocks/>
                          </p:cNvSpPr>
                          <p:nvPr/>
                        </p:nvSpPr>
                        <p:spPr bwMode="auto">
                          <a:xfrm>
                            <a:off x="2674" y="2101"/>
                            <a:ext cx="18" cy="9"/>
                          </a:xfrm>
                          <a:custGeom>
                            <a:avLst/>
                            <a:gdLst>
                              <a:gd name="T0" fmla="*/ 5 w 18"/>
                              <a:gd name="T1" fmla="*/ 0 h 9"/>
                              <a:gd name="T2" fmla="*/ 3 w 18"/>
                              <a:gd name="T3" fmla="*/ 0 h 9"/>
                              <a:gd name="T4" fmla="*/ 2 w 18"/>
                              <a:gd name="T5" fmla="*/ 2 h 9"/>
                              <a:gd name="T6" fmla="*/ 0 w 18"/>
                              <a:gd name="T7" fmla="*/ 3 h 9"/>
                              <a:gd name="T8" fmla="*/ 0 w 18"/>
                              <a:gd name="T9" fmla="*/ 5 h 9"/>
                              <a:gd name="T10" fmla="*/ 0 w 18"/>
                              <a:gd name="T11" fmla="*/ 6 h 9"/>
                              <a:gd name="T12" fmla="*/ 0 w 18"/>
                              <a:gd name="T13" fmla="*/ 8 h 9"/>
                              <a:gd name="T14" fmla="*/ 2 w 18"/>
                              <a:gd name="T15" fmla="*/ 9 h 9"/>
                              <a:gd name="T16" fmla="*/ 3 w 18"/>
                              <a:gd name="T17" fmla="*/ 9 h 9"/>
                              <a:gd name="T18" fmla="*/ 12 w 18"/>
                              <a:gd name="T19" fmla="*/ 9 h 9"/>
                              <a:gd name="T20" fmla="*/ 13 w 18"/>
                              <a:gd name="T21" fmla="*/ 9 h 9"/>
                              <a:gd name="T22" fmla="*/ 15 w 18"/>
                              <a:gd name="T23" fmla="*/ 9 h 9"/>
                              <a:gd name="T24" fmla="*/ 16 w 18"/>
                              <a:gd name="T25" fmla="*/ 8 h 9"/>
                              <a:gd name="T26" fmla="*/ 18 w 18"/>
                              <a:gd name="T27" fmla="*/ 6 h 9"/>
                              <a:gd name="T28" fmla="*/ 18 w 18"/>
                              <a:gd name="T29" fmla="*/ 5 h 9"/>
                              <a:gd name="T30" fmla="*/ 16 w 18"/>
                              <a:gd name="T31" fmla="*/ 3 h 9"/>
                              <a:gd name="T32" fmla="*/ 15 w 18"/>
                              <a:gd name="T33" fmla="*/ 2 h 9"/>
                              <a:gd name="T34" fmla="*/ 13 w 18"/>
                              <a:gd name="T35" fmla="*/ 0 h 9"/>
                              <a:gd name="T36" fmla="*/ 5 w 18"/>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8"/>
                              <a:gd name="T58" fmla="*/ 0 h 9"/>
                              <a:gd name="T59" fmla="*/ 18 w 18"/>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8" h="9">
                                <a:moveTo>
                                  <a:pt x="5" y="0"/>
                                </a:moveTo>
                                <a:lnTo>
                                  <a:pt x="3" y="0"/>
                                </a:lnTo>
                                <a:lnTo>
                                  <a:pt x="2" y="2"/>
                                </a:lnTo>
                                <a:lnTo>
                                  <a:pt x="0" y="3"/>
                                </a:lnTo>
                                <a:lnTo>
                                  <a:pt x="0" y="5"/>
                                </a:lnTo>
                                <a:lnTo>
                                  <a:pt x="0" y="6"/>
                                </a:lnTo>
                                <a:lnTo>
                                  <a:pt x="0" y="8"/>
                                </a:lnTo>
                                <a:lnTo>
                                  <a:pt x="2" y="9"/>
                                </a:lnTo>
                                <a:lnTo>
                                  <a:pt x="3" y="9"/>
                                </a:lnTo>
                                <a:lnTo>
                                  <a:pt x="12" y="9"/>
                                </a:lnTo>
                                <a:lnTo>
                                  <a:pt x="13" y="9"/>
                                </a:lnTo>
                                <a:lnTo>
                                  <a:pt x="15" y="9"/>
                                </a:lnTo>
                                <a:lnTo>
                                  <a:pt x="16" y="8"/>
                                </a:lnTo>
                                <a:lnTo>
                                  <a:pt x="18" y="6"/>
                                </a:lnTo>
                                <a:lnTo>
                                  <a:pt x="18" y="5"/>
                                </a:lnTo>
                                <a:lnTo>
                                  <a:pt x="16" y="3"/>
                                </a:lnTo>
                                <a:lnTo>
                                  <a:pt x="15" y="2"/>
                                </a:lnTo>
                                <a:lnTo>
                                  <a:pt x="13" y="0"/>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04" name="Freeform 29"/>
                          <p:cNvSpPr>
                            <a:spLocks/>
                          </p:cNvSpPr>
                          <p:nvPr/>
                        </p:nvSpPr>
                        <p:spPr bwMode="auto">
                          <a:xfrm>
                            <a:off x="2709" y="2101"/>
                            <a:ext cx="79" cy="9"/>
                          </a:xfrm>
                          <a:custGeom>
                            <a:avLst/>
                            <a:gdLst>
                              <a:gd name="T0" fmla="*/ 4 w 79"/>
                              <a:gd name="T1" fmla="*/ 0 h 9"/>
                              <a:gd name="T2" fmla="*/ 3 w 79"/>
                              <a:gd name="T3" fmla="*/ 0 h 9"/>
                              <a:gd name="T4" fmla="*/ 2 w 79"/>
                              <a:gd name="T5" fmla="*/ 2 h 9"/>
                              <a:gd name="T6" fmla="*/ 0 w 79"/>
                              <a:gd name="T7" fmla="*/ 3 h 9"/>
                              <a:gd name="T8" fmla="*/ 0 w 79"/>
                              <a:gd name="T9" fmla="*/ 5 h 9"/>
                              <a:gd name="T10" fmla="*/ 0 w 79"/>
                              <a:gd name="T11" fmla="*/ 6 h 9"/>
                              <a:gd name="T12" fmla="*/ 0 w 79"/>
                              <a:gd name="T13" fmla="*/ 8 h 9"/>
                              <a:gd name="T14" fmla="*/ 2 w 79"/>
                              <a:gd name="T15" fmla="*/ 9 h 9"/>
                              <a:gd name="T16" fmla="*/ 3 w 79"/>
                              <a:gd name="T17" fmla="*/ 9 h 9"/>
                              <a:gd name="T18" fmla="*/ 73 w 79"/>
                              <a:gd name="T19" fmla="*/ 9 h 9"/>
                              <a:gd name="T20" fmla="*/ 74 w 79"/>
                              <a:gd name="T21" fmla="*/ 9 h 9"/>
                              <a:gd name="T22" fmla="*/ 76 w 79"/>
                              <a:gd name="T23" fmla="*/ 9 h 9"/>
                              <a:gd name="T24" fmla="*/ 77 w 79"/>
                              <a:gd name="T25" fmla="*/ 8 h 9"/>
                              <a:gd name="T26" fmla="*/ 79 w 79"/>
                              <a:gd name="T27" fmla="*/ 6 h 9"/>
                              <a:gd name="T28" fmla="*/ 79 w 79"/>
                              <a:gd name="T29" fmla="*/ 5 h 9"/>
                              <a:gd name="T30" fmla="*/ 77 w 79"/>
                              <a:gd name="T31" fmla="*/ 3 h 9"/>
                              <a:gd name="T32" fmla="*/ 76 w 79"/>
                              <a:gd name="T33" fmla="*/ 2 h 9"/>
                              <a:gd name="T34" fmla="*/ 74 w 79"/>
                              <a:gd name="T35" fmla="*/ 0 h 9"/>
                              <a:gd name="T36" fmla="*/ 4 w 79"/>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79"/>
                              <a:gd name="T58" fmla="*/ 0 h 9"/>
                              <a:gd name="T59" fmla="*/ 79 w 79"/>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79" h="9">
                                <a:moveTo>
                                  <a:pt x="4" y="0"/>
                                </a:moveTo>
                                <a:lnTo>
                                  <a:pt x="3" y="0"/>
                                </a:lnTo>
                                <a:lnTo>
                                  <a:pt x="2" y="2"/>
                                </a:lnTo>
                                <a:lnTo>
                                  <a:pt x="0" y="3"/>
                                </a:lnTo>
                                <a:lnTo>
                                  <a:pt x="0" y="5"/>
                                </a:lnTo>
                                <a:lnTo>
                                  <a:pt x="0" y="6"/>
                                </a:lnTo>
                                <a:lnTo>
                                  <a:pt x="0" y="8"/>
                                </a:lnTo>
                                <a:lnTo>
                                  <a:pt x="2" y="9"/>
                                </a:lnTo>
                                <a:lnTo>
                                  <a:pt x="3" y="9"/>
                                </a:lnTo>
                                <a:lnTo>
                                  <a:pt x="73" y="9"/>
                                </a:lnTo>
                                <a:lnTo>
                                  <a:pt x="74" y="9"/>
                                </a:lnTo>
                                <a:lnTo>
                                  <a:pt x="76" y="9"/>
                                </a:lnTo>
                                <a:lnTo>
                                  <a:pt x="77" y="8"/>
                                </a:lnTo>
                                <a:lnTo>
                                  <a:pt x="79" y="6"/>
                                </a:lnTo>
                                <a:lnTo>
                                  <a:pt x="79" y="5"/>
                                </a:lnTo>
                                <a:lnTo>
                                  <a:pt x="77" y="3"/>
                                </a:lnTo>
                                <a:lnTo>
                                  <a:pt x="76" y="2"/>
                                </a:lnTo>
                                <a:lnTo>
                                  <a:pt x="74"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05" name="Freeform 30"/>
                          <p:cNvSpPr>
                            <a:spLocks/>
                          </p:cNvSpPr>
                          <p:nvPr/>
                        </p:nvSpPr>
                        <p:spPr bwMode="auto">
                          <a:xfrm>
                            <a:off x="2805" y="2101"/>
                            <a:ext cx="17" cy="9"/>
                          </a:xfrm>
                          <a:custGeom>
                            <a:avLst/>
                            <a:gdLst>
                              <a:gd name="T0" fmla="*/ 4 w 17"/>
                              <a:gd name="T1" fmla="*/ 0 h 9"/>
                              <a:gd name="T2" fmla="*/ 3 w 17"/>
                              <a:gd name="T3" fmla="*/ 0 h 9"/>
                              <a:gd name="T4" fmla="*/ 1 w 17"/>
                              <a:gd name="T5" fmla="*/ 2 h 9"/>
                              <a:gd name="T6" fmla="*/ 0 w 17"/>
                              <a:gd name="T7" fmla="*/ 3 h 9"/>
                              <a:gd name="T8" fmla="*/ 0 w 17"/>
                              <a:gd name="T9" fmla="*/ 5 h 9"/>
                              <a:gd name="T10" fmla="*/ 0 w 17"/>
                              <a:gd name="T11" fmla="*/ 6 h 9"/>
                              <a:gd name="T12" fmla="*/ 0 w 17"/>
                              <a:gd name="T13" fmla="*/ 8 h 9"/>
                              <a:gd name="T14" fmla="*/ 1 w 17"/>
                              <a:gd name="T15" fmla="*/ 9 h 9"/>
                              <a:gd name="T16" fmla="*/ 3 w 17"/>
                              <a:gd name="T17" fmla="*/ 9 h 9"/>
                              <a:gd name="T18" fmla="*/ 12 w 17"/>
                              <a:gd name="T19" fmla="*/ 9 h 9"/>
                              <a:gd name="T20" fmla="*/ 13 w 17"/>
                              <a:gd name="T21" fmla="*/ 9 h 9"/>
                              <a:gd name="T22" fmla="*/ 14 w 17"/>
                              <a:gd name="T23" fmla="*/ 9 h 9"/>
                              <a:gd name="T24" fmla="*/ 16 w 17"/>
                              <a:gd name="T25" fmla="*/ 8 h 9"/>
                              <a:gd name="T26" fmla="*/ 17 w 17"/>
                              <a:gd name="T27" fmla="*/ 6 h 9"/>
                              <a:gd name="T28" fmla="*/ 17 w 17"/>
                              <a:gd name="T29" fmla="*/ 5 h 9"/>
                              <a:gd name="T30" fmla="*/ 16 w 17"/>
                              <a:gd name="T31" fmla="*/ 3 h 9"/>
                              <a:gd name="T32" fmla="*/ 14 w 17"/>
                              <a:gd name="T33" fmla="*/ 2 h 9"/>
                              <a:gd name="T34" fmla="*/ 13 w 17"/>
                              <a:gd name="T35" fmla="*/ 0 h 9"/>
                              <a:gd name="T36" fmla="*/ 4 w 17"/>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7"/>
                              <a:gd name="T58" fmla="*/ 0 h 9"/>
                              <a:gd name="T59" fmla="*/ 17 w 17"/>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7" h="9">
                                <a:moveTo>
                                  <a:pt x="4" y="0"/>
                                </a:moveTo>
                                <a:lnTo>
                                  <a:pt x="3" y="0"/>
                                </a:lnTo>
                                <a:lnTo>
                                  <a:pt x="1" y="2"/>
                                </a:lnTo>
                                <a:lnTo>
                                  <a:pt x="0" y="3"/>
                                </a:lnTo>
                                <a:lnTo>
                                  <a:pt x="0" y="5"/>
                                </a:lnTo>
                                <a:lnTo>
                                  <a:pt x="0" y="6"/>
                                </a:lnTo>
                                <a:lnTo>
                                  <a:pt x="0" y="8"/>
                                </a:lnTo>
                                <a:lnTo>
                                  <a:pt x="1" y="9"/>
                                </a:lnTo>
                                <a:lnTo>
                                  <a:pt x="3" y="9"/>
                                </a:lnTo>
                                <a:lnTo>
                                  <a:pt x="12" y="9"/>
                                </a:lnTo>
                                <a:lnTo>
                                  <a:pt x="13" y="9"/>
                                </a:lnTo>
                                <a:lnTo>
                                  <a:pt x="14" y="9"/>
                                </a:lnTo>
                                <a:lnTo>
                                  <a:pt x="16" y="8"/>
                                </a:lnTo>
                                <a:lnTo>
                                  <a:pt x="17" y="6"/>
                                </a:lnTo>
                                <a:lnTo>
                                  <a:pt x="17" y="5"/>
                                </a:lnTo>
                                <a:lnTo>
                                  <a:pt x="16" y="3"/>
                                </a:lnTo>
                                <a:lnTo>
                                  <a:pt x="14" y="2"/>
                                </a:lnTo>
                                <a:lnTo>
                                  <a:pt x="13"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06" name="Freeform 31"/>
                          <p:cNvSpPr>
                            <a:spLocks/>
                          </p:cNvSpPr>
                          <p:nvPr/>
                        </p:nvSpPr>
                        <p:spPr bwMode="auto">
                          <a:xfrm>
                            <a:off x="2840" y="2101"/>
                            <a:ext cx="78" cy="9"/>
                          </a:xfrm>
                          <a:custGeom>
                            <a:avLst/>
                            <a:gdLst>
                              <a:gd name="T0" fmla="*/ 4 w 78"/>
                              <a:gd name="T1" fmla="*/ 0 h 9"/>
                              <a:gd name="T2" fmla="*/ 3 w 78"/>
                              <a:gd name="T3" fmla="*/ 0 h 9"/>
                              <a:gd name="T4" fmla="*/ 1 w 78"/>
                              <a:gd name="T5" fmla="*/ 2 h 9"/>
                              <a:gd name="T6" fmla="*/ 0 w 78"/>
                              <a:gd name="T7" fmla="*/ 3 h 9"/>
                              <a:gd name="T8" fmla="*/ 0 w 78"/>
                              <a:gd name="T9" fmla="*/ 5 h 9"/>
                              <a:gd name="T10" fmla="*/ 0 w 78"/>
                              <a:gd name="T11" fmla="*/ 6 h 9"/>
                              <a:gd name="T12" fmla="*/ 0 w 78"/>
                              <a:gd name="T13" fmla="*/ 8 h 9"/>
                              <a:gd name="T14" fmla="*/ 1 w 78"/>
                              <a:gd name="T15" fmla="*/ 9 h 9"/>
                              <a:gd name="T16" fmla="*/ 3 w 78"/>
                              <a:gd name="T17" fmla="*/ 9 h 9"/>
                              <a:gd name="T18" fmla="*/ 72 w 78"/>
                              <a:gd name="T19" fmla="*/ 9 h 9"/>
                              <a:gd name="T20" fmla="*/ 74 w 78"/>
                              <a:gd name="T21" fmla="*/ 9 h 9"/>
                              <a:gd name="T22" fmla="*/ 75 w 78"/>
                              <a:gd name="T23" fmla="*/ 9 h 9"/>
                              <a:gd name="T24" fmla="*/ 77 w 78"/>
                              <a:gd name="T25" fmla="*/ 8 h 9"/>
                              <a:gd name="T26" fmla="*/ 78 w 78"/>
                              <a:gd name="T27" fmla="*/ 6 h 9"/>
                              <a:gd name="T28" fmla="*/ 78 w 78"/>
                              <a:gd name="T29" fmla="*/ 5 h 9"/>
                              <a:gd name="T30" fmla="*/ 77 w 78"/>
                              <a:gd name="T31" fmla="*/ 3 h 9"/>
                              <a:gd name="T32" fmla="*/ 75 w 78"/>
                              <a:gd name="T33" fmla="*/ 2 h 9"/>
                              <a:gd name="T34" fmla="*/ 74 w 78"/>
                              <a:gd name="T35" fmla="*/ 0 h 9"/>
                              <a:gd name="T36" fmla="*/ 4 w 78"/>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78"/>
                              <a:gd name="T58" fmla="*/ 0 h 9"/>
                              <a:gd name="T59" fmla="*/ 78 w 78"/>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78" h="9">
                                <a:moveTo>
                                  <a:pt x="4" y="0"/>
                                </a:moveTo>
                                <a:lnTo>
                                  <a:pt x="3" y="0"/>
                                </a:lnTo>
                                <a:lnTo>
                                  <a:pt x="1" y="2"/>
                                </a:lnTo>
                                <a:lnTo>
                                  <a:pt x="0" y="3"/>
                                </a:lnTo>
                                <a:lnTo>
                                  <a:pt x="0" y="5"/>
                                </a:lnTo>
                                <a:lnTo>
                                  <a:pt x="0" y="6"/>
                                </a:lnTo>
                                <a:lnTo>
                                  <a:pt x="0" y="8"/>
                                </a:lnTo>
                                <a:lnTo>
                                  <a:pt x="1" y="9"/>
                                </a:lnTo>
                                <a:lnTo>
                                  <a:pt x="3" y="9"/>
                                </a:lnTo>
                                <a:lnTo>
                                  <a:pt x="72" y="9"/>
                                </a:lnTo>
                                <a:lnTo>
                                  <a:pt x="74" y="9"/>
                                </a:lnTo>
                                <a:lnTo>
                                  <a:pt x="75" y="9"/>
                                </a:lnTo>
                                <a:lnTo>
                                  <a:pt x="77" y="8"/>
                                </a:lnTo>
                                <a:lnTo>
                                  <a:pt x="78" y="6"/>
                                </a:lnTo>
                                <a:lnTo>
                                  <a:pt x="78" y="5"/>
                                </a:lnTo>
                                <a:lnTo>
                                  <a:pt x="77" y="3"/>
                                </a:lnTo>
                                <a:lnTo>
                                  <a:pt x="75" y="2"/>
                                </a:lnTo>
                                <a:lnTo>
                                  <a:pt x="74"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07" name="Freeform 32"/>
                          <p:cNvSpPr>
                            <a:spLocks/>
                          </p:cNvSpPr>
                          <p:nvPr/>
                        </p:nvSpPr>
                        <p:spPr bwMode="auto">
                          <a:xfrm>
                            <a:off x="2936" y="2101"/>
                            <a:ext cx="17" cy="9"/>
                          </a:xfrm>
                          <a:custGeom>
                            <a:avLst/>
                            <a:gdLst>
                              <a:gd name="T0" fmla="*/ 4 w 17"/>
                              <a:gd name="T1" fmla="*/ 0 h 9"/>
                              <a:gd name="T2" fmla="*/ 3 w 17"/>
                              <a:gd name="T3" fmla="*/ 0 h 9"/>
                              <a:gd name="T4" fmla="*/ 1 w 17"/>
                              <a:gd name="T5" fmla="*/ 2 h 9"/>
                              <a:gd name="T6" fmla="*/ 0 w 17"/>
                              <a:gd name="T7" fmla="*/ 3 h 9"/>
                              <a:gd name="T8" fmla="*/ 0 w 17"/>
                              <a:gd name="T9" fmla="*/ 5 h 9"/>
                              <a:gd name="T10" fmla="*/ 0 w 17"/>
                              <a:gd name="T11" fmla="*/ 6 h 9"/>
                              <a:gd name="T12" fmla="*/ 0 w 17"/>
                              <a:gd name="T13" fmla="*/ 8 h 9"/>
                              <a:gd name="T14" fmla="*/ 1 w 17"/>
                              <a:gd name="T15" fmla="*/ 9 h 9"/>
                              <a:gd name="T16" fmla="*/ 3 w 17"/>
                              <a:gd name="T17" fmla="*/ 9 h 9"/>
                              <a:gd name="T18" fmla="*/ 11 w 17"/>
                              <a:gd name="T19" fmla="*/ 9 h 9"/>
                              <a:gd name="T20" fmla="*/ 13 w 17"/>
                              <a:gd name="T21" fmla="*/ 9 h 9"/>
                              <a:gd name="T22" fmla="*/ 14 w 17"/>
                              <a:gd name="T23" fmla="*/ 9 h 9"/>
                              <a:gd name="T24" fmla="*/ 16 w 17"/>
                              <a:gd name="T25" fmla="*/ 8 h 9"/>
                              <a:gd name="T26" fmla="*/ 17 w 17"/>
                              <a:gd name="T27" fmla="*/ 6 h 9"/>
                              <a:gd name="T28" fmla="*/ 17 w 17"/>
                              <a:gd name="T29" fmla="*/ 5 h 9"/>
                              <a:gd name="T30" fmla="*/ 16 w 17"/>
                              <a:gd name="T31" fmla="*/ 3 h 9"/>
                              <a:gd name="T32" fmla="*/ 14 w 17"/>
                              <a:gd name="T33" fmla="*/ 2 h 9"/>
                              <a:gd name="T34" fmla="*/ 13 w 17"/>
                              <a:gd name="T35" fmla="*/ 0 h 9"/>
                              <a:gd name="T36" fmla="*/ 4 w 17"/>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7"/>
                              <a:gd name="T58" fmla="*/ 0 h 9"/>
                              <a:gd name="T59" fmla="*/ 17 w 17"/>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7" h="9">
                                <a:moveTo>
                                  <a:pt x="4" y="0"/>
                                </a:moveTo>
                                <a:lnTo>
                                  <a:pt x="3" y="0"/>
                                </a:lnTo>
                                <a:lnTo>
                                  <a:pt x="1" y="2"/>
                                </a:lnTo>
                                <a:lnTo>
                                  <a:pt x="0" y="3"/>
                                </a:lnTo>
                                <a:lnTo>
                                  <a:pt x="0" y="5"/>
                                </a:lnTo>
                                <a:lnTo>
                                  <a:pt x="0" y="6"/>
                                </a:lnTo>
                                <a:lnTo>
                                  <a:pt x="0" y="8"/>
                                </a:lnTo>
                                <a:lnTo>
                                  <a:pt x="1" y="9"/>
                                </a:lnTo>
                                <a:lnTo>
                                  <a:pt x="3" y="9"/>
                                </a:lnTo>
                                <a:lnTo>
                                  <a:pt x="11" y="9"/>
                                </a:lnTo>
                                <a:lnTo>
                                  <a:pt x="13" y="9"/>
                                </a:lnTo>
                                <a:lnTo>
                                  <a:pt x="14" y="9"/>
                                </a:lnTo>
                                <a:lnTo>
                                  <a:pt x="16" y="8"/>
                                </a:lnTo>
                                <a:lnTo>
                                  <a:pt x="17" y="6"/>
                                </a:lnTo>
                                <a:lnTo>
                                  <a:pt x="17" y="5"/>
                                </a:lnTo>
                                <a:lnTo>
                                  <a:pt x="16" y="3"/>
                                </a:lnTo>
                                <a:lnTo>
                                  <a:pt x="14" y="2"/>
                                </a:lnTo>
                                <a:lnTo>
                                  <a:pt x="13"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08" name="Freeform 33"/>
                          <p:cNvSpPr>
                            <a:spLocks/>
                          </p:cNvSpPr>
                          <p:nvPr/>
                        </p:nvSpPr>
                        <p:spPr bwMode="auto">
                          <a:xfrm>
                            <a:off x="2971" y="2101"/>
                            <a:ext cx="78" cy="9"/>
                          </a:xfrm>
                          <a:custGeom>
                            <a:avLst/>
                            <a:gdLst>
                              <a:gd name="T0" fmla="*/ 4 w 78"/>
                              <a:gd name="T1" fmla="*/ 0 h 9"/>
                              <a:gd name="T2" fmla="*/ 2 w 78"/>
                              <a:gd name="T3" fmla="*/ 0 h 9"/>
                              <a:gd name="T4" fmla="*/ 1 w 78"/>
                              <a:gd name="T5" fmla="*/ 2 h 9"/>
                              <a:gd name="T6" fmla="*/ 0 w 78"/>
                              <a:gd name="T7" fmla="*/ 3 h 9"/>
                              <a:gd name="T8" fmla="*/ 0 w 78"/>
                              <a:gd name="T9" fmla="*/ 5 h 9"/>
                              <a:gd name="T10" fmla="*/ 0 w 78"/>
                              <a:gd name="T11" fmla="*/ 6 h 9"/>
                              <a:gd name="T12" fmla="*/ 0 w 78"/>
                              <a:gd name="T13" fmla="*/ 8 h 9"/>
                              <a:gd name="T14" fmla="*/ 1 w 78"/>
                              <a:gd name="T15" fmla="*/ 9 h 9"/>
                              <a:gd name="T16" fmla="*/ 2 w 78"/>
                              <a:gd name="T17" fmla="*/ 9 h 9"/>
                              <a:gd name="T18" fmla="*/ 72 w 78"/>
                              <a:gd name="T19" fmla="*/ 9 h 9"/>
                              <a:gd name="T20" fmla="*/ 74 w 78"/>
                              <a:gd name="T21" fmla="*/ 9 h 9"/>
                              <a:gd name="T22" fmla="*/ 75 w 78"/>
                              <a:gd name="T23" fmla="*/ 9 h 9"/>
                              <a:gd name="T24" fmla="*/ 76 w 78"/>
                              <a:gd name="T25" fmla="*/ 8 h 9"/>
                              <a:gd name="T26" fmla="*/ 78 w 78"/>
                              <a:gd name="T27" fmla="*/ 6 h 9"/>
                              <a:gd name="T28" fmla="*/ 78 w 78"/>
                              <a:gd name="T29" fmla="*/ 5 h 9"/>
                              <a:gd name="T30" fmla="*/ 76 w 78"/>
                              <a:gd name="T31" fmla="*/ 3 h 9"/>
                              <a:gd name="T32" fmla="*/ 75 w 78"/>
                              <a:gd name="T33" fmla="*/ 2 h 9"/>
                              <a:gd name="T34" fmla="*/ 74 w 78"/>
                              <a:gd name="T35" fmla="*/ 0 h 9"/>
                              <a:gd name="T36" fmla="*/ 4 w 78"/>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78"/>
                              <a:gd name="T58" fmla="*/ 0 h 9"/>
                              <a:gd name="T59" fmla="*/ 78 w 78"/>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78" h="9">
                                <a:moveTo>
                                  <a:pt x="4" y="0"/>
                                </a:moveTo>
                                <a:lnTo>
                                  <a:pt x="2" y="0"/>
                                </a:lnTo>
                                <a:lnTo>
                                  <a:pt x="1" y="2"/>
                                </a:lnTo>
                                <a:lnTo>
                                  <a:pt x="0" y="3"/>
                                </a:lnTo>
                                <a:lnTo>
                                  <a:pt x="0" y="5"/>
                                </a:lnTo>
                                <a:lnTo>
                                  <a:pt x="0" y="6"/>
                                </a:lnTo>
                                <a:lnTo>
                                  <a:pt x="0" y="8"/>
                                </a:lnTo>
                                <a:lnTo>
                                  <a:pt x="1" y="9"/>
                                </a:lnTo>
                                <a:lnTo>
                                  <a:pt x="2" y="9"/>
                                </a:lnTo>
                                <a:lnTo>
                                  <a:pt x="72" y="9"/>
                                </a:lnTo>
                                <a:lnTo>
                                  <a:pt x="74" y="9"/>
                                </a:lnTo>
                                <a:lnTo>
                                  <a:pt x="75" y="9"/>
                                </a:lnTo>
                                <a:lnTo>
                                  <a:pt x="76" y="8"/>
                                </a:lnTo>
                                <a:lnTo>
                                  <a:pt x="78" y="6"/>
                                </a:lnTo>
                                <a:lnTo>
                                  <a:pt x="78" y="5"/>
                                </a:lnTo>
                                <a:lnTo>
                                  <a:pt x="76" y="3"/>
                                </a:lnTo>
                                <a:lnTo>
                                  <a:pt x="75" y="2"/>
                                </a:lnTo>
                                <a:lnTo>
                                  <a:pt x="74"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09" name="Freeform 34"/>
                          <p:cNvSpPr>
                            <a:spLocks/>
                          </p:cNvSpPr>
                          <p:nvPr/>
                        </p:nvSpPr>
                        <p:spPr bwMode="auto">
                          <a:xfrm>
                            <a:off x="3066" y="2101"/>
                            <a:ext cx="18" cy="9"/>
                          </a:xfrm>
                          <a:custGeom>
                            <a:avLst/>
                            <a:gdLst>
                              <a:gd name="T0" fmla="*/ 5 w 18"/>
                              <a:gd name="T1" fmla="*/ 0 h 9"/>
                              <a:gd name="T2" fmla="*/ 3 w 18"/>
                              <a:gd name="T3" fmla="*/ 0 h 9"/>
                              <a:gd name="T4" fmla="*/ 2 w 18"/>
                              <a:gd name="T5" fmla="*/ 2 h 9"/>
                              <a:gd name="T6" fmla="*/ 0 w 18"/>
                              <a:gd name="T7" fmla="*/ 3 h 9"/>
                              <a:gd name="T8" fmla="*/ 0 w 18"/>
                              <a:gd name="T9" fmla="*/ 5 h 9"/>
                              <a:gd name="T10" fmla="*/ 0 w 18"/>
                              <a:gd name="T11" fmla="*/ 6 h 9"/>
                              <a:gd name="T12" fmla="*/ 0 w 18"/>
                              <a:gd name="T13" fmla="*/ 8 h 9"/>
                              <a:gd name="T14" fmla="*/ 2 w 18"/>
                              <a:gd name="T15" fmla="*/ 9 h 9"/>
                              <a:gd name="T16" fmla="*/ 3 w 18"/>
                              <a:gd name="T17" fmla="*/ 9 h 9"/>
                              <a:gd name="T18" fmla="*/ 12 w 18"/>
                              <a:gd name="T19" fmla="*/ 9 h 9"/>
                              <a:gd name="T20" fmla="*/ 13 w 18"/>
                              <a:gd name="T21" fmla="*/ 9 h 9"/>
                              <a:gd name="T22" fmla="*/ 15 w 18"/>
                              <a:gd name="T23" fmla="*/ 9 h 9"/>
                              <a:gd name="T24" fmla="*/ 16 w 18"/>
                              <a:gd name="T25" fmla="*/ 8 h 9"/>
                              <a:gd name="T26" fmla="*/ 18 w 18"/>
                              <a:gd name="T27" fmla="*/ 6 h 9"/>
                              <a:gd name="T28" fmla="*/ 18 w 18"/>
                              <a:gd name="T29" fmla="*/ 5 h 9"/>
                              <a:gd name="T30" fmla="*/ 16 w 18"/>
                              <a:gd name="T31" fmla="*/ 3 h 9"/>
                              <a:gd name="T32" fmla="*/ 15 w 18"/>
                              <a:gd name="T33" fmla="*/ 2 h 9"/>
                              <a:gd name="T34" fmla="*/ 13 w 18"/>
                              <a:gd name="T35" fmla="*/ 0 h 9"/>
                              <a:gd name="T36" fmla="*/ 5 w 18"/>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8"/>
                              <a:gd name="T58" fmla="*/ 0 h 9"/>
                              <a:gd name="T59" fmla="*/ 18 w 18"/>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8" h="9">
                                <a:moveTo>
                                  <a:pt x="5" y="0"/>
                                </a:moveTo>
                                <a:lnTo>
                                  <a:pt x="3" y="0"/>
                                </a:lnTo>
                                <a:lnTo>
                                  <a:pt x="2" y="2"/>
                                </a:lnTo>
                                <a:lnTo>
                                  <a:pt x="0" y="3"/>
                                </a:lnTo>
                                <a:lnTo>
                                  <a:pt x="0" y="5"/>
                                </a:lnTo>
                                <a:lnTo>
                                  <a:pt x="0" y="6"/>
                                </a:lnTo>
                                <a:lnTo>
                                  <a:pt x="0" y="8"/>
                                </a:lnTo>
                                <a:lnTo>
                                  <a:pt x="2" y="9"/>
                                </a:lnTo>
                                <a:lnTo>
                                  <a:pt x="3" y="9"/>
                                </a:lnTo>
                                <a:lnTo>
                                  <a:pt x="12" y="9"/>
                                </a:lnTo>
                                <a:lnTo>
                                  <a:pt x="13" y="9"/>
                                </a:lnTo>
                                <a:lnTo>
                                  <a:pt x="15" y="9"/>
                                </a:lnTo>
                                <a:lnTo>
                                  <a:pt x="16" y="8"/>
                                </a:lnTo>
                                <a:lnTo>
                                  <a:pt x="18" y="6"/>
                                </a:lnTo>
                                <a:lnTo>
                                  <a:pt x="18" y="5"/>
                                </a:lnTo>
                                <a:lnTo>
                                  <a:pt x="16" y="3"/>
                                </a:lnTo>
                                <a:lnTo>
                                  <a:pt x="15" y="2"/>
                                </a:lnTo>
                                <a:lnTo>
                                  <a:pt x="13" y="0"/>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10" name="Freeform 35"/>
                          <p:cNvSpPr>
                            <a:spLocks/>
                          </p:cNvSpPr>
                          <p:nvPr/>
                        </p:nvSpPr>
                        <p:spPr bwMode="auto">
                          <a:xfrm>
                            <a:off x="3101" y="2101"/>
                            <a:ext cx="79" cy="9"/>
                          </a:xfrm>
                          <a:custGeom>
                            <a:avLst/>
                            <a:gdLst>
                              <a:gd name="T0" fmla="*/ 5 w 79"/>
                              <a:gd name="T1" fmla="*/ 0 h 9"/>
                              <a:gd name="T2" fmla="*/ 3 w 79"/>
                              <a:gd name="T3" fmla="*/ 0 h 9"/>
                              <a:gd name="T4" fmla="*/ 2 w 79"/>
                              <a:gd name="T5" fmla="*/ 2 h 9"/>
                              <a:gd name="T6" fmla="*/ 0 w 79"/>
                              <a:gd name="T7" fmla="*/ 3 h 9"/>
                              <a:gd name="T8" fmla="*/ 0 w 79"/>
                              <a:gd name="T9" fmla="*/ 5 h 9"/>
                              <a:gd name="T10" fmla="*/ 0 w 79"/>
                              <a:gd name="T11" fmla="*/ 6 h 9"/>
                              <a:gd name="T12" fmla="*/ 0 w 79"/>
                              <a:gd name="T13" fmla="*/ 8 h 9"/>
                              <a:gd name="T14" fmla="*/ 2 w 79"/>
                              <a:gd name="T15" fmla="*/ 9 h 9"/>
                              <a:gd name="T16" fmla="*/ 3 w 79"/>
                              <a:gd name="T17" fmla="*/ 9 h 9"/>
                              <a:gd name="T18" fmla="*/ 73 w 79"/>
                              <a:gd name="T19" fmla="*/ 9 h 9"/>
                              <a:gd name="T20" fmla="*/ 74 w 79"/>
                              <a:gd name="T21" fmla="*/ 9 h 9"/>
                              <a:gd name="T22" fmla="*/ 76 w 79"/>
                              <a:gd name="T23" fmla="*/ 9 h 9"/>
                              <a:gd name="T24" fmla="*/ 77 w 79"/>
                              <a:gd name="T25" fmla="*/ 8 h 9"/>
                              <a:gd name="T26" fmla="*/ 79 w 79"/>
                              <a:gd name="T27" fmla="*/ 6 h 9"/>
                              <a:gd name="T28" fmla="*/ 79 w 79"/>
                              <a:gd name="T29" fmla="*/ 5 h 9"/>
                              <a:gd name="T30" fmla="*/ 77 w 79"/>
                              <a:gd name="T31" fmla="*/ 3 h 9"/>
                              <a:gd name="T32" fmla="*/ 76 w 79"/>
                              <a:gd name="T33" fmla="*/ 2 h 9"/>
                              <a:gd name="T34" fmla="*/ 74 w 79"/>
                              <a:gd name="T35" fmla="*/ 0 h 9"/>
                              <a:gd name="T36" fmla="*/ 5 w 79"/>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79"/>
                              <a:gd name="T58" fmla="*/ 0 h 9"/>
                              <a:gd name="T59" fmla="*/ 79 w 79"/>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79" h="9">
                                <a:moveTo>
                                  <a:pt x="5" y="0"/>
                                </a:moveTo>
                                <a:lnTo>
                                  <a:pt x="3" y="0"/>
                                </a:lnTo>
                                <a:lnTo>
                                  <a:pt x="2" y="2"/>
                                </a:lnTo>
                                <a:lnTo>
                                  <a:pt x="0" y="3"/>
                                </a:lnTo>
                                <a:lnTo>
                                  <a:pt x="0" y="5"/>
                                </a:lnTo>
                                <a:lnTo>
                                  <a:pt x="0" y="6"/>
                                </a:lnTo>
                                <a:lnTo>
                                  <a:pt x="0" y="8"/>
                                </a:lnTo>
                                <a:lnTo>
                                  <a:pt x="2" y="9"/>
                                </a:lnTo>
                                <a:lnTo>
                                  <a:pt x="3" y="9"/>
                                </a:lnTo>
                                <a:lnTo>
                                  <a:pt x="73" y="9"/>
                                </a:lnTo>
                                <a:lnTo>
                                  <a:pt x="74" y="9"/>
                                </a:lnTo>
                                <a:lnTo>
                                  <a:pt x="76" y="9"/>
                                </a:lnTo>
                                <a:lnTo>
                                  <a:pt x="77" y="8"/>
                                </a:lnTo>
                                <a:lnTo>
                                  <a:pt x="79" y="6"/>
                                </a:lnTo>
                                <a:lnTo>
                                  <a:pt x="79" y="5"/>
                                </a:lnTo>
                                <a:lnTo>
                                  <a:pt x="77" y="3"/>
                                </a:lnTo>
                                <a:lnTo>
                                  <a:pt x="76" y="2"/>
                                </a:lnTo>
                                <a:lnTo>
                                  <a:pt x="74" y="0"/>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11" name="Freeform 36"/>
                          <p:cNvSpPr>
                            <a:spLocks/>
                          </p:cNvSpPr>
                          <p:nvPr/>
                        </p:nvSpPr>
                        <p:spPr bwMode="auto">
                          <a:xfrm>
                            <a:off x="3197" y="2101"/>
                            <a:ext cx="18" cy="9"/>
                          </a:xfrm>
                          <a:custGeom>
                            <a:avLst/>
                            <a:gdLst>
                              <a:gd name="T0" fmla="*/ 4 w 18"/>
                              <a:gd name="T1" fmla="*/ 0 h 9"/>
                              <a:gd name="T2" fmla="*/ 3 w 18"/>
                              <a:gd name="T3" fmla="*/ 0 h 9"/>
                              <a:gd name="T4" fmla="*/ 2 w 18"/>
                              <a:gd name="T5" fmla="*/ 2 h 9"/>
                              <a:gd name="T6" fmla="*/ 0 w 18"/>
                              <a:gd name="T7" fmla="*/ 3 h 9"/>
                              <a:gd name="T8" fmla="*/ 0 w 18"/>
                              <a:gd name="T9" fmla="*/ 5 h 9"/>
                              <a:gd name="T10" fmla="*/ 0 w 18"/>
                              <a:gd name="T11" fmla="*/ 6 h 9"/>
                              <a:gd name="T12" fmla="*/ 0 w 18"/>
                              <a:gd name="T13" fmla="*/ 8 h 9"/>
                              <a:gd name="T14" fmla="*/ 2 w 18"/>
                              <a:gd name="T15" fmla="*/ 9 h 9"/>
                              <a:gd name="T16" fmla="*/ 3 w 18"/>
                              <a:gd name="T17" fmla="*/ 9 h 9"/>
                              <a:gd name="T18" fmla="*/ 12 w 18"/>
                              <a:gd name="T19" fmla="*/ 9 h 9"/>
                              <a:gd name="T20" fmla="*/ 13 w 18"/>
                              <a:gd name="T21" fmla="*/ 9 h 9"/>
                              <a:gd name="T22" fmla="*/ 15 w 18"/>
                              <a:gd name="T23" fmla="*/ 9 h 9"/>
                              <a:gd name="T24" fmla="*/ 16 w 18"/>
                              <a:gd name="T25" fmla="*/ 8 h 9"/>
                              <a:gd name="T26" fmla="*/ 18 w 18"/>
                              <a:gd name="T27" fmla="*/ 6 h 9"/>
                              <a:gd name="T28" fmla="*/ 18 w 18"/>
                              <a:gd name="T29" fmla="*/ 5 h 9"/>
                              <a:gd name="T30" fmla="*/ 16 w 18"/>
                              <a:gd name="T31" fmla="*/ 3 h 9"/>
                              <a:gd name="T32" fmla="*/ 15 w 18"/>
                              <a:gd name="T33" fmla="*/ 2 h 9"/>
                              <a:gd name="T34" fmla="*/ 13 w 18"/>
                              <a:gd name="T35" fmla="*/ 0 h 9"/>
                              <a:gd name="T36" fmla="*/ 4 w 18"/>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8"/>
                              <a:gd name="T58" fmla="*/ 0 h 9"/>
                              <a:gd name="T59" fmla="*/ 18 w 18"/>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8" h="9">
                                <a:moveTo>
                                  <a:pt x="4" y="0"/>
                                </a:moveTo>
                                <a:lnTo>
                                  <a:pt x="3" y="0"/>
                                </a:lnTo>
                                <a:lnTo>
                                  <a:pt x="2" y="2"/>
                                </a:lnTo>
                                <a:lnTo>
                                  <a:pt x="0" y="3"/>
                                </a:lnTo>
                                <a:lnTo>
                                  <a:pt x="0" y="5"/>
                                </a:lnTo>
                                <a:lnTo>
                                  <a:pt x="0" y="6"/>
                                </a:lnTo>
                                <a:lnTo>
                                  <a:pt x="0" y="8"/>
                                </a:lnTo>
                                <a:lnTo>
                                  <a:pt x="2" y="9"/>
                                </a:lnTo>
                                <a:lnTo>
                                  <a:pt x="3" y="9"/>
                                </a:lnTo>
                                <a:lnTo>
                                  <a:pt x="12" y="9"/>
                                </a:lnTo>
                                <a:lnTo>
                                  <a:pt x="13" y="9"/>
                                </a:lnTo>
                                <a:lnTo>
                                  <a:pt x="15" y="9"/>
                                </a:lnTo>
                                <a:lnTo>
                                  <a:pt x="16" y="8"/>
                                </a:lnTo>
                                <a:lnTo>
                                  <a:pt x="18" y="6"/>
                                </a:lnTo>
                                <a:lnTo>
                                  <a:pt x="18" y="5"/>
                                </a:lnTo>
                                <a:lnTo>
                                  <a:pt x="16" y="3"/>
                                </a:lnTo>
                                <a:lnTo>
                                  <a:pt x="15" y="2"/>
                                </a:lnTo>
                                <a:lnTo>
                                  <a:pt x="13"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12" name="Freeform 37"/>
                          <p:cNvSpPr>
                            <a:spLocks/>
                          </p:cNvSpPr>
                          <p:nvPr/>
                        </p:nvSpPr>
                        <p:spPr bwMode="auto">
                          <a:xfrm>
                            <a:off x="3232" y="2101"/>
                            <a:ext cx="78" cy="9"/>
                          </a:xfrm>
                          <a:custGeom>
                            <a:avLst/>
                            <a:gdLst>
                              <a:gd name="T0" fmla="*/ 4 w 78"/>
                              <a:gd name="T1" fmla="*/ 0 h 9"/>
                              <a:gd name="T2" fmla="*/ 3 w 78"/>
                              <a:gd name="T3" fmla="*/ 0 h 9"/>
                              <a:gd name="T4" fmla="*/ 1 w 78"/>
                              <a:gd name="T5" fmla="*/ 2 h 9"/>
                              <a:gd name="T6" fmla="*/ 0 w 78"/>
                              <a:gd name="T7" fmla="*/ 3 h 9"/>
                              <a:gd name="T8" fmla="*/ 0 w 78"/>
                              <a:gd name="T9" fmla="*/ 5 h 9"/>
                              <a:gd name="T10" fmla="*/ 0 w 78"/>
                              <a:gd name="T11" fmla="*/ 6 h 9"/>
                              <a:gd name="T12" fmla="*/ 0 w 78"/>
                              <a:gd name="T13" fmla="*/ 8 h 9"/>
                              <a:gd name="T14" fmla="*/ 1 w 78"/>
                              <a:gd name="T15" fmla="*/ 9 h 9"/>
                              <a:gd name="T16" fmla="*/ 3 w 78"/>
                              <a:gd name="T17" fmla="*/ 9 h 9"/>
                              <a:gd name="T18" fmla="*/ 73 w 78"/>
                              <a:gd name="T19" fmla="*/ 9 h 9"/>
                              <a:gd name="T20" fmla="*/ 74 w 78"/>
                              <a:gd name="T21" fmla="*/ 9 h 9"/>
                              <a:gd name="T22" fmla="*/ 75 w 78"/>
                              <a:gd name="T23" fmla="*/ 9 h 9"/>
                              <a:gd name="T24" fmla="*/ 77 w 78"/>
                              <a:gd name="T25" fmla="*/ 8 h 9"/>
                              <a:gd name="T26" fmla="*/ 78 w 78"/>
                              <a:gd name="T27" fmla="*/ 6 h 9"/>
                              <a:gd name="T28" fmla="*/ 78 w 78"/>
                              <a:gd name="T29" fmla="*/ 5 h 9"/>
                              <a:gd name="T30" fmla="*/ 77 w 78"/>
                              <a:gd name="T31" fmla="*/ 3 h 9"/>
                              <a:gd name="T32" fmla="*/ 75 w 78"/>
                              <a:gd name="T33" fmla="*/ 2 h 9"/>
                              <a:gd name="T34" fmla="*/ 74 w 78"/>
                              <a:gd name="T35" fmla="*/ 0 h 9"/>
                              <a:gd name="T36" fmla="*/ 4 w 78"/>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78"/>
                              <a:gd name="T58" fmla="*/ 0 h 9"/>
                              <a:gd name="T59" fmla="*/ 78 w 78"/>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78" h="9">
                                <a:moveTo>
                                  <a:pt x="4" y="0"/>
                                </a:moveTo>
                                <a:lnTo>
                                  <a:pt x="3" y="0"/>
                                </a:lnTo>
                                <a:lnTo>
                                  <a:pt x="1" y="2"/>
                                </a:lnTo>
                                <a:lnTo>
                                  <a:pt x="0" y="3"/>
                                </a:lnTo>
                                <a:lnTo>
                                  <a:pt x="0" y="5"/>
                                </a:lnTo>
                                <a:lnTo>
                                  <a:pt x="0" y="6"/>
                                </a:lnTo>
                                <a:lnTo>
                                  <a:pt x="0" y="8"/>
                                </a:lnTo>
                                <a:lnTo>
                                  <a:pt x="1" y="9"/>
                                </a:lnTo>
                                <a:lnTo>
                                  <a:pt x="3" y="9"/>
                                </a:lnTo>
                                <a:lnTo>
                                  <a:pt x="73" y="9"/>
                                </a:lnTo>
                                <a:lnTo>
                                  <a:pt x="74" y="9"/>
                                </a:lnTo>
                                <a:lnTo>
                                  <a:pt x="75" y="9"/>
                                </a:lnTo>
                                <a:lnTo>
                                  <a:pt x="77" y="8"/>
                                </a:lnTo>
                                <a:lnTo>
                                  <a:pt x="78" y="6"/>
                                </a:lnTo>
                                <a:lnTo>
                                  <a:pt x="78" y="5"/>
                                </a:lnTo>
                                <a:lnTo>
                                  <a:pt x="77" y="3"/>
                                </a:lnTo>
                                <a:lnTo>
                                  <a:pt x="75" y="2"/>
                                </a:lnTo>
                                <a:lnTo>
                                  <a:pt x="74"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13" name="Freeform 38"/>
                          <p:cNvSpPr>
                            <a:spLocks/>
                          </p:cNvSpPr>
                          <p:nvPr/>
                        </p:nvSpPr>
                        <p:spPr bwMode="auto">
                          <a:xfrm>
                            <a:off x="3328" y="2101"/>
                            <a:ext cx="17" cy="9"/>
                          </a:xfrm>
                          <a:custGeom>
                            <a:avLst/>
                            <a:gdLst>
                              <a:gd name="T0" fmla="*/ 4 w 17"/>
                              <a:gd name="T1" fmla="*/ 0 h 9"/>
                              <a:gd name="T2" fmla="*/ 3 w 17"/>
                              <a:gd name="T3" fmla="*/ 0 h 9"/>
                              <a:gd name="T4" fmla="*/ 1 w 17"/>
                              <a:gd name="T5" fmla="*/ 2 h 9"/>
                              <a:gd name="T6" fmla="*/ 0 w 17"/>
                              <a:gd name="T7" fmla="*/ 3 h 9"/>
                              <a:gd name="T8" fmla="*/ 0 w 17"/>
                              <a:gd name="T9" fmla="*/ 5 h 9"/>
                              <a:gd name="T10" fmla="*/ 0 w 17"/>
                              <a:gd name="T11" fmla="*/ 6 h 9"/>
                              <a:gd name="T12" fmla="*/ 0 w 17"/>
                              <a:gd name="T13" fmla="*/ 8 h 9"/>
                              <a:gd name="T14" fmla="*/ 1 w 17"/>
                              <a:gd name="T15" fmla="*/ 9 h 9"/>
                              <a:gd name="T16" fmla="*/ 3 w 17"/>
                              <a:gd name="T17" fmla="*/ 9 h 9"/>
                              <a:gd name="T18" fmla="*/ 11 w 17"/>
                              <a:gd name="T19" fmla="*/ 9 h 9"/>
                              <a:gd name="T20" fmla="*/ 13 w 17"/>
                              <a:gd name="T21" fmla="*/ 9 h 9"/>
                              <a:gd name="T22" fmla="*/ 14 w 17"/>
                              <a:gd name="T23" fmla="*/ 9 h 9"/>
                              <a:gd name="T24" fmla="*/ 16 w 17"/>
                              <a:gd name="T25" fmla="*/ 8 h 9"/>
                              <a:gd name="T26" fmla="*/ 17 w 17"/>
                              <a:gd name="T27" fmla="*/ 6 h 9"/>
                              <a:gd name="T28" fmla="*/ 17 w 17"/>
                              <a:gd name="T29" fmla="*/ 5 h 9"/>
                              <a:gd name="T30" fmla="*/ 16 w 17"/>
                              <a:gd name="T31" fmla="*/ 3 h 9"/>
                              <a:gd name="T32" fmla="*/ 14 w 17"/>
                              <a:gd name="T33" fmla="*/ 2 h 9"/>
                              <a:gd name="T34" fmla="*/ 13 w 17"/>
                              <a:gd name="T35" fmla="*/ 0 h 9"/>
                              <a:gd name="T36" fmla="*/ 4 w 17"/>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7"/>
                              <a:gd name="T58" fmla="*/ 0 h 9"/>
                              <a:gd name="T59" fmla="*/ 17 w 17"/>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7" h="9">
                                <a:moveTo>
                                  <a:pt x="4" y="0"/>
                                </a:moveTo>
                                <a:lnTo>
                                  <a:pt x="3" y="0"/>
                                </a:lnTo>
                                <a:lnTo>
                                  <a:pt x="1" y="2"/>
                                </a:lnTo>
                                <a:lnTo>
                                  <a:pt x="0" y="3"/>
                                </a:lnTo>
                                <a:lnTo>
                                  <a:pt x="0" y="5"/>
                                </a:lnTo>
                                <a:lnTo>
                                  <a:pt x="0" y="6"/>
                                </a:lnTo>
                                <a:lnTo>
                                  <a:pt x="0" y="8"/>
                                </a:lnTo>
                                <a:lnTo>
                                  <a:pt x="1" y="9"/>
                                </a:lnTo>
                                <a:lnTo>
                                  <a:pt x="3" y="9"/>
                                </a:lnTo>
                                <a:lnTo>
                                  <a:pt x="11" y="9"/>
                                </a:lnTo>
                                <a:lnTo>
                                  <a:pt x="13" y="9"/>
                                </a:lnTo>
                                <a:lnTo>
                                  <a:pt x="14" y="9"/>
                                </a:lnTo>
                                <a:lnTo>
                                  <a:pt x="16" y="8"/>
                                </a:lnTo>
                                <a:lnTo>
                                  <a:pt x="17" y="6"/>
                                </a:lnTo>
                                <a:lnTo>
                                  <a:pt x="17" y="5"/>
                                </a:lnTo>
                                <a:lnTo>
                                  <a:pt x="16" y="3"/>
                                </a:lnTo>
                                <a:lnTo>
                                  <a:pt x="14" y="2"/>
                                </a:lnTo>
                                <a:lnTo>
                                  <a:pt x="13"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14" name="Freeform 39"/>
                          <p:cNvSpPr>
                            <a:spLocks/>
                          </p:cNvSpPr>
                          <p:nvPr/>
                        </p:nvSpPr>
                        <p:spPr bwMode="auto">
                          <a:xfrm>
                            <a:off x="3363" y="2101"/>
                            <a:ext cx="78" cy="9"/>
                          </a:xfrm>
                          <a:custGeom>
                            <a:avLst/>
                            <a:gdLst>
                              <a:gd name="T0" fmla="*/ 4 w 78"/>
                              <a:gd name="T1" fmla="*/ 0 h 9"/>
                              <a:gd name="T2" fmla="*/ 3 w 78"/>
                              <a:gd name="T3" fmla="*/ 0 h 9"/>
                              <a:gd name="T4" fmla="*/ 1 w 78"/>
                              <a:gd name="T5" fmla="*/ 2 h 9"/>
                              <a:gd name="T6" fmla="*/ 0 w 78"/>
                              <a:gd name="T7" fmla="*/ 3 h 9"/>
                              <a:gd name="T8" fmla="*/ 0 w 78"/>
                              <a:gd name="T9" fmla="*/ 5 h 9"/>
                              <a:gd name="T10" fmla="*/ 0 w 78"/>
                              <a:gd name="T11" fmla="*/ 6 h 9"/>
                              <a:gd name="T12" fmla="*/ 0 w 78"/>
                              <a:gd name="T13" fmla="*/ 8 h 9"/>
                              <a:gd name="T14" fmla="*/ 1 w 78"/>
                              <a:gd name="T15" fmla="*/ 9 h 9"/>
                              <a:gd name="T16" fmla="*/ 3 w 78"/>
                              <a:gd name="T17" fmla="*/ 9 h 9"/>
                              <a:gd name="T18" fmla="*/ 72 w 78"/>
                              <a:gd name="T19" fmla="*/ 9 h 9"/>
                              <a:gd name="T20" fmla="*/ 74 w 78"/>
                              <a:gd name="T21" fmla="*/ 9 h 9"/>
                              <a:gd name="T22" fmla="*/ 75 w 78"/>
                              <a:gd name="T23" fmla="*/ 9 h 9"/>
                              <a:gd name="T24" fmla="*/ 77 w 78"/>
                              <a:gd name="T25" fmla="*/ 8 h 9"/>
                              <a:gd name="T26" fmla="*/ 78 w 78"/>
                              <a:gd name="T27" fmla="*/ 6 h 9"/>
                              <a:gd name="T28" fmla="*/ 78 w 78"/>
                              <a:gd name="T29" fmla="*/ 5 h 9"/>
                              <a:gd name="T30" fmla="*/ 77 w 78"/>
                              <a:gd name="T31" fmla="*/ 3 h 9"/>
                              <a:gd name="T32" fmla="*/ 75 w 78"/>
                              <a:gd name="T33" fmla="*/ 2 h 9"/>
                              <a:gd name="T34" fmla="*/ 74 w 78"/>
                              <a:gd name="T35" fmla="*/ 0 h 9"/>
                              <a:gd name="T36" fmla="*/ 4 w 78"/>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78"/>
                              <a:gd name="T58" fmla="*/ 0 h 9"/>
                              <a:gd name="T59" fmla="*/ 78 w 78"/>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78" h="9">
                                <a:moveTo>
                                  <a:pt x="4" y="0"/>
                                </a:moveTo>
                                <a:lnTo>
                                  <a:pt x="3" y="0"/>
                                </a:lnTo>
                                <a:lnTo>
                                  <a:pt x="1" y="2"/>
                                </a:lnTo>
                                <a:lnTo>
                                  <a:pt x="0" y="3"/>
                                </a:lnTo>
                                <a:lnTo>
                                  <a:pt x="0" y="5"/>
                                </a:lnTo>
                                <a:lnTo>
                                  <a:pt x="0" y="6"/>
                                </a:lnTo>
                                <a:lnTo>
                                  <a:pt x="0" y="8"/>
                                </a:lnTo>
                                <a:lnTo>
                                  <a:pt x="1" y="9"/>
                                </a:lnTo>
                                <a:lnTo>
                                  <a:pt x="3" y="9"/>
                                </a:lnTo>
                                <a:lnTo>
                                  <a:pt x="72" y="9"/>
                                </a:lnTo>
                                <a:lnTo>
                                  <a:pt x="74" y="9"/>
                                </a:lnTo>
                                <a:lnTo>
                                  <a:pt x="75" y="9"/>
                                </a:lnTo>
                                <a:lnTo>
                                  <a:pt x="77" y="8"/>
                                </a:lnTo>
                                <a:lnTo>
                                  <a:pt x="78" y="6"/>
                                </a:lnTo>
                                <a:lnTo>
                                  <a:pt x="78" y="5"/>
                                </a:lnTo>
                                <a:lnTo>
                                  <a:pt x="77" y="3"/>
                                </a:lnTo>
                                <a:lnTo>
                                  <a:pt x="75" y="2"/>
                                </a:lnTo>
                                <a:lnTo>
                                  <a:pt x="74"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15" name="Freeform 40"/>
                          <p:cNvSpPr>
                            <a:spLocks/>
                          </p:cNvSpPr>
                          <p:nvPr/>
                        </p:nvSpPr>
                        <p:spPr bwMode="auto">
                          <a:xfrm>
                            <a:off x="3458" y="2101"/>
                            <a:ext cx="18" cy="9"/>
                          </a:xfrm>
                          <a:custGeom>
                            <a:avLst/>
                            <a:gdLst>
                              <a:gd name="T0" fmla="*/ 5 w 18"/>
                              <a:gd name="T1" fmla="*/ 0 h 9"/>
                              <a:gd name="T2" fmla="*/ 3 w 18"/>
                              <a:gd name="T3" fmla="*/ 0 h 9"/>
                              <a:gd name="T4" fmla="*/ 2 w 18"/>
                              <a:gd name="T5" fmla="*/ 2 h 9"/>
                              <a:gd name="T6" fmla="*/ 0 w 18"/>
                              <a:gd name="T7" fmla="*/ 3 h 9"/>
                              <a:gd name="T8" fmla="*/ 0 w 18"/>
                              <a:gd name="T9" fmla="*/ 5 h 9"/>
                              <a:gd name="T10" fmla="*/ 0 w 18"/>
                              <a:gd name="T11" fmla="*/ 6 h 9"/>
                              <a:gd name="T12" fmla="*/ 0 w 18"/>
                              <a:gd name="T13" fmla="*/ 8 h 9"/>
                              <a:gd name="T14" fmla="*/ 2 w 18"/>
                              <a:gd name="T15" fmla="*/ 9 h 9"/>
                              <a:gd name="T16" fmla="*/ 3 w 18"/>
                              <a:gd name="T17" fmla="*/ 9 h 9"/>
                              <a:gd name="T18" fmla="*/ 12 w 18"/>
                              <a:gd name="T19" fmla="*/ 9 h 9"/>
                              <a:gd name="T20" fmla="*/ 14 w 18"/>
                              <a:gd name="T21" fmla="*/ 9 h 9"/>
                              <a:gd name="T22" fmla="*/ 15 w 18"/>
                              <a:gd name="T23" fmla="*/ 9 h 9"/>
                              <a:gd name="T24" fmla="*/ 16 w 18"/>
                              <a:gd name="T25" fmla="*/ 8 h 9"/>
                              <a:gd name="T26" fmla="*/ 18 w 18"/>
                              <a:gd name="T27" fmla="*/ 6 h 9"/>
                              <a:gd name="T28" fmla="*/ 18 w 18"/>
                              <a:gd name="T29" fmla="*/ 5 h 9"/>
                              <a:gd name="T30" fmla="*/ 16 w 18"/>
                              <a:gd name="T31" fmla="*/ 3 h 9"/>
                              <a:gd name="T32" fmla="*/ 15 w 18"/>
                              <a:gd name="T33" fmla="*/ 2 h 9"/>
                              <a:gd name="T34" fmla="*/ 14 w 18"/>
                              <a:gd name="T35" fmla="*/ 0 h 9"/>
                              <a:gd name="T36" fmla="*/ 5 w 18"/>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8"/>
                              <a:gd name="T58" fmla="*/ 0 h 9"/>
                              <a:gd name="T59" fmla="*/ 18 w 18"/>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8" h="9">
                                <a:moveTo>
                                  <a:pt x="5" y="0"/>
                                </a:moveTo>
                                <a:lnTo>
                                  <a:pt x="3" y="0"/>
                                </a:lnTo>
                                <a:lnTo>
                                  <a:pt x="2" y="2"/>
                                </a:lnTo>
                                <a:lnTo>
                                  <a:pt x="0" y="3"/>
                                </a:lnTo>
                                <a:lnTo>
                                  <a:pt x="0" y="5"/>
                                </a:lnTo>
                                <a:lnTo>
                                  <a:pt x="0" y="6"/>
                                </a:lnTo>
                                <a:lnTo>
                                  <a:pt x="0" y="8"/>
                                </a:lnTo>
                                <a:lnTo>
                                  <a:pt x="2" y="9"/>
                                </a:lnTo>
                                <a:lnTo>
                                  <a:pt x="3" y="9"/>
                                </a:lnTo>
                                <a:lnTo>
                                  <a:pt x="12" y="9"/>
                                </a:lnTo>
                                <a:lnTo>
                                  <a:pt x="14" y="9"/>
                                </a:lnTo>
                                <a:lnTo>
                                  <a:pt x="15" y="9"/>
                                </a:lnTo>
                                <a:lnTo>
                                  <a:pt x="16" y="8"/>
                                </a:lnTo>
                                <a:lnTo>
                                  <a:pt x="18" y="6"/>
                                </a:lnTo>
                                <a:lnTo>
                                  <a:pt x="18" y="5"/>
                                </a:lnTo>
                                <a:lnTo>
                                  <a:pt x="16" y="3"/>
                                </a:lnTo>
                                <a:lnTo>
                                  <a:pt x="15" y="2"/>
                                </a:lnTo>
                                <a:lnTo>
                                  <a:pt x="14" y="0"/>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16" name="Freeform 41"/>
                          <p:cNvSpPr>
                            <a:spLocks/>
                          </p:cNvSpPr>
                          <p:nvPr/>
                        </p:nvSpPr>
                        <p:spPr bwMode="auto">
                          <a:xfrm>
                            <a:off x="3493" y="2101"/>
                            <a:ext cx="79" cy="9"/>
                          </a:xfrm>
                          <a:custGeom>
                            <a:avLst/>
                            <a:gdLst>
                              <a:gd name="T0" fmla="*/ 5 w 79"/>
                              <a:gd name="T1" fmla="*/ 0 h 9"/>
                              <a:gd name="T2" fmla="*/ 3 w 79"/>
                              <a:gd name="T3" fmla="*/ 0 h 9"/>
                              <a:gd name="T4" fmla="*/ 2 w 79"/>
                              <a:gd name="T5" fmla="*/ 2 h 9"/>
                              <a:gd name="T6" fmla="*/ 0 w 79"/>
                              <a:gd name="T7" fmla="*/ 3 h 9"/>
                              <a:gd name="T8" fmla="*/ 0 w 79"/>
                              <a:gd name="T9" fmla="*/ 5 h 9"/>
                              <a:gd name="T10" fmla="*/ 0 w 79"/>
                              <a:gd name="T11" fmla="*/ 6 h 9"/>
                              <a:gd name="T12" fmla="*/ 0 w 79"/>
                              <a:gd name="T13" fmla="*/ 8 h 9"/>
                              <a:gd name="T14" fmla="*/ 2 w 79"/>
                              <a:gd name="T15" fmla="*/ 9 h 9"/>
                              <a:gd name="T16" fmla="*/ 3 w 79"/>
                              <a:gd name="T17" fmla="*/ 9 h 9"/>
                              <a:gd name="T18" fmla="*/ 73 w 79"/>
                              <a:gd name="T19" fmla="*/ 9 h 9"/>
                              <a:gd name="T20" fmla="*/ 74 w 79"/>
                              <a:gd name="T21" fmla="*/ 9 h 9"/>
                              <a:gd name="T22" fmla="*/ 76 w 79"/>
                              <a:gd name="T23" fmla="*/ 9 h 9"/>
                              <a:gd name="T24" fmla="*/ 77 w 79"/>
                              <a:gd name="T25" fmla="*/ 8 h 9"/>
                              <a:gd name="T26" fmla="*/ 79 w 79"/>
                              <a:gd name="T27" fmla="*/ 6 h 9"/>
                              <a:gd name="T28" fmla="*/ 79 w 79"/>
                              <a:gd name="T29" fmla="*/ 5 h 9"/>
                              <a:gd name="T30" fmla="*/ 77 w 79"/>
                              <a:gd name="T31" fmla="*/ 3 h 9"/>
                              <a:gd name="T32" fmla="*/ 76 w 79"/>
                              <a:gd name="T33" fmla="*/ 2 h 9"/>
                              <a:gd name="T34" fmla="*/ 74 w 79"/>
                              <a:gd name="T35" fmla="*/ 0 h 9"/>
                              <a:gd name="T36" fmla="*/ 5 w 79"/>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79"/>
                              <a:gd name="T58" fmla="*/ 0 h 9"/>
                              <a:gd name="T59" fmla="*/ 79 w 79"/>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79" h="9">
                                <a:moveTo>
                                  <a:pt x="5" y="0"/>
                                </a:moveTo>
                                <a:lnTo>
                                  <a:pt x="3" y="0"/>
                                </a:lnTo>
                                <a:lnTo>
                                  <a:pt x="2" y="2"/>
                                </a:lnTo>
                                <a:lnTo>
                                  <a:pt x="0" y="3"/>
                                </a:lnTo>
                                <a:lnTo>
                                  <a:pt x="0" y="5"/>
                                </a:lnTo>
                                <a:lnTo>
                                  <a:pt x="0" y="6"/>
                                </a:lnTo>
                                <a:lnTo>
                                  <a:pt x="0" y="8"/>
                                </a:lnTo>
                                <a:lnTo>
                                  <a:pt x="2" y="9"/>
                                </a:lnTo>
                                <a:lnTo>
                                  <a:pt x="3" y="9"/>
                                </a:lnTo>
                                <a:lnTo>
                                  <a:pt x="73" y="9"/>
                                </a:lnTo>
                                <a:lnTo>
                                  <a:pt x="74" y="9"/>
                                </a:lnTo>
                                <a:lnTo>
                                  <a:pt x="76" y="9"/>
                                </a:lnTo>
                                <a:lnTo>
                                  <a:pt x="77" y="8"/>
                                </a:lnTo>
                                <a:lnTo>
                                  <a:pt x="79" y="6"/>
                                </a:lnTo>
                                <a:lnTo>
                                  <a:pt x="79" y="5"/>
                                </a:lnTo>
                                <a:lnTo>
                                  <a:pt x="77" y="3"/>
                                </a:lnTo>
                                <a:lnTo>
                                  <a:pt x="76" y="2"/>
                                </a:lnTo>
                                <a:lnTo>
                                  <a:pt x="74" y="0"/>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17" name="Freeform 42"/>
                          <p:cNvSpPr>
                            <a:spLocks/>
                          </p:cNvSpPr>
                          <p:nvPr/>
                        </p:nvSpPr>
                        <p:spPr bwMode="auto">
                          <a:xfrm>
                            <a:off x="3589" y="2101"/>
                            <a:ext cx="18" cy="9"/>
                          </a:xfrm>
                          <a:custGeom>
                            <a:avLst/>
                            <a:gdLst>
                              <a:gd name="T0" fmla="*/ 5 w 18"/>
                              <a:gd name="T1" fmla="*/ 0 h 9"/>
                              <a:gd name="T2" fmla="*/ 3 w 18"/>
                              <a:gd name="T3" fmla="*/ 0 h 9"/>
                              <a:gd name="T4" fmla="*/ 2 w 18"/>
                              <a:gd name="T5" fmla="*/ 2 h 9"/>
                              <a:gd name="T6" fmla="*/ 0 w 18"/>
                              <a:gd name="T7" fmla="*/ 3 h 9"/>
                              <a:gd name="T8" fmla="*/ 0 w 18"/>
                              <a:gd name="T9" fmla="*/ 5 h 9"/>
                              <a:gd name="T10" fmla="*/ 0 w 18"/>
                              <a:gd name="T11" fmla="*/ 6 h 9"/>
                              <a:gd name="T12" fmla="*/ 0 w 18"/>
                              <a:gd name="T13" fmla="*/ 8 h 9"/>
                              <a:gd name="T14" fmla="*/ 2 w 18"/>
                              <a:gd name="T15" fmla="*/ 9 h 9"/>
                              <a:gd name="T16" fmla="*/ 3 w 18"/>
                              <a:gd name="T17" fmla="*/ 9 h 9"/>
                              <a:gd name="T18" fmla="*/ 12 w 18"/>
                              <a:gd name="T19" fmla="*/ 9 h 9"/>
                              <a:gd name="T20" fmla="*/ 13 w 18"/>
                              <a:gd name="T21" fmla="*/ 9 h 9"/>
                              <a:gd name="T22" fmla="*/ 15 w 18"/>
                              <a:gd name="T23" fmla="*/ 9 h 9"/>
                              <a:gd name="T24" fmla="*/ 16 w 18"/>
                              <a:gd name="T25" fmla="*/ 8 h 9"/>
                              <a:gd name="T26" fmla="*/ 18 w 18"/>
                              <a:gd name="T27" fmla="*/ 6 h 9"/>
                              <a:gd name="T28" fmla="*/ 18 w 18"/>
                              <a:gd name="T29" fmla="*/ 5 h 9"/>
                              <a:gd name="T30" fmla="*/ 16 w 18"/>
                              <a:gd name="T31" fmla="*/ 3 h 9"/>
                              <a:gd name="T32" fmla="*/ 15 w 18"/>
                              <a:gd name="T33" fmla="*/ 2 h 9"/>
                              <a:gd name="T34" fmla="*/ 13 w 18"/>
                              <a:gd name="T35" fmla="*/ 0 h 9"/>
                              <a:gd name="T36" fmla="*/ 5 w 18"/>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8"/>
                              <a:gd name="T58" fmla="*/ 0 h 9"/>
                              <a:gd name="T59" fmla="*/ 18 w 18"/>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8" h="9">
                                <a:moveTo>
                                  <a:pt x="5" y="0"/>
                                </a:moveTo>
                                <a:lnTo>
                                  <a:pt x="3" y="0"/>
                                </a:lnTo>
                                <a:lnTo>
                                  <a:pt x="2" y="2"/>
                                </a:lnTo>
                                <a:lnTo>
                                  <a:pt x="0" y="3"/>
                                </a:lnTo>
                                <a:lnTo>
                                  <a:pt x="0" y="5"/>
                                </a:lnTo>
                                <a:lnTo>
                                  <a:pt x="0" y="6"/>
                                </a:lnTo>
                                <a:lnTo>
                                  <a:pt x="0" y="8"/>
                                </a:lnTo>
                                <a:lnTo>
                                  <a:pt x="2" y="9"/>
                                </a:lnTo>
                                <a:lnTo>
                                  <a:pt x="3" y="9"/>
                                </a:lnTo>
                                <a:lnTo>
                                  <a:pt x="12" y="9"/>
                                </a:lnTo>
                                <a:lnTo>
                                  <a:pt x="13" y="9"/>
                                </a:lnTo>
                                <a:lnTo>
                                  <a:pt x="15" y="9"/>
                                </a:lnTo>
                                <a:lnTo>
                                  <a:pt x="16" y="8"/>
                                </a:lnTo>
                                <a:lnTo>
                                  <a:pt x="18" y="6"/>
                                </a:lnTo>
                                <a:lnTo>
                                  <a:pt x="18" y="5"/>
                                </a:lnTo>
                                <a:lnTo>
                                  <a:pt x="16" y="3"/>
                                </a:lnTo>
                                <a:lnTo>
                                  <a:pt x="15" y="2"/>
                                </a:lnTo>
                                <a:lnTo>
                                  <a:pt x="13" y="0"/>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18" name="Freeform 43"/>
                          <p:cNvSpPr>
                            <a:spLocks/>
                          </p:cNvSpPr>
                          <p:nvPr/>
                        </p:nvSpPr>
                        <p:spPr bwMode="auto">
                          <a:xfrm>
                            <a:off x="3624" y="2101"/>
                            <a:ext cx="78" cy="9"/>
                          </a:xfrm>
                          <a:custGeom>
                            <a:avLst/>
                            <a:gdLst>
                              <a:gd name="T0" fmla="*/ 4 w 78"/>
                              <a:gd name="T1" fmla="*/ 0 h 9"/>
                              <a:gd name="T2" fmla="*/ 3 w 78"/>
                              <a:gd name="T3" fmla="*/ 0 h 9"/>
                              <a:gd name="T4" fmla="*/ 2 w 78"/>
                              <a:gd name="T5" fmla="*/ 2 h 9"/>
                              <a:gd name="T6" fmla="*/ 0 w 78"/>
                              <a:gd name="T7" fmla="*/ 3 h 9"/>
                              <a:gd name="T8" fmla="*/ 0 w 78"/>
                              <a:gd name="T9" fmla="*/ 5 h 9"/>
                              <a:gd name="T10" fmla="*/ 0 w 78"/>
                              <a:gd name="T11" fmla="*/ 6 h 9"/>
                              <a:gd name="T12" fmla="*/ 0 w 78"/>
                              <a:gd name="T13" fmla="*/ 8 h 9"/>
                              <a:gd name="T14" fmla="*/ 2 w 78"/>
                              <a:gd name="T15" fmla="*/ 9 h 9"/>
                              <a:gd name="T16" fmla="*/ 3 w 78"/>
                              <a:gd name="T17" fmla="*/ 9 h 9"/>
                              <a:gd name="T18" fmla="*/ 73 w 78"/>
                              <a:gd name="T19" fmla="*/ 9 h 9"/>
                              <a:gd name="T20" fmla="*/ 74 w 78"/>
                              <a:gd name="T21" fmla="*/ 9 h 9"/>
                              <a:gd name="T22" fmla="*/ 76 w 78"/>
                              <a:gd name="T23" fmla="*/ 9 h 9"/>
                              <a:gd name="T24" fmla="*/ 77 w 78"/>
                              <a:gd name="T25" fmla="*/ 8 h 9"/>
                              <a:gd name="T26" fmla="*/ 78 w 78"/>
                              <a:gd name="T27" fmla="*/ 6 h 9"/>
                              <a:gd name="T28" fmla="*/ 78 w 78"/>
                              <a:gd name="T29" fmla="*/ 5 h 9"/>
                              <a:gd name="T30" fmla="*/ 77 w 78"/>
                              <a:gd name="T31" fmla="*/ 3 h 9"/>
                              <a:gd name="T32" fmla="*/ 76 w 78"/>
                              <a:gd name="T33" fmla="*/ 2 h 9"/>
                              <a:gd name="T34" fmla="*/ 74 w 78"/>
                              <a:gd name="T35" fmla="*/ 0 h 9"/>
                              <a:gd name="T36" fmla="*/ 4 w 78"/>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78"/>
                              <a:gd name="T58" fmla="*/ 0 h 9"/>
                              <a:gd name="T59" fmla="*/ 78 w 78"/>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78" h="9">
                                <a:moveTo>
                                  <a:pt x="4" y="0"/>
                                </a:moveTo>
                                <a:lnTo>
                                  <a:pt x="3" y="0"/>
                                </a:lnTo>
                                <a:lnTo>
                                  <a:pt x="2" y="2"/>
                                </a:lnTo>
                                <a:lnTo>
                                  <a:pt x="0" y="3"/>
                                </a:lnTo>
                                <a:lnTo>
                                  <a:pt x="0" y="5"/>
                                </a:lnTo>
                                <a:lnTo>
                                  <a:pt x="0" y="6"/>
                                </a:lnTo>
                                <a:lnTo>
                                  <a:pt x="0" y="8"/>
                                </a:lnTo>
                                <a:lnTo>
                                  <a:pt x="2" y="9"/>
                                </a:lnTo>
                                <a:lnTo>
                                  <a:pt x="3" y="9"/>
                                </a:lnTo>
                                <a:lnTo>
                                  <a:pt x="73" y="9"/>
                                </a:lnTo>
                                <a:lnTo>
                                  <a:pt x="74" y="9"/>
                                </a:lnTo>
                                <a:lnTo>
                                  <a:pt x="76" y="9"/>
                                </a:lnTo>
                                <a:lnTo>
                                  <a:pt x="77" y="8"/>
                                </a:lnTo>
                                <a:lnTo>
                                  <a:pt x="78" y="6"/>
                                </a:lnTo>
                                <a:lnTo>
                                  <a:pt x="78" y="5"/>
                                </a:lnTo>
                                <a:lnTo>
                                  <a:pt x="77" y="3"/>
                                </a:lnTo>
                                <a:lnTo>
                                  <a:pt x="76" y="2"/>
                                </a:lnTo>
                                <a:lnTo>
                                  <a:pt x="74"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19" name="Freeform 44"/>
                          <p:cNvSpPr>
                            <a:spLocks/>
                          </p:cNvSpPr>
                          <p:nvPr/>
                        </p:nvSpPr>
                        <p:spPr bwMode="auto">
                          <a:xfrm>
                            <a:off x="3720" y="2101"/>
                            <a:ext cx="17" cy="9"/>
                          </a:xfrm>
                          <a:custGeom>
                            <a:avLst/>
                            <a:gdLst>
                              <a:gd name="T0" fmla="*/ 4 w 17"/>
                              <a:gd name="T1" fmla="*/ 0 h 9"/>
                              <a:gd name="T2" fmla="*/ 3 w 17"/>
                              <a:gd name="T3" fmla="*/ 0 h 9"/>
                              <a:gd name="T4" fmla="*/ 1 w 17"/>
                              <a:gd name="T5" fmla="*/ 2 h 9"/>
                              <a:gd name="T6" fmla="*/ 0 w 17"/>
                              <a:gd name="T7" fmla="*/ 3 h 9"/>
                              <a:gd name="T8" fmla="*/ 0 w 17"/>
                              <a:gd name="T9" fmla="*/ 5 h 9"/>
                              <a:gd name="T10" fmla="*/ 0 w 17"/>
                              <a:gd name="T11" fmla="*/ 6 h 9"/>
                              <a:gd name="T12" fmla="*/ 0 w 17"/>
                              <a:gd name="T13" fmla="*/ 8 h 9"/>
                              <a:gd name="T14" fmla="*/ 1 w 17"/>
                              <a:gd name="T15" fmla="*/ 9 h 9"/>
                              <a:gd name="T16" fmla="*/ 3 w 17"/>
                              <a:gd name="T17" fmla="*/ 9 h 9"/>
                              <a:gd name="T18" fmla="*/ 12 w 17"/>
                              <a:gd name="T19" fmla="*/ 9 h 9"/>
                              <a:gd name="T20" fmla="*/ 13 w 17"/>
                              <a:gd name="T21" fmla="*/ 9 h 9"/>
                              <a:gd name="T22" fmla="*/ 14 w 17"/>
                              <a:gd name="T23" fmla="*/ 9 h 9"/>
                              <a:gd name="T24" fmla="*/ 16 w 17"/>
                              <a:gd name="T25" fmla="*/ 8 h 9"/>
                              <a:gd name="T26" fmla="*/ 17 w 17"/>
                              <a:gd name="T27" fmla="*/ 6 h 9"/>
                              <a:gd name="T28" fmla="*/ 17 w 17"/>
                              <a:gd name="T29" fmla="*/ 5 h 9"/>
                              <a:gd name="T30" fmla="*/ 16 w 17"/>
                              <a:gd name="T31" fmla="*/ 3 h 9"/>
                              <a:gd name="T32" fmla="*/ 14 w 17"/>
                              <a:gd name="T33" fmla="*/ 2 h 9"/>
                              <a:gd name="T34" fmla="*/ 13 w 17"/>
                              <a:gd name="T35" fmla="*/ 0 h 9"/>
                              <a:gd name="T36" fmla="*/ 4 w 17"/>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7"/>
                              <a:gd name="T58" fmla="*/ 0 h 9"/>
                              <a:gd name="T59" fmla="*/ 17 w 17"/>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7" h="9">
                                <a:moveTo>
                                  <a:pt x="4" y="0"/>
                                </a:moveTo>
                                <a:lnTo>
                                  <a:pt x="3" y="0"/>
                                </a:lnTo>
                                <a:lnTo>
                                  <a:pt x="1" y="2"/>
                                </a:lnTo>
                                <a:lnTo>
                                  <a:pt x="0" y="3"/>
                                </a:lnTo>
                                <a:lnTo>
                                  <a:pt x="0" y="5"/>
                                </a:lnTo>
                                <a:lnTo>
                                  <a:pt x="0" y="6"/>
                                </a:lnTo>
                                <a:lnTo>
                                  <a:pt x="0" y="8"/>
                                </a:lnTo>
                                <a:lnTo>
                                  <a:pt x="1" y="9"/>
                                </a:lnTo>
                                <a:lnTo>
                                  <a:pt x="3" y="9"/>
                                </a:lnTo>
                                <a:lnTo>
                                  <a:pt x="12" y="9"/>
                                </a:lnTo>
                                <a:lnTo>
                                  <a:pt x="13" y="9"/>
                                </a:lnTo>
                                <a:lnTo>
                                  <a:pt x="14" y="9"/>
                                </a:lnTo>
                                <a:lnTo>
                                  <a:pt x="16" y="8"/>
                                </a:lnTo>
                                <a:lnTo>
                                  <a:pt x="17" y="6"/>
                                </a:lnTo>
                                <a:lnTo>
                                  <a:pt x="17" y="5"/>
                                </a:lnTo>
                                <a:lnTo>
                                  <a:pt x="16" y="3"/>
                                </a:lnTo>
                                <a:lnTo>
                                  <a:pt x="14" y="2"/>
                                </a:lnTo>
                                <a:lnTo>
                                  <a:pt x="13"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20" name="Freeform 45"/>
                          <p:cNvSpPr>
                            <a:spLocks/>
                          </p:cNvSpPr>
                          <p:nvPr/>
                        </p:nvSpPr>
                        <p:spPr bwMode="auto">
                          <a:xfrm>
                            <a:off x="3755" y="2101"/>
                            <a:ext cx="78" cy="9"/>
                          </a:xfrm>
                          <a:custGeom>
                            <a:avLst/>
                            <a:gdLst>
                              <a:gd name="T0" fmla="*/ 4 w 78"/>
                              <a:gd name="T1" fmla="*/ 0 h 9"/>
                              <a:gd name="T2" fmla="*/ 3 w 78"/>
                              <a:gd name="T3" fmla="*/ 0 h 9"/>
                              <a:gd name="T4" fmla="*/ 1 w 78"/>
                              <a:gd name="T5" fmla="*/ 2 h 9"/>
                              <a:gd name="T6" fmla="*/ 0 w 78"/>
                              <a:gd name="T7" fmla="*/ 3 h 9"/>
                              <a:gd name="T8" fmla="*/ 0 w 78"/>
                              <a:gd name="T9" fmla="*/ 5 h 9"/>
                              <a:gd name="T10" fmla="*/ 0 w 78"/>
                              <a:gd name="T11" fmla="*/ 6 h 9"/>
                              <a:gd name="T12" fmla="*/ 0 w 78"/>
                              <a:gd name="T13" fmla="*/ 8 h 9"/>
                              <a:gd name="T14" fmla="*/ 1 w 78"/>
                              <a:gd name="T15" fmla="*/ 9 h 9"/>
                              <a:gd name="T16" fmla="*/ 3 w 78"/>
                              <a:gd name="T17" fmla="*/ 9 h 9"/>
                              <a:gd name="T18" fmla="*/ 72 w 78"/>
                              <a:gd name="T19" fmla="*/ 9 h 9"/>
                              <a:gd name="T20" fmla="*/ 74 w 78"/>
                              <a:gd name="T21" fmla="*/ 9 h 9"/>
                              <a:gd name="T22" fmla="*/ 75 w 78"/>
                              <a:gd name="T23" fmla="*/ 9 h 9"/>
                              <a:gd name="T24" fmla="*/ 77 w 78"/>
                              <a:gd name="T25" fmla="*/ 8 h 9"/>
                              <a:gd name="T26" fmla="*/ 78 w 78"/>
                              <a:gd name="T27" fmla="*/ 6 h 9"/>
                              <a:gd name="T28" fmla="*/ 78 w 78"/>
                              <a:gd name="T29" fmla="*/ 5 h 9"/>
                              <a:gd name="T30" fmla="*/ 77 w 78"/>
                              <a:gd name="T31" fmla="*/ 3 h 9"/>
                              <a:gd name="T32" fmla="*/ 75 w 78"/>
                              <a:gd name="T33" fmla="*/ 2 h 9"/>
                              <a:gd name="T34" fmla="*/ 74 w 78"/>
                              <a:gd name="T35" fmla="*/ 0 h 9"/>
                              <a:gd name="T36" fmla="*/ 4 w 78"/>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78"/>
                              <a:gd name="T58" fmla="*/ 0 h 9"/>
                              <a:gd name="T59" fmla="*/ 78 w 78"/>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78" h="9">
                                <a:moveTo>
                                  <a:pt x="4" y="0"/>
                                </a:moveTo>
                                <a:lnTo>
                                  <a:pt x="3" y="0"/>
                                </a:lnTo>
                                <a:lnTo>
                                  <a:pt x="1" y="2"/>
                                </a:lnTo>
                                <a:lnTo>
                                  <a:pt x="0" y="3"/>
                                </a:lnTo>
                                <a:lnTo>
                                  <a:pt x="0" y="5"/>
                                </a:lnTo>
                                <a:lnTo>
                                  <a:pt x="0" y="6"/>
                                </a:lnTo>
                                <a:lnTo>
                                  <a:pt x="0" y="8"/>
                                </a:lnTo>
                                <a:lnTo>
                                  <a:pt x="1" y="9"/>
                                </a:lnTo>
                                <a:lnTo>
                                  <a:pt x="3" y="9"/>
                                </a:lnTo>
                                <a:lnTo>
                                  <a:pt x="72" y="9"/>
                                </a:lnTo>
                                <a:lnTo>
                                  <a:pt x="74" y="9"/>
                                </a:lnTo>
                                <a:lnTo>
                                  <a:pt x="75" y="9"/>
                                </a:lnTo>
                                <a:lnTo>
                                  <a:pt x="77" y="8"/>
                                </a:lnTo>
                                <a:lnTo>
                                  <a:pt x="78" y="6"/>
                                </a:lnTo>
                                <a:lnTo>
                                  <a:pt x="78" y="5"/>
                                </a:lnTo>
                                <a:lnTo>
                                  <a:pt x="77" y="3"/>
                                </a:lnTo>
                                <a:lnTo>
                                  <a:pt x="75" y="2"/>
                                </a:lnTo>
                                <a:lnTo>
                                  <a:pt x="74"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21" name="Freeform 46"/>
                          <p:cNvSpPr>
                            <a:spLocks/>
                          </p:cNvSpPr>
                          <p:nvPr/>
                        </p:nvSpPr>
                        <p:spPr bwMode="auto">
                          <a:xfrm>
                            <a:off x="3851" y="2101"/>
                            <a:ext cx="17" cy="9"/>
                          </a:xfrm>
                          <a:custGeom>
                            <a:avLst/>
                            <a:gdLst>
                              <a:gd name="T0" fmla="*/ 4 w 17"/>
                              <a:gd name="T1" fmla="*/ 0 h 9"/>
                              <a:gd name="T2" fmla="*/ 3 w 17"/>
                              <a:gd name="T3" fmla="*/ 0 h 9"/>
                              <a:gd name="T4" fmla="*/ 1 w 17"/>
                              <a:gd name="T5" fmla="*/ 2 h 9"/>
                              <a:gd name="T6" fmla="*/ 0 w 17"/>
                              <a:gd name="T7" fmla="*/ 3 h 9"/>
                              <a:gd name="T8" fmla="*/ 0 w 17"/>
                              <a:gd name="T9" fmla="*/ 5 h 9"/>
                              <a:gd name="T10" fmla="*/ 0 w 17"/>
                              <a:gd name="T11" fmla="*/ 6 h 9"/>
                              <a:gd name="T12" fmla="*/ 0 w 17"/>
                              <a:gd name="T13" fmla="*/ 8 h 9"/>
                              <a:gd name="T14" fmla="*/ 1 w 17"/>
                              <a:gd name="T15" fmla="*/ 9 h 9"/>
                              <a:gd name="T16" fmla="*/ 3 w 17"/>
                              <a:gd name="T17" fmla="*/ 9 h 9"/>
                              <a:gd name="T18" fmla="*/ 11 w 17"/>
                              <a:gd name="T19" fmla="*/ 9 h 9"/>
                              <a:gd name="T20" fmla="*/ 13 w 17"/>
                              <a:gd name="T21" fmla="*/ 9 h 9"/>
                              <a:gd name="T22" fmla="*/ 14 w 17"/>
                              <a:gd name="T23" fmla="*/ 9 h 9"/>
                              <a:gd name="T24" fmla="*/ 16 w 17"/>
                              <a:gd name="T25" fmla="*/ 8 h 9"/>
                              <a:gd name="T26" fmla="*/ 17 w 17"/>
                              <a:gd name="T27" fmla="*/ 6 h 9"/>
                              <a:gd name="T28" fmla="*/ 17 w 17"/>
                              <a:gd name="T29" fmla="*/ 5 h 9"/>
                              <a:gd name="T30" fmla="*/ 16 w 17"/>
                              <a:gd name="T31" fmla="*/ 3 h 9"/>
                              <a:gd name="T32" fmla="*/ 14 w 17"/>
                              <a:gd name="T33" fmla="*/ 2 h 9"/>
                              <a:gd name="T34" fmla="*/ 13 w 17"/>
                              <a:gd name="T35" fmla="*/ 0 h 9"/>
                              <a:gd name="T36" fmla="*/ 4 w 17"/>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7"/>
                              <a:gd name="T58" fmla="*/ 0 h 9"/>
                              <a:gd name="T59" fmla="*/ 17 w 17"/>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7" h="9">
                                <a:moveTo>
                                  <a:pt x="4" y="0"/>
                                </a:moveTo>
                                <a:lnTo>
                                  <a:pt x="3" y="0"/>
                                </a:lnTo>
                                <a:lnTo>
                                  <a:pt x="1" y="2"/>
                                </a:lnTo>
                                <a:lnTo>
                                  <a:pt x="0" y="3"/>
                                </a:lnTo>
                                <a:lnTo>
                                  <a:pt x="0" y="5"/>
                                </a:lnTo>
                                <a:lnTo>
                                  <a:pt x="0" y="6"/>
                                </a:lnTo>
                                <a:lnTo>
                                  <a:pt x="0" y="8"/>
                                </a:lnTo>
                                <a:lnTo>
                                  <a:pt x="1" y="9"/>
                                </a:lnTo>
                                <a:lnTo>
                                  <a:pt x="3" y="9"/>
                                </a:lnTo>
                                <a:lnTo>
                                  <a:pt x="11" y="9"/>
                                </a:lnTo>
                                <a:lnTo>
                                  <a:pt x="13" y="9"/>
                                </a:lnTo>
                                <a:lnTo>
                                  <a:pt x="14" y="9"/>
                                </a:lnTo>
                                <a:lnTo>
                                  <a:pt x="16" y="8"/>
                                </a:lnTo>
                                <a:lnTo>
                                  <a:pt x="17" y="6"/>
                                </a:lnTo>
                                <a:lnTo>
                                  <a:pt x="17" y="5"/>
                                </a:lnTo>
                                <a:lnTo>
                                  <a:pt x="16" y="3"/>
                                </a:lnTo>
                                <a:lnTo>
                                  <a:pt x="14" y="2"/>
                                </a:lnTo>
                                <a:lnTo>
                                  <a:pt x="13"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22" name="Freeform 47"/>
                          <p:cNvSpPr>
                            <a:spLocks/>
                          </p:cNvSpPr>
                          <p:nvPr/>
                        </p:nvSpPr>
                        <p:spPr bwMode="auto">
                          <a:xfrm>
                            <a:off x="3885" y="2101"/>
                            <a:ext cx="79" cy="9"/>
                          </a:xfrm>
                          <a:custGeom>
                            <a:avLst/>
                            <a:gdLst>
                              <a:gd name="T0" fmla="*/ 5 w 79"/>
                              <a:gd name="T1" fmla="*/ 0 h 9"/>
                              <a:gd name="T2" fmla="*/ 3 w 79"/>
                              <a:gd name="T3" fmla="*/ 0 h 9"/>
                              <a:gd name="T4" fmla="*/ 2 w 79"/>
                              <a:gd name="T5" fmla="*/ 2 h 9"/>
                              <a:gd name="T6" fmla="*/ 0 w 79"/>
                              <a:gd name="T7" fmla="*/ 3 h 9"/>
                              <a:gd name="T8" fmla="*/ 0 w 79"/>
                              <a:gd name="T9" fmla="*/ 5 h 9"/>
                              <a:gd name="T10" fmla="*/ 0 w 79"/>
                              <a:gd name="T11" fmla="*/ 6 h 9"/>
                              <a:gd name="T12" fmla="*/ 0 w 79"/>
                              <a:gd name="T13" fmla="*/ 8 h 9"/>
                              <a:gd name="T14" fmla="*/ 2 w 79"/>
                              <a:gd name="T15" fmla="*/ 9 h 9"/>
                              <a:gd name="T16" fmla="*/ 3 w 79"/>
                              <a:gd name="T17" fmla="*/ 9 h 9"/>
                              <a:gd name="T18" fmla="*/ 73 w 79"/>
                              <a:gd name="T19" fmla="*/ 9 h 9"/>
                              <a:gd name="T20" fmla="*/ 75 w 79"/>
                              <a:gd name="T21" fmla="*/ 9 h 9"/>
                              <a:gd name="T22" fmla="*/ 76 w 79"/>
                              <a:gd name="T23" fmla="*/ 9 h 9"/>
                              <a:gd name="T24" fmla="*/ 77 w 79"/>
                              <a:gd name="T25" fmla="*/ 8 h 9"/>
                              <a:gd name="T26" fmla="*/ 79 w 79"/>
                              <a:gd name="T27" fmla="*/ 6 h 9"/>
                              <a:gd name="T28" fmla="*/ 79 w 79"/>
                              <a:gd name="T29" fmla="*/ 5 h 9"/>
                              <a:gd name="T30" fmla="*/ 77 w 79"/>
                              <a:gd name="T31" fmla="*/ 3 h 9"/>
                              <a:gd name="T32" fmla="*/ 76 w 79"/>
                              <a:gd name="T33" fmla="*/ 2 h 9"/>
                              <a:gd name="T34" fmla="*/ 75 w 79"/>
                              <a:gd name="T35" fmla="*/ 0 h 9"/>
                              <a:gd name="T36" fmla="*/ 5 w 79"/>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79"/>
                              <a:gd name="T58" fmla="*/ 0 h 9"/>
                              <a:gd name="T59" fmla="*/ 79 w 79"/>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79" h="9">
                                <a:moveTo>
                                  <a:pt x="5" y="0"/>
                                </a:moveTo>
                                <a:lnTo>
                                  <a:pt x="3" y="0"/>
                                </a:lnTo>
                                <a:lnTo>
                                  <a:pt x="2" y="2"/>
                                </a:lnTo>
                                <a:lnTo>
                                  <a:pt x="0" y="3"/>
                                </a:lnTo>
                                <a:lnTo>
                                  <a:pt x="0" y="5"/>
                                </a:lnTo>
                                <a:lnTo>
                                  <a:pt x="0" y="6"/>
                                </a:lnTo>
                                <a:lnTo>
                                  <a:pt x="0" y="8"/>
                                </a:lnTo>
                                <a:lnTo>
                                  <a:pt x="2" y="9"/>
                                </a:lnTo>
                                <a:lnTo>
                                  <a:pt x="3" y="9"/>
                                </a:lnTo>
                                <a:lnTo>
                                  <a:pt x="73" y="9"/>
                                </a:lnTo>
                                <a:lnTo>
                                  <a:pt x="75" y="9"/>
                                </a:lnTo>
                                <a:lnTo>
                                  <a:pt x="76" y="9"/>
                                </a:lnTo>
                                <a:lnTo>
                                  <a:pt x="77" y="8"/>
                                </a:lnTo>
                                <a:lnTo>
                                  <a:pt x="79" y="6"/>
                                </a:lnTo>
                                <a:lnTo>
                                  <a:pt x="79" y="5"/>
                                </a:lnTo>
                                <a:lnTo>
                                  <a:pt x="77" y="3"/>
                                </a:lnTo>
                                <a:lnTo>
                                  <a:pt x="76" y="2"/>
                                </a:lnTo>
                                <a:lnTo>
                                  <a:pt x="75" y="0"/>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23" name="Freeform 48"/>
                          <p:cNvSpPr>
                            <a:spLocks/>
                          </p:cNvSpPr>
                          <p:nvPr/>
                        </p:nvSpPr>
                        <p:spPr bwMode="auto">
                          <a:xfrm>
                            <a:off x="3981" y="2101"/>
                            <a:ext cx="18" cy="9"/>
                          </a:xfrm>
                          <a:custGeom>
                            <a:avLst/>
                            <a:gdLst>
                              <a:gd name="T0" fmla="*/ 5 w 18"/>
                              <a:gd name="T1" fmla="*/ 0 h 9"/>
                              <a:gd name="T2" fmla="*/ 3 w 18"/>
                              <a:gd name="T3" fmla="*/ 0 h 9"/>
                              <a:gd name="T4" fmla="*/ 2 w 18"/>
                              <a:gd name="T5" fmla="*/ 2 h 9"/>
                              <a:gd name="T6" fmla="*/ 0 w 18"/>
                              <a:gd name="T7" fmla="*/ 3 h 9"/>
                              <a:gd name="T8" fmla="*/ 0 w 18"/>
                              <a:gd name="T9" fmla="*/ 5 h 9"/>
                              <a:gd name="T10" fmla="*/ 0 w 18"/>
                              <a:gd name="T11" fmla="*/ 6 h 9"/>
                              <a:gd name="T12" fmla="*/ 0 w 18"/>
                              <a:gd name="T13" fmla="*/ 8 h 9"/>
                              <a:gd name="T14" fmla="*/ 2 w 18"/>
                              <a:gd name="T15" fmla="*/ 9 h 9"/>
                              <a:gd name="T16" fmla="*/ 3 w 18"/>
                              <a:gd name="T17" fmla="*/ 9 h 9"/>
                              <a:gd name="T18" fmla="*/ 12 w 18"/>
                              <a:gd name="T19" fmla="*/ 9 h 9"/>
                              <a:gd name="T20" fmla="*/ 13 w 18"/>
                              <a:gd name="T21" fmla="*/ 9 h 9"/>
                              <a:gd name="T22" fmla="*/ 15 w 18"/>
                              <a:gd name="T23" fmla="*/ 9 h 9"/>
                              <a:gd name="T24" fmla="*/ 16 w 18"/>
                              <a:gd name="T25" fmla="*/ 8 h 9"/>
                              <a:gd name="T26" fmla="*/ 18 w 18"/>
                              <a:gd name="T27" fmla="*/ 6 h 9"/>
                              <a:gd name="T28" fmla="*/ 18 w 18"/>
                              <a:gd name="T29" fmla="*/ 5 h 9"/>
                              <a:gd name="T30" fmla="*/ 16 w 18"/>
                              <a:gd name="T31" fmla="*/ 3 h 9"/>
                              <a:gd name="T32" fmla="*/ 15 w 18"/>
                              <a:gd name="T33" fmla="*/ 2 h 9"/>
                              <a:gd name="T34" fmla="*/ 13 w 18"/>
                              <a:gd name="T35" fmla="*/ 0 h 9"/>
                              <a:gd name="T36" fmla="*/ 5 w 18"/>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8"/>
                              <a:gd name="T58" fmla="*/ 0 h 9"/>
                              <a:gd name="T59" fmla="*/ 18 w 18"/>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8" h="9">
                                <a:moveTo>
                                  <a:pt x="5" y="0"/>
                                </a:moveTo>
                                <a:lnTo>
                                  <a:pt x="3" y="0"/>
                                </a:lnTo>
                                <a:lnTo>
                                  <a:pt x="2" y="2"/>
                                </a:lnTo>
                                <a:lnTo>
                                  <a:pt x="0" y="3"/>
                                </a:lnTo>
                                <a:lnTo>
                                  <a:pt x="0" y="5"/>
                                </a:lnTo>
                                <a:lnTo>
                                  <a:pt x="0" y="6"/>
                                </a:lnTo>
                                <a:lnTo>
                                  <a:pt x="0" y="8"/>
                                </a:lnTo>
                                <a:lnTo>
                                  <a:pt x="2" y="9"/>
                                </a:lnTo>
                                <a:lnTo>
                                  <a:pt x="3" y="9"/>
                                </a:lnTo>
                                <a:lnTo>
                                  <a:pt x="12" y="9"/>
                                </a:lnTo>
                                <a:lnTo>
                                  <a:pt x="13" y="9"/>
                                </a:lnTo>
                                <a:lnTo>
                                  <a:pt x="15" y="9"/>
                                </a:lnTo>
                                <a:lnTo>
                                  <a:pt x="16" y="8"/>
                                </a:lnTo>
                                <a:lnTo>
                                  <a:pt x="18" y="6"/>
                                </a:lnTo>
                                <a:lnTo>
                                  <a:pt x="18" y="5"/>
                                </a:lnTo>
                                <a:lnTo>
                                  <a:pt x="16" y="3"/>
                                </a:lnTo>
                                <a:lnTo>
                                  <a:pt x="15" y="2"/>
                                </a:lnTo>
                                <a:lnTo>
                                  <a:pt x="13" y="0"/>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24" name="Freeform 49"/>
                          <p:cNvSpPr>
                            <a:spLocks/>
                          </p:cNvSpPr>
                          <p:nvPr/>
                        </p:nvSpPr>
                        <p:spPr bwMode="auto">
                          <a:xfrm>
                            <a:off x="4016" y="2101"/>
                            <a:ext cx="79" cy="9"/>
                          </a:xfrm>
                          <a:custGeom>
                            <a:avLst/>
                            <a:gdLst>
                              <a:gd name="T0" fmla="*/ 5 w 79"/>
                              <a:gd name="T1" fmla="*/ 0 h 9"/>
                              <a:gd name="T2" fmla="*/ 3 w 79"/>
                              <a:gd name="T3" fmla="*/ 0 h 9"/>
                              <a:gd name="T4" fmla="*/ 2 w 79"/>
                              <a:gd name="T5" fmla="*/ 2 h 9"/>
                              <a:gd name="T6" fmla="*/ 0 w 79"/>
                              <a:gd name="T7" fmla="*/ 3 h 9"/>
                              <a:gd name="T8" fmla="*/ 0 w 79"/>
                              <a:gd name="T9" fmla="*/ 5 h 9"/>
                              <a:gd name="T10" fmla="*/ 0 w 79"/>
                              <a:gd name="T11" fmla="*/ 6 h 9"/>
                              <a:gd name="T12" fmla="*/ 0 w 79"/>
                              <a:gd name="T13" fmla="*/ 8 h 9"/>
                              <a:gd name="T14" fmla="*/ 2 w 79"/>
                              <a:gd name="T15" fmla="*/ 9 h 9"/>
                              <a:gd name="T16" fmla="*/ 3 w 79"/>
                              <a:gd name="T17" fmla="*/ 9 h 9"/>
                              <a:gd name="T18" fmla="*/ 73 w 79"/>
                              <a:gd name="T19" fmla="*/ 9 h 9"/>
                              <a:gd name="T20" fmla="*/ 74 w 79"/>
                              <a:gd name="T21" fmla="*/ 9 h 9"/>
                              <a:gd name="T22" fmla="*/ 76 w 79"/>
                              <a:gd name="T23" fmla="*/ 9 h 9"/>
                              <a:gd name="T24" fmla="*/ 77 w 79"/>
                              <a:gd name="T25" fmla="*/ 8 h 9"/>
                              <a:gd name="T26" fmla="*/ 79 w 79"/>
                              <a:gd name="T27" fmla="*/ 6 h 9"/>
                              <a:gd name="T28" fmla="*/ 79 w 79"/>
                              <a:gd name="T29" fmla="*/ 5 h 9"/>
                              <a:gd name="T30" fmla="*/ 77 w 79"/>
                              <a:gd name="T31" fmla="*/ 3 h 9"/>
                              <a:gd name="T32" fmla="*/ 76 w 79"/>
                              <a:gd name="T33" fmla="*/ 2 h 9"/>
                              <a:gd name="T34" fmla="*/ 74 w 79"/>
                              <a:gd name="T35" fmla="*/ 0 h 9"/>
                              <a:gd name="T36" fmla="*/ 5 w 79"/>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79"/>
                              <a:gd name="T58" fmla="*/ 0 h 9"/>
                              <a:gd name="T59" fmla="*/ 79 w 79"/>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79" h="9">
                                <a:moveTo>
                                  <a:pt x="5" y="0"/>
                                </a:moveTo>
                                <a:lnTo>
                                  <a:pt x="3" y="0"/>
                                </a:lnTo>
                                <a:lnTo>
                                  <a:pt x="2" y="2"/>
                                </a:lnTo>
                                <a:lnTo>
                                  <a:pt x="0" y="3"/>
                                </a:lnTo>
                                <a:lnTo>
                                  <a:pt x="0" y="5"/>
                                </a:lnTo>
                                <a:lnTo>
                                  <a:pt x="0" y="6"/>
                                </a:lnTo>
                                <a:lnTo>
                                  <a:pt x="0" y="8"/>
                                </a:lnTo>
                                <a:lnTo>
                                  <a:pt x="2" y="9"/>
                                </a:lnTo>
                                <a:lnTo>
                                  <a:pt x="3" y="9"/>
                                </a:lnTo>
                                <a:lnTo>
                                  <a:pt x="73" y="9"/>
                                </a:lnTo>
                                <a:lnTo>
                                  <a:pt x="74" y="9"/>
                                </a:lnTo>
                                <a:lnTo>
                                  <a:pt x="76" y="9"/>
                                </a:lnTo>
                                <a:lnTo>
                                  <a:pt x="77" y="8"/>
                                </a:lnTo>
                                <a:lnTo>
                                  <a:pt x="79" y="6"/>
                                </a:lnTo>
                                <a:lnTo>
                                  <a:pt x="79" y="5"/>
                                </a:lnTo>
                                <a:lnTo>
                                  <a:pt x="77" y="3"/>
                                </a:lnTo>
                                <a:lnTo>
                                  <a:pt x="76" y="2"/>
                                </a:lnTo>
                                <a:lnTo>
                                  <a:pt x="74" y="0"/>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25" name="Freeform 50"/>
                          <p:cNvSpPr>
                            <a:spLocks/>
                          </p:cNvSpPr>
                          <p:nvPr/>
                        </p:nvSpPr>
                        <p:spPr bwMode="auto">
                          <a:xfrm>
                            <a:off x="4112" y="2101"/>
                            <a:ext cx="17" cy="9"/>
                          </a:xfrm>
                          <a:custGeom>
                            <a:avLst/>
                            <a:gdLst>
                              <a:gd name="T0" fmla="*/ 4 w 17"/>
                              <a:gd name="T1" fmla="*/ 0 h 9"/>
                              <a:gd name="T2" fmla="*/ 3 w 17"/>
                              <a:gd name="T3" fmla="*/ 0 h 9"/>
                              <a:gd name="T4" fmla="*/ 1 w 17"/>
                              <a:gd name="T5" fmla="*/ 2 h 9"/>
                              <a:gd name="T6" fmla="*/ 0 w 17"/>
                              <a:gd name="T7" fmla="*/ 3 h 9"/>
                              <a:gd name="T8" fmla="*/ 0 w 17"/>
                              <a:gd name="T9" fmla="*/ 5 h 9"/>
                              <a:gd name="T10" fmla="*/ 0 w 17"/>
                              <a:gd name="T11" fmla="*/ 6 h 9"/>
                              <a:gd name="T12" fmla="*/ 0 w 17"/>
                              <a:gd name="T13" fmla="*/ 8 h 9"/>
                              <a:gd name="T14" fmla="*/ 1 w 17"/>
                              <a:gd name="T15" fmla="*/ 9 h 9"/>
                              <a:gd name="T16" fmla="*/ 3 w 17"/>
                              <a:gd name="T17" fmla="*/ 9 h 9"/>
                              <a:gd name="T18" fmla="*/ 12 w 17"/>
                              <a:gd name="T19" fmla="*/ 9 h 9"/>
                              <a:gd name="T20" fmla="*/ 13 w 17"/>
                              <a:gd name="T21" fmla="*/ 9 h 9"/>
                              <a:gd name="T22" fmla="*/ 15 w 17"/>
                              <a:gd name="T23" fmla="*/ 9 h 9"/>
                              <a:gd name="T24" fmla="*/ 16 w 17"/>
                              <a:gd name="T25" fmla="*/ 8 h 9"/>
                              <a:gd name="T26" fmla="*/ 17 w 17"/>
                              <a:gd name="T27" fmla="*/ 6 h 9"/>
                              <a:gd name="T28" fmla="*/ 17 w 17"/>
                              <a:gd name="T29" fmla="*/ 5 h 9"/>
                              <a:gd name="T30" fmla="*/ 16 w 17"/>
                              <a:gd name="T31" fmla="*/ 3 h 9"/>
                              <a:gd name="T32" fmla="*/ 15 w 17"/>
                              <a:gd name="T33" fmla="*/ 2 h 9"/>
                              <a:gd name="T34" fmla="*/ 13 w 17"/>
                              <a:gd name="T35" fmla="*/ 0 h 9"/>
                              <a:gd name="T36" fmla="*/ 4 w 17"/>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7"/>
                              <a:gd name="T58" fmla="*/ 0 h 9"/>
                              <a:gd name="T59" fmla="*/ 17 w 17"/>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7" h="9">
                                <a:moveTo>
                                  <a:pt x="4" y="0"/>
                                </a:moveTo>
                                <a:lnTo>
                                  <a:pt x="3" y="0"/>
                                </a:lnTo>
                                <a:lnTo>
                                  <a:pt x="1" y="2"/>
                                </a:lnTo>
                                <a:lnTo>
                                  <a:pt x="0" y="3"/>
                                </a:lnTo>
                                <a:lnTo>
                                  <a:pt x="0" y="5"/>
                                </a:lnTo>
                                <a:lnTo>
                                  <a:pt x="0" y="6"/>
                                </a:lnTo>
                                <a:lnTo>
                                  <a:pt x="0" y="8"/>
                                </a:lnTo>
                                <a:lnTo>
                                  <a:pt x="1" y="9"/>
                                </a:lnTo>
                                <a:lnTo>
                                  <a:pt x="3" y="9"/>
                                </a:lnTo>
                                <a:lnTo>
                                  <a:pt x="12" y="9"/>
                                </a:lnTo>
                                <a:lnTo>
                                  <a:pt x="13" y="9"/>
                                </a:lnTo>
                                <a:lnTo>
                                  <a:pt x="15" y="9"/>
                                </a:lnTo>
                                <a:lnTo>
                                  <a:pt x="16" y="8"/>
                                </a:lnTo>
                                <a:lnTo>
                                  <a:pt x="17" y="6"/>
                                </a:lnTo>
                                <a:lnTo>
                                  <a:pt x="17" y="5"/>
                                </a:lnTo>
                                <a:lnTo>
                                  <a:pt x="16" y="3"/>
                                </a:lnTo>
                                <a:lnTo>
                                  <a:pt x="15" y="2"/>
                                </a:lnTo>
                                <a:lnTo>
                                  <a:pt x="13"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26" name="Freeform 51"/>
                          <p:cNvSpPr>
                            <a:spLocks/>
                          </p:cNvSpPr>
                          <p:nvPr/>
                        </p:nvSpPr>
                        <p:spPr bwMode="auto">
                          <a:xfrm>
                            <a:off x="4147" y="2101"/>
                            <a:ext cx="78" cy="9"/>
                          </a:xfrm>
                          <a:custGeom>
                            <a:avLst/>
                            <a:gdLst>
                              <a:gd name="T0" fmla="*/ 4 w 78"/>
                              <a:gd name="T1" fmla="*/ 0 h 9"/>
                              <a:gd name="T2" fmla="*/ 3 w 78"/>
                              <a:gd name="T3" fmla="*/ 0 h 9"/>
                              <a:gd name="T4" fmla="*/ 1 w 78"/>
                              <a:gd name="T5" fmla="*/ 2 h 9"/>
                              <a:gd name="T6" fmla="*/ 0 w 78"/>
                              <a:gd name="T7" fmla="*/ 3 h 9"/>
                              <a:gd name="T8" fmla="*/ 0 w 78"/>
                              <a:gd name="T9" fmla="*/ 5 h 9"/>
                              <a:gd name="T10" fmla="*/ 0 w 78"/>
                              <a:gd name="T11" fmla="*/ 6 h 9"/>
                              <a:gd name="T12" fmla="*/ 0 w 78"/>
                              <a:gd name="T13" fmla="*/ 8 h 9"/>
                              <a:gd name="T14" fmla="*/ 1 w 78"/>
                              <a:gd name="T15" fmla="*/ 9 h 9"/>
                              <a:gd name="T16" fmla="*/ 3 w 78"/>
                              <a:gd name="T17" fmla="*/ 9 h 9"/>
                              <a:gd name="T18" fmla="*/ 72 w 78"/>
                              <a:gd name="T19" fmla="*/ 9 h 9"/>
                              <a:gd name="T20" fmla="*/ 74 w 78"/>
                              <a:gd name="T21" fmla="*/ 9 h 9"/>
                              <a:gd name="T22" fmla="*/ 75 w 78"/>
                              <a:gd name="T23" fmla="*/ 9 h 9"/>
                              <a:gd name="T24" fmla="*/ 77 w 78"/>
                              <a:gd name="T25" fmla="*/ 8 h 9"/>
                              <a:gd name="T26" fmla="*/ 78 w 78"/>
                              <a:gd name="T27" fmla="*/ 6 h 9"/>
                              <a:gd name="T28" fmla="*/ 78 w 78"/>
                              <a:gd name="T29" fmla="*/ 5 h 9"/>
                              <a:gd name="T30" fmla="*/ 77 w 78"/>
                              <a:gd name="T31" fmla="*/ 3 h 9"/>
                              <a:gd name="T32" fmla="*/ 75 w 78"/>
                              <a:gd name="T33" fmla="*/ 2 h 9"/>
                              <a:gd name="T34" fmla="*/ 74 w 78"/>
                              <a:gd name="T35" fmla="*/ 0 h 9"/>
                              <a:gd name="T36" fmla="*/ 4 w 78"/>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78"/>
                              <a:gd name="T58" fmla="*/ 0 h 9"/>
                              <a:gd name="T59" fmla="*/ 78 w 78"/>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78" h="9">
                                <a:moveTo>
                                  <a:pt x="4" y="0"/>
                                </a:moveTo>
                                <a:lnTo>
                                  <a:pt x="3" y="0"/>
                                </a:lnTo>
                                <a:lnTo>
                                  <a:pt x="1" y="2"/>
                                </a:lnTo>
                                <a:lnTo>
                                  <a:pt x="0" y="3"/>
                                </a:lnTo>
                                <a:lnTo>
                                  <a:pt x="0" y="5"/>
                                </a:lnTo>
                                <a:lnTo>
                                  <a:pt x="0" y="6"/>
                                </a:lnTo>
                                <a:lnTo>
                                  <a:pt x="0" y="8"/>
                                </a:lnTo>
                                <a:lnTo>
                                  <a:pt x="1" y="9"/>
                                </a:lnTo>
                                <a:lnTo>
                                  <a:pt x="3" y="9"/>
                                </a:lnTo>
                                <a:lnTo>
                                  <a:pt x="72" y="9"/>
                                </a:lnTo>
                                <a:lnTo>
                                  <a:pt x="74" y="9"/>
                                </a:lnTo>
                                <a:lnTo>
                                  <a:pt x="75" y="9"/>
                                </a:lnTo>
                                <a:lnTo>
                                  <a:pt x="77" y="8"/>
                                </a:lnTo>
                                <a:lnTo>
                                  <a:pt x="78" y="6"/>
                                </a:lnTo>
                                <a:lnTo>
                                  <a:pt x="78" y="5"/>
                                </a:lnTo>
                                <a:lnTo>
                                  <a:pt x="77" y="3"/>
                                </a:lnTo>
                                <a:lnTo>
                                  <a:pt x="75" y="2"/>
                                </a:lnTo>
                                <a:lnTo>
                                  <a:pt x="74"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27" name="Freeform 52"/>
                          <p:cNvSpPr>
                            <a:spLocks/>
                          </p:cNvSpPr>
                          <p:nvPr/>
                        </p:nvSpPr>
                        <p:spPr bwMode="auto">
                          <a:xfrm>
                            <a:off x="4243" y="2101"/>
                            <a:ext cx="17" cy="9"/>
                          </a:xfrm>
                          <a:custGeom>
                            <a:avLst/>
                            <a:gdLst>
                              <a:gd name="T0" fmla="*/ 4 w 17"/>
                              <a:gd name="T1" fmla="*/ 0 h 9"/>
                              <a:gd name="T2" fmla="*/ 3 w 17"/>
                              <a:gd name="T3" fmla="*/ 0 h 9"/>
                              <a:gd name="T4" fmla="*/ 1 w 17"/>
                              <a:gd name="T5" fmla="*/ 2 h 9"/>
                              <a:gd name="T6" fmla="*/ 0 w 17"/>
                              <a:gd name="T7" fmla="*/ 3 h 9"/>
                              <a:gd name="T8" fmla="*/ 0 w 17"/>
                              <a:gd name="T9" fmla="*/ 5 h 9"/>
                              <a:gd name="T10" fmla="*/ 0 w 17"/>
                              <a:gd name="T11" fmla="*/ 6 h 9"/>
                              <a:gd name="T12" fmla="*/ 0 w 17"/>
                              <a:gd name="T13" fmla="*/ 8 h 9"/>
                              <a:gd name="T14" fmla="*/ 1 w 17"/>
                              <a:gd name="T15" fmla="*/ 9 h 9"/>
                              <a:gd name="T16" fmla="*/ 3 w 17"/>
                              <a:gd name="T17" fmla="*/ 9 h 9"/>
                              <a:gd name="T18" fmla="*/ 11 w 17"/>
                              <a:gd name="T19" fmla="*/ 9 h 9"/>
                              <a:gd name="T20" fmla="*/ 13 w 17"/>
                              <a:gd name="T21" fmla="*/ 9 h 9"/>
                              <a:gd name="T22" fmla="*/ 14 w 17"/>
                              <a:gd name="T23" fmla="*/ 9 h 9"/>
                              <a:gd name="T24" fmla="*/ 16 w 17"/>
                              <a:gd name="T25" fmla="*/ 8 h 9"/>
                              <a:gd name="T26" fmla="*/ 17 w 17"/>
                              <a:gd name="T27" fmla="*/ 6 h 9"/>
                              <a:gd name="T28" fmla="*/ 17 w 17"/>
                              <a:gd name="T29" fmla="*/ 5 h 9"/>
                              <a:gd name="T30" fmla="*/ 16 w 17"/>
                              <a:gd name="T31" fmla="*/ 3 h 9"/>
                              <a:gd name="T32" fmla="*/ 14 w 17"/>
                              <a:gd name="T33" fmla="*/ 2 h 9"/>
                              <a:gd name="T34" fmla="*/ 13 w 17"/>
                              <a:gd name="T35" fmla="*/ 0 h 9"/>
                              <a:gd name="T36" fmla="*/ 4 w 17"/>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7"/>
                              <a:gd name="T58" fmla="*/ 0 h 9"/>
                              <a:gd name="T59" fmla="*/ 17 w 17"/>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7" h="9">
                                <a:moveTo>
                                  <a:pt x="4" y="0"/>
                                </a:moveTo>
                                <a:lnTo>
                                  <a:pt x="3" y="0"/>
                                </a:lnTo>
                                <a:lnTo>
                                  <a:pt x="1" y="2"/>
                                </a:lnTo>
                                <a:lnTo>
                                  <a:pt x="0" y="3"/>
                                </a:lnTo>
                                <a:lnTo>
                                  <a:pt x="0" y="5"/>
                                </a:lnTo>
                                <a:lnTo>
                                  <a:pt x="0" y="6"/>
                                </a:lnTo>
                                <a:lnTo>
                                  <a:pt x="0" y="8"/>
                                </a:lnTo>
                                <a:lnTo>
                                  <a:pt x="1" y="9"/>
                                </a:lnTo>
                                <a:lnTo>
                                  <a:pt x="3" y="9"/>
                                </a:lnTo>
                                <a:lnTo>
                                  <a:pt x="11" y="9"/>
                                </a:lnTo>
                                <a:lnTo>
                                  <a:pt x="13" y="9"/>
                                </a:lnTo>
                                <a:lnTo>
                                  <a:pt x="14" y="9"/>
                                </a:lnTo>
                                <a:lnTo>
                                  <a:pt x="16" y="8"/>
                                </a:lnTo>
                                <a:lnTo>
                                  <a:pt x="17" y="6"/>
                                </a:lnTo>
                                <a:lnTo>
                                  <a:pt x="17" y="5"/>
                                </a:lnTo>
                                <a:lnTo>
                                  <a:pt x="16" y="3"/>
                                </a:lnTo>
                                <a:lnTo>
                                  <a:pt x="14" y="2"/>
                                </a:lnTo>
                                <a:lnTo>
                                  <a:pt x="13"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28" name="Freeform 53"/>
                          <p:cNvSpPr>
                            <a:spLocks/>
                          </p:cNvSpPr>
                          <p:nvPr/>
                        </p:nvSpPr>
                        <p:spPr bwMode="auto">
                          <a:xfrm>
                            <a:off x="4278" y="2101"/>
                            <a:ext cx="78" cy="9"/>
                          </a:xfrm>
                          <a:custGeom>
                            <a:avLst/>
                            <a:gdLst>
                              <a:gd name="T0" fmla="*/ 4 w 78"/>
                              <a:gd name="T1" fmla="*/ 0 h 9"/>
                              <a:gd name="T2" fmla="*/ 2 w 78"/>
                              <a:gd name="T3" fmla="*/ 0 h 9"/>
                              <a:gd name="T4" fmla="*/ 1 w 78"/>
                              <a:gd name="T5" fmla="*/ 2 h 9"/>
                              <a:gd name="T6" fmla="*/ 0 w 78"/>
                              <a:gd name="T7" fmla="*/ 3 h 9"/>
                              <a:gd name="T8" fmla="*/ 0 w 78"/>
                              <a:gd name="T9" fmla="*/ 5 h 9"/>
                              <a:gd name="T10" fmla="*/ 0 w 78"/>
                              <a:gd name="T11" fmla="*/ 6 h 9"/>
                              <a:gd name="T12" fmla="*/ 0 w 78"/>
                              <a:gd name="T13" fmla="*/ 8 h 9"/>
                              <a:gd name="T14" fmla="*/ 1 w 78"/>
                              <a:gd name="T15" fmla="*/ 9 h 9"/>
                              <a:gd name="T16" fmla="*/ 2 w 78"/>
                              <a:gd name="T17" fmla="*/ 9 h 9"/>
                              <a:gd name="T18" fmla="*/ 72 w 78"/>
                              <a:gd name="T19" fmla="*/ 9 h 9"/>
                              <a:gd name="T20" fmla="*/ 74 w 78"/>
                              <a:gd name="T21" fmla="*/ 9 h 9"/>
                              <a:gd name="T22" fmla="*/ 75 w 78"/>
                              <a:gd name="T23" fmla="*/ 9 h 9"/>
                              <a:gd name="T24" fmla="*/ 77 w 78"/>
                              <a:gd name="T25" fmla="*/ 8 h 9"/>
                              <a:gd name="T26" fmla="*/ 78 w 78"/>
                              <a:gd name="T27" fmla="*/ 6 h 9"/>
                              <a:gd name="T28" fmla="*/ 78 w 78"/>
                              <a:gd name="T29" fmla="*/ 5 h 9"/>
                              <a:gd name="T30" fmla="*/ 77 w 78"/>
                              <a:gd name="T31" fmla="*/ 3 h 9"/>
                              <a:gd name="T32" fmla="*/ 75 w 78"/>
                              <a:gd name="T33" fmla="*/ 2 h 9"/>
                              <a:gd name="T34" fmla="*/ 74 w 78"/>
                              <a:gd name="T35" fmla="*/ 0 h 9"/>
                              <a:gd name="T36" fmla="*/ 4 w 78"/>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78"/>
                              <a:gd name="T58" fmla="*/ 0 h 9"/>
                              <a:gd name="T59" fmla="*/ 78 w 78"/>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78" h="9">
                                <a:moveTo>
                                  <a:pt x="4" y="0"/>
                                </a:moveTo>
                                <a:lnTo>
                                  <a:pt x="2" y="0"/>
                                </a:lnTo>
                                <a:lnTo>
                                  <a:pt x="1" y="2"/>
                                </a:lnTo>
                                <a:lnTo>
                                  <a:pt x="0" y="3"/>
                                </a:lnTo>
                                <a:lnTo>
                                  <a:pt x="0" y="5"/>
                                </a:lnTo>
                                <a:lnTo>
                                  <a:pt x="0" y="6"/>
                                </a:lnTo>
                                <a:lnTo>
                                  <a:pt x="0" y="8"/>
                                </a:lnTo>
                                <a:lnTo>
                                  <a:pt x="1" y="9"/>
                                </a:lnTo>
                                <a:lnTo>
                                  <a:pt x="2" y="9"/>
                                </a:lnTo>
                                <a:lnTo>
                                  <a:pt x="72" y="9"/>
                                </a:lnTo>
                                <a:lnTo>
                                  <a:pt x="74" y="9"/>
                                </a:lnTo>
                                <a:lnTo>
                                  <a:pt x="75" y="9"/>
                                </a:lnTo>
                                <a:lnTo>
                                  <a:pt x="77" y="8"/>
                                </a:lnTo>
                                <a:lnTo>
                                  <a:pt x="78" y="6"/>
                                </a:lnTo>
                                <a:lnTo>
                                  <a:pt x="78" y="5"/>
                                </a:lnTo>
                                <a:lnTo>
                                  <a:pt x="77" y="3"/>
                                </a:lnTo>
                                <a:lnTo>
                                  <a:pt x="75" y="2"/>
                                </a:lnTo>
                                <a:lnTo>
                                  <a:pt x="74"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29" name="Freeform 54"/>
                          <p:cNvSpPr>
                            <a:spLocks/>
                          </p:cNvSpPr>
                          <p:nvPr/>
                        </p:nvSpPr>
                        <p:spPr bwMode="auto">
                          <a:xfrm>
                            <a:off x="4373" y="2101"/>
                            <a:ext cx="18" cy="9"/>
                          </a:xfrm>
                          <a:custGeom>
                            <a:avLst/>
                            <a:gdLst>
                              <a:gd name="T0" fmla="*/ 5 w 18"/>
                              <a:gd name="T1" fmla="*/ 0 h 9"/>
                              <a:gd name="T2" fmla="*/ 3 w 18"/>
                              <a:gd name="T3" fmla="*/ 0 h 9"/>
                              <a:gd name="T4" fmla="*/ 2 w 18"/>
                              <a:gd name="T5" fmla="*/ 2 h 9"/>
                              <a:gd name="T6" fmla="*/ 0 w 18"/>
                              <a:gd name="T7" fmla="*/ 3 h 9"/>
                              <a:gd name="T8" fmla="*/ 0 w 18"/>
                              <a:gd name="T9" fmla="*/ 5 h 9"/>
                              <a:gd name="T10" fmla="*/ 0 w 18"/>
                              <a:gd name="T11" fmla="*/ 6 h 9"/>
                              <a:gd name="T12" fmla="*/ 0 w 18"/>
                              <a:gd name="T13" fmla="*/ 8 h 9"/>
                              <a:gd name="T14" fmla="*/ 2 w 18"/>
                              <a:gd name="T15" fmla="*/ 9 h 9"/>
                              <a:gd name="T16" fmla="*/ 3 w 18"/>
                              <a:gd name="T17" fmla="*/ 9 h 9"/>
                              <a:gd name="T18" fmla="*/ 12 w 18"/>
                              <a:gd name="T19" fmla="*/ 9 h 9"/>
                              <a:gd name="T20" fmla="*/ 14 w 18"/>
                              <a:gd name="T21" fmla="*/ 9 h 9"/>
                              <a:gd name="T22" fmla="*/ 15 w 18"/>
                              <a:gd name="T23" fmla="*/ 9 h 9"/>
                              <a:gd name="T24" fmla="*/ 16 w 18"/>
                              <a:gd name="T25" fmla="*/ 8 h 9"/>
                              <a:gd name="T26" fmla="*/ 18 w 18"/>
                              <a:gd name="T27" fmla="*/ 6 h 9"/>
                              <a:gd name="T28" fmla="*/ 18 w 18"/>
                              <a:gd name="T29" fmla="*/ 5 h 9"/>
                              <a:gd name="T30" fmla="*/ 16 w 18"/>
                              <a:gd name="T31" fmla="*/ 3 h 9"/>
                              <a:gd name="T32" fmla="*/ 15 w 18"/>
                              <a:gd name="T33" fmla="*/ 2 h 9"/>
                              <a:gd name="T34" fmla="*/ 14 w 18"/>
                              <a:gd name="T35" fmla="*/ 0 h 9"/>
                              <a:gd name="T36" fmla="*/ 5 w 18"/>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8"/>
                              <a:gd name="T58" fmla="*/ 0 h 9"/>
                              <a:gd name="T59" fmla="*/ 18 w 18"/>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8" h="9">
                                <a:moveTo>
                                  <a:pt x="5" y="0"/>
                                </a:moveTo>
                                <a:lnTo>
                                  <a:pt x="3" y="0"/>
                                </a:lnTo>
                                <a:lnTo>
                                  <a:pt x="2" y="2"/>
                                </a:lnTo>
                                <a:lnTo>
                                  <a:pt x="0" y="3"/>
                                </a:lnTo>
                                <a:lnTo>
                                  <a:pt x="0" y="5"/>
                                </a:lnTo>
                                <a:lnTo>
                                  <a:pt x="0" y="6"/>
                                </a:lnTo>
                                <a:lnTo>
                                  <a:pt x="0" y="8"/>
                                </a:lnTo>
                                <a:lnTo>
                                  <a:pt x="2" y="9"/>
                                </a:lnTo>
                                <a:lnTo>
                                  <a:pt x="3" y="9"/>
                                </a:lnTo>
                                <a:lnTo>
                                  <a:pt x="12" y="9"/>
                                </a:lnTo>
                                <a:lnTo>
                                  <a:pt x="14" y="9"/>
                                </a:lnTo>
                                <a:lnTo>
                                  <a:pt x="15" y="9"/>
                                </a:lnTo>
                                <a:lnTo>
                                  <a:pt x="16" y="8"/>
                                </a:lnTo>
                                <a:lnTo>
                                  <a:pt x="18" y="6"/>
                                </a:lnTo>
                                <a:lnTo>
                                  <a:pt x="18" y="5"/>
                                </a:lnTo>
                                <a:lnTo>
                                  <a:pt x="16" y="3"/>
                                </a:lnTo>
                                <a:lnTo>
                                  <a:pt x="15" y="2"/>
                                </a:lnTo>
                                <a:lnTo>
                                  <a:pt x="14" y="0"/>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30" name="Freeform 55"/>
                          <p:cNvSpPr>
                            <a:spLocks/>
                          </p:cNvSpPr>
                          <p:nvPr/>
                        </p:nvSpPr>
                        <p:spPr bwMode="auto">
                          <a:xfrm>
                            <a:off x="4408" y="2101"/>
                            <a:ext cx="79" cy="9"/>
                          </a:xfrm>
                          <a:custGeom>
                            <a:avLst/>
                            <a:gdLst>
                              <a:gd name="T0" fmla="*/ 5 w 79"/>
                              <a:gd name="T1" fmla="*/ 0 h 9"/>
                              <a:gd name="T2" fmla="*/ 3 w 79"/>
                              <a:gd name="T3" fmla="*/ 0 h 9"/>
                              <a:gd name="T4" fmla="*/ 2 w 79"/>
                              <a:gd name="T5" fmla="*/ 2 h 9"/>
                              <a:gd name="T6" fmla="*/ 0 w 79"/>
                              <a:gd name="T7" fmla="*/ 3 h 9"/>
                              <a:gd name="T8" fmla="*/ 0 w 79"/>
                              <a:gd name="T9" fmla="*/ 5 h 9"/>
                              <a:gd name="T10" fmla="*/ 0 w 79"/>
                              <a:gd name="T11" fmla="*/ 6 h 9"/>
                              <a:gd name="T12" fmla="*/ 0 w 79"/>
                              <a:gd name="T13" fmla="*/ 8 h 9"/>
                              <a:gd name="T14" fmla="*/ 2 w 79"/>
                              <a:gd name="T15" fmla="*/ 9 h 9"/>
                              <a:gd name="T16" fmla="*/ 3 w 79"/>
                              <a:gd name="T17" fmla="*/ 9 h 9"/>
                              <a:gd name="T18" fmla="*/ 73 w 79"/>
                              <a:gd name="T19" fmla="*/ 9 h 9"/>
                              <a:gd name="T20" fmla="*/ 74 w 79"/>
                              <a:gd name="T21" fmla="*/ 9 h 9"/>
                              <a:gd name="T22" fmla="*/ 76 w 79"/>
                              <a:gd name="T23" fmla="*/ 9 h 9"/>
                              <a:gd name="T24" fmla="*/ 77 w 79"/>
                              <a:gd name="T25" fmla="*/ 8 h 9"/>
                              <a:gd name="T26" fmla="*/ 79 w 79"/>
                              <a:gd name="T27" fmla="*/ 6 h 9"/>
                              <a:gd name="T28" fmla="*/ 79 w 79"/>
                              <a:gd name="T29" fmla="*/ 5 h 9"/>
                              <a:gd name="T30" fmla="*/ 77 w 79"/>
                              <a:gd name="T31" fmla="*/ 3 h 9"/>
                              <a:gd name="T32" fmla="*/ 76 w 79"/>
                              <a:gd name="T33" fmla="*/ 2 h 9"/>
                              <a:gd name="T34" fmla="*/ 74 w 79"/>
                              <a:gd name="T35" fmla="*/ 0 h 9"/>
                              <a:gd name="T36" fmla="*/ 5 w 79"/>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79"/>
                              <a:gd name="T58" fmla="*/ 0 h 9"/>
                              <a:gd name="T59" fmla="*/ 79 w 79"/>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79" h="9">
                                <a:moveTo>
                                  <a:pt x="5" y="0"/>
                                </a:moveTo>
                                <a:lnTo>
                                  <a:pt x="3" y="0"/>
                                </a:lnTo>
                                <a:lnTo>
                                  <a:pt x="2" y="2"/>
                                </a:lnTo>
                                <a:lnTo>
                                  <a:pt x="0" y="3"/>
                                </a:lnTo>
                                <a:lnTo>
                                  <a:pt x="0" y="5"/>
                                </a:lnTo>
                                <a:lnTo>
                                  <a:pt x="0" y="6"/>
                                </a:lnTo>
                                <a:lnTo>
                                  <a:pt x="0" y="8"/>
                                </a:lnTo>
                                <a:lnTo>
                                  <a:pt x="2" y="9"/>
                                </a:lnTo>
                                <a:lnTo>
                                  <a:pt x="3" y="9"/>
                                </a:lnTo>
                                <a:lnTo>
                                  <a:pt x="73" y="9"/>
                                </a:lnTo>
                                <a:lnTo>
                                  <a:pt x="74" y="9"/>
                                </a:lnTo>
                                <a:lnTo>
                                  <a:pt x="76" y="9"/>
                                </a:lnTo>
                                <a:lnTo>
                                  <a:pt x="77" y="8"/>
                                </a:lnTo>
                                <a:lnTo>
                                  <a:pt x="79" y="6"/>
                                </a:lnTo>
                                <a:lnTo>
                                  <a:pt x="79" y="5"/>
                                </a:lnTo>
                                <a:lnTo>
                                  <a:pt x="77" y="3"/>
                                </a:lnTo>
                                <a:lnTo>
                                  <a:pt x="76" y="2"/>
                                </a:lnTo>
                                <a:lnTo>
                                  <a:pt x="74" y="0"/>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31" name="Freeform 56"/>
                          <p:cNvSpPr>
                            <a:spLocks/>
                          </p:cNvSpPr>
                          <p:nvPr/>
                        </p:nvSpPr>
                        <p:spPr bwMode="auto">
                          <a:xfrm>
                            <a:off x="4504" y="2101"/>
                            <a:ext cx="18" cy="9"/>
                          </a:xfrm>
                          <a:custGeom>
                            <a:avLst/>
                            <a:gdLst>
                              <a:gd name="T0" fmla="*/ 5 w 18"/>
                              <a:gd name="T1" fmla="*/ 0 h 9"/>
                              <a:gd name="T2" fmla="*/ 3 w 18"/>
                              <a:gd name="T3" fmla="*/ 0 h 9"/>
                              <a:gd name="T4" fmla="*/ 2 w 18"/>
                              <a:gd name="T5" fmla="*/ 2 h 9"/>
                              <a:gd name="T6" fmla="*/ 0 w 18"/>
                              <a:gd name="T7" fmla="*/ 3 h 9"/>
                              <a:gd name="T8" fmla="*/ 0 w 18"/>
                              <a:gd name="T9" fmla="*/ 5 h 9"/>
                              <a:gd name="T10" fmla="*/ 0 w 18"/>
                              <a:gd name="T11" fmla="*/ 6 h 9"/>
                              <a:gd name="T12" fmla="*/ 0 w 18"/>
                              <a:gd name="T13" fmla="*/ 8 h 9"/>
                              <a:gd name="T14" fmla="*/ 2 w 18"/>
                              <a:gd name="T15" fmla="*/ 9 h 9"/>
                              <a:gd name="T16" fmla="*/ 3 w 18"/>
                              <a:gd name="T17" fmla="*/ 9 h 9"/>
                              <a:gd name="T18" fmla="*/ 12 w 18"/>
                              <a:gd name="T19" fmla="*/ 9 h 9"/>
                              <a:gd name="T20" fmla="*/ 13 w 18"/>
                              <a:gd name="T21" fmla="*/ 9 h 9"/>
                              <a:gd name="T22" fmla="*/ 15 w 18"/>
                              <a:gd name="T23" fmla="*/ 9 h 9"/>
                              <a:gd name="T24" fmla="*/ 16 w 18"/>
                              <a:gd name="T25" fmla="*/ 8 h 9"/>
                              <a:gd name="T26" fmla="*/ 18 w 18"/>
                              <a:gd name="T27" fmla="*/ 6 h 9"/>
                              <a:gd name="T28" fmla="*/ 18 w 18"/>
                              <a:gd name="T29" fmla="*/ 5 h 9"/>
                              <a:gd name="T30" fmla="*/ 16 w 18"/>
                              <a:gd name="T31" fmla="*/ 3 h 9"/>
                              <a:gd name="T32" fmla="*/ 15 w 18"/>
                              <a:gd name="T33" fmla="*/ 2 h 9"/>
                              <a:gd name="T34" fmla="*/ 13 w 18"/>
                              <a:gd name="T35" fmla="*/ 0 h 9"/>
                              <a:gd name="T36" fmla="*/ 5 w 18"/>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8"/>
                              <a:gd name="T58" fmla="*/ 0 h 9"/>
                              <a:gd name="T59" fmla="*/ 18 w 18"/>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8" h="9">
                                <a:moveTo>
                                  <a:pt x="5" y="0"/>
                                </a:moveTo>
                                <a:lnTo>
                                  <a:pt x="3" y="0"/>
                                </a:lnTo>
                                <a:lnTo>
                                  <a:pt x="2" y="2"/>
                                </a:lnTo>
                                <a:lnTo>
                                  <a:pt x="0" y="3"/>
                                </a:lnTo>
                                <a:lnTo>
                                  <a:pt x="0" y="5"/>
                                </a:lnTo>
                                <a:lnTo>
                                  <a:pt x="0" y="6"/>
                                </a:lnTo>
                                <a:lnTo>
                                  <a:pt x="0" y="8"/>
                                </a:lnTo>
                                <a:lnTo>
                                  <a:pt x="2" y="9"/>
                                </a:lnTo>
                                <a:lnTo>
                                  <a:pt x="3" y="9"/>
                                </a:lnTo>
                                <a:lnTo>
                                  <a:pt x="12" y="9"/>
                                </a:lnTo>
                                <a:lnTo>
                                  <a:pt x="13" y="9"/>
                                </a:lnTo>
                                <a:lnTo>
                                  <a:pt x="15" y="9"/>
                                </a:lnTo>
                                <a:lnTo>
                                  <a:pt x="16" y="8"/>
                                </a:lnTo>
                                <a:lnTo>
                                  <a:pt x="18" y="6"/>
                                </a:lnTo>
                                <a:lnTo>
                                  <a:pt x="18" y="5"/>
                                </a:lnTo>
                                <a:lnTo>
                                  <a:pt x="16" y="3"/>
                                </a:lnTo>
                                <a:lnTo>
                                  <a:pt x="15" y="2"/>
                                </a:lnTo>
                                <a:lnTo>
                                  <a:pt x="13" y="0"/>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32" name="Freeform 57"/>
                          <p:cNvSpPr>
                            <a:spLocks/>
                          </p:cNvSpPr>
                          <p:nvPr/>
                        </p:nvSpPr>
                        <p:spPr bwMode="auto">
                          <a:xfrm>
                            <a:off x="4539" y="2101"/>
                            <a:ext cx="78" cy="9"/>
                          </a:xfrm>
                          <a:custGeom>
                            <a:avLst/>
                            <a:gdLst>
                              <a:gd name="T0" fmla="*/ 4 w 78"/>
                              <a:gd name="T1" fmla="*/ 0 h 9"/>
                              <a:gd name="T2" fmla="*/ 3 w 78"/>
                              <a:gd name="T3" fmla="*/ 0 h 9"/>
                              <a:gd name="T4" fmla="*/ 1 w 78"/>
                              <a:gd name="T5" fmla="*/ 2 h 9"/>
                              <a:gd name="T6" fmla="*/ 0 w 78"/>
                              <a:gd name="T7" fmla="*/ 3 h 9"/>
                              <a:gd name="T8" fmla="*/ 0 w 78"/>
                              <a:gd name="T9" fmla="*/ 5 h 9"/>
                              <a:gd name="T10" fmla="*/ 0 w 78"/>
                              <a:gd name="T11" fmla="*/ 6 h 9"/>
                              <a:gd name="T12" fmla="*/ 0 w 78"/>
                              <a:gd name="T13" fmla="*/ 8 h 9"/>
                              <a:gd name="T14" fmla="*/ 1 w 78"/>
                              <a:gd name="T15" fmla="*/ 9 h 9"/>
                              <a:gd name="T16" fmla="*/ 3 w 78"/>
                              <a:gd name="T17" fmla="*/ 9 h 9"/>
                              <a:gd name="T18" fmla="*/ 73 w 78"/>
                              <a:gd name="T19" fmla="*/ 9 h 9"/>
                              <a:gd name="T20" fmla="*/ 74 w 78"/>
                              <a:gd name="T21" fmla="*/ 9 h 9"/>
                              <a:gd name="T22" fmla="*/ 76 w 78"/>
                              <a:gd name="T23" fmla="*/ 9 h 9"/>
                              <a:gd name="T24" fmla="*/ 77 w 78"/>
                              <a:gd name="T25" fmla="*/ 8 h 9"/>
                              <a:gd name="T26" fmla="*/ 78 w 78"/>
                              <a:gd name="T27" fmla="*/ 6 h 9"/>
                              <a:gd name="T28" fmla="*/ 78 w 78"/>
                              <a:gd name="T29" fmla="*/ 5 h 9"/>
                              <a:gd name="T30" fmla="*/ 77 w 78"/>
                              <a:gd name="T31" fmla="*/ 3 h 9"/>
                              <a:gd name="T32" fmla="*/ 76 w 78"/>
                              <a:gd name="T33" fmla="*/ 2 h 9"/>
                              <a:gd name="T34" fmla="*/ 74 w 78"/>
                              <a:gd name="T35" fmla="*/ 0 h 9"/>
                              <a:gd name="T36" fmla="*/ 4 w 78"/>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78"/>
                              <a:gd name="T58" fmla="*/ 0 h 9"/>
                              <a:gd name="T59" fmla="*/ 78 w 78"/>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78" h="9">
                                <a:moveTo>
                                  <a:pt x="4" y="0"/>
                                </a:moveTo>
                                <a:lnTo>
                                  <a:pt x="3" y="0"/>
                                </a:lnTo>
                                <a:lnTo>
                                  <a:pt x="1" y="2"/>
                                </a:lnTo>
                                <a:lnTo>
                                  <a:pt x="0" y="3"/>
                                </a:lnTo>
                                <a:lnTo>
                                  <a:pt x="0" y="5"/>
                                </a:lnTo>
                                <a:lnTo>
                                  <a:pt x="0" y="6"/>
                                </a:lnTo>
                                <a:lnTo>
                                  <a:pt x="0" y="8"/>
                                </a:lnTo>
                                <a:lnTo>
                                  <a:pt x="1" y="9"/>
                                </a:lnTo>
                                <a:lnTo>
                                  <a:pt x="3" y="9"/>
                                </a:lnTo>
                                <a:lnTo>
                                  <a:pt x="73" y="9"/>
                                </a:lnTo>
                                <a:lnTo>
                                  <a:pt x="74" y="9"/>
                                </a:lnTo>
                                <a:lnTo>
                                  <a:pt x="76" y="9"/>
                                </a:lnTo>
                                <a:lnTo>
                                  <a:pt x="77" y="8"/>
                                </a:lnTo>
                                <a:lnTo>
                                  <a:pt x="78" y="6"/>
                                </a:lnTo>
                                <a:lnTo>
                                  <a:pt x="78" y="5"/>
                                </a:lnTo>
                                <a:lnTo>
                                  <a:pt x="77" y="3"/>
                                </a:lnTo>
                                <a:lnTo>
                                  <a:pt x="76" y="2"/>
                                </a:lnTo>
                                <a:lnTo>
                                  <a:pt x="74"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233" name="Freeform 58"/>
                          <p:cNvSpPr>
                            <a:spLocks/>
                          </p:cNvSpPr>
                          <p:nvPr/>
                        </p:nvSpPr>
                        <p:spPr bwMode="auto">
                          <a:xfrm>
                            <a:off x="4635" y="2101"/>
                            <a:ext cx="17" cy="9"/>
                          </a:xfrm>
                          <a:custGeom>
                            <a:avLst/>
                            <a:gdLst>
                              <a:gd name="T0" fmla="*/ 4 w 17"/>
                              <a:gd name="T1" fmla="*/ 0 h 9"/>
                              <a:gd name="T2" fmla="*/ 3 w 17"/>
                              <a:gd name="T3" fmla="*/ 0 h 9"/>
                              <a:gd name="T4" fmla="*/ 1 w 17"/>
                              <a:gd name="T5" fmla="*/ 2 h 9"/>
                              <a:gd name="T6" fmla="*/ 0 w 17"/>
                              <a:gd name="T7" fmla="*/ 3 h 9"/>
                              <a:gd name="T8" fmla="*/ 0 w 17"/>
                              <a:gd name="T9" fmla="*/ 5 h 9"/>
                              <a:gd name="T10" fmla="*/ 0 w 17"/>
                              <a:gd name="T11" fmla="*/ 6 h 9"/>
                              <a:gd name="T12" fmla="*/ 0 w 17"/>
                              <a:gd name="T13" fmla="*/ 8 h 9"/>
                              <a:gd name="T14" fmla="*/ 1 w 17"/>
                              <a:gd name="T15" fmla="*/ 9 h 9"/>
                              <a:gd name="T16" fmla="*/ 3 w 17"/>
                              <a:gd name="T17" fmla="*/ 9 h 9"/>
                              <a:gd name="T18" fmla="*/ 11 w 17"/>
                              <a:gd name="T19" fmla="*/ 9 h 9"/>
                              <a:gd name="T20" fmla="*/ 13 w 17"/>
                              <a:gd name="T21" fmla="*/ 9 h 9"/>
                              <a:gd name="T22" fmla="*/ 14 w 17"/>
                              <a:gd name="T23" fmla="*/ 9 h 9"/>
                              <a:gd name="T24" fmla="*/ 16 w 17"/>
                              <a:gd name="T25" fmla="*/ 8 h 9"/>
                              <a:gd name="T26" fmla="*/ 17 w 17"/>
                              <a:gd name="T27" fmla="*/ 6 h 9"/>
                              <a:gd name="T28" fmla="*/ 17 w 17"/>
                              <a:gd name="T29" fmla="*/ 5 h 9"/>
                              <a:gd name="T30" fmla="*/ 16 w 17"/>
                              <a:gd name="T31" fmla="*/ 3 h 9"/>
                              <a:gd name="T32" fmla="*/ 14 w 17"/>
                              <a:gd name="T33" fmla="*/ 2 h 9"/>
                              <a:gd name="T34" fmla="*/ 13 w 17"/>
                              <a:gd name="T35" fmla="*/ 0 h 9"/>
                              <a:gd name="T36" fmla="*/ 4 w 17"/>
                              <a:gd name="T37" fmla="*/ 0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7"/>
                              <a:gd name="T58" fmla="*/ 0 h 9"/>
                              <a:gd name="T59" fmla="*/ 17 w 17"/>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7" h="9">
                                <a:moveTo>
                                  <a:pt x="4" y="0"/>
                                </a:moveTo>
                                <a:lnTo>
                                  <a:pt x="3" y="0"/>
                                </a:lnTo>
                                <a:lnTo>
                                  <a:pt x="1" y="2"/>
                                </a:lnTo>
                                <a:lnTo>
                                  <a:pt x="0" y="3"/>
                                </a:lnTo>
                                <a:lnTo>
                                  <a:pt x="0" y="5"/>
                                </a:lnTo>
                                <a:lnTo>
                                  <a:pt x="0" y="6"/>
                                </a:lnTo>
                                <a:lnTo>
                                  <a:pt x="0" y="8"/>
                                </a:lnTo>
                                <a:lnTo>
                                  <a:pt x="1" y="9"/>
                                </a:lnTo>
                                <a:lnTo>
                                  <a:pt x="3" y="9"/>
                                </a:lnTo>
                                <a:lnTo>
                                  <a:pt x="11" y="9"/>
                                </a:lnTo>
                                <a:lnTo>
                                  <a:pt x="13" y="9"/>
                                </a:lnTo>
                                <a:lnTo>
                                  <a:pt x="14" y="9"/>
                                </a:lnTo>
                                <a:lnTo>
                                  <a:pt x="16" y="8"/>
                                </a:lnTo>
                                <a:lnTo>
                                  <a:pt x="17" y="6"/>
                                </a:lnTo>
                                <a:lnTo>
                                  <a:pt x="17" y="5"/>
                                </a:lnTo>
                                <a:lnTo>
                                  <a:pt x="16" y="3"/>
                                </a:lnTo>
                                <a:lnTo>
                                  <a:pt x="14" y="2"/>
                                </a:lnTo>
                                <a:lnTo>
                                  <a:pt x="13"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grpSp>
                    <p:grpSp>
                      <p:nvGrpSpPr>
                        <p:cNvPr id="39" name="Group 38"/>
                        <p:cNvGrpSpPr/>
                        <p:nvPr/>
                      </p:nvGrpSpPr>
                      <p:grpSpPr>
                        <a:xfrm>
                          <a:off x="2165350" y="2533650"/>
                          <a:ext cx="5284788" cy="1771650"/>
                          <a:chOff x="2165350" y="2533650"/>
                          <a:chExt cx="5284788" cy="1771650"/>
                        </a:xfrm>
                      </p:grpSpPr>
                      <p:grpSp>
                        <p:nvGrpSpPr>
                          <p:cNvPr id="40" name="Group 39"/>
                          <p:cNvGrpSpPr/>
                          <p:nvPr/>
                        </p:nvGrpSpPr>
                        <p:grpSpPr>
                          <a:xfrm>
                            <a:off x="2165350" y="2533650"/>
                            <a:ext cx="5284788" cy="1771650"/>
                            <a:chOff x="2165350" y="2533650"/>
                            <a:chExt cx="5284788" cy="1771650"/>
                          </a:xfrm>
                        </p:grpSpPr>
                        <p:grpSp>
                          <p:nvGrpSpPr>
                            <p:cNvPr id="72" name="Group 165"/>
                            <p:cNvGrpSpPr>
                              <a:grpSpLocks/>
                            </p:cNvGrpSpPr>
                            <p:nvPr/>
                          </p:nvGrpSpPr>
                          <p:grpSpPr bwMode="auto">
                            <a:xfrm>
                              <a:off x="5713413" y="2859088"/>
                              <a:ext cx="541337" cy="185737"/>
                              <a:chOff x="3611" y="1753"/>
                              <a:chExt cx="341" cy="117"/>
                            </a:xfrm>
                          </p:grpSpPr>
                          <p:sp>
                            <p:nvSpPr>
                              <p:cNvPr id="162" name="Freeform 166"/>
                              <p:cNvSpPr>
                                <a:spLocks/>
                              </p:cNvSpPr>
                              <p:nvPr/>
                            </p:nvSpPr>
                            <p:spPr bwMode="auto">
                              <a:xfrm>
                                <a:off x="3611" y="1862"/>
                                <a:ext cx="9" cy="8"/>
                              </a:xfrm>
                              <a:custGeom>
                                <a:avLst/>
                                <a:gdLst>
                                  <a:gd name="T0" fmla="*/ 3 w 9"/>
                                  <a:gd name="T1" fmla="*/ 1 h 8"/>
                                  <a:gd name="T2" fmla="*/ 1 w 9"/>
                                  <a:gd name="T3" fmla="*/ 3 h 8"/>
                                  <a:gd name="T4" fmla="*/ 0 w 9"/>
                                  <a:gd name="T5" fmla="*/ 4 h 8"/>
                                  <a:gd name="T6" fmla="*/ 0 w 9"/>
                                  <a:gd name="T7" fmla="*/ 4 h 8"/>
                                  <a:gd name="T8" fmla="*/ 1 w 9"/>
                                  <a:gd name="T9" fmla="*/ 5 h 8"/>
                                  <a:gd name="T10" fmla="*/ 3 w 9"/>
                                  <a:gd name="T11" fmla="*/ 7 h 8"/>
                                  <a:gd name="T12" fmla="*/ 4 w 9"/>
                                  <a:gd name="T13" fmla="*/ 8 h 8"/>
                                  <a:gd name="T14" fmla="*/ 4 w 9"/>
                                  <a:gd name="T15" fmla="*/ 8 h 8"/>
                                  <a:gd name="T16" fmla="*/ 7 w 9"/>
                                  <a:gd name="T17" fmla="*/ 8 h 8"/>
                                  <a:gd name="T18" fmla="*/ 7 w 9"/>
                                  <a:gd name="T19" fmla="*/ 7 h 8"/>
                                  <a:gd name="T20" fmla="*/ 9 w 9"/>
                                  <a:gd name="T21" fmla="*/ 5 h 8"/>
                                  <a:gd name="T22" fmla="*/ 9 w 9"/>
                                  <a:gd name="T23" fmla="*/ 4 h 8"/>
                                  <a:gd name="T24" fmla="*/ 9 w 9"/>
                                  <a:gd name="T25" fmla="*/ 3 h 8"/>
                                  <a:gd name="T26" fmla="*/ 9 w 9"/>
                                  <a:gd name="T27" fmla="*/ 1 h 8"/>
                                  <a:gd name="T28" fmla="*/ 7 w 9"/>
                                  <a:gd name="T29" fmla="*/ 0 h 8"/>
                                  <a:gd name="T30" fmla="*/ 6 w 9"/>
                                  <a:gd name="T31" fmla="*/ 0 h 8"/>
                                  <a:gd name="T32" fmla="*/ 4 w 9"/>
                                  <a:gd name="T33" fmla="*/ 0 h 8"/>
                                  <a:gd name="T34" fmla="*/ 3 w 9"/>
                                  <a:gd name="T35" fmla="*/ 0 h 8"/>
                                  <a:gd name="T36" fmla="*/ 3 w 9"/>
                                  <a:gd name="T37" fmla="*/ 1 h 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9"/>
                                  <a:gd name="T58" fmla="*/ 0 h 8"/>
                                  <a:gd name="T59" fmla="*/ 9 w 9"/>
                                  <a:gd name="T60" fmla="*/ 8 h 8"/>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9" h="8">
                                    <a:moveTo>
                                      <a:pt x="3" y="1"/>
                                    </a:moveTo>
                                    <a:lnTo>
                                      <a:pt x="1" y="3"/>
                                    </a:lnTo>
                                    <a:lnTo>
                                      <a:pt x="0" y="4"/>
                                    </a:lnTo>
                                    <a:lnTo>
                                      <a:pt x="1" y="5"/>
                                    </a:lnTo>
                                    <a:lnTo>
                                      <a:pt x="3" y="7"/>
                                    </a:lnTo>
                                    <a:lnTo>
                                      <a:pt x="4" y="8"/>
                                    </a:lnTo>
                                    <a:lnTo>
                                      <a:pt x="7" y="8"/>
                                    </a:lnTo>
                                    <a:lnTo>
                                      <a:pt x="7" y="7"/>
                                    </a:lnTo>
                                    <a:lnTo>
                                      <a:pt x="9" y="5"/>
                                    </a:lnTo>
                                    <a:lnTo>
                                      <a:pt x="9" y="4"/>
                                    </a:lnTo>
                                    <a:lnTo>
                                      <a:pt x="9" y="3"/>
                                    </a:lnTo>
                                    <a:lnTo>
                                      <a:pt x="9" y="1"/>
                                    </a:lnTo>
                                    <a:lnTo>
                                      <a:pt x="7" y="0"/>
                                    </a:lnTo>
                                    <a:lnTo>
                                      <a:pt x="6" y="0"/>
                                    </a:lnTo>
                                    <a:lnTo>
                                      <a:pt x="4" y="0"/>
                                    </a:lnTo>
                                    <a:lnTo>
                                      <a:pt x="3" y="0"/>
                                    </a:lnTo>
                                    <a:lnTo>
                                      <a:pt x="3"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63" name="Freeform 167"/>
                              <p:cNvSpPr>
                                <a:spLocks/>
                              </p:cNvSpPr>
                              <p:nvPr/>
                            </p:nvSpPr>
                            <p:spPr bwMode="auto">
                              <a:xfrm>
                                <a:off x="3624" y="1851"/>
                                <a:ext cx="9" cy="9"/>
                              </a:xfrm>
                              <a:custGeom>
                                <a:avLst/>
                                <a:gdLst>
                                  <a:gd name="T0" fmla="*/ 3 w 9"/>
                                  <a:gd name="T1" fmla="*/ 0 h 9"/>
                                  <a:gd name="T2" fmla="*/ 2 w 9"/>
                                  <a:gd name="T3" fmla="*/ 2 h 9"/>
                                  <a:gd name="T4" fmla="*/ 0 w 9"/>
                                  <a:gd name="T5" fmla="*/ 3 h 9"/>
                                  <a:gd name="T6" fmla="*/ 0 w 9"/>
                                  <a:gd name="T7" fmla="*/ 5 h 9"/>
                                  <a:gd name="T8" fmla="*/ 2 w 9"/>
                                  <a:gd name="T9" fmla="*/ 6 h 9"/>
                                  <a:gd name="T10" fmla="*/ 3 w 9"/>
                                  <a:gd name="T11" fmla="*/ 8 h 9"/>
                                  <a:gd name="T12" fmla="*/ 4 w 9"/>
                                  <a:gd name="T13" fmla="*/ 9 h 9"/>
                                  <a:gd name="T14" fmla="*/ 6 w 9"/>
                                  <a:gd name="T15" fmla="*/ 9 h 9"/>
                                  <a:gd name="T16" fmla="*/ 7 w 9"/>
                                  <a:gd name="T17" fmla="*/ 8 h 9"/>
                                  <a:gd name="T18" fmla="*/ 7 w 9"/>
                                  <a:gd name="T19" fmla="*/ 8 h 9"/>
                                  <a:gd name="T20" fmla="*/ 9 w 9"/>
                                  <a:gd name="T21" fmla="*/ 6 h 9"/>
                                  <a:gd name="T22" fmla="*/ 9 w 9"/>
                                  <a:gd name="T23" fmla="*/ 5 h 9"/>
                                  <a:gd name="T24" fmla="*/ 9 w 9"/>
                                  <a:gd name="T25" fmla="*/ 3 h 9"/>
                                  <a:gd name="T26" fmla="*/ 9 w 9"/>
                                  <a:gd name="T27" fmla="*/ 2 h 9"/>
                                  <a:gd name="T28" fmla="*/ 7 w 9"/>
                                  <a:gd name="T29" fmla="*/ 0 h 9"/>
                                  <a:gd name="T30" fmla="*/ 6 w 9"/>
                                  <a:gd name="T31" fmla="*/ 0 h 9"/>
                                  <a:gd name="T32" fmla="*/ 4 w 9"/>
                                  <a:gd name="T33" fmla="*/ 0 h 9"/>
                                  <a:gd name="T34" fmla="*/ 3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3" y="0"/>
                                    </a:moveTo>
                                    <a:lnTo>
                                      <a:pt x="2" y="2"/>
                                    </a:lnTo>
                                    <a:lnTo>
                                      <a:pt x="0" y="3"/>
                                    </a:lnTo>
                                    <a:lnTo>
                                      <a:pt x="0" y="5"/>
                                    </a:lnTo>
                                    <a:lnTo>
                                      <a:pt x="2" y="6"/>
                                    </a:lnTo>
                                    <a:lnTo>
                                      <a:pt x="3" y="8"/>
                                    </a:lnTo>
                                    <a:lnTo>
                                      <a:pt x="4" y="9"/>
                                    </a:lnTo>
                                    <a:lnTo>
                                      <a:pt x="6" y="9"/>
                                    </a:lnTo>
                                    <a:lnTo>
                                      <a:pt x="7" y="8"/>
                                    </a:lnTo>
                                    <a:lnTo>
                                      <a:pt x="9" y="6"/>
                                    </a:lnTo>
                                    <a:lnTo>
                                      <a:pt x="9" y="5"/>
                                    </a:lnTo>
                                    <a:lnTo>
                                      <a:pt x="9" y="3"/>
                                    </a:lnTo>
                                    <a:lnTo>
                                      <a:pt x="9" y="2"/>
                                    </a:lnTo>
                                    <a:lnTo>
                                      <a:pt x="7" y="0"/>
                                    </a:lnTo>
                                    <a:lnTo>
                                      <a:pt x="6" y="0"/>
                                    </a:lnTo>
                                    <a:lnTo>
                                      <a:pt x="4"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64" name="Freeform 168"/>
                              <p:cNvSpPr>
                                <a:spLocks/>
                              </p:cNvSpPr>
                              <p:nvPr/>
                            </p:nvSpPr>
                            <p:spPr bwMode="auto">
                              <a:xfrm>
                                <a:off x="3637" y="1840"/>
                                <a:ext cx="9" cy="9"/>
                              </a:xfrm>
                              <a:custGeom>
                                <a:avLst/>
                                <a:gdLst>
                                  <a:gd name="T0" fmla="*/ 3 w 9"/>
                                  <a:gd name="T1" fmla="*/ 0 h 9"/>
                                  <a:gd name="T2" fmla="*/ 2 w 9"/>
                                  <a:gd name="T3" fmla="*/ 1 h 9"/>
                                  <a:gd name="T4" fmla="*/ 0 w 9"/>
                                  <a:gd name="T5" fmla="*/ 3 h 9"/>
                                  <a:gd name="T6" fmla="*/ 0 w 9"/>
                                  <a:gd name="T7" fmla="*/ 4 h 9"/>
                                  <a:gd name="T8" fmla="*/ 2 w 9"/>
                                  <a:gd name="T9" fmla="*/ 6 h 9"/>
                                  <a:gd name="T10" fmla="*/ 3 w 9"/>
                                  <a:gd name="T11" fmla="*/ 7 h 9"/>
                                  <a:gd name="T12" fmla="*/ 4 w 9"/>
                                  <a:gd name="T13" fmla="*/ 9 h 9"/>
                                  <a:gd name="T14" fmla="*/ 6 w 9"/>
                                  <a:gd name="T15" fmla="*/ 9 h 9"/>
                                  <a:gd name="T16" fmla="*/ 7 w 9"/>
                                  <a:gd name="T17" fmla="*/ 7 h 9"/>
                                  <a:gd name="T18" fmla="*/ 7 w 9"/>
                                  <a:gd name="T19" fmla="*/ 7 h 9"/>
                                  <a:gd name="T20" fmla="*/ 9 w 9"/>
                                  <a:gd name="T21" fmla="*/ 6 h 9"/>
                                  <a:gd name="T22" fmla="*/ 9 w 9"/>
                                  <a:gd name="T23" fmla="*/ 4 h 9"/>
                                  <a:gd name="T24" fmla="*/ 9 w 9"/>
                                  <a:gd name="T25" fmla="*/ 3 h 9"/>
                                  <a:gd name="T26" fmla="*/ 9 w 9"/>
                                  <a:gd name="T27" fmla="*/ 1 h 9"/>
                                  <a:gd name="T28" fmla="*/ 7 w 9"/>
                                  <a:gd name="T29" fmla="*/ 0 h 9"/>
                                  <a:gd name="T30" fmla="*/ 6 w 9"/>
                                  <a:gd name="T31" fmla="*/ 0 h 9"/>
                                  <a:gd name="T32" fmla="*/ 4 w 9"/>
                                  <a:gd name="T33" fmla="*/ 0 h 9"/>
                                  <a:gd name="T34" fmla="*/ 3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3" y="0"/>
                                    </a:moveTo>
                                    <a:lnTo>
                                      <a:pt x="2" y="1"/>
                                    </a:lnTo>
                                    <a:lnTo>
                                      <a:pt x="0" y="3"/>
                                    </a:lnTo>
                                    <a:lnTo>
                                      <a:pt x="0" y="4"/>
                                    </a:lnTo>
                                    <a:lnTo>
                                      <a:pt x="2" y="6"/>
                                    </a:lnTo>
                                    <a:lnTo>
                                      <a:pt x="3" y="7"/>
                                    </a:lnTo>
                                    <a:lnTo>
                                      <a:pt x="4" y="9"/>
                                    </a:lnTo>
                                    <a:lnTo>
                                      <a:pt x="6" y="9"/>
                                    </a:lnTo>
                                    <a:lnTo>
                                      <a:pt x="7" y="7"/>
                                    </a:lnTo>
                                    <a:lnTo>
                                      <a:pt x="9" y="6"/>
                                    </a:lnTo>
                                    <a:lnTo>
                                      <a:pt x="9" y="4"/>
                                    </a:lnTo>
                                    <a:lnTo>
                                      <a:pt x="9" y="3"/>
                                    </a:lnTo>
                                    <a:lnTo>
                                      <a:pt x="9" y="1"/>
                                    </a:lnTo>
                                    <a:lnTo>
                                      <a:pt x="7" y="0"/>
                                    </a:lnTo>
                                    <a:lnTo>
                                      <a:pt x="6" y="0"/>
                                    </a:lnTo>
                                    <a:lnTo>
                                      <a:pt x="4"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65" name="Freeform 169"/>
                              <p:cNvSpPr>
                                <a:spLocks/>
                              </p:cNvSpPr>
                              <p:nvPr/>
                            </p:nvSpPr>
                            <p:spPr bwMode="auto">
                              <a:xfrm>
                                <a:off x="3650" y="1828"/>
                                <a:ext cx="9" cy="9"/>
                              </a:xfrm>
                              <a:custGeom>
                                <a:avLst/>
                                <a:gdLst>
                                  <a:gd name="T0" fmla="*/ 3 w 9"/>
                                  <a:gd name="T1" fmla="*/ 0 h 9"/>
                                  <a:gd name="T2" fmla="*/ 2 w 9"/>
                                  <a:gd name="T3" fmla="*/ 2 h 9"/>
                                  <a:gd name="T4" fmla="*/ 0 w 9"/>
                                  <a:gd name="T5" fmla="*/ 3 h 9"/>
                                  <a:gd name="T6" fmla="*/ 0 w 9"/>
                                  <a:gd name="T7" fmla="*/ 5 h 9"/>
                                  <a:gd name="T8" fmla="*/ 2 w 9"/>
                                  <a:gd name="T9" fmla="*/ 6 h 9"/>
                                  <a:gd name="T10" fmla="*/ 3 w 9"/>
                                  <a:gd name="T11" fmla="*/ 8 h 9"/>
                                  <a:gd name="T12" fmla="*/ 5 w 9"/>
                                  <a:gd name="T13" fmla="*/ 9 h 9"/>
                                  <a:gd name="T14" fmla="*/ 6 w 9"/>
                                  <a:gd name="T15" fmla="*/ 9 h 9"/>
                                  <a:gd name="T16" fmla="*/ 7 w 9"/>
                                  <a:gd name="T17" fmla="*/ 8 h 9"/>
                                  <a:gd name="T18" fmla="*/ 7 w 9"/>
                                  <a:gd name="T19" fmla="*/ 8 h 9"/>
                                  <a:gd name="T20" fmla="*/ 9 w 9"/>
                                  <a:gd name="T21" fmla="*/ 6 h 9"/>
                                  <a:gd name="T22" fmla="*/ 9 w 9"/>
                                  <a:gd name="T23" fmla="*/ 5 h 9"/>
                                  <a:gd name="T24" fmla="*/ 9 w 9"/>
                                  <a:gd name="T25" fmla="*/ 3 h 9"/>
                                  <a:gd name="T26" fmla="*/ 9 w 9"/>
                                  <a:gd name="T27" fmla="*/ 2 h 9"/>
                                  <a:gd name="T28" fmla="*/ 7 w 9"/>
                                  <a:gd name="T29" fmla="*/ 0 h 9"/>
                                  <a:gd name="T30" fmla="*/ 6 w 9"/>
                                  <a:gd name="T31" fmla="*/ 0 h 9"/>
                                  <a:gd name="T32" fmla="*/ 5 w 9"/>
                                  <a:gd name="T33" fmla="*/ 0 h 9"/>
                                  <a:gd name="T34" fmla="*/ 3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3" y="0"/>
                                    </a:moveTo>
                                    <a:lnTo>
                                      <a:pt x="2" y="2"/>
                                    </a:lnTo>
                                    <a:lnTo>
                                      <a:pt x="0" y="3"/>
                                    </a:lnTo>
                                    <a:lnTo>
                                      <a:pt x="0" y="5"/>
                                    </a:lnTo>
                                    <a:lnTo>
                                      <a:pt x="2" y="6"/>
                                    </a:lnTo>
                                    <a:lnTo>
                                      <a:pt x="3" y="8"/>
                                    </a:lnTo>
                                    <a:lnTo>
                                      <a:pt x="5" y="9"/>
                                    </a:lnTo>
                                    <a:lnTo>
                                      <a:pt x="6" y="9"/>
                                    </a:lnTo>
                                    <a:lnTo>
                                      <a:pt x="7" y="8"/>
                                    </a:lnTo>
                                    <a:lnTo>
                                      <a:pt x="9" y="6"/>
                                    </a:lnTo>
                                    <a:lnTo>
                                      <a:pt x="9" y="5"/>
                                    </a:lnTo>
                                    <a:lnTo>
                                      <a:pt x="9" y="3"/>
                                    </a:lnTo>
                                    <a:lnTo>
                                      <a:pt x="9" y="2"/>
                                    </a:lnTo>
                                    <a:lnTo>
                                      <a:pt x="7" y="0"/>
                                    </a:lnTo>
                                    <a:lnTo>
                                      <a:pt x="6" y="0"/>
                                    </a:lnTo>
                                    <a:lnTo>
                                      <a:pt x="5"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66" name="Freeform 170"/>
                              <p:cNvSpPr>
                                <a:spLocks/>
                              </p:cNvSpPr>
                              <p:nvPr/>
                            </p:nvSpPr>
                            <p:spPr bwMode="auto">
                              <a:xfrm>
                                <a:off x="3663" y="1817"/>
                                <a:ext cx="9" cy="8"/>
                              </a:xfrm>
                              <a:custGeom>
                                <a:avLst/>
                                <a:gdLst>
                                  <a:gd name="T0" fmla="*/ 3 w 9"/>
                                  <a:gd name="T1" fmla="*/ 0 h 8"/>
                                  <a:gd name="T2" fmla="*/ 2 w 9"/>
                                  <a:gd name="T3" fmla="*/ 1 h 8"/>
                                  <a:gd name="T4" fmla="*/ 0 w 9"/>
                                  <a:gd name="T5" fmla="*/ 3 h 8"/>
                                  <a:gd name="T6" fmla="*/ 0 w 9"/>
                                  <a:gd name="T7" fmla="*/ 4 h 8"/>
                                  <a:gd name="T8" fmla="*/ 2 w 9"/>
                                  <a:gd name="T9" fmla="*/ 5 h 8"/>
                                  <a:gd name="T10" fmla="*/ 3 w 9"/>
                                  <a:gd name="T11" fmla="*/ 7 h 8"/>
                                  <a:gd name="T12" fmla="*/ 5 w 9"/>
                                  <a:gd name="T13" fmla="*/ 8 h 8"/>
                                  <a:gd name="T14" fmla="*/ 6 w 9"/>
                                  <a:gd name="T15" fmla="*/ 8 h 8"/>
                                  <a:gd name="T16" fmla="*/ 8 w 9"/>
                                  <a:gd name="T17" fmla="*/ 7 h 8"/>
                                  <a:gd name="T18" fmla="*/ 8 w 9"/>
                                  <a:gd name="T19" fmla="*/ 7 h 8"/>
                                  <a:gd name="T20" fmla="*/ 9 w 9"/>
                                  <a:gd name="T21" fmla="*/ 5 h 8"/>
                                  <a:gd name="T22" fmla="*/ 9 w 9"/>
                                  <a:gd name="T23" fmla="*/ 4 h 8"/>
                                  <a:gd name="T24" fmla="*/ 9 w 9"/>
                                  <a:gd name="T25" fmla="*/ 3 h 8"/>
                                  <a:gd name="T26" fmla="*/ 9 w 9"/>
                                  <a:gd name="T27" fmla="*/ 1 h 8"/>
                                  <a:gd name="T28" fmla="*/ 8 w 9"/>
                                  <a:gd name="T29" fmla="*/ 0 h 8"/>
                                  <a:gd name="T30" fmla="*/ 6 w 9"/>
                                  <a:gd name="T31" fmla="*/ 0 h 8"/>
                                  <a:gd name="T32" fmla="*/ 5 w 9"/>
                                  <a:gd name="T33" fmla="*/ 0 h 8"/>
                                  <a:gd name="T34" fmla="*/ 3 w 9"/>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3" y="0"/>
                                    </a:moveTo>
                                    <a:lnTo>
                                      <a:pt x="2" y="1"/>
                                    </a:lnTo>
                                    <a:lnTo>
                                      <a:pt x="0" y="3"/>
                                    </a:lnTo>
                                    <a:lnTo>
                                      <a:pt x="0" y="4"/>
                                    </a:lnTo>
                                    <a:lnTo>
                                      <a:pt x="2" y="5"/>
                                    </a:lnTo>
                                    <a:lnTo>
                                      <a:pt x="3" y="7"/>
                                    </a:lnTo>
                                    <a:lnTo>
                                      <a:pt x="5" y="8"/>
                                    </a:lnTo>
                                    <a:lnTo>
                                      <a:pt x="6" y="8"/>
                                    </a:lnTo>
                                    <a:lnTo>
                                      <a:pt x="8" y="7"/>
                                    </a:lnTo>
                                    <a:lnTo>
                                      <a:pt x="9" y="5"/>
                                    </a:lnTo>
                                    <a:lnTo>
                                      <a:pt x="9" y="4"/>
                                    </a:lnTo>
                                    <a:lnTo>
                                      <a:pt x="9" y="3"/>
                                    </a:lnTo>
                                    <a:lnTo>
                                      <a:pt x="9" y="1"/>
                                    </a:lnTo>
                                    <a:lnTo>
                                      <a:pt x="8" y="0"/>
                                    </a:lnTo>
                                    <a:lnTo>
                                      <a:pt x="6" y="0"/>
                                    </a:lnTo>
                                    <a:lnTo>
                                      <a:pt x="5"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67" name="Freeform 171"/>
                              <p:cNvSpPr>
                                <a:spLocks/>
                              </p:cNvSpPr>
                              <p:nvPr/>
                            </p:nvSpPr>
                            <p:spPr bwMode="auto">
                              <a:xfrm>
                                <a:off x="3678" y="1805"/>
                                <a:ext cx="9" cy="9"/>
                              </a:xfrm>
                              <a:custGeom>
                                <a:avLst/>
                                <a:gdLst>
                                  <a:gd name="T0" fmla="*/ 1 w 9"/>
                                  <a:gd name="T1" fmla="*/ 0 h 9"/>
                                  <a:gd name="T2" fmla="*/ 0 w 9"/>
                                  <a:gd name="T3" fmla="*/ 1 h 9"/>
                                  <a:gd name="T4" fmla="*/ 0 w 9"/>
                                  <a:gd name="T5" fmla="*/ 3 h 9"/>
                                  <a:gd name="T6" fmla="*/ 0 w 9"/>
                                  <a:gd name="T7" fmla="*/ 4 h 9"/>
                                  <a:gd name="T8" fmla="*/ 0 w 9"/>
                                  <a:gd name="T9" fmla="*/ 6 h 9"/>
                                  <a:gd name="T10" fmla="*/ 1 w 9"/>
                                  <a:gd name="T11" fmla="*/ 7 h 9"/>
                                  <a:gd name="T12" fmla="*/ 3 w 9"/>
                                  <a:gd name="T13" fmla="*/ 9 h 9"/>
                                  <a:gd name="T14" fmla="*/ 4 w 9"/>
                                  <a:gd name="T15" fmla="*/ 9 h 9"/>
                                  <a:gd name="T16" fmla="*/ 6 w 9"/>
                                  <a:gd name="T17" fmla="*/ 7 h 9"/>
                                  <a:gd name="T18" fmla="*/ 6 w 9"/>
                                  <a:gd name="T19" fmla="*/ 7 h 9"/>
                                  <a:gd name="T20" fmla="*/ 7 w 9"/>
                                  <a:gd name="T21" fmla="*/ 6 h 9"/>
                                  <a:gd name="T22" fmla="*/ 9 w 9"/>
                                  <a:gd name="T23" fmla="*/ 4 h 9"/>
                                  <a:gd name="T24" fmla="*/ 9 w 9"/>
                                  <a:gd name="T25" fmla="*/ 3 h 9"/>
                                  <a:gd name="T26" fmla="*/ 7 w 9"/>
                                  <a:gd name="T27" fmla="*/ 1 h 9"/>
                                  <a:gd name="T28" fmla="*/ 6 w 9"/>
                                  <a:gd name="T29" fmla="*/ 0 h 9"/>
                                  <a:gd name="T30" fmla="*/ 4 w 9"/>
                                  <a:gd name="T31" fmla="*/ 0 h 9"/>
                                  <a:gd name="T32" fmla="*/ 3 w 9"/>
                                  <a:gd name="T33" fmla="*/ 0 h 9"/>
                                  <a:gd name="T34" fmla="*/ 1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1" y="0"/>
                                    </a:moveTo>
                                    <a:lnTo>
                                      <a:pt x="0" y="1"/>
                                    </a:lnTo>
                                    <a:lnTo>
                                      <a:pt x="0" y="3"/>
                                    </a:lnTo>
                                    <a:lnTo>
                                      <a:pt x="0" y="4"/>
                                    </a:lnTo>
                                    <a:lnTo>
                                      <a:pt x="0" y="6"/>
                                    </a:lnTo>
                                    <a:lnTo>
                                      <a:pt x="1" y="7"/>
                                    </a:lnTo>
                                    <a:lnTo>
                                      <a:pt x="3" y="9"/>
                                    </a:lnTo>
                                    <a:lnTo>
                                      <a:pt x="4" y="9"/>
                                    </a:lnTo>
                                    <a:lnTo>
                                      <a:pt x="6" y="7"/>
                                    </a:lnTo>
                                    <a:lnTo>
                                      <a:pt x="7" y="6"/>
                                    </a:lnTo>
                                    <a:lnTo>
                                      <a:pt x="9" y="4"/>
                                    </a:lnTo>
                                    <a:lnTo>
                                      <a:pt x="9" y="3"/>
                                    </a:lnTo>
                                    <a:lnTo>
                                      <a:pt x="7" y="1"/>
                                    </a:lnTo>
                                    <a:lnTo>
                                      <a:pt x="6" y="0"/>
                                    </a:lnTo>
                                    <a:lnTo>
                                      <a:pt x="4" y="0"/>
                                    </a:lnTo>
                                    <a:lnTo>
                                      <a:pt x="3" y="0"/>
                                    </a:lnTo>
                                    <a:lnTo>
                                      <a:pt x="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68" name="Freeform 172"/>
                              <p:cNvSpPr>
                                <a:spLocks/>
                              </p:cNvSpPr>
                              <p:nvPr/>
                            </p:nvSpPr>
                            <p:spPr bwMode="auto">
                              <a:xfrm>
                                <a:off x="3691" y="1795"/>
                                <a:ext cx="9" cy="9"/>
                              </a:xfrm>
                              <a:custGeom>
                                <a:avLst/>
                                <a:gdLst>
                                  <a:gd name="T0" fmla="*/ 1 w 9"/>
                                  <a:gd name="T1" fmla="*/ 0 h 9"/>
                                  <a:gd name="T2" fmla="*/ 0 w 9"/>
                                  <a:gd name="T3" fmla="*/ 1 h 9"/>
                                  <a:gd name="T4" fmla="*/ 0 w 9"/>
                                  <a:gd name="T5" fmla="*/ 3 h 9"/>
                                  <a:gd name="T6" fmla="*/ 0 w 9"/>
                                  <a:gd name="T7" fmla="*/ 4 h 9"/>
                                  <a:gd name="T8" fmla="*/ 0 w 9"/>
                                  <a:gd name="T9" fmla="*/ 6 h 9"/>
                                  <a:gd name="T10" fmla="*/ 1 w 9"/>
                                  <a:gd name="T11" fmla="*/ 7 h 9"/>
                                  <a:gd name="T12" fmla="*/ 3 w 9"/>
                                  <a:gd name="T13" fmla="*/ 9 h 9"/>
                                  <a:gd name="T14" fmla="*/ 4 w 9"/>
                                  <a:gd name="T15" fmla="*/ 9 h 9"/>
                                  <a:gd name="T16" fmla="*/ 6 w 9"/>
                                  <a:gd name="T17" fmla="*/ 7 h 9"/>
                                  <a:gd name="T18" fmla="*/ 6 w 9"/>
                                  <a:gd name="T19" fmla="*/ 7 h 9"/>
                                  <a:gd name="T20" fmla="*/ 7 w 9"/>
                                  <a:gd name="T21" fmla="*/ 6 h 9"/>
                                  <a:gd name="T22" fmla="*/ 9 w 9"/>
                                  <a:gd name="T23" fmla="*/ 4 h 9"/>
                                  <a:gd name="T24" fmla="*/ 9 w 9"/>
                                  <a:gd name="T25" fmla="*/ 3 h 9"/>
                                  <a:gd name="T26" fmla="*/ 7 w 9"/>
                                  <a:gd name="T27" fmla="*/ 1 h 9"/>
                                  <a:gd name="T28" fmla="*/ 6 w 9"/>
                                  <a:gd name="T29" fmla="*/ 0 h 9"/>
                                  <a:gd name="T30" fmla="*/ 4 w 9"/>
                                  <a:gd name="T31" fmla="*/ 0 h 9"/>
                                  <a:gd name="T32" fmla="*/ 3 w 9"/>
                                  <a:gd name="T33" fmla="*/ 0 h 9"/>
                                  <a:gd name="T34" fmla="*/ 1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1" y="0"/>
                                    </a:moveTo>
                                    <a:lnTo>
                                      <a:pt x="0" y="1"/>
                                    </a:lnTo>
                                    <a:lnTo>
                                      <a:pt x="0" y="3"/>
                                    </a:lnTo>
                                    <a:lnTo>
                                      <a:pt x="0" y="4"/>
                                    </a:lnTo>
                                    <a:lnTo>
                                      <a:pt x="0" y="6"/>
                                    </a:lnTo>
                                    <a:lnTo>
                                      <a:pt x="1" y="7"/>
                                    </a:lnTo>
                                    <a:lnTo>
                                      <a:pt x="3" y="9"/>
                                    </a:lnTo>
                                    <a:lnTo>
                                      <a:pt x="4" y="9"/>
                                    </a:lnTo>
                                    <a:lnTo>
                                      <a:pt x="6" y="7"/>
                                    </a:lnTo>
                                    <a:lnTo>
                                      <a:pt x="7" y="6"/>
                                    </a:lnTo>
                                    <a:lnTo>
                                      <a:pt x="9" y="4"/>
                                    </a:lnTo>
                                    <a:lnTo>
                                      <a:pt x="9" y="3"/>
                                    </a:lnTo>
                                    <a:lnTo>
                                      <a:pt x="7" y="1"/>
                                    </a:lnTo>
                                    <a:lnTo>
                                      <a:pt x="6" y="0"/>
                                    </a:lnTo>
                                    <a:lnTo>
                                      <a:pt x="4" y="0"/>
                                    </a:lnTo>
                                    <a:lnTo>
                                      <a:pt x="3" y="0"/>
                                    </a:lnTo>
                                    <a:lnTo>
                                      <a:pt x="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69" name="Freeform 173"/>
                              <p:cNvSpPr>
                                <a:spLocks/>
                              </p:cNvSpPr>
                              <p:nvPr/>
                            </p:nvSpPr>
                            <p:spPr bwMode="auto">
                              <a:xfrm>
                                <a:off x="3705" y="1783"/>
                                <a:ext cx="9" cy="9"/>
                              </a:xfrm>
                              <a:custGeom>
                                <a:avLst/>
                                <a:gdLst>
                                  <a:gd name="T0" fmla="*/ 2 w 9"/>
                                  <a:gd name="T1" fmla="*/ 2 h 9"/>
                                  <a:gd name="T2" fmla="*/ 0 w 9"/>
                                  <a:gd name="T3" fmla="*/ 3 h 9"/>
                                  <a:gd name="T4" fmla="*/ 0 w 9"/>
                                  <a:gd name="T5" fmla="*/ 5 h 9"/>
                                  <a:gd name="T6" fmla="*/ 0 w 9"/>
                                  <a:gd name="T7" fmla="*/ 6 h 9"/>
                                  <a:gd name="T8" fmla="*/ 0 w 9"/>
                                  <a:gd name="T9" fmla="*/ 7 h 9"/>
                                  <a:gd name="T10" fmla="*/ 2 w 9"/>
                                  <a:gd name="T11" fmla="*/ 9 h 9"/>
                                  <a:gd name="T12" fmla="*/ 3 w 9"/>
                                  <a:gd name="T13" fmla="*/ 9 h 9"/>
                                  <a:gd name="T14" fmla="*/ 5 w 9"/>
                                  <a:gd name="T15" fmla="*/ 9 h 9"/>
                                  <a:gd name="T16" fmla="*/ 6 w 9"/>
                                  <a:gd name="T17" fmla="*/ 9 h 9"/>
                                  <a:gd name="T18" fmla="*/ 6 w 9"/>
                                  <a:gd name="T19" fmla="*/ 9 h 9"/>
                                  <a:gd name="T20" fmla="*/ 8 w 9"/>
                                  <a:gd name="T21" fmla="*/ 7 h 9"/>
                                  <a:gd name="T22" fmla="*/ 9 w 9"/>
                                  <a:gd name="T23" fmla="*/ 6 h 9"/>
                                  <a:gd name="T24" fmla="*/ 9 w 9"/>
                                  <a:gd name="T25" fmla="*/ 5 h 9"/>
                                  <a:gd name="T26" fmla="*/ 8 w 9"/>
                                  <a:gd name="T27" fmla="*/ 3 h 9"/>
                                  <a:gd name="T28" fmla="*/ 6 w 9"/>
                                  <a:gd name="T29" fmla="*/ 2 h 9"/>
                                  <a:gd name="T30" fmla="*/ 5 w 9"/>
                                  <a:gd name="T31" fmla="*/ 0 h 9"/>
                                  <a:gd name="T32" fmla="*/ 3 w 9"/>
                                  <a:gd name="T33" fmla="*/ 0 h 9"/>
                                  <a:gd name="T34" fmla="*/ 2 w 9"/>
                                  <a:gd name="T35" fmla="*/ 2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2" y="2"/>
                                    </a:moveTo>
                                    <a:lnTo>
                                      <a:pt x="0" y="3"/>
                                    </a:lnTo>
                                    <a:lnTo>
                                      <a:pt x="0" y="5"/>
                                    </a:lnTo>
                                    <a:lnTo>
                                      <a:pt x="0" y="6"/>
                                    </a:lnTo>
                                    <a:lnTo>
                                      <a:pt x="0" y="7"/>
                                    </a:lnTo>
                                    <a:lnTo>
                                      <a:pt x="2" y="9"/>
                                    </a:lnTo>
                                    <a:lnTo>
                                      <a:pt x="3" y="9"/>
                                    </a:lnTo>
                                    <a:lnTo>
                                      <a:pt x="5" y="9"/>
                                    </a:lnTo>
                                    <a:lnTo>
                                      <a:pt x="6" y="9"/>
                                    </a:lnTo>
                                    <a:lnTo>
                                      <a:pt x="8" y="7"/>
                                    </a:lnTo>
                                    <a:lnTo>
                                      <a:pt x="9" y="6"/>
                                    </a:lnTo>
                                    <a:lnTo>
                                      <a:pt x="9" y="5"/>
                                    </a:lnTo>
                                    <a:lnTo>
                                      <a:pt x="8" y="3"/>
                                    </a:lnTo>
                                    <a:lnTo>
                                      <a:pt x="6" y="2"/>
                                    </a:lnTo>
                                    <a:lnTo>
                                      <a:pt x="5" y="0"/>
                                    </a:lnTo>
                                    <a:lnTo>
                                      <a:pt x="3" y="0"/>
                                    </a:lnTo>
                                    <a:lnTo>
                                      <a:pt x="2"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70" name="Freeform 174"/>
                              <p:cNvSpPr>
                                <a:spLocks/>
                              </p:cNvSpPr>
                              <p:nvPr/>
                            </p:nvSpPr>
                            <p:spPr bwMode="auto">
                              <a:xfrm>
                                <a:off x="3720" y="1774"/>
                                <a:ext cx="9" cy="9"/>
                              </a:xfrm>
                              <a:custGeom>
                                <a:avLst/>
                                <a:gdLst>
                                  <a:gd name="T0" fmla="*/ 1 w 9"/>
                                  <a:gd name="T1" fmla="*/ 0 h 9"/>
                                  <a:gd name="T2" fmla="*/ 0 w 9"/>
                                  <a:gd name="T3" fmla="*/ 2 h 9"/>
                                  <a:gd name="T4" fmla="*/ 0 w 9"/>
                                  <a:gd name="T5" fmla="*/ 3 h 9"/>
                                  <a:gd name="T6" fmla="*/ 0 w 9"/>
                                  <a:gd name="T7" fmla="*/ 5 h 9"/>
                                  <a:gd name="T8" fmla="*/ 0 w 9"/>
                                  <a:gd name="T9" fmla="*/ 6 h 9"/>
                                  <a:gd name="T10" fmla="*/ 1 w 9"/>
                                  <a:gd name="T11" fmla="*/ 8 h 9"/>
                                  <a:gd name="T12" fmla="*/ 3 w 9"/>
                                  <a:gd name="T13" fmla="*/ 9 h 9"/>
                                  <a:gd name="T14" fmla="*/ 4 w 9"/>
                                  <a:gd name="T15" fmla="*/ 9 h 9"/>
                                  <a:gd name="T16" fmla="*/ 6 w 9"/>
                                  <a:gd name="T17" fmla="*/ 8 h 9"/>
                                  <a:gd name="T18" fmla="*/ 6 w 9"/>
                                  <a:gd name="T19" fmla="*/ 8 h 9"/>
                                  <a:gd name="T20" fmla="*/ 7 w 9"/>
                                  <a:gd name="T21" fmla="*/ 6 h 9"/>
                                  <a:gd name="T22" fmla="*/ 9 w 9"/>
                                  <a:gd name="T23" fmla="*/ 5 h 9"/>
                                  <a:gd name="T24" fmla="*/ 9 w 9"/>
                                  <a:gd name="T25" fmla="*/ 3 h 9"/>
                                  <a:gd name="T26" fmla="*/ 7 w 9"/>
                                  <a:gd name="T27" fmla="*/ 2 h 9"/>
                                  <a:gd name="T28" fmla="*/ 6 w 9"/>
                                  <a:gd name="T29" fmla="*/ 0 h 9"/>
                                  <a:gd name="T30" fmla="*/ 4 w 9"/>
                                  <a:gd name="T31" fmla="*/ 0 h 9"/>
                                  <a:gd name="T32" fmla="*/ 3 w 9"/>
                                  <a:gd name="T33" fmla="*/ 0 h 9"/>
                                  <a:gd name="T34" fmla="*/ 1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1" y="0"/>
                                    </a:moveTo>
                                    <a:lnTo>
                                      <a:pt x="0" y="2"/>
                                    </a:lnTo>
                                    <a:lnTo>
                                      <a:pt x="0" y="3"/>
                                    </a:lnTo>
                                    <a:lnTo>
                                      <a:pt x="0" y="5"/>
                                    </a:lnTo>
                                    <a:lnTo>
                                      <a:pt x="0" y="6"/>
                                    </a:lnTo>
                                    <a:lnTo>
                                      <a:pt x="1" y="8"/>
                                    </a:lnTo>
                                    <a:lnTo>
                                      <a:pt x="3" y="9"/>
                                    </a:lnTo>
                                    <a:lnTo>
                                      <a:pt x="4" y="9"/>
                                    </a:lnTo>
                                    <a:lnTo>
                                      <a:pt x="6" y="8"/>
                                    </a:lnTo>
                                    <a:lnTo>
                                      <a:pt x="7" y="6"/>
                                    </a:lnTo>
                                    <a:lnTo>
                                      <a:pt x="9" y="5"/>
                                    </a:lnTo>
                                    <a:lnTo>
                                      <a:pt x="9" y="3"/>
                                    </a:lnTo>
                                    <a:lnTo>
                                      <a:pt x="7" y="2"/>
                                    </a:lnTo>
                                    <a:lnTo>
                                      <a:pt x="6" y="0"/>
                                    </a:lnTo>
                                    <a:lnTo>
                                      <a:pt x="4" y="0"/>
                                    </a:lnTo>
                                    <a:lnTo>
                                      <a:pt x="3" y="0"/>
                                    </a:lnTo>
                                    <a:lnTo>
                                      <a:pt x="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71" name="Freeform 175"/>
                              <p:cNvSpPr>
                                <a:spLocks/>
                              </p:cNvSpPr>
                              <p:nvPr/>
                            </p:nvSpPr>
                            <p:spPr bwMode="auto">
                              <a:xfrm>
                                <a:off x="3734" y="1766"/>
                                <a:ext cx="9" cy="8"/>
                              </a:xfrm>
                              <a:custGeom>
                                <a:avLst/>
                                <a:gdLst>
                                  <a:gd name="T0" fmla="*/ 3 w 9"/>
                                  <a:gd name="T1" fmla="*/ 0 h 8"/>
                                  <a:gd name="T2" fmla="*/ 2 w 9"/>
                                  <a:gd name="T3" fmla="*/ 0 h 8"/>
                                  <a:gd name="T4" fmla="*/ 0 w 9"/>
                                  <a:gd name="T5" fmla="*/ 1 h 8"/>
                                  <a:gd name="T6" fmla="*/ 0 w 9"/>
                                  <a:gd name="T7" fmla="*/ 3 h 8"/>
                                  <a:gd name="T8" fmla="*/ 0 w 9"/>
                                  <a:gd name="T9" fmla="*/ 4 h 8"/>
                                  <a:gd name="T10" fmla="*/ 0 w 9"/>
                                  <a:gd name="T11" fmla="*/ 6 h 8"/>
                                  <a:gd name="T12" fmla="*/ 2 w 9"/>
                                  <a:gd name="T13" fmla="*/ 7 h 8"/>
                                  <a:gd name="T14" fmla="*/ 3 w 9"/>
                                  <a:gd name="T15" fmla="*/ 8 h 8"/>
                                  <a:gd name="T16" fmla="*/ 5 w 9"/>
                                  <a:gd name="T17" fmla="*/ 8 h 8"/>
                                  <a:gd name="T18" fmla="*/ 5 w 9"/>
                                  <a:gd name="T19" fmla="*/ 8 h 8"/>
                                  <a:gd name="T20" fmla="*/ 6 w 9"/>
                                  <a:gd name="T21" fmla="*/ 7 h 8"/>
                                  <a:gd name="T22" fmla="*/ 8 w 9"/>
                                  <a:gd name="T23" fmla="*/ 6 h 8"/>
                                  <a:gd name="T24" fmla="*/ 9 w 9"/>
                                  <a:gd name="T25" fmla="*/ 4 h 8"/>
                                  <a:gd name="T26" fmla="*/ 9 w 9"/>
                                  <a:gd name="T27" fmla="*/ 3 h 8"/>
                                  <a:gd name="T28" fmla="*/ 8 w 9"/>
                                  <a:gd name="T29" fmla="*/ 1 h 8"/>
                                  <a:gd name="T30" fmla="*/ 6 w 9"/>
                                  <a:gd name="T31" fmla="*/ 0 h 8"/>
                                  <a:gd name="T32" fmla="*/ 5 w 9"/>
                                  <a:gd name="T33" fmla="*/ 0 h 8"/>
                                  <a:gd name="T34" fmla="*/ 3 w 9"/>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3" y="0"/>
                                    </a:moveTo>
                                    <a:lnTo>
                                      <a:pt x="2" y="0"/>
                                    </a:lnTo>
                                    <a:lnTo>
                                      <a:pt x="0" y="1"/>
                                    </a:lnTo>
                                    <a:lnTo>
                                      <a:pt x="0" y="3"/>
                                    </a:lnTo>
                                    <a:lnTo>
                                      <a:pt x="0" y="4"/>
                                    </a:lnTo>
                                    <a:lnTo>
                                      <a:pt x="0" y="6"/>
                                    </a:lnTo>
                                    <a:lnTo>
                                      <a:pt x="2" y="7"/>
                                    </a:lnTo>
                                    <a:lnTo>
                                      <a:pt x="3" y="8"/>
                                    </a:lnTo>
                                    <a:lnTo>
                                      <a:pt x="5" y="8"/>
                                    </a:lnTo>
                                    <a:lnTo>
                                      <a:pt x="6" y="7"/>
                                    </a:lnTo>
                                    <a:lnTo>
                                      <a:pt x="8" y="6"/>
                                    </a:lnTo>
                                    <a:lnTo>
                                      <a:pt x="9" y="4"/>
                                    </a:lnTo>
                                    <a:lnTo>
                                      <a:pt x="9" y="3"/>
                                    </a:lnTo>
                                    <a:lnTo>
                                      <a:pt x="8" y="1"/>
                                    </a:lnTo>
                                    <a:lnTo>
                                      <a:pt x="6" y="0"/>
                                    </a:lnTo>
                                    <a:lnTo>
                                      <a:pt x="5"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72" name="Freeform 176"/>
                              <p:cNvSpPr>
                                <a:spLocks/>
                              </p:cNvSpPr>
                              <p:nvPr/>
                            </p:nvSpPr>
                            <p:spPr bwMode="auto">
                              <a:xfrm>
                                <a:off x="3750" y="1759"/>
                                <a:ext cx="9" cy="8"/>
                              </a:xfrm>
                              <a:custGeom>
                                <a:avLst/>
                                <a:gdLst>
                                  <a:gd name="T0" fmla="*/ 3 w 9"/>
                                  <a:gd name="T1" fmla="*/ 0 h 8"/>
                                  <a:gd name="T2" fmla="*/ 2 w 9"/>
                                  <a:gd name="T3" fmla="*/ 0 h 8"/>
                                  <a:gd name="T4" fmla="*/ 0 w 9"/>
                                  <a:gd name="T5" fmla="*/ 1 h 8"/>
                                  <a:gd name="T6" fmla="*/ 0 w 9"/>
                                  <a:gd name="T7" fmla="*/ 2 h 8"/>
                                  <a:gd name="T8" fmla="*/ 0 w 9"/>
                                  <a:gd name="T9" fmla="*/ 4 h 8"/>
                                  <a:gd name="T10" fmla="*/ 0 w 9"/>
                                  <a:gd name="T11" fmla="*/ 5 h 8"/>
                                  <a:gd name="T12" fmla="*/ 2 w 9"/>
                                  <a:gd name="T13" fmla="*/ 7 h 8"/>
                                  <a:gd name="T14" fmla="*/ 3 w 9"/>
                                  <a:gd name="T15" fmla="*/ 8 h 8"/>
                                  <a:gd name="T16" fmla="*/ 5 w 9"/>
                                  <a:gd name="T17" fmla="*/ 8 h 8"/>
                                  <a:gd name="T18" fmla="*/ 5 w 9"/>
                                  <a:gd name="T19" fmla="*/ 8 h 8"/>
                                  <a:gd name="T20" fmla="*/ 6 w 9"/>
                                  <a:gd name="T21" fmla="*/ 7 h 8"/>
                                  <a:gd name="T22" fmla="*/ 8 w 9"/>
                                  <a:gd name="T23" fmla="*/ 5 h 8"/>
                                  <a:gd name="T24" fmla="*/ 9 w 9"/>
                                  <a:gd name="T25" fmla="*/ 4 h 8"/>
                                  <a:gd name="T26" fmla="*/ 9 w 9"/>
                                  <a:gd name="T27" fmla="*/ 2 h 8"/>
                                  <a:gd name="T28" fmla="*/ 8 w 9"/>
                                  <a:gd name="T29" fmla="*/ 1 h 8"/>
                                  <a:gd name="T30" fmla="*/ 6 w 9"/>
                                  <a:gd name="T31" fmla="*/ 0 h 8"/>
                                  <a:gd name="T32" fmla="*/ 5 w 9"/>
                                  <a:gd name="T33" fmla="*/ 0 h 8"/>
                                  <a:gd name="T34" fmla="*/ 3 w 9"/>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3" y="0"/>
                                    </a:moveTo>
                                    <a:lnTo>
                                      <a:pt x="2" y="0"/>
                                    </a:lnTo>
                                    <a:lnTo>
                                      <a:pt x="0" y="1"/>
                                    </a:lnTo>
                                    <a:lnTo>
                                      <a:pt x="0" y="2"/>
                                    </a:lnTo>
                                    <a:lnTo>
                                      <a:pt x="0" y="4"/>
                                    </a:lnTo>
                                    <a:lnTo>
                                      <a:pt x="0" y="5"/>
                                    </a:lnTo>
                                    <a:lnTo>
                                      <a:pt x="2" y="7"/>
                                    </a:lnTo>
                                    <a:lnTo>
                                      <a:pt x="3" y="8"/>
                                    </a:lnTo>
                                    <a:lnTo>
                                      <a:pt x="5" y="8"/>
                                    </a:lnTo>
                                    <a:lnTo>
                                      <a:pt x="6" y="7"/>
                                    </a:lnTo>
                                    <a:lnTo>
                                      <a:pt x="8" y="5"/>
                                    </a:lnTo>
                                    <a:lnTo>
                                      <a:pt x="9" y="4"/>
                                    </a:lnTo>
                                    <a:lnTo>
                                      <a:pt x="9" y="2"/>
                                    </a:lnTo>
                                    <a:lnTo>
                                      <a:pt x="8" y="1"/>
                                    </a:lnTo>
                                    <a:lnTo>
                                      <a:pt x="6" y="0"/>
                                    </a:lnTo>
                                    <a:lnTo>
                                      <a:pt x="5"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73" name="Freeform 177"/>
                              <p:cNvSpPr>
                                <a:spLocks/>
                              </p:cNvSpPr>
                              <p:nvPr/>
                            </p:nvSpPr>
                            <p:spPr bwMode="auto">
                              <a:xfrm>
                                <a:off x="3766" y="1754"/>
                                <a:ext cx="9" cy="9"/>
                              </a:xfrm>
                              <a:custGeom>
                                <a:avLst/>
                                <a:gdLst>
                                  <a:gd name="T0" fmla="*/ 6 w 9"/>
                                  <a:gd name="T1" fmla="*/ 0 h 9"/>
                                  <a:gd name="T2" fmla="*/ 5 w 9"/>
                                  <a:gd name="T3" fmla="*/ 0 h 9"/>
                                  <a:gd name="T4" fmla="*/ 3 w 9"/>
                                  <a:gd name="T5" fmla="*/ 0 h 9"/>
                                  <a:gd name="T6" fmla="*/ 2 w 9"/>
                                  <a:gd name="T7" fmla="*/ 2 h 9"/>
                                  <a:gd name="T8" fmla="*/ 0 w 9"/>
                                  <a:gd name="T9" fmla="*/ 3 h 9"/>
                                  <a:gd name="T10" fmla="*/ 0 w 9"/>
                                  <a:gd name="T11" fmla="*/ 5 h 9"/>
                                  <a:gd name="T12" fmla="*/ 2 w 9"/>
                                  <a:gd name="T13" fmla="*/ 6 h 9"/>
                                  <a:gd name="T14" fmla="*/ 3 w 9"/>
                                  <a:gd name="T15" fmla="*/ 7 h 9"/>
                                  <a:gd name="T16" fmla="*/ 5 w 9"/>
                                  <a:gd name="T17" fmla="*/ 9 h 9"/>
                                  <a:gd name="T18" fmla="*/ 5 w 9"/>
                                  <a:gd name="T19" fmla="*/ 9 h 9"/>
                                  <a:gd name="T20" fmla="*/ 6 w 9"/>
                                  <a:gd name="T21" fmla="*/ 9 h 9"/>
                                  <a:gd name="T22" fmla="*/ 8 w 9"/>
                                  <a:gd name="T23" fmla="*/ 7 h 9"/>
                                  <a:gd name="T24" fmla="*/ 9 w 9"/>
                                  <a:gd name="T25" fmla="*/ 6 h 9"/>
                                  <a:gd name="T26" fmla="*/ 9 w 9"/>
                                  <a:gd name="T27" fmla="*/ 5 h 9"/>
                                  <a:gd name="T28" fmla="*/ 9 w 9"/>
                                  <a:gd name="T29" fmla="*/ 3 h 9"/>
                                  <a:gd name="T30" fmla="*/ 9 w 9"/>
                                  <a:gd name="T31" fmla="*/ 2 h 9"/>
                                  <a:gd name="T32" fmla="*/ 8 w 9"/>
                                  <a:gd name="T33" fmla="*/ 0 h 9"/>
                                  <a:gd name="T34" fmla="*/ 6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6" y="0"/>
                                    </a:moveTo>
                                    <a:lnTo>
                                      <a:pt x="5" y="0"/>
                                    </a:lnTo>
                                    <a:lnTo>
                                      <a:pt x="3" y="0"/>
                                    </a:lnTo>
                                    <a:lnTo>
                                      <a:pt x="2" y="2"/>
                                    </a:lnTo>
                                    <a:lnTo>
                                      <a:pt x="0" y="3"/>
                                    </a:lnTo>
                                    <a:lnTo>
                                      <a:pt x="0" y="5"/>
                                    </a:lnTo>
                                    <a:lnTo>
                                      <a:pt x="2" y="6"/>
                                    </a:lnTo>
                                    <a:lnTo>
                                      <a:pt x="3" y="7"/>
                                    </a:lnTo>
                                    <a:lnTo>
                                      <a:pt x="5" y="9"/>
                                    </a:lnTo>
                                    <a:lnTo>
                                      <a:pt x="6" y="9"/>
                                    </a:lnTo>
                                    <a:lnTo>
                                      <a:pt x="8" y="7"/>
                                    </a:lnTo>
                                    <a:lnTo>
                                      <a:pt x="9" y="6"/>
                                    </a:lnTo>
                                    <a:lnTo>
                                      <a:pt x="9" y="5"/>
                                    </a:lnTo>
                                    <a:lnTo>
                                      <a:pt x="9" y="3"/>
                                    </a:lnTo>
                                    <a:lnTo>
                                      <a:pt x="9" y="2"/>
                                    </a:lnTo>
                                    <a:lnTo>
                                      <a:pt x="8" y="0"/>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74" name="Freeform 178"/>
                              <p:cNvSpPr>
                                <a:spLocks/>
                              </p:cNvSpPr>
                              <p:nvPr/>
                            </p:nvSpPr>
                            <p:spPr bwMode="auto">
                              <a:xfrm>
                                <a:off x="3784" y="1753"/>
                                <a:ext cx="9" cy="8"/>
                              </a:xfrm>
                              <a:custGeom>
                                <a:avLst/>
                                <a:gdLst>
                                  <a:gd name="T0" fmla="*/ 6 w 9"/>
                                  <a:gd name="T1" fmla="*/ 0 h 8"/>
                                  <a:gd name="T2" fmla="*/ 4 w 9"/>
                                  <a:gd name="T3" fmla="*/ 0 h 8"/>
                                  <a:gd name="T4" fmla="*/ 3 w 9"/>
                                  <a:gd name="T5" fmla="*/ 1 h 8"/>
                                  <a:gd name="T6" fmla="*/ 1 w 9"/>
                                  <a:gd name="T7" fmla="*/ 3 h 8"/>
                                  <a:gd name="T8" fmla="*/ 0 w 9"/>
                                  <a:gd name="T9" fmla="*/ 4 h 8"/>
                                  <a:gd name="T10" fmla="*/ 0 w 9"/>
                                  <a:gd name="T11" fmla="*/ 6 h 8"/>
                                  <a:gd name="T12" fmla="*/ 1 w 9"/>
                                  <a:gd name="T13" fmla="*/ 7 h 8"/>
                                  <a:gd name="T14" fmla="*/ 3 w 9"/>
                                  <a:gd name="T15" fmla="*/ 8 h 8"/>
                                  <a:gd name="T16" fmla="*/ 4 w 9"/>
                                  <a:gd name="T17" fmla="*/ 8 h 8"/>
                                  <a:gd name="T18" fmla="*/ 4 w 9"/>
                                  <a:gd name="T19" fmla="*/ 8 h 8"/>
                                  <a:gd name="T20" fmla="*/ 6 w 9"/>
                                  <a:gd name="T21" fmla="*/ 8 h 8"/>
                                  <a:gd name="T22" fmla="*/ 7 w 9"/>
                                  <a:gd name="T23" fmla="*/ 8 h 8"/>
                                  <a:gd name="T24" fmla="*/ 9 w 9"/>
                                  <a:gd name="T25" fmla="*/ 7 h 8"/>
                                  <a:gd name="T26" fmla="*/ 9 w 9"/>
                                  <a:gd name="T27" fmla="*/ 6 h 8"/>
                                  <a:gd name="T28" fmla="*/ 9 w 9"/>
                                  <a:gd name="T29" fmla="*/ 4 h 8"/>
                                  <a:gd name="T30" fmla="*/ 9 w 9"/>
                                  <a:gd name="T31" fmla="*/ 3 h 8"/>
                                  <a:gd name="T32" fmla="*/ 7 w 9"/>
                                  <a:gd name="T33" fmla="*/ 1 h 8"/>
                                  <a:gd name="T34" fmla="*/ 6 w 9"/>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6" y="0"/>
                                    </a:moveTo>
                                    <a:lnTo>
                                      <a:pt x="4" y="0"/>
                                    </a:lnTo>
                                    <a:lnTo>
                                      <a:pt x="3" y="1"/>
                                    </a:lnTo>
                                    <a:lnTo>
                                      <a:pt x="1" y="3"/>
                                    </a:lnTo>
                                    <a:lnTo>
                                      <a:pt x="0" y="4"/>
                                    </a:lnTo>
                                    <a:lnTo>
                                      <a:pt x="0" y="6"/>
                                    </a:lnTo>
                                    <a:lnTo>
                                      <a:pt x="1" y="7"/>
                                    </a:lnTo>
                                    <a:lnTo>
                                      <a:pt x="3" y="8"/>
                                    </a:lnTo>
                                    <a:lnTo>
                                      <a:pt x="4" y="8"/>
                                    </a:lnTo>
                                    <a:lnTo>
                                      <a:pt x="6" y="8"/>
                                    </a:lnTo>
                                    <a:lnTo>
                                      <a:pt x="7" y="8"/>
                                    </a:lnTo>
                                    <a:lnTo>
                                      <a:pt x="9" y="7"/>
                                    </a:lnTo>
                                    <a:lnTo>
                                      <a:pt x="9" y="6"/>
                                    </a:lnTo>
                                    <a:lnTo>
                                      <a:pt x="9" y="4"/>
                                    </a:lnTo>
                                    <a:lnTo>
                                      <a:pt x="9" y="3"/>
                                    </a:lnTo>
                                    <a:lnTo>
                                      <a:pt x="7" y="1"/>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75" name="Freeform 179"/>
                              <p:cNvSpPr>
                                <a:spLocks/>
                              </p:cNvSpPr>
                              <p:nvPr/>
                            </p:nvSpPr>
                            <p:spPr bwMode="auto">
                              <a:xfrm>
                                <a:off x="3801" y="1757"/>
                                <a:ext cx="9" cy="9"/>
                              </a:xfrm>
                              <a:custGeom>
                                <a:avLst/>
                                <a:gdLst>
                                  <a:gd name="T0" fmla="*/ 5 w 9"/>
                                  <a:gd name="T1" fmla="*/ 0 h 9"/>
                                  <a:gd name="T2" fmla="*/ 3 w 9"/>
                                  <a:gd name="T3" fmla="*/ 0 h 9"/>
                                  <a:gd name="T4" fmla="*/ 2 w 9"/>
                                  <a:gd name="T5" fmla="*/ 2 h 9"/>
                                  <a:gd name="T6" fmla="*/ 0 w 9"/>
                                  <a:gd name="T7" fmla="*/ 3 h 9"/>
                                  <a:gd name="T8" fmla="*/ 0 w 9"/>
                                  <a:gd name="T9" fmla="*/ 4 h 9"/>
                                  <a:gd name="T10" fmla="*/ 0 w 9"/>
                                  <a:gd name="T11" fmla="*/ 6 h 9"/>
                                  <a:gd name="T12" fmla="*/ 0 w 9"/>
                                  <a:gd name="T13" fmla="*/ 7 h 9"/>
                                  <a:gd name="T14" fmla="*/ 2 w 9"/>
                                  <a:gd name="T15" fmla="*/ 9 h 9"/>
                                  <a:gd name="T16" fmla="*/ 3 w 9"/>
                                  <a:gd name="T17" fmla="*/ 9 h 9"/>
                                  <a:gd name="T18" fmla="*/ 3 w 9"/>
                                  <a:gd name="T19" fmla="*/ 9 h 9"/>
                                  <a:gd name="T20" fmla="*/ 5 w 9"/>
                                  <a:gd name="T21" fmla="*/ 9 h 9"/>
                                  <a:gd name="T22" fmla="*/ 6 w 9"/>
                                  <a:gd name="T23" fmla="*/ 9 h 9"/>
                                  <a:gd name="T24" fmla="*/ 7 w 9"/>
                                  <a:gd name="T25" fmla="*/ 7 h 9"/>
                                  <a:gd name="T26" fmla="*/ 9 w 9"/>
                                  <a:gd name="T27" fmla="*/ 6 h 9"/>
                                  <a:gd name="T28" fmla="*/ 9 w 9"/>
                                  <a:gd name="T29" fmla="*/ 4 h 9"/>
                                  <a:gd name="T30" fmla="*/ 7 w 9"/>
                                  <a:gd name="T31" fmla="*/ 3 h 9"/>
                                  <a:gd name="T32" fmla="*/ 6 w 9"/>
                                  <a:gd name="T33" fmla="*/ 2 h 9"/>
                                  <a:gd name="T34" fmla="*/ 5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5" y="0"/>
                                    </a:moveTo>
                                    <a:lnTo>
                                      <a:pt x="3" y="0"/>
                                    </a:lnTo>
                                    <a:lnTo>
                                      <a:pt x="2" y="2"/>
                                    </a:lnTo>
                                    <a:lnTo>
                                      <a:pt x="0" y="3"/>
                                    </a:lnTo>
                                    <a:lnTo>
                                      <a:pt x="0" y="4"/>
                                    </a:lnTo>
                                    <a:lnTo>
                                      <a:pt x="0" y="6"/>
                                    </a:lnTo>
                                    <a:lnTo>
                                      <a:pt x="0" y="7"/>
                                    </a:lnTo>
                                    <a:lnTo>
                                      <a:pt x="2" y="9"/>
                                    </a:lnTo>
                                    <a:lnTo>
                                      <a:pt x="3" y="9"/>
                                    </a:lnTo>
                                    <a:lnTo>
                                      <a:pt x="5" y="9"/>
                                    </a:lnTo>
                                    <a:lnTo>
                                      <a:pt x="6" y="9"/>
                                    </a:lnTo>
                                    <a:lnTo>
                                      <a:pt x="7" y="7"/>
                                    </a:lnTo>
                                    <a:lnTo>
                                      <a:pt x="9" y="6"/>
                                    </a:lnTo>
                                    <a:lnTo>
                                      <a:pt x="9" y="4"/>
                                    </a:lnTo>
                                    <a:lnTo>
                                      <a:pt x="7" y="3"/>
                                    </a:lnTo>
                                    <a:lnTo>
                                      <a:pt x="6" y="2"/>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76" name="Freeform 180"/>
                              <p:cNvSpPr>
                                <a:spLocks/>
                              </p:cNvSpPr>
                              <p:nvPr/>
                            </p:nvSpPr>
                            <p:spPr bwMode="auto">
                              <a:xfrm>
                                <a:off x="3817" y="1764"/>
                                <a:ext cx="9" cy="9"/>
                              </a:xfrm>
                              <a:custGeom>
                                <a:avLst/>
                                <a:gdLst>
                                  <a:gd name="T0" fmla="*/ 6 w 9"/>
                                  <a:gd name="T1" fmla="*/ 0 h 9"/>
                                  <a:gd name="T2" fmla="*/ 5 w 9"/>
                                  <a:gd name="T3" fmla="*/ 0 h 9"/>
                                  <a:gd name="T4" fmla="*/ 3 w 9"/>
                                  <a:gd name="T5" fmla="*/ 0 h 9"/>
                                  <a:gd name="T6" fmla="*/ 2 w 9"/>
                                  <a:gd name="T7" fmla="*/ 2 h 9"/>
                                  <a:gd name="T8" fmla="*/ 0 w 9"/>
                                  <a:gd name="T9" fmla="*/ 3 h 9"/>
                                  <a:gd name="T10" fmla="*/ 0 w 9"/>
                                  <a:gd name="T11" fmla="*/ 5 h 9"/>
                                  <a:gd name="T12" fmla="*/ 2 w 9"/>
                                  <a:gd name="T13" fmla="*/ 6 h 9"/>
                                  <a:gd name="T14" fmla="*/ 3 w 9"/>
                                  <a:gd name="T15" fmla="*/ 8 h 9"/>
                                  <a:gd name="T16" fmla="*/ 5 w 9"/>
                                  <a:gd name="T17" fmla="*/ 9 h 9"/>
                                  <a:gd name="T18" fmla="*/ 5 w 9"/>
                                  <a:gd name="T19" fmla="*/ 9 h 9"/>
                                  <a:gd name="T20" fmla="*/ 6 w 9"/>
                                  <a:gd name="T21" fmla="*/ 9 h 9"/>
                                  <a:gd name="T22" fmla="*/ 7 w 9"/>
                                  <a:gd name="T23" fmla="*/ 8 h 9"/>
                                  <a:gd name="T24" fmla="*/ 9 w 9"/>
                                  <a:gd name="T25" fmla="*/ 6 h 9"/>
                                  <a:gd name="T26" fmla="*/ 9 w 9"/>
                                  <a:gd name="T27" fmla="*/ 5 h 9"/>
                                  <a:gd name="T28" fmla="*/ 9 w 9"/>
                                  <a:gd name="T29" fmla="*/ 3 h 9"/>
                                  <a:gd name="T30" fmla="*/ 9 w 9"/>
                                  <a:gd name="T31" fmla="*/ 2 h 9"/>
                                  <a:gd name="T32" fmla="*/ 7 w 9"/>
                                  <a:gd name="T33" fmla="*/ 0 h 9"/>
                                  <a:gd name="T34" fmla="*/ 6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6" y="0"/>
                                    </a:moveTo>
                                    <a:lnTo>
                                      <a:pt x="5" y="0"/>
                                    </a:lnTo>
                                    <a:lnTo>
                                      <a:pt x="3" y="0"/>
                                    </a:lnTo>
                                    <a:lnTo>
                                      <a:pt x="2" y="2"/>
                                    </a:lnTo>
                                    <a:lnTo>
                                      <a:pt x="0" y="3"/>
                                    </a:lnTo>
                                    <a:lnTo>
                                      <a:pt x="0" y="5"/>
                                    </a:lnTo>
                                    <a:lnTo>
                                      <a:pt x="2" y="6"/>
                                    </a:lnTo>
                                    <a:lnTo>
                                      <a:pt x="3" y="8"/>
                                    </a:lnTo>
                                    <a:lnTo>
                                      <a:pt x="5" y="9"/>
                                    </a:lnTo>
                                    <a:lnTo>
                                      <a:pt x="6" y="9"/>
                                    </a:lnTo>
                                    <a:lnTo>
                                      <a:pt x="7" y="8"/>
                                    </a:lnTo>
                                    <a:lnTo>
                                      <a:pt x="9" y="6"/>
                                    </a:lnTo>
                                    <a:lnTo>
                                      <a:pt x="9" y="5"/>
                                    </a:lnTo>
                                    <a:lnTo>
                                      <a:pt x="9" y="3"/>
                                    </a:lnTo>
                                    <a:lnTo>
                                      <a:pt x="9" y="2"/>
                                    </a:lnTo>
                                    <a:lnTo>
                                      <a:pt x="7" y="0"/>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77" name="Freeform 181"/>
                              <p:cNvSpPr>
                                <a:spLocks/>
                              </p:cNvSpPr>
                              <p:nvPr/>
                            </p:nvSpPr>
                            <p:spPr bwMode="auto">
                              <a:xfrm>
                                <a:off x="3833" y="1773"/>
                                <a:ext cx="9" cy="9"/>
                              </a:xfrm>
                              <a:custGeom>
                                <a:avLst/>
                                <a:gdLst>
                                  <a:gd name="T0" fmla="*/ 6 w 9"/>
                                  <a:gd name="T1" fmla="*/ 0 h 9"/>
                                  <a:gd name="T2" fmla="*/ 5 w 9"/>
                                  <a:gd name="T3" fmla="*/ 0 h 9"/>
                                  <a:gd name="T4" fmla="*/ 3 w 9"/>
                                  <a:gd name="T5" fmla="*/ 0 h 9"/>
                                  <a:gd name="T6" fmla="*/ 2 w 9"/>
                                  <a:gd name="T7" fmla="*/ 0 h 9"/>
                                  <a:gd name="T8" fmla="*/ 0 w 9"/>
                                  <a:gd name="T9" fmla="*/ 1 h 9"/>
                                  <a:gd name="T10" fmla="*/ 0 w 9"/>
                                  <a:gd name="T11" fmla="*/ 3 h 9"/>
                                  <a:gd name="T12" fmla="*/ 0 w 9"/>
                                  <a:gd name="T13" fmla="*/ 4 h 9"/>
                                  <a:gd name="T14" fmla="*/ 0 w 9"/>
                                  <a:gd name="T15" fmla="*/ 6 h 9"/>
                                  <a:gd name="T16" fmla="*/ 2 w 9"/>
                                  <a:gd name="T17" fmla="*/ 7 h 9"/>
                                  <a:gd name="T18" fmla="*/ 2 w 9"/>
                                  <a:gd name="T19" fmla="*/ 7 h 9"/>
                                  <a:gd name="T20" fmla="*/ 3 w 9"/>
                                  <a:gd name="T21" fmla="*/ 9 h 9"/>
                                  <a:gd name="T22" fmla="*/ 5 w 9"/>
                                  <a:gd name="T23" fmla="*/ 9 h 9"/>
                                  <a:gd name="T24" fmla="*/ 6 w 9"/>
                                  <a:gd name="T25" fmla="*/ 7 h 9"/>
                                  <a:gd name="T26" fmla="*/ 7 w 9"/>
                                  <a:gd name="T27" fmla="*/ 6 h 9"/>
                                  <a:gd name="T28" fmla="*/ 9 w 9"/>
                                  <a:gd name="T29" fmla="*/ 4 h 9"/>
                                  <a:gd name="T30" fmla="*/ 9 w 9"/>
                                  <a:gd name="T31" fmla="*/ 3 h 9"/>
                                  <a:gd name="T32" fmla="*/ 7 w 9"/>
                                  <a:gd name="T33" fmla="*/ 1 h 9"/>
                                  <a:gd name="T34" fmla="*/ 6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6" y="0"/>
                                    </a:moveTo>
                                    <a:lnTo>
                                      <a:pt x="5" y="0"/>
                                    </a:lnTo>
                                    <a:lnTo>
                                      <a:pt x="3" y="0"/>
                                    </a:lnTo>
                                    <a:lnTo>
                                      <a:pt x="2" y="0"/>
                                    </a:lnTo>
                                    <a:lnTo>
                                      <a:pt x="0" y="1"/>
                                    </a:lnTo>
                                    <a:lnTo>
                                      <a:pt x="0" y="3"/>
                                    </a:lnTo>
                                    <a:lnTo>
                                      <a:pt x="0" y="4"/>
                                    </a:lnTo>
                                    <a:lnTo>
                                      <a:pt x="0" y="6"/>
                                    </a:lnTo>
                                    <a:lnTo>
                                      <a:pt x="2" y="7"/>
                                    </a:lnTo>
                                    <a:lnTo>
                                      <a:pt x="3" y="9"/>
                                    </a:lnTo>
                                    <a:lnTo>
                                      <a:pt x="5" y="9"/>
                                    </a:lnTo>
                                    <a:lnTo>
                                      <a:pt x="6" y="7"/>
                                    </a:lnTo>
                                    <a:lnTo>
                                      <a:pt x="7" y="6"/>
                                    </a:lnTo>
                                    <a:lnTo>
                                      <a:pt x="9" y="4"/>
                                    </a:lnTo>
                                    <a:lnTo>
                                      <a:pt x="9" y="3"/>
                                    </a:lnTo>
                                    <a:lnTo>
                                      <a:pt x="7" y="1"/>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78" name="Freeform 182"/>
                              <p:cNvSpPr>
                                <a:spLocks/>
                              </p:cNvSpPr>
                              <p:nvPr/>
                            </p:nvSpPr>
                            <p:spPr bwMode="auto">
                              <a:xfrm>
                                <a:off x="3848" y="1782"/>
                                <a:ext cx="8" cy="8"/>
                              </a:xfrm>
                              <a:custGeom>
                                <a:avLst/>
                                <a:gdLst>
                                  <a:gd name="T0" fmla="*/ 6 w 8"/>
                                  <a:gd name="T1" fmla="*/ 0 h 8"/>
                                  <a:gd name="T2" fmla="*/ 4 w 8"/>
                                  <a:gd name="T3" fmla="*/ 0 h 8"/>
                                  <a:gd name="T4" fmla="*/ 3 w 8"/>
                                  <a:gd name="T5" fmla="*/ 0 h 8"/>
                                  <a:gd name="T6" fmla="*/ 1 w 8"/>
                                  <a:gd name="T7" fmla="*/ 0 h 8"/>
                                  <a:gd name="T8" fmla="*/ 0 w 8"/>
                                  <a:gd name="T9" fmla="*/ 1 h 8"/>
                                  <a:gd name="T10" fmla="*/ 0 w 8"/>
                                  <a:gd name="T11" fmla="*/ 3 h 8"/>
                                  <a:gd name="T12" fmla="*/ 0 w 8"/>
                                  <a:gd name="T13" fmla="*/ 4 h 8"/>
                                  <a:gd name="T14" fmla="*/ 0 w 8"/>
                                  <a:gd name="T15" fmla="*/ 6 h 8"/>
                                  <a:gd name="T16" fmla="*/ 1 w 8"/>
                                  <a:gd name="T17" fmla="*/ 7 h 8"/>
                                  <a:gd name="T18" fmla="*/ 1 w 8"/>
                                  <a:gd name="T19" fmla="*/ 7 h 8"/>
                                  <a:gd name="T20" fmla="*/ 3 w 8"/>
                                  <a:gd name="T21" fmla="*/ 8 h 8"/>
                                  <a:gd name="T22" fmla="*/ 4 w 8"/>
                                  <a:gd name="T23" fmla="*/ 8 h 8"/>
                                  <a:gd name="T24" fmla="*/ 6 w 8"/>
                                  <a:gd name="T25" fmla="*/ 7 h 8"/>
                                  <a:gd name="T26" fmla="*/ 7 w 8"/>
                                  <a:gd name="T27" fmla="*/ 6 h 8"/>
                                  <a:gd name="T28" fmla="*/ 8 w 8"/>
                                  <a:gd name="T29" fmla="*/ 4 h 8"/>
                                  <a:gd name="T30" fmla="*/ 8 w 8"/>
                                  <a:gd name="T31" fmla="*/ 3 h 8"/>
                                  <a:gd name="T32" fmla="*/ 7 w 8"/>
                                  <a:gd name="T33" fmla="*/ 1 h 8"/>
                                  <a:gd name="T34" fmla="*/ 6 w 8"/>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8"/>
                                  <a:gd name="T56" fmla="*/ 8 w 8"/>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8">
                                    <a:moveTo>
                                      <a:pt x="6" y="0"/>
                                    </a:moveTo>
                                    <a:lnTo>
                                      <a:pt x="4" y="0"/>
                                    </a:lnTo>
                                    <a:lnTo>
                                      <a:pt x="3" y="0"/>
                                    </a:lnTo>
                                    <a:lnTo>
                                      <a:pt x="1" y="0"/>
                                    </a:lnTo>
                                    <a:lnTo>
                                      <a:pt x="0" y="1"/>
                                    </a:lnTo>
                                    <a:lnTo>
                                      <a:pt x="0" y="3"/>
                                    </a:lnTo>
                                    <a:lnTo>
                                      <a:pt x="0" y="4"/>
                                    </a:lnTo>
                                    <a:lnTo>
                                      <a:pt x="0" y="6"/>
                                    </a:lnTo>
                                    <a:lnTo>
                                      <a:pt x="1" y="7"/>
                                    </a:lnTo>
                                    <a:lnTo>
                                      <a:pt x="3" y="8"/>
                                    </a:lnTo>
                                    <a:lnTo>
                                      <a:pt x="4" y="8"/>
                                    </a:lnTo>
                                    <a:lnTo>
                                      <a:pt x="6" y="7"/>
                                    </a:lnTo>
                                    <a:lnTo>
                                      <a:pt x="7" y="6"/>
                                    </a:lnTo>
                                    <a:lnTo>
                                      <a:pt x="8" y="4"/>
                                    </a:lnTo>
                                    <a:lnTo>
                                      <a:pt x="8" y="3"/>
                                    </a:lnTo>
                                    <a:lnTo>
                                      <a:pt x="7" y="1"/>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79" name="Freeform 183"/>
                              <p:cNvSpPr>
                                <a:spLocks/>
                              </p:cNvSpPr>
                              <p:nvPr/>
                            </p:nvSpPr>
                            <p:spPr bwMode="auto">
                              <a:xfrm>
                                <a:off x="3861" y="1792"/>
                                <a:ext cx="8" cy="9"/>
                              </a:xfrm>
                              <a:custGeom>
                                <a:avLst/>
                                <a:gdLst>
                                  <a:gd name="T0" fmla="*/ 7 w 8"/>
                                  <a:gd name="T1" fmla="*/ 0 h 9"/>
                                  <a:gd name="T2" fmla="*/ 6 w 8"/>
                                  <a:gd name="T3" fmla="*/ 0 h 9"/>
                                  <a:gd name="T4" fmla="*/ 4 w 8"/>
                                  <a:gd name="T5" fmla="*/ 0 h 9"/>
                                  <a:gd name="T6" fmla="*/ 3 w 8"/>
                                  <a:gd name="T7" fmla="*/ 0 h 9"/>
                                  <a:gd name="T8" fmla="*/ 1 w 8"/>
                                  <a:gd name="T9" fmla="*/ 1 h 9"/>
                                  <a:gd name="T10" fmla="*/ 0 w 8"/>
                                  <a:gd name="T11" fmla="*/ 3 h 9"/>
                                  <a:gd name="T12" fmla="*/ 0 w 8"/>
                                  <a:gd name="T13" fmla="*/ 4 h 9"/>
                                  <a:gd name="T14" fmla="*/ 1 w 8"/>
                                  <a:gd name="T15" fmla="*/ 6 h 9"/>
                                  <a:gd name="T16" fmla="*/ 3 w 8"/>
                                  <a:gd name="T17" fmla="*/ 7 h 9"/>
                                  <a:gd name="T18" fmla="*/ 3 w 8"/>
                                  <a:gd name="T19" fmla="*/ 7 h 9"/>
                                  <a:gd name="T20" fmla="*/ 4 w 8"/>
                                  <a:gd name="T21" fmla="*/ 9 h 9"/>
                                  <a:gd name="T22" fmla="*/ 6 w 8"/>
                                  <a:gd name="T23" fmla="*/ 9 h 9"/>
                                  <a:gd name="T24" fmla="*/ 7 w 8"/>
                                  <a:gd name="T25" fmla="*/ 7 h 9"/>
                                  <a:gd name="T26" fmla="*/ 8 w 8"/>
                                  <a:gd name="T27" fmla="*/ 6 h 9"/>
                                  <a:gd name="T28" fmla="*/ 8 w 8"/>
                                  <a:gd name="T29" fmla="*/ 4 h 9"/>
                                  <a:gd name="T30" fmla="*/ 8 w 8"/>
                                  <a:gd name="T31" fmla="*/ 3 h 9"/>
                                  <a:gd name="T32" fmla="*/ 8 w 8"/>
                                  <a:gd name="T33" fmla="*/ 1 h 9"/>
                                  <a:gd name="T34" fmla="*/ 7 w 8"/>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7" y="0"/>
                                    </a:moveTo>
                                    <a:lnTo>
                                      <a:pt x="6" y="0"/>
                                    </a:lnTo>
                                    <a:lnTo>
                                      <a:pt x="4" y="0"/>
                                    </a:lnTo>
                                    <a:lnTo>
                                      <a:pt x="3" y="0"/>
                                    </a:lnTo>
                                    <a:lnTo>
                                      <a:pt x="1" y="1"/>
                                    </a:lnTo>
                                    <a:lnTo>
                                      <a:pt x="0" y="3"/>
                                    </a:lnTo>
                                    <a:lnTo>
                                      <a:pt x="0" y="4"/>
                                    </a:lnTo>
                                    <a:lnTo>
                                      <a:pt x="1" y="6"/>
                                    </a:lnTo>
                                    <a:lnTo>
                                      <a:pt x="3" y="7"/>
                                    </a:lnTo>
                                    <a:lnTo>
                                      <a:pt x="4" y="9"/>
                                    </a:lnTo>
                                    <a:lnTo>
                                      <a:pt x="6" y="9"/>
                                    </a:lnTo>
                                    <a:lnTo>
                                      <a:pt x="7" y="7"/>
                                    </a:lnTo>
                                    <a:lnTo>
                                      <a:pt x="8" y="6"/>
                                    </a:lnTo>
                                    <a:lnTo>
                                      <a:pt x="8" y="4"/>
                                    </a:lnTo>
                                    <a:lnTo>
                                      <a:pt x="8" y="3"/>
                                    </a:lnTo>
                                    <a:lnTo>
                                      <a:pt x="8" y="1"/>
                                    </a:lnTo>
                                    <a:lnTo>
                                      <a:pt x="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80" name="Freeform 184"/>
                              <p:cNvSpPr>
                                <a:spLocks/>
                              </p:cNvSpPr>
                              <p:nvPr/>
                            </p:nvSpPr>
                            <p:spPr bwMode="auto">
                              <a:xfrm>
                                <a:off x="3875" y="1802"/>
                                <a:ext cx="9" cy="9"/>
                              </a:xfrm>
                              <a:custGeom>
                                <a:avLst/>
                                <a:gdLst>
                                  <a:gd name="T0" fmla="*/ 8 w 9"/>
                                  <a:gd name="T1" fmla="*/ 2 h 9"/>
                                  <a:gd name="T2" fmla="*/ 6 w 9"/>
                                  <a:gd name="T3" fmla="*/ 0 h 9"/>
                                  <a:gd name="T4" fmla="*/ 5 w 9"/>
                                  <a:gd name="T5" fmla="*/ 0 h 9"/>
                                  <a:gd name="T6" fmla="*/ 3 w 9"/>
                                  <a:gd name="T7" fmla="*/ 2 h 9"/>
                                  <a:gd name="T8" fmla="*/ 2 w 9"/>
                                  <a:gd name="T9" fmla="*/ 3 h 9"/>
                                  <a:gd name="T10" fmla="*/ 0 w 9"/>
                                  <a:gd name="T11" fmla="*/ 4 h 9"/>
                                  <a:gd name="T12" fmla="*/ 0 w 9"/>
                                  <a:gd name="T13" fmla="*/ 6 h 9"/>
                                  <a:gd name="T14" fmla="*/ 2 w 9"/>
                                  <a:gd name="T15" fmla="*/ 7 h 9"/>
                                  <a:gd name="T16" fmla="*/ 3 w 9"/>
                                  <a:gd name="T17" fmla="*/ 9 h 9"/>
                                  <a:gd name="T18" fmla="*/ 3 w 9"/>
                                  <a:gd name="T19" fmla="*/ 9 h 9"/>
                                  <a:gd name="T20" fmla="*/ 5 w 9"/>
                                  <a:gd name="T21" fmla="*/ 9 h 9"/>
                                  <a:gd name="T22" fmla="*/ 6 w 9"/>
                                  <a:gd name="T23" fmla="*/ 9 h 9"/>
                                  <a:gd name="T24" fmla="*/ 8 w 9"/>
                                  <a:gd name="T25" fmla="*/ 9 h 9"/>
                                  <a:gd name="T26" fmla="*/ 9 w 9"/>
                                  <a:gd name="T27" fmla="*/ 7 h 9"/>
                                  <a:gd name="T28" fmla="*/ 9 w 9"/>
                                  <a:gd name="T29" fmla="*/ 6 h 9"/>
                                  <a:gd name="T30" fmla="*/ 9 w 9"/>
                                  <a:gd name="T31" fmla="*/ 4 h 9"/>
                                  <a:gd name="T32" fmla="*/ 9 w 9"/>
                                  <a:gd name="T33" fmla="*/ 3 h 9"/>
                                  <a:gd name="T34" fmla="*/ 8 w 9"/>
                                  <a:gd name="T35" fmla="*/ 2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8" y="2"/>
                                    </a:moveTo>
                                    <a:lnTo>
                                      <a:pt x="6" y="0"/>
                                    </a:lnTo>
                                    <a:lnTo>
                                      <a:pt x="5" y="0"/>
                                    </a:lnTo>
                                    <a:lnTo>
                                      <a:pt x="3" y="2"/>
                                    </a:lnTo>
                                    <a:lnTo>
                                      <a:pt x="2" y="3"/>
                                    </a:lnTo>
                                    <a:lnTo>
                                      <a:pt x="0" y="4"/>
                                    </a:lnTo>
                                    <a:lnTo>
                                      <a:pt x="0" y="6"/>
                                    </a:lnTo>
                                    <a:lnTo>
                                      <a:pt x="2" y="7"/>
                                    </a:lnTo>
                                    <a:lnTo>
                                      <a:pt x="3" y="9"/>
                                    </a:lnTo>
                                    <a:lnTo>
                                      <a:pt x="5" y="9"/>
                                    </a:lnTo>
                                    <a:lnTo>
                                      <a:pt x="6" y="9"/>
                                    </a:lnTo>
                                    <a:lnTo>
                                      <a:pt x="8" y="9"/>
                                    </a:lnTo>
                                    <a:lnTo>
                                      <a:pt x="9" y="7"/>
                                    </a:lnTo>
                                    <a:lnTo>
                                      <a:pt x="9" y="6"/>
                                    </a:lnTo>
                                    <a:lnTo>
                                      <a:pt x="9" y="4"/>
                                    </a:lnTo>
                                    <a:lnTo>
                                      <a:pt x="9" y="3"/>
                                    </a:lnTo>
                                    <a:lnTo>
                                      <a:pt x="8"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81" name="Freeform 185"/>
                              <p:cNvSpPr>
                                <a:spLocks/>
                              </p:cNvSpPr>
                              <p:nvPr/>
                            </p:nvSpPr>
                            <p:spPr bwMode="auto">
                              <a:xfrm>
                                <a:off x="3888" y="1814"/>
                                <a:ext cx="9" cy="8"/>
                              </a:xfrm>
                              <a:custGeom>
                                <a:avLst/>
                                <a:gdLst>
                                  <a:gd name="T0" fmla="*/ 8 w 9"/>
                                  <a:gd name="T1" fmla="*/ 0 h 8"/>
                                  <a:gd name="T2" fmla="*/ 6 w 9"/>
                                  <a:gd name="T3" fmla="*/ 0 h 8"/>
                                  <a:gd name="T4" fmla="*/ 5 w 9"/>
                                  <a:gd name="T5" fmla="*/ 0 h 8"/>
                                  <a:gd name="T6" fmla="*/ 3 w 9"/>
                                  <a:gd name="T7" fmla="*/ 0 h 8"/>
                                  <a:gd name="T8" fmla="*/ 2 w 9"/>
                                  <a:gd name="T9" fmla="*/ 1 h 8"/>
                                  <a:gd name="T10" fmla="*/ 0 w 9"/>
                                  <a:gd name="T11" fmla="*/ 3 h 8"/>
                                  <a:gd name="T12" fmla="*/ 0 w 9"/>
                                  <a:gd name="T13" fmla="*/ 4 h 8"/>
                                  <a:gd name="T14" fmla="*/ 2 w 9"/>
                                  <a:gd name="T15" fmla="*/ 6 h 8"/>
                                  <a:gd name="T16" fmla="*/ 3 w 9"/>
                                  <a:gd name="T17" fmla="*/ 7 h 8"/>
                                  <a:gd name="T18" fmla="*/ 3 w 9"/>
                                  <a:gd name="T19" fmla="*/ 7 h 8"/>
                                  <a:gd name="T20" fmla="*/ 5 w 9"/>
                                  <a:gd name="T21" fmla="*/ 8 h 8"/>
                                  <a:gd name="T22" fmla="*/ 6 w 9"/>
                                  <a:gd name="T23" fmla="*/ 8 h 8"/>
                                  <a:gd name="T24" fmla="*/ 8 w 9"/>
                                  <a:gd name="T25" fmla="*/ 7 h 8"/>
                                  <a:gd name="T26" fmla="*/ 9 w 9"/>
                                  <a:gd name="T27" fmla="*/ 6 h 8"/>
                                  <a:gd name="T28" fmla="*/ 9 w 9"/>
                                  <a:gd name="T29" fmla="*/ 4 h 8"/>
                                  <a:gd name="T30" fmla="*/ 9 w 9"/>
                                  <a:gd name="T31" fmla="*/ 3 h 8"/>
                                  <a:gd name="T32" fmla="*/ 9 w 9"/>
                                  <a:gd name="T33" fmla="*/ 1 h 8"/>
                                  <a:gd name="T34" fmla="*/ 8 w 9"/>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8" y="0"/>
                                    </a:moveTo>
                                    <a:lnTo>
                                      <a:pt x="6" y="0"/>
                                    </a:lnTo>
                                    <a:lnTo>
                                      <a:pt x="5" y="0"/>
                                    </a:lnTo>
                                    <a:lnTo>
                                      <a:pt x="3" y="0"/>
                                    </a:lnTo>
                                    <a:lnTo>
                                      <a:pt x="2" y="1"/>
                                    </a:lnTo>
                                    <a:lnTo>
                                      <a:pt x="0" y="3"/>
                                    </a:lnTo>
                                    <a:lnTo>
                                      <a:pt x="0" y="4"/>
                                    </a:lnTo>
                                    <a:lnTo>
                                      <a:pt x="2" y="6"/>
                                    </a:lnTo>
                                    <a:lnTo>
                                      <a:pt x="3" y="7"/>
                                    </a:lnTo>
                                    <a:lnTo>
                                      <a:pt x="5" y="8"/>
                                    </a:lnTo>
                                    <a:lnTo>
                                      <a:pt x="6" y="8"/>
                                    </a:lnTo>
                                    <a:lnTo>
                                      <a:pt x="8" y="7"/>
                                    </a:lnTo>
                                    <a:lnTo>
                                      <a:pt x="9" y="6"/>
                                    </a:lnTo>
                                    <a:lnTo>
                                      <a:pt x="9" y="4"/>
                                    </a:lnTo>
                                    <a:lnTo>
                                      <a:pt x="9" y="3"/>
                                    </a:lnTo>
                                    <a:lnTo>
                                      <a:pt x="9" y="1"/>
                                    </a:lnTo>
                                    <a:lnTo>
                                      <a:pt x="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82" name="Freeform 186"/>
                              <p:cNvSpPr>
                                <a:spLocks/>
                              </p:cNvSpPr>
                              <p:nvPr/>
                            </p:nvSpPr>
                            <p:spPr bwMode="auto">
                              <a:xfrm>
                                <a:off x="3903" y="1824"/>
                                <a:ext cx="9" cy="9"/>
                              </a:xfrm>
                              <a:custGeom>
                                <a:avLst/>
                                <a:gdLst>
                                  <a:gd name="T0" fmla="*/ 6 w 9"/>
                                  <a:gd name="T1" fmla="*/ 1 h 9"/>
                                  <a:gd name="T2" fmla="*/ 4 w 9"/>
                                  <a:gd name="T3" fmla="*/ 0 h 9"/>
                                  <a:gd name="T4" fmla="*/ 3 w 9"/>
                                  <a:gd name="T5" fmla="*/ 0 h 9"/>
                                  <a:gd name="T6" fmla="*/ 1 w 9"/>
                                  <a:gd name="T7" fmla="*/ 1 h 9"/>
                                  <a:gd name="T8" fmla="*/ 0 w 9"/>
                                  <a:gd name="T9" fmla="*/ 3 h 9"/>
                                  <a:gd name="T10" fmla="*/ 0 w 9"/>
                                  <a:gd name="T11" fmla="*/ 4 h 9"/>
                                  <a:gd name="T12" fmla="*/ 0 w 9"/>
                                  <a:gd name="T13" fmla="*/ 6 h 9"/>
                                  <a:gd name="T14" fmla="*/ 0 w 9"/>
                                  <a:gd name="T15" fmla="*/ 7 h 9"/>
                                  <a:gd name="T16" fmla="*/ 1 w 9"/>
                                  <a:gd name="T17" fmla="*/ 9 h 9"/>
                                  <a:gd name="T18" fmla="*/ 1 w 9"/>
                                  <a:gd name="T19" fmla="*/ 9 h 9"/>
                                  <a:gd name="T20" fmla="*/ 3 w 9"/>
                                  <a:gd name="T21" fmla="*/ 9 h 9"/>
                                  <a:gd name="T22" fmla="*/ 4 w 9"/>
                                  <a:gd name="T23" fmla="*/ 9 h 9"/>
                                  <a:gd name="T24" fmla="*/ 6 w 9"/>
                                  <a:gd name="T25" fmla="*/ 9 h 9"/>
                                  <a:gd name="T26" fmla="*/ 7 w 9"/>
                                  <a:gd name="T27" fmla="*/ 7 h 9"/>
                                  <a:gd name="T28" fmla="*/ 9 w 9"/>
                                  <a:gd name="T29" fmla="*/ 6 h 9"/>
                                  <a:gd name="T30" fmla="*/ 9 w 9"/>
                                  <a:gd name="T31" fmla="*/ 4 h 9"/>
                                  <a:gd name="T32" fmla="*/ 7 w 9"/>
                                  <a:gd name="T33" fmla="*/ 3 h 9"/>
                                  <a:gd name="T34" fmla="*/ 6 w 9"/>
                                  <a:gd name="T35" fmla="*/ 1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6" y="1"/>
                                    </a:moveTo>
                                    <a:lnTo>
                                      <a:pt x="4" y="0"/>
                                    </a:lnTo>
                                    <a:lnTo>
                                      <a:pt x="3" y="0"/>
                                    </a:lnTo>
                                    <a:lnTo>
                                      <a:pt x="1" y="1"/>
                                    </a:lnTo>
                                    <a:lnTo>
                                      <a:pt x="0" y="3"/>
                                    </a:lnTo>
                                    <a:lnTo>
                                      <a:pt x="0" y="4"/>
                                    </a:lnTo>
                                    <a:lnTo>
                                      <a:pt x="0" y="6"/>
                                    </a:lnTo>
                                    <a:lnTo>
                                      <a:pt x="0" y="7"/>
                                    </a:lnTo>
                                    <a:lnTo>
                                      <a:pt x="1" y="9"/>
                                    </a:lnTo>
                                    <a:lnTo>
                                      <a:pt x="3" y="9"/>
                                    </a:lnTo>
                                    <a:lnTo>
                                      <a:pt x="4" y="9"/>
                                    </a:lnTo>
                                    <a:lnTo>
                                      <a:pt x="6" y="9"/>
                                    </a:lnTo>
                                    <a:lnTo>
                                      <a:pt x="7" y="7"/>
                                    </a:lnTo>
                                    <a:lnTo>
                                      <a:pt x="9" y="6"/>
                                    </a:lnTo>
                                    <a:lnTo>
                                      <a:pt x="9" y="4"/>
                                    </a:lnTo>
                                    <a:lnTo>
                                      <a:pt x="7" y="3"/>
                                    </a:lnTo>
                                    <a:lnTo>
                                      <a:pt x="6"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83" name="Freeform 187"/>
                              <p:cNvSpPr>
                                <a:spLocks/>
                              </p:cNvSpPr>
                              <p:nvPr/>
                            </p:nvSpPr>
                            <p:spPr bwMode="auto">
                              <a:xfrm>
                                <a:off x="3916" y="1836"/>
                                <a:ext cx="9" cy="8"/>
                              </a:xfrm>
                              <a:custGeom>
                                <a:avLst/>
                                <a:gdLst>
                                  <a:gd name="T0" fmla="*/ 7 w 9"/>
                                  <a:gd name="T1" fmla="*/ 0 h 8"/>
                                  <a:gd name="T2" fmla="*/ 6 w 9"/>
                                  <a:gd name="T3" fmla="*/ 0 h 8"/>
                                  <a:gd name="T4" fmla="*/ 4 w 9"/>
                                  <a:gd name="T5" fmla="*/ 0 h 8"/>
                                  <a:gd name="T6" fmla="*/ 3 w 9"/>
                                  <a:gd name="T7" fmla="*/ 0 h 8"/>
                                  <a:gd name="T8" fmla="*/ 1 w 9"/>
                                  <a:gd name="T9" fmla="*/ 1 h 8"/>
                                  <a:gd name="T10" fmla="*/ 0 w 9"/>
                                  <a:gd name="T11" fmla="*/ 2 h 8"/>
                                  <a:gd name="T12" fmla="*/ 0 w 9"/>
                                  <a:gd name="T13" fmla="*/ 4 h 8"/>
                                  <a:gd name="T14" fmla="*/ 1 w 9"/>
                                  <a:gd name="T15" fmla="*/ 5 h 8"/>
                                  <a:gd name="T16" fmla="*/ 3 w 9"/>
                                  <a:gd name="T17" fmla="*/ 7 h 8"/>
                                  <a:gd name="T18" fmla="*/ 3 w 9"/>
                                  <a:gd name="T19" fmla="*/ 7 h 8"/>
                                  <a:gd name="T20" fmla="*/ 4 w 9"/>
                                  <a:gd name="T21" fmla="*/ 8 h 8"/>
                                  <a:gd name="T22" fmla="*/ 6 w 9"/>
                                  <a:gd name="T23" fmla="*/ 8 h 8"/>
                                  <a:gd name="T24" fmla="*/ 7 w 9"/>
                                  <a:gd name="T25" fmla="*/ 7 h 8"/>
                                  <a:gd name="T26" fmla="*/ 9 w 9"/>
                                  <a:gd name="T27" fmla="*/ 5 h 8"/>
                                  <a:gd name="T28" fmla="*/ 9 w 9"/>
                                  <a:gd name="T29" fmla="*/ 4 h 8"/>
                                  <a:gd name="T30" fmla="*/ 9 w 9"/>
                                  <a:gd name="T31" fmla="*/ 2 h 8"/>
                                  <a:gd name="T32" fmla="*/ 9 w 9"/>
                                  <a:gd name="T33" fmla="*/ 1 h 8"/>
                                  <a:gd name="T34" fmla="*/ 7 w 9"/>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7" y="0"/>
                                    </a:moveTo>
                                    <a:lnTo>
                                      <a:pt x="6" y="0"/>
                                    </a:lnTo>
                                    <a:lnTo>
                                      <a:pt x="4" y="0"/>
                                    </a:lnTo>
                                    <a:lnTo>
                                      <a:pt x="3" y="0"/>
                                    </a:lnTo>
                                    <a:lnTo>
                                      <a:pt x="1" y="1"/>
                                    </a:lnTo>
                                    <a:lnTo>
                                      <a:pt x="0" y="2"/>
                                    </a:lnTo>
                                    <a:lnTo>
                                      <a:pt x="0" y="4"/>
                                    </a:lnTo>
                                    <a:lnTo>
                                      <a:pt x="1" y="5"/>
                                    </a:lnTo>
                                    <a:lnTo>
                                      <a:pt x="3" y="7"/>
                                    </a:lnTo>
                                    <a:lnTo>
                                      <a:pt x="4" y="8"/>
                                    </a:lnTo>
                                    <a:lnTo>
                                      <a:pt x="6" y="8"/>
                                    </a:lnTo>
                                    <a:lnTo>
                                      <a:pt x="7" y="7"/>
                                    </a:lnTo>
                                    <a:lnTo>
                                      <a:pt x="9" y="5"/>
                                    </a:lnTo>
                                    <a:lnTo>
                                      <a:pt x="9" y="4"/>
                                    </a:lnTo>
                                    <a:lnTo>
                                      <a:pt x="9" y="2"/>
                                    </a:lnTo>
                                    <a:lnTo>
                                      <a:pt x="9" y="1"/>
                                    </a:lnTo>
                                    <a:lnTo>
                                      <a:pt x="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84" name="Freeform 188"/>
                              <p:cNvSpPr>
                                <a:spLocks/>
                              </p:cNvSpPr>
                              <p:nvPr/>
                            </p:nvSpPr>
                            <p:spPr bwMode="auto">
                              <a:xfrm>
                                <a:off x="3929" y="1846"/>
                                <a:ext cx="9" cy="8"/>
                              </a:xfrm>
                              <a:custGeom>
                                <a:avLst/>
                                <a:gdLst>
                                  <a:gd name="T0" fmla="*/ 7 w 9"/>
                                  <a:gd name="T1" fmla="*/ 1 h 8"/>
                                  <a:gd name="T2" fmla="*/ 6 w 9"/>
                                  <a:gd name="T3" fmla="*/ 0 h 8"/>
                                  <a:gd name="T4" fmla="*/ 4 w 9"/>
                                  <a:gd name="T5" fmla="*/ 0 h 8"/>
                                  <a:gd name="T6" fmla="*/ 3 w 9"/>
                                  <a:gd name="T7" fmla="*/ 1 h 8"/>
                                  <a:gd name="T8" fmla="*/ 1 w 9"/>
                                  <a:gd name="T9" fmla="*/ 3 h 8"/>
                                  <a:gd name="T10" fmla="*/ 0 w 9"/>
                                  <a:gd name="T11" fmla="*/ 4 h 8"/>
                                  <a:gd name="T12" fmla="*/ 0 w 9"/>
                                  <a:gd name="T13" fmla="*/ 5 h 8"/>
                                  <a:gd name="T14" fmla="*/ 1 w 9"/>
                                  <a:gd name="T15" fmla="*/ 7 h 8"/>
                                  <a:gd name="T16" fmla="*/ 3 w 9"/>
                                  <a:gd name="T17" fmla="*/ 8 h 8"/>
                                  <a:gd name="T18" fmla="*/ 3 w 9"/>
                                  <a:gd name="T19" fmla="*/ 8 h 8"/>
                                  <a:gd name="T20" fmla="*/ 4 w 9"/>
                                  <a:gd name="T21" fmla="*/ 8 h 8"/>
                                  <a:gd name="T22" fmla="*/ 6 w 9"/>
                                  <a:gd name="T23" fmla="*/ 8 h 8"/>
                                  <a:gd name="T24" fmla="*/ 7 w 9"/>
                                  <a:gd name="T25" fmla="*/ 8 h 8"/>
                                  <a:gd name="T26" fmla="*/ 9 w 9"/>
                                  <a:gd name="T27" fmla="*/ 7 h 8"/>
                                  <a:gd name="T28" fmla="*/ 9 w 9"/>
                                  <a:gd name="T29" fmla="*/ 5 h 8"/>
                                  <a:gd name="T30" fmla="*/ 9 w 9"/>
                                  <a:gd name="T31" fmla="*/ 4 h 8"/>
                                  <a:gd name="T32" fmla="*/ 9 w 9"/>
                                  <a:gd name="T33" fmla="*/ 3 h 8"/>
                                  <a:gd name="T34" fmla="*/ 7 w 9"/>
                                  <a:gd name="T35" fmla="*/ 1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7" y="1"/>
                                    </a:moveTo>
                                    <a:lnTo>
                                      <a:pt x="6" y="0"/>
                                    </a:lnTo>
                                    <a:lnTo>
                                      <a:pt x="4" y="0"/>
                                    </a:lnTo>
                                    <a:lnTo>
                                      <a:pt x="3" y="1"/>
                                    </a:lnTo>
                                    <a:lnTo>
                                      <a:pt x="1" y="3"/>
                                    </a:lnTo>
                                    <a:lnTo>
                                      <a:pt x="0" y="4"/>
                                    </a:lnTo>
                                    <a:lnTo>
                                      <a:pt x="0" y="5"/>
                                    </a:lnTo>
                                    <a:lnTo>
                                      <a:pt x="1" y="7"/>
                                    </a:lnTo>
                                    <a:lnTo>
                                      <a:pt x="3" y="8"/>
                                    </a:lnTo>
                                    <a:lnTo>
                                      <a:pt x="4" y="8"/>
                                    </a:lnTo>
                                    <a:lnTo>
                                      <a:pt x="6" y="8"/>
                                    </a:lnTo>
                                    <a:lnTo>
                                      <a:pt x="7" y="8"/>
                                    </a:lnTo>
                                    <a:lnTo>
                                      <a:pt x="9" y="7"/>
                                    </a:lnTo>
                                    <a:lnTo>
                                      <a:pt x="9" y="5"/>
                                    </a:lnTo>
                                    <a:lnTo>
                                      <a:pt x="9" y="4"/>
                                    </a:lnTo>
                                    <a:lnTo>
                                      <a:pt x="9" y="3"/>
                                    </a:lnTo>
                                    <a:lnTo>
                                      <a:pt x="7"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85" name="Freeform 189"/>
                              <p:cNvSpPr>
                                <a:spLocks/>
                              </p:cNvSpPr>
                              <p:nvPr/>
                            </p:nvSpPr>
                            <p:spPr bwMode="auto">
                              <a:xfrm>
                                <a:off x="3944" y="1857"/>
                                <a:ext cx="8" cy="9"/>
                              </a:xfrm>
                              <a:custGeom>
                                <a:avLst/>
                                <a:gdLst>
                                  <a:gd name="T0" fmla="*/ 5 w 8"/>
                                  <a:gd name="T1" fmla="*/ 0 h 9"/>
                                  <a:gd name="T2" fmla="*/ 4 w 8"/>
                                  <a:gd name="T3" fmla="*/ 0 h 9"/>
                                  <a:gd name="T4" fmla="*/ 2 w 8"/>
                                  <a:gd name="T5" fmla="*/ 0 h 9"/>
                                  <a:gd name="T6" fmla="*/ 1 w 8"/>
                                  <a:gd name="T7" fmla="*/ 0 h 9"/>
                                  <a:gd name="T8" fmla="*/ 0 w 8"/>
                                  <a:gd name="T9" fmla="*/ 2 h 9"/>
                                  <a:gd name="T10" fmla="*/ 0 w 8"/>
                                  <a:gd name="T11" fmla="*/ 3 h 9"/>
                                  <a:gd name="T12" fmla="*/ 0 w 8"/>
                                  <a:gd name="T13" fmla="*/ 5 h 9"/>
                                  <a:gd name="T14" fmla="*/ 0 w 8"/>
                                  <a:gd name="T15" fmla="*/ 6 h 9"/>
                                  <a:gd name="T16" fmla="*/ 1 w 8"/>
                                  <a:gd name="T17" fmla="*/ 8 h 9"/>
                                  <a:gd name="T18" fmla="*/ 1 w 8"/>
                                  <a:gd name="T19" fmla="*/ 8 h 9"/>
                                  <a:gd name="T20" fmla="*/ 2 w 8"/>
                                  <a:gd name="T21" fmla="*/ 9 h 9"/>
                                  <a:gd name="T22" fmla="*/ 4 w 8"/>
                                  <a:gd name="T23" fmla="*/ 9 h 9"/>
                                  <a:gd name="T24" fmla="*/ 5 w 8"/>
                                  <a:gd name="T25" fmla="*/ 8 h 9"/>
                                  <a:gd name="T26" fmla="*/ 7 w 8"/>
                                  <a:gd name="T27" fmla="*/ 6 h 9"/>
                                  <a:gd name="T28" fmla="*/ 8 w 8"/>
                                  <a:gd name="T29" fmla="*/ 5 h 9"/>
                                  <a:gd name="T30" fmla="*/ 8 w 8"/>
                                  <a:gd name="T31" fmla="*/ 3 h 9"/>
                                  <a:gd name="T32" fmla="*/ 7 w 8"/>
                                  <a:gd name="T33" fmla="*/ 2 h 9"/>
                                  <a:gd name="T34" fmla="*/ 5 w 8"/>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5" y="0"/>
                                    </a:moveTo>
                                    <a:lnTo>
                                      <a:pt x="4" y="0"/>
                                    </a:lnTo>
                                    <a:lnTo>
                                      <a:pt x="2" y="0"/>
                                    </a:lnTo>
                                    <a:lnTo>
                                      <a:pt x="1" y="0"/>
                                    </a:lnTo>
                                    <a:lnTo>
                                      <a:pt x="0" y="2"/>
                                    </a:lnTo>
                                    <a:lnTo>
                                      <a:pt x="0" y="3"/>
                                    </a:lnTo>
                                    <a:lnTo>
                                      <a:pt x="0" y="5"/>
                                    </a:lnTo>
                                    <a:lnTo>
                                      <a:pt x="0" y="6"/>
                                    </a:lnTo>
                                    <a:lnTo>
                                      <a:pt x="1" y="8"/>
                                    </a:lnTo>
                                    <a:lnTo>
                                      <a:pt x="2" y="9"/>
                                    </a:lnTo>
                                    <a:lnTo>
                                      <a:pt x="4" y="9"/>
                                    </a:lnTo>
                                    <a:lnTo>
                                      <a:pt x="5" y="8"/>
                                    </a:lnTo>
                                    <a:lnTo>
                                      <a:pt x="7" y="6"/>
                                    </a:lnTo>
                                    <a:lnTo>
                                      <a:pt x="8" y="5"/>
                                    </a:lnTo>
                                    <a:lnTo>
                                      <a:pt x="8" y="3"/>
                                    </a:lnTo>
                                    <a:lnTo>
                                      <a:pt x="7" y="2"/>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grpSp>
                        <p:grpSp>
                          <p:nvGrpSpPr>
                            <p:cNvPr id="73" name="Group 72"/>
                            <p:cNvGrpSpPr/>
                            <p:nvPr/>
                          </p:nvGrpSpPr>
                          <p:grpSpPr>
                            <a:xfrm>
                              <a:off x="2165350" y="2533650"/>
                              <a:ext cx="5284788" cy="1771650"/>
                              <a:chOff x="2165350" y="2533650"/>
                              <a:chExt cx="5284788" cy="1771650"/>
                            </a:xfrm>
                          </p:grpSpPr>
                          <p:grpSp>
                            <p:nvGrpSpPr>
                              <p:cNvPr id="74" name="Group 117"/>
                              <p:cNvGrpSpPr>
                                <a:grpSpLocks/>
                              </p:cNvGrpSpPr>
                              <p:nvPr/>
                            </p:nvGrpSpPr>
                            <p:grpSpPr bwMode="auto">
                              <a:xfrm>
                                <a:off x="5692775" y="3730625"/>
                                <a:ext cx="541338" cy="187325"/>
                                <a:chOff x="3598" y="2302"/>
                                <a:chExt cx="341" cy="118"/>
                              </a:xfrm>
                            </p:grpSpPr>
                            <p:sp>
                              <p:nvSpPr>
                                <p:cNvPr id="138" name="Freeform 118"/>
                                <p:cNvSpPr>
                                  <a:spLocks/>
                                </p:cNvSpPr>
                                <p:nvPr/>
                              </p:nvSpPr>
                              <p:spPr bwMode="auto">
                                <a:xfrm>
                                  <a:off x="3598" y="2302"/>
                                  <a:ext cx="9" cy="9"/>
                                </a:xfrm>
                                <a:custGeom>
                                  <a:avLst/>
                                  <a:gdLst>
                                    <a:gd name="T0" fmla="*/ 7 w 9"/>
                                    <a:gd name="T1" fmla="*/ 1 h 9"/>
                                    <a:gd name="T2" fmla="*/ 4 w 9"/>
                                    <a:gd name="T3" fmla="*/ 0 h 9"/>
                                    <a:gd name="T4" fmla="*/ 4 w 9"/>
                                    <a:gd name="T5" fmla="*/ 0 h 9"/>
                                    <a:gd name="T6" fmla="*/ 3 w 9"/>
                                    <a:gd name="T7" fmla="*/ 1 h 9"/>
                                    <a:gd name="T8" fmla="*/ 1 w 9"/>
                                    <a:gd name="T9" fmla="*/ 3 h 9"/>
                                    <a:gd name="T10" fmla="*/ 0 w 9"/>
                                    <a:gd name="T11" fmla="*/ 4 h 9"/>
                                    <a:gd name="T12" fmla="*/ 0 w 9"/>
                                    <a:gd name="T13" fmla="*/ 4 h 9"/>
                                    <a:gd name="T14" fmla="*/ 1 w 9"/>
                                    <a:gd name="T15" fmla="*/ 6 h 9"/>
                                    <a:gd name="T16" fmla="*/ 3 w 9"/>
                                    <a:gd name="T17" fmla="*/ 9 h 9"/>
                                    <a:gd name="T18" fmla="*/ 3 w 9"/>
                                    <a:gd name="T19" fmla="*/ 9 h 9"/>
                                    <a:gd name="T20" fmla="*/ 4 w 9"/>
                                    <a:gd name="T21" fmla="*/ 9 h 9"/>
                                    <a:gd name="T22" fmla="*/ 4 w 9"/>
                                    <a:gd name="T23" fmla="*/ 9 h 9"/>
                                    <a:gd name="T24" fmla="*/ 6 w 9"/>
                                    <a:gd name="T25" fmla="*/ 7 h 9"/>
                                    <a:gd name="T26" fmla="*/ 7 w 9"/>
                                    <a:gd name="T27" fmla="*/ 6 h 9"/>
                                    <a:gd name="T28" fmla="*/ 9 w 9"/>
                                    <a:gd name="T29" fmla="*/ 4 h 9"/>
                                    <a:gd name="T30" fmla="*/ 9 w 9"/>
                                    <a:gd name="T31" fmla="*/ 4 h 9"/>
                                    <a:gd name="T32" fmla="*/ 7 w 9"/>
                                    <a:gd name="T33" fmla="*/ 3 h 9"/>
                                    <a:gd name="T34" fmla="*/ 7 w 9"/>
                                    <a:gd name="T35" fmla="*/ 1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7" y="1"/>
                                      </a:moveTo>
                                      <a:lnTo>
                                        <a:pt x="4" y="0"/>
                                      </a:lnTo>
                                      <a:lnTo>
                                        <a:pt x="3" y="1"/>
                                      </a:lnTo>
                                      <a:lnTo>
                                        <a:pt x="1" y="3"/>
                                      </a:lnTo>
                                      <a:lnTo>
                                        <a:pt x="0" y="4"/>
                                      </a:lnTo>
                                      <a:lnTo>
                                        <a:pt x="1" y="6"/>
                                      </a:lnTo>
                                      <a:lnTo>
                                        <a:pt x="3" y="9"/>
                                      </a:lnTo>
                                      <a:lnTo>
                                        <a:pt x="4" y="9"/>
                                      </a:lnTo>
                                      <a:lnTo>
                                        <a:pt x="6" y="7"/>
                                      </a:lnTo>
                                      <a:lnTo>
                                        <a:pt x="7" y="6"/>
                                      </a:lnTo>
                                      <a:lnTo>
                                        <a:pt x="9" y="4"/>
                                      </a:lnTo>
                                      <a:lnTo>
                                        <a:pt x="7" y="3"/>
                                      </a:lnTo>
                                      <a:lnTo>
                                        <a:pt x="7"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39" name="Freeform 119"/>
                                <p:cNvSpPr>
                                  <a:spLocks/>
                                </p:cNvSpPr>
                                <p:nvPr/>
                              </p:nvSpPr>
                              <p:spPr bwMode="auto">
                                <a:xfrm>
                                  <a:off x="3611" y="2312"/>
                                  <a:ext cx="9" cy="9"/>
                                </a:xfrm>
                                <a:custGeom>
                                  <a:avLst/>
                                  <a:gdLst>
                                    <a:gd name="T0" fmla="*/ 7 w 9"/>
                                    <a:gd name="T1" fmla="*/ 2 h 9"/>
                                    <a:gd name="T2" fmla="*/ 6 w 9"/>
                                    <a:gd name="T3" fmla="*/ 0 h 9"/>
                                    <a:gd name="T4" fmla="*/ 4 w 9"/>
                                    <a:gd name="T5" fmla="*/ 0 h 9"/>
                                    <a:gd name="T6" fmla="*/ 3 w 9"/>
                                    <a:gd name="T7" fmla="*/ 2 h 9"/>
                                    <a:gd name="T8" fmla="*/ 1 w 9"/>
                                    <a:gd name="T9" fmla="*/ 3 h 9"/>
                                    <a:gd name="T10" fmla="*/ 0 w 9"/>
                                    <a:gd name="T11" fmla="*/ 4 h 9"/>
                                    <a:gd name="T12" fmla="*/ 0 w 9"/>
                                    <a:gd name="T13" fmla="*/ 6 h 9"/>
                                    <a:gd name="T14" fmla="*/ 1 w 9"/>
                                    <a:gd name="T15" fmla="*/ 7 h 9"/>
                                    <a:gd name="T16" fmla="*/ 3 w 9"/>
                                    <a:gd name="T17" fmla="*/ 9 h 9"/>
                                    <a:gd name="T18" fmla="*/ 3 w 9"/>
                                    <a:gd name="T19" fmla="*/ 9 h 9"/>
                                    <a:gd name="T20" fmla="*/ 4 w 9"/>
                                    <a:gd name="T21" fmla="*/ 9 h 9"/>
                                    <a:gd name="T22" fmla="*/ 6 w 9"/>
                                    <a:gd name="T23" fmla="*/ 9 h 9"/>
                                    <a:gd name="T24" fmla="*/ 7 w 9"/>
                                    <a:gd name="T25" fmla="*/ 9 h 9"/>
                                    <a:gd name="T26" fmla="*/ 9 w 9"/>
                                    <a:gd name="T27" fmla="*/ 7 h 9"/>
                                    <a:gd name="T28" fmla="*/ 9 w 9"/>
                                    <a:gd name="T29" fmla="*/ 6 h 9"/>
                                    <a:gd name="T30" fmla="*/ 9 w 9"/>
                                    <a:gd name="T31" fmla="*/ 4 h 9"/>
                                    <a:gd name="T32" fmla="*/ 9 w 9"/>
                                    <a:gd name="T33" fmla="*/ 3 h 9"/>
                                    <a:gd name="T34" fmla="*/ 7 w 9"/>
                                    <a:gd name="T35" fmla="*/ 2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7" y="2"/>
                                      </a:moveTo>
                                      <a:lnTo>
                                        <a:pt x="6" y="0"/>
                                      </a:lnTo>
                                      <a:lnTo>
                                        <a:pt x="4" y="0"/>
                                      </a:lnTo>
                                      <a:lnTo>
                                        <a:pt x="3" y="2"/>
                                      </a:lnTo>
                                      <a:lnTo>
                                        <a:pt x="1" y="3"/>
                                      </a:lnTo>
                                      <a:lnTo>
                                        <a:pt x="0" y="4"/>
                                      </a:lnTo>
                                      <a:lnTo>
                                        <a:pt x="0" y="6"/>
                                      </a:lnTo>
                                      <a:lnTo>
                                        <a:pt x="1" y="7"/>
                                      </a:lnTo>
                                      <a:lnTo>
                                        <a:pt x="3" y="9"/>
                                      </a:lnTo>
                                      <a:lnTo>
                                        <a:pt x="4" y="9"/>
                                      </a:lnTo>
                                      <a:lnTo>
                                        <a:pt x="6" y="9"/>
                                      </a:lnTo>
                                      <a:lnTo>
                                        <a:pt x="7" y="9"/>
                                      </a:lnTo>
                                      <a:lnTo>
                                        <a:pt x="9" y="7"/>
                                      </a:lnTo>
                                      <a:lnTo>
                                        <a:pt x="9" y="6"/>
                                      </a:lnTo>
                                      <a:lnTo>
                                        <a:pt x="9" y="4"/>
                                      </a:lnTo>
                                      <a:lnTo>
                                        <a:pt x="9" y="3"/>
                                      </a:lnTo>
                                      <a:lnTo>
                                        <a:pt x="7"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40" name="Freeform 120"/>
                                <p:cNvSpPr>
                                  <a:spLocks/>
                                </p:cNvSpPr>
                                <p:nvPr/>
                              </p:nvSpPr>
                              <p:spPr bwMode="auto">
                                <a:xfrm>
                                  <a:off x="3624" y="2324"/>
                                  <a:ext cx="9" cy="8"/>
                                </a:xfrm>
                                <a:custGeom>
                                  <a:avLst/>
                                  <a:gdLst>
                                    <a:gd name="T0" fmla="*/ 7 w 9"/>
                                    <a:gd name="T1" fmla="*/ 1 h 8"/>
                                    <a:gd name="T2" fmla="*/ 6 w 9"/>
                                    <a:gd name="T3" fmla="*/ 0 h 8"/>
                                    <a:gd name="T4" fmla="*/ 4 w 9"/>
                                    <a:gd name="T5" fmla="*/ 0 h 8"/>
                                    <a:gd name="T6" fmla="*/ 3 w 9"/>
                                    <a:gd name="T7" fmla="*/ 1 h 8"/>
                                    <a:gd name="T8" fmla="*/ 2 w 9"/>
                                    <a:gd name="T9" fmla="*/ 3 h 8"/>
                                    <a:gd name="T10" fmla="*/ 0 w 9"/>
                                    <a:gd name="T11" fmla="*/ 4 h 8"/>
                                    <a:gd name="T12" fmla="*/ 0 w 9"/>
                                    <a:gd name="T13" fmla="*/ 6 h 8"/>
                                    <a:gd name="T14" fmla="*/ 2 w 9"/>
                                    <a:gd name="T15" fmla="*/ 7 h 8"/>
                                    <a:gd name="T16" fmla="*/ 3 w 9"/>
                                    <a:gd name="T17" fmla="*/ 8 h 8"/>
                                    <a:gd name="T18" fmla="*/ 3 w 9"/>
                                    <a:gd name="T19" fmla="*/ 8 h 8"/>
                                    <a:gd name="T20" fmla="*/ 4 w 9"/>
                                    <a:gd name="T21" fmla="*/ 8 h 8"/>
                                    <a:gd name="T22" fmla="*/ 6 w 9"/>
                                    <a:gd name="T23" fmla="*/ 8 h 8"/>
                                    <a:gd name="T24" fmla="*/ 7 w 9"/>
                                    <a:gd name="T25" fmla="*/ 8 h 8"/>
                                    <a:gd name="T26" fmla="*/ 9 w 9"/>
                                    <a:gd name="T27" fmla="*/ 7 h 8"/>
                                    <a:gd name="T28" fmla="*/ 9 w 9"/>
                                    <a:gd name="T29" fmla="*/ 6 h 8"/>
                                    <a:gd name="T30" fmla="*/ 9 w 9"/>
                                    <a:gd name="T31" fmla="*/ 4 h 8"/>
                                    <a:gd name="T32" fmla="*/ 9 w 9"/>
                                    <a:gd name="T33" fmla="*/ 3 h 8"/>
                                    <a:gd name="T34" fmla="*/ 7 w 9"/>
                                    <a:gd name="T35" fmla="*/ 1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7" y="1"/>
                                      </a:moveTo>
                                      <a:lnTo>
                                        <a:pt x="6" y="0"/>
                                      </a:lnTo>
                                      <a:lnTo>
                                        <a:pt x="4" y="0"/>
                                      </a:lnTo>
                                      <a:lnTo>
                                        <a:pt x="3" y="1"/>
                                      </a:lnTo>
                                      <a:lnTo>
                                        <a:pt x="2" y="3"/>
                                      </a:lnTo>
                                      <a:lnTo>
                                        <a:pt x="0" y="4"/>
                                      </a:lnTo>
                                      <a:lnTo>
                                        <a:pt x="0" y="6"/>
                                      </a:lnTo>
                                      <a:lnTo>
                                        <a:pt x="2" y="7"/>
                                      </a:lnTo>
                                      <a:lnTo>
                                        <a:pt x="3" y="8"/>
                                      </a:lnTo>
                                      <a:lnTo>
                                        <a:pt x="4" y="8"/>
                                      </a:lnTo>
                                      <a:lnTo>
                                        <a:pt x="6" y="8"/>
                                      </a:lnTo>
                                      <a:lnTo>
                                        <a:pt x="7" y="8"/>
                                      </a:lnTo>
                                      <a:lnTo>
                                        <a:pt x="9" y="7"/>
                                      </a:lnTo>
                                      <a:lnTo>
                                        <a:pt x="9" y="6"/>
                                      </a:lnTo>
                                      <a:lnTo>
                                        <a:pt x="9" y="4"/>
                                      </a:lnTo>
                                      <a:lnTo>
                                        <a:pt x="9" y="3"/>
                                      </a:lnTo>
                                      <a:lnTo>
                                        <a:pt x="7"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41" name="Freeform 121"/>
                                <p:cNvSpPr>
                                  <a:spLocks/>
                                </p:cNvSpPr>
                                <p:nvPr/>
                              </p:nvSpPr>
                              <p:spPr bwMode="auto">
                                <a:xfrm>
                                  <a:off x="3637" y="2335"/>
                                  <a:ext cx="9" cy="9"/>
                                </a:xfrm>
                                <a:custGeom>
                                  <a:avLst/>
                                  <a:gdLst>
                                    <a:gd name="T0" fmla="*/ 7 w 9"/>
                                    <a:gd name="T1" fmla="*/ 2 h 9"/>
                                    <a:gd name="T2" fmla="*/ 6 w 9"/>
                                    <a:gd name="T3" fmla="*/ 0 h 9"/>
                                    <a:gd name="T4" fmla="*/ 4 w 9"/>
                                    <a:gd name="T5" fmla="*/ 0 h 9"/>
                                    <a:gd name="T6" fmla="*/ 3 w 9"/>
                                    <a:gd name="T7" fmla="*/ 2 h 9"/>
                                    <a:gd name="T8" fmla="*/ 2 w 9"/>
                                    <a:gd name="T9" fmla="*/ 3 h 9"/>
                                    <a:gd name="T10" fmla="*/ 0 w 9"/>
                                    <a:gd name="T11" fmla="*/ 5 h 9"/>
                                    <a:gd name="T12" fmla="*/ 0 w 9"/>
                                    <a:gd name="T13" fmla="*/ 6 h 9"/>
                                    <a:gd name="T14" fmla="*/ 2 w 9"/>
                                    <a:gd name="T15" fmla="*/ 8 h 9"/>
                                    <a:gd name="T16" fmla="*/ 3 w 9"/>
                                    <a:gd name="T17" fmla="*/ 9 h 9"/>
                                    <a:gd name="T18" fmla="*/ 3 w 9"/>
                                    <a:gd name="T19" fmla="*/ 9 h 9"/>
                                    <a:gd name="T20" fmla="*/ 4 w 9"/>
                                    <a:gd name="T21" fmla="*/ 9 h 9"/>
                                    <a:gd name="T22" fmla="*/ 6 w 9"/>
                                    <a:gd name="T23" fmla="*/ 9 h 9"/>
                                    <a:gd name="T24" fmla="*/ 7 w 9"/>
                                    <a:gd name="T25" fmla="*/ 9 h 9"/>
                                    <a:gd name="T26" fmla="*/ 9 w 9"/>
                                    <a:gd name="T27" fmla="*/ 8 h 9"/>
                                    <a:gd name="T28" fmla="*/ 9 w 9"/>
                                    <a:gd name="T29" fmla="*/ 6 h 9"/>
                                    <a:gd name="T30" fmla="*/ 9 w 9"/>
                                    <a:gd name="T31" fmla="*/ 5 h 9"/>
                                    <a:gd name="T32" fmla="*/ 9 w 9"/>
                                    <a:gd name="T33" fmla="*/ 3 h 9"/>
                                    <a:gd name="T34" fmla="*/ 7 w 9"/>
                                    <a:gd name="T35" fmla="*/ 2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7" y="2"/>
                                      </a:moveTo>
                                      <a:lnTo>
                                        <a:pt x="6" y="0"/>
                                      </a:lnTo>
                                      <a:lnTo>
                                        <a:pt x="4" y="0"/>
                                      </a:lnTo>
                                      <a:lnTo>
                                        <a:pt x="3" y="2"/>
                                      </a:lnTo>
                                      <a:lnTo>
                                        <a:pt x="2" y="3"/>
                                      </a:lnTo>
                                      <a:lnTo>
                                        <a:pt x="0" y="5"/>
                                      </a:lnTo>
                                      <a:lnTo>
                                        <a:pt x="0" y="6"/>
                                      </a:lnTo>
                                      <a:lnTo>
                                        <a:pt x="2" y="8"/>
                                      </a:lnTo>
                                      <a:lnTo>
                                        <a:pt x="3" y="9"/>
                                      </a:lnTo>
                                      <a:lnTo>
                                        <a:pt x="4" y="9"/>
                                      </a:lnTo>
                                      <a:lnTo>
                                        <a:pt x="6" y="9"/>
                                      </a:lnTo>
                                      <a:lnTo>
                                        <a:pt x="7" y="9"/>
                                      </a:lnTo>
                                      <a:lnTo>
                                        <a:pt x="9" y="8"/>
                                      </a:lnTo>
                                      <a:lnTo>
                                        <a:pt x="9" y="6"/>
                                      </a:lnTo>
                                      <a:lnTo>
                                        <a:pt x="9" y="5"/>
                                      </a:lnTo>
                                      <a:lnTo>
                                        <a:pt x="9" y="3"/>
                                      </a:lnTo>
                                      <a:lnTo>
                                        <a:pt x="7"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42" name="Freeform 122"/>
                                <p:cNvSpPr>
                                  <a:spLocks/>
                                </p:cNvSpPr>
                                <p:nvPr/>
                              </p:nvSpPr>
                              <p:spPr bwMode="auto">
                                <a:xfrm>
                                  <a:off x="3650" y="2347"/>
                                  <a:ext cx="9" cy="9"/>
                                </a:xfrm>
                                <a:custGeom>
                                  <a:avLst/>
                                  <a:gdLst>
                                    <a:gd name="T0" fmla="*/ 7 w 9"/>
                                    <a:gd name="T1" fmla="*/ 1 h 9"/>
                                    <a:gd name="T2" fmla="*/ 6 w 9"/>
                                    <a:gd name="T3" fmla="*/ 0 h 9"/>
                                    <a:gd name="T4" fmla="*/ 5 w 9"/>
                                    <a:gd name="T5" fmla="*/ 0 h 9"/>
                                    <a:gd name="T6" fmla="*/ 3 w 9"/>
                                    <a:gd name="T7" fmla="*/ 1 h 9"/>
                                    <a:gd name="T8" fmla="*/ 2 w 9"/>
                                    <a:gd name="T9" fmla="*/ 3 h 9"/>
                                    <a:gd name="T10" fmla="*/ 0 w 9"/>
                                    <a:gd name="T11" fmla="*/ 4 h 9"/>
                                    <a:gd name="T12" fmla="*/ 0 w 9"/>
                                    <a:gd name="T13" fmla="*/ 6 h 9"/>
                                    <a:gd name="T14" fmla="*/ 2 w 9"/>
                                    <a:gd name="T15" fmla="*/ 7 h 9"/>
                                    <a:gd name="T16" fmla="*/ 3 w 9"/>
                                    <a:gd name="T17" fmla="*/ 9 h 9"/>
                                    <a:gd name="T18" fmla="*/ 3 w 9"/>
                                    <a:gd name="T19" fmla="*/ 9 h 9"/>
                                    <a:gd name="T20" fmla="*/ 5 w 9"/>
                                    <a:gd name="T21" fmla="*/ 9 h 9"/>
                                    <a:gd name="T22" fmla="*/ 6 w 9"/>
                                    <a:gd name="T23" fmla="*/ 9 h 9"/>
                                    <a:gd name="T24" fmla="*/ 7 w 9"/>
                                    <a:gd name="T25" fmla="*/ 9 h 9"/>
                                    <a:gd name="T26" fmla="*/ 9 w 9"/>
                                    <a:gd name="T27" fmla="*/ 7 h 9"/>
                                    <a:gd name="T28" fmla="*/ 9 w 9"/>
                                    <a:gd name="T29" fmla="*/ 6 h 9"/>
                                    <a:gd name="T30" fmla="*/ 9 w 9"/>
                                    <a:gd name="T31" fmla="*/ 4 h 9"/>
                                    <a:gd name="T32" fmla="*/ 9 w 9"/>
                                    <a:gd name="T33" fmla="*/ 3 h 9"/>
                                    <a:gd name="T34" fmla="*/ 7 w 9"/>
                                    <a:gd name="T35" fmla="*/ 1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7" y="1"/>
                                      </a:moveTo>
                                      <a:lnTo>
                                        <a:pt x="6" y="0"/>
                                      </a:lnTo>
                                      <a:lnTo>
                                        <a:pt x="5" y="0"/>
                                      </a:lnTo>
                                      <a:lnTo>
                                        <a:pt x="3" y="1"/>
                                      </a:lnTo>
                                      <a:lnTo>
                                        <a:pt x="2" y="3"/>
                                      </a:lnTo>
                                      <a:lnTo>
                                        <a:pt x="0" y="4"/>
                                      </a:lnTo>
                                      <a:lnTo>
                                        <a:pt x="0" y="6"/>
                                      </a:lnTo>
                                      <a:lnTo>
                                        <a:pt x="2" y="7"/>
                                      </a:lnTo>
                                      <a:lnTo>
                                        <a:pt x="3" y="9"/>
                                      </a:lnTo>
                                      <a:lnTo>
                                        <a:pt x="5" y="9"/>
                                      </a:lnTo>
                                      <a:lnTo>
                                        <a:pt x="6" y="9"/>
                                      </a:lnTo>
                                      <a:lnTo>
                                        <a:pt x="7" y="9"/>
                                      </a:lnTo>
                                      <a:lnTo>
                                        <a:pt x="9" y="7"/>
                                      </a:lnTo>
                                      <a:lnTo>
                                        <a:pt x="9" y="6"/>
                                      </a:lnTo>
                                      <a:lnTo>
                                        <a:pt x="9" y="4"/>
                                      </a:lnTo>
                                      <a:lnTo>
                                        <a:pt x="9" y="3"/>
                                      </a:lnTo>
                                      <a:lnTo>
                                        <a:pt x="7"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43" name="Freeform 123"/>
                                <p:cNvSpPr>
                                  <a:spLocks/>
                                </p:cNvSpPr>
                                <p:nvPr/>
                              </p:nvSpPr>
                              <p:spPr bwMode="auto">
                                <a:xfrm>
                                  <a:off x="3665" y="2359"/>
                                  <a:ext cx="8" cy="8"/>
                                </a:xfrm>
                                <a:custGeom>
                                  <a:avLst/>
                                  <a:gdLst>
                                    <a:gd name="T0" fmla="*/ 6 w 8"/>
                                    <a:gd name="T1" fmla="*/ 1 h 8"/>
                                    <a:gd name="T2" fmla="*/ 4 w 8"/>
                                    <a:gd name="T3" fmla="*/ 0 h 8"/>
                                    <a:gd name="T4" fmla="*/ 3 w 8"/>
                                    <a:gd name="T5" fmla="*/ 0 h 8"/>
                                    <a:gd name="T6" fmla="*/ 1 w 8"/>
                                    <a:gd name="T7" fmla="*/ 1 h 8"/>
                                    <a:gd name="T8" fmla="*/ 0 w 8"/>
                                    <a:gd name="T9" fmla="*/ 2 h 8"/>
                                    <a:gd name="T10" fmla="*/ 0 w 8"/>
                                    <a:gd name="T11" fmla="*/ 4 h 8"/>
                                    <a:gd name="T12" fmla="*/ 0 w 8"/>
                                    <a:gd name="T13" fmla="*/ 5 h 8"/>
                                    <a:gd name="T14" fmla="*/ 0 w 8"/>
                                    <a:gd name="T15" fmla="*/ 7 h 8"/>
                                    <a:gd name="T16" fmla="*/ 1 w 8"/>
                                    <a:gd name="T17" fmla="*/ 8 h 8"/>
                                    <a:gd name="T18" fmla="*/ 1 w 8"/>
                                    <a:gd name="T19" fmla="*/ 8 h 8"/>
                                    <a:gd name="T20" fmla="*/ 3 w 8"/>
                                    <a:gd name="T21" fmla="*/ 8 h 8"/>
                                    <a:gd name="T22" fmla="*/ 4 w 8"/>
                                    <a:gd name="T23" fmla="*/ 8 h 8"/>
                                    <a:gd name="T24" fmla="*/ 6 w 8"/>
                                    <a:gd name="T25" fmla="*/ 8 h 8"/>
                                    <a:gd name="T26" fmla="*/ 7 w 8"/>
                                    <a:gd name="T27" fmla="*/ 7 h 8"/>
                                    <a:gd name="T28" fmla="*/ 8 w 8"/>
                                    <a:gd name="T29" fmla="*/ 5 h 8"/>
                                    <a:gd name="T30" fmla="*/ 8 w 8"/>
                                    <a:gd name="T31" fmla="*/ 4 h 8"/>
                                    <a:gd name="T32" fmla="*/ 7 w 8"/>
                                    <a:gd name="T33" fmla="*/ 2 h 8"/>
                                    <a:gd name="T34" fmla="*/ 6 w 8"/>
                                    <a:gd name="T35" fmla="*/ 1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8"/>
                                    <a:gd name="T56" fmla="*/ 8 w 8"/>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8">
                                      <a:moveTo>
                                        <a:pt x="6" y="1"/>
                                      </a:moveTo>
                                      <a:lnTo>
                                        <a:pt x="4" y="0"/>
                                      </a:lnTo>
                                      <a:lnTo>
                                        <a:pt x="3" y="0"/>
                                      </a:lnTo>
                                      <a:lnTo>
                                        <a:pt x="1" y="1"/>
                                      </a:lnTo>
                                      <a:lnTo>
                                        <a:pt x="0" y="2"/>
                                      </a:lnTo>
                                      <a:lnTo>
                                        <a:pt x="0" y="4"/>
                                      </a:lnTo>
                                      <a:lnTo>
                                        <a:pt x="0" y="5"/>
                                      </a:lnTo>
                                      <a:lnTo>
                                        <a:pt x="0" y="7"/>
                                      </a:lnTo>
                                      <a:lnTo>
                                        <a:pt x="1" y="8"/>
                                      </a:lnTo>
                                      <a:lnTo>
                                        <a:pt x="3" y="8"/>
                                      </a:lnTo>
                                      <a:lnTo>
                                        <a:pt x="4" y="8"/>
                                      </a:lnTo>
                                      <a:lnTo>
                                        <a:pt x="6" y="8"/>
                                      </a:lnTo>
                                      <a:lnTo>
                                        <a:pt x="7" y="7"/>
                                      </a:lnTo>
                                      <a:lnTo>
                                        <a:pt x="8" y="5"/>
                                      </a:lnTo>
                                      <a:lnTo>
                                        <a:pt x="8" y="4"/>
                                      </a:lnTo>
                                      <a:lnTo>
                                        <a:pt x="7" y="2"/>
                                      </a:lnTo>
                                      <a:lnTo>
                                        <a:pt x="6"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44" name="Freeform 124"/>
                                <p:cNvSpPr>
                                  <a:spLocks/>
                                </p:cNvSpPr>
                                <p:nvPr/>
                              </p:nvSpPr>
                              <p:spPr bwMode="auto">
                                <a:xfrm>
                                  <a:off x="3678" y="2369"/>
                                  <a:ext cx="9" cy="8"/>
                                </a:xfrm>
                                <a:custGeom>
                                  <a:avLst/>
                                  <a:gdLst>
                                    <a:gd name="T0" fmla="*/ 6 w 9"/>
                                    <a:gd name="T1" fmla="*/ 1 h 8"/>
                                    <a:gd name="T2" fmla="*/ 4 w 9"/>
                                    <a:gd name="T3" fmla="*/ 0 h 8"/>
                                    <a:gd name="T4" fmla="*/ 3 w 9"/>
                                    <a:gd name="T5" fmla="*/ 0 h 8"/>
                                    <a:gd name="T6" fmla="*/ 1 w 9"/>
                                    <a:gd name="T7" fmla="*/ 1 h 8"/>
                                    <a:gd name="T8" fmla="*/ 0 w 9"/>
                                    <a:gd name="T9" fmla="*/ 3 h 8"/>
                                    <a:gd name="T10" fmla="*/ 0 w 9"/>
                                    <a:gd name="T11" fmla="*/ 4 h 8"/>
                                    <a:gd name="T12" fmla="*/ 0 w 9"/>
                                    <a:gd name="T13" fmla="*/ 6 h 8"/>
                                    <a:gd name="T14" fmla="*/ 0 w 9"/>
                                    <a:gd name="T15" fmla="*/ 7 h 8"/>
                                    <a:gd name="T16" fmla="*/ 1 w 9"/>
                                    <a:gd name="T17" fmla="*/ 8 h 8"/>
                                    <a:gd name="T18" fmla="*/ 1 w 9"/>
                                    <a:gd name="T19" fmla="*/ 8 h 8"/>
                                    <a:gd name="T20" fmla="*/ 3 w 9"/>
                                    <a:gd name="T21" fmla="*/ 8 h 8"/>
                                    <a:gd name="T22" fmla="*/ 4 w 9"/>
                                    <a:gd name="T23" fmla="*/ 8 h 8"/>
                                    <a:gd name="T24" fmla="*/ 6 w 9"/>
                                    <a:gd name="T25" fmla="*/ 8 h 8"/>
                                    <a:gd name="T26" fmla="*/ 7 w 9"/>
                                    <a:gd name="T27" fmla="*/ 7 h 8"/>
                                    <a:gd name="T28" fmla="*/ 9 w 9"/>
                                    <a:gd name="T29" fmla="*/ 6 h 8"/>
                                    <a:gd name="T30" fmla="*/ 9 w 9"/>
                                    <a:gd name="T31" fmla="*/ 4 h 8"/>
                                    <a:gd name="T32" fmla="*/ 7 w 9"/>
                                    <a:gd name="T33" fmla="*/ 3 h 8"/>
                                    <a:gd name="T34" fmla="*/ 6 w 9"/>
                                    <a:gd name="T35" fmla="*/ 1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6" y="1"/>
                                      </a:moveTo>
                                      <a:lnTo>
                                        <a:pt x="4" y="0"/>
                                      </a:lnTo>
                                      <a:lnTo>
                                        <a:pt x="3" y="0"/>
                                      </a:lnTo>
                                      <a:lnTo>
                                        <a:pt x="1" y="1"/>
                                      </a:lnTo>
                                      <a:lnTo>
                                        <a:pt x="0" y="3"/>
                                      </a:lnTo>
                                      <a:lnTo>
                                        <a:pt x="0" y="4"/>
                                      </a:lnTo>
                                      <a:lnTo>
                                        <a:pt x="0" y="6"/>
                                      </a:lnTo>
                                      <a:lnTo>
                                        <a:pt x="0" y="7"/>
                                      </a:lnTo>
                                      <a:lnTo>
                                        <a:pt x="1" y="8"/>
                                      </a:lnTo>
                                      <a:lnTo>
                                        <a:pt x="3" y="8"/>
                                      </a:lnTo>
                                      <a:lnTo>
                                        <a:pt x="4" y="8"/>
                                      </a:lnTo>
                                      <a:lnTo>
                                        <a:pt x="6" y="8"/>
                                      </a:lnTo>
                                      <a:lnTo>
                                        <a:pt x="7" y="7"/>
                                      </a:lnTo>
                                      <a:lnTo>
                                        <a:pt x="9" y="6"/>
                                      </a:lnTo>
                                      <a:lnTo>
                                        <a:pt x="9" y="4"/>
                                      </a:lnTo>
                                      <a:lnTo>
                                        <a:pt x="7" y="3"/>
                                      </a:lnTo>
                                      <a:lnTo>
                                        <a:pt x="6"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45" name="Freeform 125"/>
                                <p:cNvSpPr>
                                  <a:spLocks/>
                                </p:cNvSpPr>
                                <p:nvPr/>
                              </p:nvSpPr>
                              <p:spPr bwMode="auto">
                                <a:xfrm>
                                  <a:off x="3692" y="2380"/>
                                  <a:ext cx="9" cy="9"/>
                                </a:xfrm>
                                <a:custGeom>
                                  <a:avLst/>
                                  <a:gdLst>
                                    <a:gd name="T0" fmla="*/ 6 w 9"/>
                                    <a:gd name="T1" fmla="*/ 0 h 9"/>
                                    <a:gd name="T2" fmla="*/ 5 w 9"/>
                                    <a:gd name="T3" fmla="*/ 0 h 9"/>
                                    <a:gd name="T4" fmla="*/ 3 w 9"/>
                                    <a:gd name="T5" fmla="*/ 0 h 9"/>
                                    <a:gd name="T6" fmla="*/ 2 w 9"/>
                                    <a:gd name="T7" fmla="*/ 0 h 9"/>
                                    <a:gd name="T8" fmla="*/ 0 w 9"/>
                                    <a:gd name="T9" fmla="*/ 2 h 9"/>
                                    <a:gd name="T10" fmla="*/ 0 w 9"/>
                                    <a:gd name="T11" fmla="*/ 3 h 9"/>
                                    <a:gd name="T12" fmla="*/ 0 w 9"/>
                                    <a:gd name="T13" fmla="*/ 5 h 9"/>
                                    <a:gd name="T14" fmla="*/ 0 w 9"/>
                                    <a:gd name="T15" fmla="*/ 6 h 9"/>
                                    <a:gd name="T16" fmla="*/ 2 w 9"/>
                                    <a:gd name="T17" fmla="*/ 8 h 9"/>
                                    <a:gd name="T18" fmla="*/ 2 w 9"/>
                                    <a:gd name="T19" fmla="*/ 8 h 9"/>
                                    <a:gd name="T20" fmla="*/ 3 w 9"/>
                                    <a:gd name="T21" fmla="*/ 9 h 9"/>
                                    <a:gd name="T22" fmla="*/ 5 w 9"/>
                                    <a:gd name="T23" fmla="*/ 9 h 9"/>
                                    <a:gd name="T24" fmla="*/ 6 w 9"/>
                                    <a:gd name="T25" fmla="*/ 8 h 9"/>
                                    <a:gd name="T26" fmla="*/ 8 w 9"/>
                                    <a:gd name="T27" fmla="*/ 6 h 9"/>
                                    <a:gd name="T28" fmla="*/ 9 w 9"/>
                                    <a:gd name="T29" fmla="*/ 5 h 9"/>
                                    <a:gd name="T30" fmla="*/ 9 w 9"/>
                                    <a:gd name="T31" fmla="*/ 3 h 9"/>
                                    <a:gd name="T32" fmla="*/ 8 w 9"/>
                                    <a:gd name="T33" fmla="*/ 2 h 9"/>
                                    <a:gd name="T34" fmla="*/ 6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6" y="0"/>
                                      </a:moveTo>
                                      <a:lnTo>
                                        <a:pt x="5" y="0"/>
                                      </a:lnTo>
                                      <a:lnTo>
                                        <a:pt x="3" y="0"/>
                                      </a:lnTo>
                                      <a:lnTo>
                                        <a:pt x="2" y="0"/>
                                      </a:lnTo>
                                      <a:lnTo>
                                        <a:pt x="0" y="2"/>
                                      </a:lnTo>
                                      <a:lnTo>
                                        <a:pt x="0" y="3"/>
                                      </a:lnTo>
                                      <a:lnTo>
                                        <a:pt x="0" y="5"/>
                                      </a:lnTo>
                                      <a:lnTo>
                                        <a:pt x="0" y="6"/>
                                      </a:lnTo>
                                      <a:lnTo>
                                        <a:pt x="2" y="8"/>
                                      </a:lnTo>
                                      <a:lnTo>
                                        <a:pt x="3" y="9"/>
                                      </a:lnTo>
                                      <a:lnTo>
                                        <a:pt x="5" y="9"/>
                                      </a:lnTo>
                                      <a:lnTo>
                                        <a:pt x="6" y="8"/>
                                      </a:lnTo>
                                      <a:lnTo>
                                        <a:pt x="8" y="6"/>
                                      </a:lnTo>
                                      <a:lnTo>
                                        <a:pt x="9" y="5"/>
                                      </a:lnTo>
                                      <a:lnTo>
                                        <a:pt x="9" y="3"/>
                                      </a:lnTo>
                                      <a:lnTo>
                                        <a:pt x="8" y="2"/>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46" name="Freeform 126"/>
                                <p:cNvSpPr>
                                  <a:spLocks/>
                                </p:cNvSpPr>
                                <p:nvPr/>
                              </p:nvSpPr>
                              <p:spPr bwMode="auto">
                                <a:xfrm>
                                  <a:off x="3707" y="2389"/>
                                  <a:ext cx="9" cy="9"/>
                                </a:xfrm>
                                <a:custGeom>
                                  <a:avLst/>
                                  <a:gdLst>
                                    <a:gd name="T0" fmla="*/ 6 w 9"/>
                                    <a:gd name="T1" fmla="*/ 2 h 9"/>
                                    <a:gd name="T2" fmla="*/ 4 w 9"/>
                                    <a:gd name="T3" fmla="*/ 0 h 9"/>
                                    <a:gd name="T4" fmla="*/ 3 w 9"/>
                                    <a:gd name="T5" fmla="*/ 0 h 9"/>
                                    <a:gd name="T6" fmla="*/ 1 w 9"/>
                                    <a:gd name="T7" fmla="*/ 2 h 9"/>
                                    <a:gd name="T8" fmla="*/ 0 w 9"/>
                                    <a:gd name="T9" fmla="*/ 3 h 9"/>
                                    <a:gd name="T10" fmla="*/ 0 w 9"/>
                                    <a:gd name="T11" fmla="*/ 4 h 9"/>
                                    <a:gd name="T12" fmla="*/ 0 w 9"/>
                                    <a:gd name="T13" fmla="*/ 6 h 9"/>
                                    <a:gd name="T14" fmla="*/ 0 w 9"/>
                                    <a:gd name="T15" fmla="*/ 7 h 9"/>
                                    <a:gd name="T16" fmla="*/ 1 w 9"/>
                                    <a:gd name="T17" fmla="*/ 9 h 9"/>
                                    <a:gd name="T18" fmla="*/ 1 w 9"/>
                                    <a:gd name="T19" fmla="*/ 9 h 9"/>
                                    <a:gd name="T20" fmla="*/ 3 w 9"/>
                                    <a:gd name="T21" fmla="*/ 9 h 9"/>
                                    <a:gd name="T22" fmla="*/ 4 w 9"/>
                                    <a:gd name="T23" fmla="*/ 9 h 9"/>
                                    <a:gd name="T24" fmla="*/ 6 w 9"/>
                                    <a:gd name="T25" fmla="*/ 9 h 9"/>
                                    <a:gd name="T26" fmla="*/ 7 w 9"/>
                                    <a:gd name="T27" fmla="*/ 7 h 9"/>
                                    <a:gd name="T28" fmla="*/ 9 w 9"/>
                                    <a:gd name="T29" fmla="*/ 6 h 9"/>
                                    <a:gd name="T30" fmla="*/ 9 w 9"/>
                                    <a:gd name="T31" fmla="*/ 4 h 9"/>
                                    <a:gd name="T32" fmla="*/ 7 w 9"/>
                                    <a:gd name="T33" fmla="*/ 3 h 9"/>
                                    <a:gd name="T34" fmla="*/ 6 w 9"/>
                                    <a:gd name="T35" fmla="*/ 2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6" y="2"/>
                                      </a:moveTo>
                                      <a:lnTo>
                                        <a:pt x="4" y="0"/>
                                      </a:lnTo>
                                      <a:lnTo>
                                        <a:pt x="3" y="0"/>
                                      </a:lnTo>
                                      <a:lnTo>
                                        <a:pt x="1" y="2"/>
                                      </a:lnTo>
                                      <a:lnTo>
                                        <a:pt x="0" y="3"/>
                                      </a:lnTo>
                                      <a:lnTo>
                                        <a:pt x="0" y="4"/>
                                      </a:lnTo>
                                      <a:lnTo>
                                        <a:pt x="0" y="6"/>
                                      </a:lnTo>
                                      <a:lnTo>
                                        <a:pt x="0" y="7"/>
                                      </a:lnTo>
                                      <a:lnTo>
                                        <a:pt x="1" y="9"/>
                                      </a:lnTo>
                                      <a:lnTo>
                                        <a:pt x="3" y="9"/>
                                      </a:lnTo>
                                      <a:lnTo>
                                        <a:pt x="4" y="9"/>
                                      </a:lnTo>
                                      <a:lnTo>
                                        <a:pt x="6" y="9"/>
                                      </a:lnTo>
                                      <a:lnTo>
                                        <a:pt x="7" y="7"/>
                                      </a:lnTo>
                                      <a:lnTo>
                                        <a:pt x="9" y="6"/>
                                      </a:lnTo>
                                      <a:lnTo>
                                        <a:pt x="9" y="4"/>
                                      </a:lnTo>
                                      <a:lnTo>
                                        <a:pt x="7" y="3"/>
                                      </a:lnTo>
                                      <a:lnTo>
                                        <a:pt x="6"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47" name="Freeform 127"/>
                                <p:cNvSpPr>
                                  <a:spLocks/>
                                </p:cNvSpPr>
                                <p:nvPr/>
                              </p:nvSpPr>
                              <p:spPr bwMode="auto">
                                <a:xfrm>
                                  <a:off x="3721" y="2398"/>
                                  <a:ext cx="9" cy="9"/>
                                </a:xfrm>
                                <a:custGeom>
                                  <a:avLst/>
                                  <a:gdLst>
                                    <a:gd name="T0" fmla="*/ 5 w 9"/>
                                    <a:gd name="T1" fmla="*/ 0 h 9"/>
                                    <a:gd name="T2" fmla="*/ 3 w 9"/>
                                    <a:gd name="T3" fmla="*/ 0 h 9"/>
                                    <a:gd name="T4" fmla="*/ 2 w 9"/>
                                    <a:gd name="T5" fmla="*/ 1 h 9"/>
                                    <a:gd name="T6" fmla="*/ 0 w 9"/>
                                    <a:gd name="T7" fmla="*/ 3 h 9"/>
                                    <a:gd name="T8" fmla="*/ 0 w 9"/>
                                    <a:gd name="T9" fmla="*/ 4 h 9"/>
                                    <a:gd name="T10" fmla="*/ 0 w 9"/>
                                    <a:gd name="T11" fmla="*/ 6 h 9"/>
                                    <a:gd name="T12" fmla="*/ 0 w 9"/>
                                    <a:gd name="T13" fmla="*/ 7 h 9"/>
                                    <a:gd name="T14" fmla="*/ 2 w 9"/>
                                    <a:gd name="T15" fmla="*/ 9 h 9"/>
                                    <a:gd name="T16" fmla="*/ 3 w 9"/>
                                    <a:gd name="T17" fmla="*/ 9 h 9"/>
                                    <a:gd name="T18" fmla="*/ 3 w 9"/>
                                    <a:gd name="T19" fmla="*/ 9 h 9"/>
                                    <a:gd name="T20" fmla="*/ 5 w 9"/>
                                    <a:gd name="T21" fmla="*/ 9 h 9"/>
                                    <a:gd name="T22" fmla="*/ 6 w 9"/>
                                    <a:gd name="T23" fmla="*/ 9 h 9"/>
                                    <a:gd name="T24" fmla="*/ 8 w 9"/>
                                    <a:gd name="T25" fmla="*/ 7 h 9"/>
                                    <a:gd name="T26" fmla="*/ 9 w 9"/>
                                    <a:gd name="T27" fmla="*/ 6 h 9"/>
                                    <a:gd name="T28" fmla="*/ 9 w 9"/>
                                    <a:gd name="T29" fmla="*/ 4 h 9"/>
                                    <a:gd name="T30" fmla="*/ 8 w 9"/>
                                    <a:gd name="T31" fmla="*/ 3 h 9"/>
                                    <a:gd name="T32" fmla="*/ 6 w 9"/>
                                    <a:gd name="T33" fmla="*/ 1 h 9"/>
                                    <a:gd name="T34" fmla="*/ 5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5" y="0"/>
                                      </a:moveTo>
                                      <a:lnTo>
                                        <a:pt x="3" y="0"/>
                                      </a:lnTo>
                                      <a:lnTo>
                                        <a:pt x="2" y="1"/>
                                      </a:lnTo>
                                      <a:lnTo>
                                        <a:pt x="0" y="3"/>
                                      </a:lnTo>
                                      <a:lnTo>
                                        <a:pt x="0" y="4"/>
                                      </a:lnTo>
                                      <a:lnTo>
                                        <a:pt x="0" y="6"/>
                                      </a:lnTo>
                                      <a:lnTo>
                                        <a:pt x="0" y="7"/>
                                      </a:lnTo>
                                      <a:lnTo>
                                        <a:pt x="2" y="9"/>
                                      </a:lnTo>
                                      <a:lnTo>
                                        <a:pt x="3" y="9"/>
                                      </a:lnTo>
                                      <a:lnTo>
                                        <a:pt x="5" y="9"/>
                                      </a:lnTo>
                                      <a:lnTo>
                                        <a:pt x="6" y="9"/>
                                      </a:lnTo>
                                      <a:lnTo>
                                        <a:pt x="8" y="7"/>
                                      </a:lnTo>
                                      <a:lnTo>
                                        <a:pt x="9" y="6"/>
                                      </a:lnTo>
                                      <a:lnTo>
                                        <a:pt x="9" y="4"/>
                                      </a:lnTo>
                                      <a:lnTo>
                                        <a:pt x="8" y="3"/>
                                      </a:lnTo>
                                      <a:lnTo>
                                        <a:pt x="6"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48" name="Freeform 128"/>
                                <p:cNvSpPr>
                                  <a:spLocks/>
                                </p:cNvSpPr>
                                <p:nvPr/>
                              </p:nvSpPr>
                              <p:spPr bwMode="auto">
                                <a:xfrm>
                                  <a:off x="3737" y="2405"/>
                                  <a:ext cx="9" cy="9"/>
                                </a:xfrm>
                                <a:custGeom>
                                  <a:avLst/>
                                  <a:gdLst>
                                    <a:gd name="T0" fmla="*/ 5 w 9"/>
                                    <a:gd name="T1" fmla="*/ 0 h 9"/>
                                    <a:gd name="T2" fmla="*/ 3 w 9"/>
                                    <a:gd name="T3" fmla="*/ 0 h 9"/>
                                    <a:gd name="T4" fmla="*/ 2 w 9"/>
                                    <a:gd name="T5" fmla="*/ 2 h 9"/>
                                    <a:gd name="T6" fmla="*/ 0 w 9"/>
                                    <a:gd name="T7" fmla="*/ 3 h 9"/>
                                    <a:gd name="T8" fmla="*/ 0 w 9"/>
                                    <a:gd name="T9" fmla="*/ 4 h 9"/>
                                    <a:gd name="T10" fmla="*/ 0 w 9"/>
                                    <a:gd name="T11" fmla="*/ 6 h 9"/>
                                    <a:gd name="T12" fmla="*/ 0 w 9"/>
                                    <a:gd name="T13" fmla="*/ 7 h 9"/>
                                    <a:gd name="T14" fmla="*/ 2 w 9"/>
                                    <a:gd name="T15" fmla="*/ 9 h 9"/>
                                    <a:gd name="T16" fmla="*/ 3 w 9"/>
                                    <a:gd name="T17" fmla="*/ 9 h 9"/>
                                    <a:gd name="T18" fmla="*/ 3 w 9"/>
                                    <a:gd name="T19" fmla="*/ 9 h 9"/>
                                    <a:gd name="T20" fmla="*/ 5 w 9"/>
                                    <a:gd name="T21" fmla="*/ 9 h 9"/>
                                    <a:gd name="T22" fmla="*/ 6 w 9"/>
                                    <a:gd name="T23" fmla="*/ 9 h 9"/>
                                    <a:gd name="T24" fmla="*/ 8 w 9"/>
                                    <a:gd name="T25" fmla="*/ 7 h 9"/>
                                    <a:gd name="T26" fmla="*/ 9 w 9"/>
                                    <a:gd name="T27" fmla="*/ 6 h 9"/>
                                    <a:gd name="T28" fmla="*/ 9 w 9"/>
                                    <a:gd name="T29" fmla="*/ 4 h 9"/>
                                    <a:gd name="T30" fmla="*/ 8 w 9"/>
                                    <a:gd name="T31" fmla="*/ 3 h 9"/>
                                    <a:gd name="T32" fmla="*/ 6 w 9"/>
                                    <a:gd name="T33" fmla="*/ 2 h 9"/>
                                    <a:gd name="T34" fmla="*/ 5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5" y="0"/>
                                      </a:moveTo>
                                      <a:lnTo>
                                        <a:pt x="3" y="0"/>
                                      </a:lnTo>
                                      <a:lnTo>
                                        <a:pt x="2" y="2"/>
                                      </a:lnTo>
                                      <a:lnTo>
                                        <a:pt x="0" y="3"/>
                                      </a:lnTo>
                                      <a:lnTo>
                                        <a:pt x="0" y="4"/>
                                      </a:lnTo>
                                      <a:lnTo>
                                        <a:pt x="0" y="6"/>
                                      </a:lnTo>
                                      <a:lnTo>
                                        <a:pt x="0" y="7"/>
                                      </a:lnTo>
                                      <a:lnTo>
                                        <a:pt x="2" y="9"/>
                                      </a:lnTo>
                                      <a:lnTo>
                                        <a:pt x="3" y="9"/>
                                      </a:lnTo>
                                      <a:lnTo>
                                        <a:pt x="5" y="9"/>
                                      </a:lnTo>
                                      <a:lnTo>
                                        <a:pt x="6" y="9"/>
                                      </a:lnTo>
                                      <a:lnTo>
                                        <a:pt x="8" y="7"/>
                                      </a:lnTo>
                                      <a:lnTo>
                                        <a:pt x="9" y="6"/>
                                      </a:lnTo>
                                      <a:lnTo>
                                        <a:pt x="9" y="4"/>
                                      </a:lnTo>
                                      <a:lnTo>
                                        <a:pt x="8" y="3"/>
                                      </a:lnTo>
                                      <a:lnTo>
                                        <a:pt x="6" y="2"/>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49" name="Freeform 129"/>
                                <p:cNvSpPr>
                                  <a:spLocks/>
                                </p:cNvSpPr>
                                <p:nvPr/>
                              </p:nvSpPr>
                              <p:spPr bwMode="auto">
                                <a:xfrm>
                                  <a:off x="3753" y="2409"/>
                                  <a:ext cx="9" cy="9"/>
                                </a:xfrm>
                                <a:custGeom>
                                  <a:avLst/>
                                  <a:gdLst>
                                    <a:gd name="T0" fmla="*/ 6 w 9"/>
                                    <a:gd name="T1" fmla="*/ 0 h 9"/>
                                    <a:gd name="T2" fmla="*/ 5 w 9"/>
                                    <a:gd name="T3" fmla="*/ 0 h 9"/>
                                    <a:gd name="T4" fmla="*/ 3 w 9"/>
                                    <a:gd name="T5" fmla="*/ 2 h 9"/>
                                    <a:gd name="T6" fmla="*/ 2 w 9"/>
                                    <a:gd name="T7" fmla="*/ 3 h 9"/>
                                    <a:gd name="T8" fmla="*/ 0 w 9"/>
                                    <a:gd name="T9" fmla="*/ 5 h 9"/>
                                    <a:gd name="T10" fmla="*/ 0 w 9"/>
                                    <a:gd name="T11" fmla="*/ 6 h 9"/>
                                    <a:gd name="T12" fmla="*/ 2 w 9"/>
                                    <a:gd name="T13" fmla="*/ 8 h 9"/>
                                    <a:gd name="T14" fmla="*/ 3 w 9"/>
                                    <a:gd name="T15" fmla="*/ 9 h 9"/>
                                    <a:gd name="T16" fmla="*/ 5 w 9"/>
                                    <a:gd name="T17" fmla="*/ 9 h 9"/>
                                    <a:gd name="T18" fmla="*/ 5 w 9"/>
                                    <a:gd name="T19" fmla="*/ 9 h 9"/>
                                    <a:gd name="T20" fmla="*/ 6 w 9"/>
                                    <a:gd name="T21" fmla="*/ 9 h 9"/>
                                    <a:gd name="T22" fmla="*/ 8 w 9"/>
                                    <a:gd name="T23" fmla="*/ 9 h 9"/>
                                    <a:gd name="T24" fmla="*/ 9 w 9"/>
                                    <a:gd name="T25" fmla="*/ 8 h 9"/>
                                    <a:gd name="T26" fmla="*/ 9 w 9"/>
                                    <a:gd name="T27" fmla="*/ 6 h 9"/>
                                    <a:gd name="T28" fmla="*/ 9 w 9"/>
                                    <a:gd name="T29" fmla="*/ 5 h 9"/>
                                    <a:gd name="T30" fmla="*/ 9 w 9"/>
                                    <a:gd name="T31" fmla="*/ 3 h 9"/>
                                    <a:gd name="T32" fmla="*/ 8 w 9"/>
                                    <a:gd name="T33" fmla="*/ 2 h 9"/>
                                    <a:gd name="T34" fmla="*/ 6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6" y="0"/>
                                      </a:moveTo>
                                      <a:lnTo>
                                        <a:pt x="5" y="0"/>
                                      </a:lnTo>
                                      <a:lnTo>
                                        <a:pt x="3" y="2"/>
                                      </a:lnTo>
                                      <a:lnTo>
                                        <a:pt x="2" y="3"/>
                                      </a:lnTo>
                                      <a:lnTo>
                                        <a:pt x="0" y="5"/>
                                      </a:lnTo>
                                      <a:lnTo>
                                        <a:pt x="0" y="6"/>
                                      </a:lnTo>
                                      <a:lnTo>
                                        <a:pt x="2" y="8"/>
                                      </a:lnTo>
                                      <a:lnTo>
                                        <a:pt x="3" y="9"/>
                                      </a:lnTo>
                                      <a:lnTo>
                                        <a:pt x="5" y="9"/>
                                      </a:lnTo>
                                      <a:lnTo>
                                        <a:pt x="6" y="9"/>
                                      </a:lnTo>
                                      <a:lnTo>
                                        <a:pt x="8" y="9"/>
                                      </a:lnTo>
                                      <a:lnTo>
                                        <a:pt x="9" y="8"/>
                                      </a:lnTo>
                                      <a:lnTo>
                                        <a:pt x="9" y="6"/>
                                      </a:lnTo>
                                      <a:lnTo>
                                        <a:pt x="9" y="5"/>
                                      </a:lnTo>
                                      <a:lnTo>
                                        <a:pt x="9" y="3"/>
                                      </a:lnTo>
                                      <a:lnTo>
                                        <a:pt x="8" y="2"/>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50" name="Freeform 130"/>
                                <p:cNvSpPr>
                                  <a:spLocks/>
                                </p:cNvSpPr>
                                <p:nvPr/>
                              </p:nvSpPr>
                              <p:spPr bwMode="auto">
                                <a:xfrm>
                                  <a:off x="3771" y="2411"/>
                                  <a:ext cx="8" cy="9"/>
                                </a:xfrm>
                                <a:custGeom>
                                  <a:avLst/>
                                  <a:gdLst>
                                    <a:gd name="T0" fmla="*/ 6 w 8"/>
                                    <a:gd name="T1" fmla="*/ 0 h 9"/>
                                    <a:gd name="T2" fmla="*/ 4 w 8"/>
                                    <a:gd name="T3" fmla="*/ 0 h 9"/>
                                    <a:gd name="T4" fmla="*/ 3 w 8"/>
                                    <a:gd name="T5" fmla="*/ 0 h 9"/>
                                    <a:gd name="T6" fmla="*/ 1 w 8"/>
                                    <a:gd name="T7" fmla="*/ 1 h 9"/>
                                    <a:gd name="T8" fmla="*/ 0 w 8"/>
                                    <a:gd name="T9" fmla="*/ 3 h 9"/>
                                    <a:gd name="T10" fmla="*/ 0 w 8"/>
                                    <a:gd name="T11" fmla="*/ 4 h 9"/>
                                    <a:gd name="T12" fmla="*/ 1 w 8"/>
                                    <a:gd name="T13" fmla="*/ 6 h 9"/>
                                    <a:gd name="T14" fmla="*/ 3 w 8"/>
                                    <a:gd name="T15" fmla="*/ 7 h 9"/>
                                    <a:gd name="T16" fmla="*/ 4 w 8"/>
                                    <a:gd name="T17" fmla="*/ 9 h 9"/>
                                    <a:gd name="T18" fmla="*/ 4 w 8"/>
                                    <a:gd name="T19" fmla="*/ 9 h 9"/>
                                    <a:gd name="T20" fmla="*/ 6 w 8"/>
                                    <a:gd name="T21" fmla="*/ 9 h 9"/>
                                    <a:gd name="T22" fmla="*/ 7 w 8"/>
                                    <a:gd name="T23" fmla="*/ 7 h 9"/>
                                    <a:gd name="T24" fmla="*/ 8 w 8"/>
                                    <a:gd name="T25" fmla="*/ 6 h 9"/>
                                    <a:gd name="T26" fmla="*/ 8 w 8"/>
                                    <a:gd name="T27" fmla="*/ 4 h 9"/>
                                    <a:gd name="T28" fmla="*/ 8 w 8"/>
                                    <a:gd name="T29" fmla="*/ 3 h 9"/>
                                    <a:gd name="T30" fmla="*/ 8 w 8"/>
                                    <a:gd name="T31" fmla="*/ 1 h 9"/>
                                    <a:gd name="T32" fmla="*/ 7 w 8"/>
                                    <a:gd name="T33" fmla="*/ 0 h 9"/>
                                    <a:gd name="T34" fmla="*/ 6 w 8"/>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6" y="0"/>
                                      </a:moveTo>
                                      <a:lnTo>
                                        <a:pt x="4" y="0"/>
                                      </a:lnTo>
                                      <a:lnTo>
                                        <a:pt x="3" y="0"/>
                                      </a:lnTo>
                                      <a:lnTo>
                                        <a:pt x="1" y="1"/>
                                      </a:lnTo>
                                      <a:lnTo>
                                        <a:pt x="0" y="3"/>
                                      </a:lnTo>
                                      <a:lnTo>
                                        <a:pt x="0" y="4"/>
                                      </a:lnTo>
                                      <a:lnTo>
                                        <a:pt x="1" y="6"/>
                                      </a:lnTo>
                                      <a:lnTo>
                                        <a:pt x="3" y="7"/>
                                      </a:lnTo>
                                      <a:lnTo>
                                        <a:pt x="4" y="9"/>
                                      </a:lnTo>
                                      <a:lnTo>
                                        <a:pt x="6" y="9"/>
                                      </a:lnTo>
                                      <a:lnTo>
                                        <a:pt x="7" y="7"/>
                                      </a:lnTo>
                                      <a:lnTo>
                                        <a:pt x="8" y="6"/>
                                      </a:lnTo>
                                      <a:lnTo>
                                        <a:pt x="8" y="4"/>
                                      </a:lnTo>
                                      <a:lnTo>
                                        <a:pt x="8" y="3"/>
                                      </a:lnTo>
                                      <a:lnTo>
                                        <a:pt x="8" y="1"/>
                                      </a:lnTo>
                                      <a:lnTo>
                                        <a:pt x="7" y="0"/>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51" name="Freeform 131"/>
                                <p:cNvSpPr>
                                  <a:spLocks/>
                                </p:cNvSpPr>
                                <p:nvPr/>
                              </p:nvSpPr>
                              <p:spPr bwMode="auto">
                                <a:xfrm>
                                  <a:off x="3788" y="2407"/>
                                  <a:ext cx="9" cy="8"/>
                                </a:xfrm>
                                <a:custGeom>
                                  <a:avLst/>
                                  <a:gdLst>
                                    <a:gd name="T0" fmla="*/ 3 w 9"/>
                                    <a:gd name="T1" fmla="*/ 0 h 8"/>
                                    <a:gd name="T2" fmla="*/ 2 w 9"/>
                                    <a:gd name="T3" fmla="*/ 0 h 8"/>
                                    <a:gd name="T4" fmla="*/ 0 w 9"/>
                                    <a:gd name="T5" fmla="*/ 1 h 8"/>
                                    <a:gd name="T6" fmla="*/ 0 w 9"/>
                                    <a:gd name="T7" fmla="*/ 2 h 8"/>
                                    <a:gd name="T8" fmla="*/ 0 w 9"/>
                                    <a:gd name="T9" fmla="*/ 4 h 8"/>
                                    <a:gd name="T10" fmla="*/ 0 w 9"/>
                                    <a:gd name="T11" fmla="*/ 5 h 8"/>
                                    <a:gd name="T12" fmla="*/ 2 w 9"/>
                                    <a:gd name="T13" fmla="*/ 7 h 8"/>
                                    <a:gd name="T14" fmla="*/ 3 w 9"/>
                                    <a:gd name="T15" fmla="*/ 8 h 8"/>
                                    <a:gd name="T16" fmla="*/ 5 w 9"/>
                                    <a:gd name="T17" fmla="*/ 8 h 8"/>
                                    <a:gd name="T18" fmla="*/ 5 w 9"/>
                                    <a:gd name="T19" fmla="*/ 8 h 8"/>
                                    <a:gd name="T20" fmla="*/ 6 w 9"/>
                                    <a:gd name="T21" fmla="*/ 7 h 8"/>
                                    <a:gd name="T22" fmla="*/ 7 w 9"/>
                                    <a:gd name="T23" fmla="*/ 5 h 8"/>
                                    <a:gd name="T24" fmla="*/ 9 w 9"/>
                                    <a:gd name="T25" fmla="*/ 4 h 8"/>
                                    <a:gd name="T26" fmla="*/ 9 w 9"/>
                                    <a:gd name="T27" fmla="*/ 2 h 8"/>
                                    <a:gd name="T28" fmla="*/ 7 w 9"/>
                                    <a:gd name="T29" fmla="*/ 1 h 8"/>
                                    <a:gd name="T30" fmla="*/ 6 w 9"/>
                                    <a:gd name="T31" fmla="*/ 0 h 8"/>
                                    <a:gd name="T32" fmla="*/ 5 w 9"/>
                                    <a:gd name="T33" fmla="*/ 0 h 8"/>
                                    <a:gd name="T34" fmla="*/ 3 w 9"/>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3" y="0"/>
                                      </a:moveTo>
                                      <a:lnTo>
                                        <a:pt x="2" y="0"/>
                                      </a:lnTo>
                                      <a:lnTo>
                                        <a:pt x="0" y="1"/>
                                      </a:lnTo>
                                      <a:lnTo>
                                        <a:pt x="0" y="2"/>
                                      </a:lnTo>
                                      <a:lnTo>
                                        <a:pt x="0" y="4"/>
                                      </a:lnTo>
                                      <a:lnTo>
                                        <a:pt x="0" y="5"/>
                                      </a:lnTo>
                                      <a:lnTo>
                                        <a:pt x="2" y="7"/>
                                      </a:lnTo>
                                      <a:lnTo>
                                        <a:pt x="3" y="8"/>
                                      </a:lnTo>
                                      <a:lnTo>
                                        <a:pt x="5" y="8"/>
                                      </a:lnTo>
                                      <a:lnTo>
                                        <a:pt x="6" y="7"/>
                                      </a:lnTo>
                                      <a:lnTo>
                                        <a:pt x="7" y="5"/>
                                      </a:lnTo>
                                      <a:lnTo>
                                        <a:pt x="9" y="4"/>
                                      </a:lnTo>
                                      <a:lnTo>
                                        <a:pt x="9" y="2"/>
                                      </a:lnTo>
                                      <a:lnTo>
                                        <a:pt x="7" y="1"/>
                                      </a:lnTo>
                                      <a:lnTo>
                                        <a:pt x="6" y="0"/>
                                      </a:lnTo>
                                      <a:lnTo>
                                        <a:pt x="5"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52" name="Freeform 132"/>
                                <p:cNvSpPr>
                                  <a:spLocks/>
                                </p:cNvSpPr>
                                <p:nvPr/>
                              </p:nvSpPr>
                              <p:spPr bwMode="auto">
                                <a:xfrm>
                                  <a:off x="3804" y="2399"/>
                                  <a:ext cx="9" cy="9"/>
                                </a:xfrm>
                                <a:custGeom>
                                  <a:avLst/>
                                  <a:gdLst>
                                    <a:gd name="T0" fmla="*/ 4 w 9"/>
                                    <a:gd name="T1" fmla="*/ 0 h 9"/>
                                    <a:gd name="T2" fmla="*/ 3 w 9"/>
                                    <a:gd name="T3" fmla="*/ 2 h 9"/>
                                    <a:gd name="T4" fmla="*/ 2 w 9"/>
                                    <a:gd name="T5" fmla="*/ 3 h 9"/>
                                    <a:gd name="T6" fmla="*/ 0 w 9"/>
                                    <a:gd name="T7" fmla="*/ 5 h 9"/>
                                    <a:gd name="T8" fmla="*/ 0 w 9"/>
                                    <a:gd name="T9" fmla="*/ 6 h 9"/>
                                    <a:gd name="T10" fmla="*/ 2 w 9"/>
                                    <a:gd name="T11" fmla="*/ 8 h 9"/>
                                    <a:gd name="T12" fmla="*/ 3 w 9"/>
                                    <a:gd name="T13" fmla="*/ 9 h 9"/>
                                    <a:gd name="T14" fmla="*/ 4 w 9"/>
                                    <a:gd name="T15" fmla="*/ 9 h 9"/>
                                    <a:gd name="T16" fmla="*/ 6 w 9"/>
                                    <a:gd name="T17" fmla="*/ 9 h 9"/>
                                    <a:gd name="T18" fmla="*/ 6 w 9"/>
                                    <a:gd name="T19" fmla="*/ 9 h 9"/>
                                    <a:gd name="T20" fmla="*/ 7 w 9"/>
                                    <a:gd name="T21" fmla="*/ 9 h 9"/>
                                    <a:gd name="T22" fmla="*/ 9 w 9"/>
                                    <a:gd name="T23" fmla="*/ 8 h 9"/>
                                    <a:gd name="T24" fmla="*/ 9 w 9"/>
                                    <a:gd name="T25" fmla="*/ 6 h 9"/>
                                    <a:gd name="T26" fmla="*/ 9 w 9"/>
                                    <a:gd name="T27" fmla="*/ 5 h 9"/>
                                    <a:gd name="T28" fmla="*/ 9 w 9"/>
                                    <a:gd name="T29" fmla="*/ 3 h 9"/>
                                    <a:gd name="T30" fmla="*/ 7 w 9"/>
                                    <a:gd name="T31" fmla="*/ 2 h 9"/>
                                    <a:gd name="T32" fmla="*/ 6 w 9"/>
                                    <a:gd name="T33" fmla="*/ 0 h 9"/>
                                    <a:gd name="T34" fmla="*/ 4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4" y="0"/>
                                      </a:moveTo>
                                      <a:lnTo>
                                        <a:pt x="3" y="2"/>
                                      </a:lnTo>
                                      <a:lnTo>
                                        <a:pt x="2" y="3"/>
                                      </a:lnTo>
                                      <a:lnTo>
                                        <a:pt x="0" y="5"/>
                                      </a:lnTo>
                                      <a:lnTo>
                                        <a:pt x="0" y="6"/>
                                      </a:lnTo>
                                      <a:lnTo>
                                        <a:pt x="2" y="8"/>
                                      </a:lnTo>
                                      <a:lnTo>
                                        <a:pt x="3" y="9"/>
                                      </a:lnTo>
                                      <a:lnTo>
                                        <a:pt x="4" y="9"/>
                                      </a:lnTo>
                                      <a:lnTo>
                                        <a:pt x="6" y="9"/>
                                      </a:lnTo>
                                      <a:lnTo>
                                        <a:pt x="7" y="9"/>
                                      </a:lnTo>
                                      <a:lnTo>
                                        <a:pt x="9" y="8"/>
                                      </a:lnTo>
                                      <a:lnTo>
                                        <a:pt x="9" y="6"/>
                                      </a:lnTo>
                                      <a:lnTo>
                                        <a:pt x="9" y="5"/>
                                      </a:lnTo>
                                      <a:lnTo>
                                        <a:pt x="9" y="3"/>
                                      </a:lnTo>
                                      <a:lnTo>
                                        <a:pt x="7" y="2"/>
                                      </a:lnTo>
                                      <a:lnTo>
                                        <a:pt x="6"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53" name="Freeform 133"/>
                                <p:cNvSpPr>
                                  <a:spLocks/>
                                </p:cNvSpPr>
                                <p:nvPr/>
                              </p:nvSpPr>
                              <p:spPr bwMode="auto">
                                <a:xfrm>
                                  <a:off x="3820" y="2391"/>
                                  <a:ext cx="9" cy="8"/>
                                </a:xfrm>
                                <a:custGeom>
                                  <a:avLst/>
                                  <a:gdLst>
                                    <a:gd name="T0" fmla="*/ 2 w 9"/>
                                    <a:gd name="T1" fmla="*/ 1 h 8"/>
                                    <a:gd name="T2" fmla="*/ 0 w 9"/>
                                    <a:gd name="T3" fmla="*/ 2 h 8"/>
                                    <a:gd name="T4" fmla="*/ 0 w 9"/>
                                    <a:gd name="T5" fmla="*/ 4 h 8"/>
                                    <a:gd name="T6" fmla="*/ 0 w 9"/>
                                    <a:gd name="T7" fmla="*/ 5 h 8"/>
                                    <a:gd name="T8" fmla="*/ 0 w 9"/>
                                    <a:gd name="T9" fmla="*/ 7 h 8"/>
                                    <a:gd name="T10" fmla="*/ 2 w 9"/>
                                    <a:gd name="T11" fmla="*/ 8 h 8"/>
                                    <a:gd name="T12" fmla="*/ 3 w 9"/>
                                    <a:gd name="T13" fmla="*/ 8 h 8"/>
                                    <a:gd name="T14" fmla="*/ 4 w 9"/>
                                    <a:gd name="T15" fmla="*/ 8 h 8"/>
                                    <a:gd name="T16" fmla="*/ 6 w 9"/>
                                    <a:gd name="T17" fmla="*/ 8 h 8"/>
                                    <a:gd name="T18" fmla="*/ 6 w 9"/>
                                    <a:gd name="T19" fmla="*/ 8 h 8"/>
                                    <a:gd name="T20" fmla="*/ 7 w 9"/>
                                    <a:gd name="T21" fmla="*/ 7 h 8"/>
                                    <a:gd name="T22" fmla="*/ 9 w 9"/>
                                    <a:gd name="T23" fmla="*/ 5 h 8"/>
                                    <a:gd name="T24" fmla="*/ 9 w 9"/>
                                    <a:gd name="T25" fmla="*/ 4 h 8"/>
                                    <a:gd name="T26" fmla="*/ 7 w 9"/>
                                    <a:gd name="T27" fmla="*/ 2 h 8"/>
                                    <a:gd name="T28" fmla="*/ 6 w 9"/>
                                    <a:gd name="T29" fmla="*/ 1 h 8"/>
                                    <a:gd name="T30" fmla="*/ 4 w 9"/>
                                    <a:gd name="T31" fmla="*/ 0 h 8"/>
                                    <a:gd name="T32" fmla="*/ 3 w 9"/>
                                    <a:gd name="T33" fmla="*/ 0 h 8"/>
                                    <a:gd name="T34" fmla="*/ 2 w 9"/>
                                    <a:gd name="T35" fmla="*/ 1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2" y="1"/>
                                      </a:moveTo>
                                      <a:lnTo>
                                        <a:pt x="0" y="2"/>
                                      </a:lnTo>
                                      <a:lnTo>
                                        <a:pt x="0" y="4"/>
                                      </a:lnTo>
                                      <a:lnTo>
                                        <a:pt x="0" y="5"/>
                                      </a:lnTo>
                                      <a:lnTo>
                                        <a:pt x="0" y="7"/>
                                      </a:lnTo>
                                      <a:lnTo>
                                        <a:pt x="2" y="8"/>
                                      </a:lnTo>
                                      <a:lnTo>
                                        <a:pt x="3" y="8"/>
                                      </a:lnTo>
                                      <a:lnTo>
                                        <a:pt x="4" y="8"/>
                                      </a:lnTo>
                                      <a:lnTo>
                                        <a:pt x="6" y="8"/>
                                      </a:lnTo>
                                      <a:lnTo>
                                        <a:pt x="7" y="7"/>
                                      </a:lnTo>
                                      <a:lnTo>
                                        <a:pt x="9" y="5"/>
                                      </a:lnTo>
                                      <a:lnTo>
                                        <a:pt x="9" y="4"/>
                                      </a:lnTo>
                                      <a:lnTo>
                                        <a:pt x="7" y="2"/>
                                      </a:lnTo>
                                      <a:lnTo>
                                        <a:pt x="6" y="1"/>
                                      </a:lnTo>
                                      <a:lnTo>
                                        <a:pt x="4" y="0"/>
                                      </a:lnTo>
                                      <a:lnTo>
                                        <a:pt x="3" y="0"/>
                                      </a:lnTo>
                                      <a:lnTo>
                                        <a:pt x="2"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54" name="Freeform 134"/>
                                <p:cNvSpPr>
                                  <a:spLocks/>
                                </p:cNvSpPr>
                                <p:nvPr/>
                              </p:nvSpPr>
                              <p:spPr bwMode="auto">
                                <a:xfrm>
                                  <a:off x="3835" y="2382"/>
                                  <a:ext cx="8" cy="9"/>
                                </a:xfrm>
                                <a:custGeom>
                                  <a:avLst/>
                                  <a:gdLst>
                                    <a:gd name="T0" fmla="*/ 1 w 8"/>
                                    <a:gd name="T1" fmla="*/ 1 h 9"/>
                                    <a:gd name="T2" fmla="*/ 0 w 8"/>
                                    <a:gd name="T3" fmla="*/ 3 h 9"/>
                                    <a:gd name="T4" fmla="*/ 0 w 8"/>
                                    <a:gd name="T5" fmla="*/ 4 h 9"/>
                                    <a:gd name="T6" fmla="*/ 0 w 8"/>
                                    <a:gd name="T7" fmla="*/ 6 h 9"/>
                                    <a:gd name="T8" fmla="*/ 0 w 8"/>
                                    <a:gd name="T9" fmla="*/ 7 h 9"/>
                                    <a:gd name="T10" fmla="*/ 1 w 8"/>
                                    <a:gd name="T11" fmla="*/ 9 h 9"/>
                                    <a:gd name="T12" fmla="*/ 3 w 8"/>
                                    <a:gd name="T13" fmla="*/ 9 h 9"/>
                                    <a:gd name="T14" fmla="*/ 4 w 8"/>
                                    <a:gd name="T15" fmla="*/ 9 h 9"/>
                                    <a:gd name="T16" fmla="*/ 5 w 8"/>
                                    <a:gd name="T17" fmla="*/ 9 h 9"/>
                                    <a:gd name="T18" fmla="*/ 5 w 8"/>
                                    <a:gd name="T19" fmla="*/ 9 h 9"/>
                                    <a:gd name="T20" fmla="*/ 7 w 8"/>
                                    <a:gd name="T21" fmla="*/ 7 h 9"/>
                                    <a:gd name="T22" fmla="*/ 8 w 8"/>
                                    <a:gd name="T23" fmla="*/ 6 h 9"/>
                                    <a:gd name="T24" fmla="*/ 8 w 8"/>
                                    <a:gd name="T25" fmla="*/ 4 h 9"/>
                                    <a:gd name="T26" fmla="*/ 7 w 8"/>
                                    <a:gd name="T27" fmla="*/ 3 h 9"/>
                                    <a:gd name="T28" fmla="*/ 5 w 8"/>
                                    <a:gd name="T29" fmla="*/ 1 h 9"/>
                                    <a:gd name="T30" fmla="*/ 4 w 8"/>
                                    <a:gd name="T31" fmla="*/ 0 h 9"/>
                                    <a:gd name="T32" fmla="*/ 3 w 8"/>
                                    <a:gd name="T33" fmla="*/ 0 h 9"/>
                                    <a:gd name="T34" fmla="*/ 1 w 8"/>
                                    <a:gd name="T35" fmla="*/ 1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1" y="1"/>
                                      </a:moveTo>
                                      <a:lnTo>
                                        <a:pt x="0" y="3"/>
                                      </a:lnTo>
                                      <a:lnTo>
                                        <a:pt x="0" y="4"/>
                                      </a:lnTo>
                                      <a:lnTo>
                                        <a:pt x="0" y="6"/>
                                      </a:lnTo>
                                      <a:lnTo>
                                        <a:pt x="0" y="7"/>
                                      </a:lnTo>
                                      <a:lnTo>
                                        <a:pt x="1" y="9"/>
                                      </a:lnTo>
                                      <a:lnTo>
                                        <a:pt x="3" y="9"/>
                                      </a:lnTo>
                                      <a:lnTo>
                                        <a:pt x="4" y="9"/>
                                      </a:lnTo>
                                      <a:lnTo>
                                        <a:pt x="5" y="9"/>
                                      </a:lnTo>
                                      <a:lnTo>
                                        <a:pt x="7" y="7"/>
                                      </a:lnTo>
                                      <a:lnTo>
                                        <a:pt x="8" y="6"/>
                                      </a:lnTo>
                                      <a:lnTo>
                                        <a:pt x="8" y="4"/>
                                      </a:lnTo>
                                      <a:lnTo>
                                        <a:pt x="7" y="3"/>
                                      </a:lnTo>
                                      <a:lnTo>
                                        <a:pt x="5" y="1"/>
                                      </a:lnTo>
                                      <a:lnTo>
                                        <a:pt x="4" y="0"/>
                                      </a:lnTo>
                                      <a:lnTo>
                                        <a:pt x="3" y="0"/>
                                      </a:lnTo>
                                      <a:lnTo>
                                        <a:pt x="1"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55" name="Freeform 135"/>
                                <p:cNvSpPr>
                                  <a:spLocks/>
                                </p:cNvSpPr>
                                <p:nvPr/>
                              </p:nvSpPr>
                              <p:spPr bwMode="auto">
                                <a:xfrm>
                                  <a:off x="3848" y="2372"/>
                                  <a:ext cx="8" cy="8"/>
                                </a:xfrm>
                                <a:custGeom>
                                  <a:avLst/>
                                  <a:gdLst>
                                    <a:gd name="T0" fmla="*/ 3 w 8"/>
                                    <a:gd name="T1" fmla="*/ 1 h 8"/>
                                    <a:gd name="T2" fmla="*/ 1 w 8"/>
                                    <a:gd name="T3" fmla="*/ 3 h 8"/>
                                    <a:gd name="T4" fmla="*/ 0 w 8"/>
                                    <a:gd name="T5" fmla="*/ 4 h 8"/>
                                    <a:gd name="T6" fmla="*/ 0 w 8"/>
                                    <a:gd name="T7" fmla="*/ 5 h 8"/>
                                    <a:gd name="T8" fmla="*/ 1 w 8"/>
                                    <a:gd name="T9" fmla="*/ 7 h 8"/>
                                    <a:gd name="T10" fmla="*/ 3 w 8"/>
                                    <a:gd name="T11" fmla="*/ 8 h 8"/>
                                    <a:gd name="T12" fmla="*/ 4 w 8"/>
                                    <a:gd name="T13" fmla="*/ 8 h 8"/>
                                    <a:gd name="T14" fmla="*/ 6 w 8"/>
                                    <a:gd name="T15" fmla="*/ 8 h 8"/>
                                    <a:gd name="T16" fmla="*/ 7 w 8"/>
                                    <a:gd name="T17" fmla="*/ 8 h 8"/>
                                    <a:gd name="T18" fmla="*/ 7 w 8"/>
                                    <a:gd name="T19" fmla="*/ 8 h 8"/>
                                    <a:gd name="T20" fmla="*/ 8 w 8"/>
                                    <a:gd name="T21" fmla="*/ 7 h 8"/>
                                    <a:gd name="T22" fmla="*/ 8 w 8"/>
                                    <a:gd name="T23" fmla="*/ 5 h 8"/>
                                    <a:gd name="T24" fmla="*/ 8 w 8"/>
                                    <a:gd name="T25" fmla="*/ 4 h 8"/>
                                    <a:gd name="T26" fmla="*/ 8 w 8"/>
                                    <a:gd name="T27" fmla="*/ 3 h 8"/>
                                    <a:gd name="T28" fmla="*/ 7 w 8"/>
                                    <a:gd name="T29" fmla="*/ 1 h 8"/>
                                    <a:gd name="T30" fmla="*/ 6 w 8"/>
                                    <a:gd name="T31" fmla="*/ 0 h 8"/>
                                    <a:gd name="T32" fmla="*/ 4 w 8"/>
                                    <a:gd name="T33" fmla="*/ 0 h 8"/>
                                    <a:gd name="T34" fmla="*/ 3 w 8"/>
                                    <a:gd name="T35" fmla="*/ 1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8"/>
                                    <a:gd name="T56" fmla="*/ 8 w 8"/>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8">
                                      <a:moveTo>
                                        <a:pt x="3" y="1"/>
                                      </a:moveTo>
                                      <a:lnTo>
                                        <a:pt x="1" y="3"/>
                                      </a:lnTo>
                                      <a:lnTo>
                                        <a:pt x="0" y="4"/>
                                      </a:lnTo>
                                      <a:lnTo>
                                        <a:pt x="0" y="5"/>
                                      </a:lnTo>
                                      <a:lnTo>
                                        <a:pt x="1" y="7"/>
                                      </a:lnTo>
                                      <a:lnTo>
                                        <a:pt x="3" y="8"/>
                                      </a:lnTo>
                                      <a:lnTo>
                                        <a:pt x="4" y="8"/>
                                      </a:lnTo>
                                      <a:lnTo>
                                        <a:pt x="6" y="8"/>
                                      </a:lnTo>
                                      <a:lnTo>
                                        <a:pt x="7" y="8"/>
                                      </a:lnTo>
                                      <a:lnTo>
                                        <a:pt x="8" y="7"/>
                                      </a:lnTo>
                                      <a:lnTo>
                                        <a:pt x="8" y="5"/>
                                      </a:lnTo>
                                      <a:lnTo>
                                        <a:pt x="8" y="4"/>
                                      </a:lnTo>
                                      <a:lnTo>
                                        <a:pt x="8" y="3"/>
                                      </a:lnTo>
                                      <a:lnTo>
                                        <a:pt x="7" y="1"/>
                                      </a:lnTo>
                                      <a:lnTo>
                                        <a:pt x="6" y="0"/>
                                      </a:lnTo>
                                      <a:lnTo>
                                        <a:pt x="4" y="0"/>
                                      </a:lnTo>
                                      <a:lnTo>
                                        <a:pt x="3"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56" name="Freeform 136"/>
                                <p:cNvSpPr>
                                  <a:spLocks/>
                                </p:cNvSpPr>
                                <p:nvPr/>
                              </p:nvSpPr>
                              <p:spPr bwMode="auto">
                                <a:xfrm>
                                  <a:off x="3862" y="2361"/>
                                  <a:ext cx="9" cy="9"/>
                                </a:xfrm>
                                <a:custGeom>
                                  <a:avLst/>
                                  <a:gdLst>
                                    <a:gd name="T0" fmla="*/ 3 w 9"/>
                                    <a:gd name="T1" fmla="*/ 0 h 9"/>
                                    <a:gd name="T2" fmla="*/ 2 w 9"/>
                                    <a:gd name="T3" fmla="*/ 2 h 9"/>
                                    <a:gd name="T4" fmla="*/ 0 w 9"/>
                                    <a:gd name="T5" fmla="*/ 3 h 9"/>
                                    <a:gd name="T6" fmla="*/ 0 w 9"/>
                                    <a:gd name="T7" fmla="*/ 5 h 9"/>
                                    <a:gd name="T8" fmla="*/ 2 w 9"/>
                                    <a:gd name="T9" fmla="*/ 6 h 9"/>
                                    <a:gd name="T10" fmla="*/ 3 w 9"/>
                                    <a:gd name="T11" fmla="*/ 8 h 9"/>
                                    <a:gd name="T12" fmla="*/ 5 w 9"/>
                                    <a:gd name="T13" fmla="*/ 9 h 9"/>
                                    <a:gd name="T14" fmla="*/ 6 w 9"/>
                                    <a:gd name="T15" fmla="*/ 9 h 9"/>
                                    <a:gd name="T16" fmla="*/ 7 w 9"/>
                                    <a:gd name="T17" fmla="*/ 8 h 9"/>
                                    <a:gd name="T18" fmla="*/ 7 w 9"/>
                                    <a:gd name="T19" fmla="*/ 8 h 9"/>
                                    <a:gd name="T20" fmla="*/ 9 w 9"/>
                                    <a:gd name="T21" fmla="*/ 6 h 9"/>
                                    <a:gd name="T22" fmla="*/ 9 w 9"/>
                                    <a:gd name="T23" fmla="*/ 5 h 9"/>
                                    <a:gd name="T24" fmla="*/ 9 w 9"/>
                                    <a:gd name="T25" fmla="*/ 3 h 9"/>
                                    <a:gd name="T26" fmla="*/ 9 w 9"/>
                                    <a:gd name="T27" fmla="*/ 2 h 9"/>
                                    <a:gd name="T28" fmla="*/ 7 w 9"/>
                                    <a:gd name="T29" fmla="*/ 0 h 9"/>
                                    <a:gd name="T30" fmla="*/ 6 w 9"/>
                                    <a:gd name="T31" fmla="*/ 0 h 9"/>
                                    <a:gd name="T32" fmla="*/ 5 w 9"/>
                                    <a:gd name="T33" fmla="*/ 0 h 9"/>
                                    <a:gd name="T34" fmla="*/ 3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3" y="0"/>
                                      </a:moveTo>
                                      <a:lnTo>
                                        <a:pt x="2" y="2"/>
                                      </a:lnTo>
                                      <a:lnTo>
                                        <a:pt x="0" y="3"/>
                                      </a:lnTo>
                                      <a:lnTo>
                                        <a:pt x="0" y="5"/>
                                      </a:lnTo>
                                      <a:lnTo>
                                        <a:pt x="2" y="6"/>
                                      </a:lnTo>
                                      <a:lnTo>
                                        <a:pt x="3" y="8"/>
                                      </a:lnTo>
                                      <a:lnTo>
                                        <a:pt x="5" y="9"/>
                                      </a:lnTo>
                                      <a:lnTo>
                                        <a:pt x="6" y="9"/>
                                      </a:lnTo>
                                      <a:lnTo>
                                        <a:pt x="7" y="8"/>
                                      </a:lnTo>
                                      <a:lnTo>
                                        <a:pt x="9" y="6"/>
                                      </a:lnTo>
                                      <a:lnTo>
                                        <a:pt x="9" y="5"/>
                                      </a:lnTo>
                                      <a:lnTo>
                                        <a:pt x="9" y="3"/>
                                      </a:lnTo>
                                      <a:lnTo>
                                        <a:pt x="9" y="2"/>
                                      </a:lnTo>
                                      <a:lnTo>
                                        <a:pt x="7" y="0"/>
                                      </a:lnTo>
                                      <a:lnTo>
                                        <a:pt x="6" y="0"/>
                                      </a:lnTo>
                                      <a:lnTo>
                                        <a:pt x="5"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57" name="Freeform 137"/>
                                <p:cNvSpPr>
                                  <a:spLocks/>
                                </p:cNvSpPr>
                                <p:nvPr/>
                              </p:nvSpPr>
                              <p:spPr bwMode="auto">
                                <a:xfrm>
                                  <a:off x="3875" y="2350"/>
                                  <a:ext cx="9" cy="9"/>
                                </a:xfrm>
                                <a:custGeom>
                                  <a:avLst/>
                                  <a:gdLst>
                                    <a:gd name="T0" fmla="*/ 3 w 9"/>
                                    <a:gd name="T1" fmla="*/ 1 h 9"/>
                                    <a:gd name="T2" fmla="*/ 2 w 9"/>
                                    <a:gd name="T3" fmla="*/ 3 h 9"/>
                                    <a:gd name="T4" fmla="*/ 0 w 9"/>
                                    <a:gd name="T5" fmla="*/ 4 h 9"/>
                                    <a:gd name="T6" fmla="*/ 0 w 9"/>
                                    <a:gd name="T7" fmla="*/ 6 h 9"/>
                                    <a:gd name="T8" fmla="*/ 2 w 9"/>
                                    <a:gd name="T9" fmla="*/ 7 h 9"/>
                                    <a:gd name="T10" fmla="*/ 3 w 9"/>
                                    <a:gd name="T11" fmla="*/ 9 h 9"/>
                                    <a:gd name="T12" fmla="*/ 5 w 9"/>
                                    <a:gd name="T13" fmla="*/ 9 h 9"/>
                                    <a:gd name="T14" fmla="*/ 6 w 9"/>
                                    <a:gd name="T15" fmla="*/ 9 h 9"/>
                                    <a:gd name="T16" fmla="*/ 8 w 9"/>
                                    <a:gd name="T17" fmla="*/ 9 h 9"/>
                                    <a:gd name="T18" fmla="*/ 8 w 9"/>
                                    <a:gd name="T19" fmla="*/ 9 h 9"/>
                                    <a:gd name="T20" fmla="*/ 9 w 9"/>
                                    <a:gd name="T21" fmla="*/ 7 h 9"/>
                                    <a:gd name="T22" fmla="*/ 9 w 9"/>
                                    <a:gd name="T23" fmla="*/ 6 h 9"/>
                                    <a:gd name="T24" fmla="*/ 9 w 9"/>
                                    <a:gd name="T25" fmla="*/ 4 h 9"/>
                                    <a:gd name="T26" fmla="*/ 9 w 9"/>
                                    <a:gd name="T27" fmla="*/ 3 h 9"/>
                                    <a:gd name="T28" fmla="*/ 8 w 9"/>
                                    <a:gd name="T29" fmla="*/ 1 h 9"/>
                                    <a:gd name="T30" fmla="*/ 6 w 9"/>
                                    <a:gd name="T31" fmla="*/ 0 h 9"/>
                                    <a:gd name="T32" fmla="*/ 5 w 9"/>
                                    <a:gd name="T33" fmla="*/ 0 h 9"/>
                                    <a:gd name="T34" fmla="*/ 3 w 9"/>
                                    <a:gd name="T35" fmla="*/ 1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3" y="1"/>
                                      </a:moveTo>
                                      <a:lnTo>
                                        <a:pt x="2" y="3"/>
                                      </a:lnTo>
                                      <a:lnTo>
                                        <a:pt x="0" y="4"/>
                                      </a:lnTo>
                                      <a:lnTo>
                                        <a:pt x="0" y="6"/>
                                      </a:lnTo>
                                      <a:lnTo>
                                        <a:pt x="2" y="7"/>
                                      </a:lnTo>
                                      <a:lnTo>
                                        <a:pt x="3" y="9"/>
                                      </a:lnTo>
                                      <a:lnTo>
                                        <a:pt x="5" y="9"/>
                                      </a:lnTo>
                                      <a:lnTo>
                                        <a:pt x="6" y="9"/>
                                      </a:lnTo>
                                      <a:lnTo>
                                        <a:pt x="8" y="9"/>
                                      </a:lnTo>
                                      <a:lnTo>
                                        <a:pt x="9" y="7"/>
                                      </a:lnTo>
                                      <a:lnTo>
                                        <a:pt x="9" y="6"/>
                                      </a:lnTo>
                                      <a:lnTo>
                                        <a:pt x="9" y="4"/>
                                      </a:lnTo>
                                      <a:lnTo>
                                        <a:pt x="9" y="3"/>
                                      </a:lnTo>
                                      <a:lnTo>
                                        <a:pt x="8" y="1"/>
                                      </a:lnTo>
                                      <a:lnTo>
                                        <a:pt x="6" y="0"/>
                                      </a:lnTo>
                                      <a:lnTo>
                                        <a:pt x="5" y="0"/>
                                      </a:lnTo>
                                      <a:lnTo>
                                        <a:pt x="3"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58" name="Freeform 138"/>
                                <p:cNvSpPr>
                                  <a:spLocks/>
                                </p:cNvSpPr>
                                <p:nvPr/>
                              </p:nvSpPr>
                              <p:spPr bwMode="auto">
                                <a:xfrm>
                                  <a:off x="3890" y="2340"/>
                                  <a:ext cx="9" cy="8"/>
                                </a:xfrm>
                                <a:custGeom>
                                  <a:avLst/>
                                  <a:gdLst>
                                    <a:gd name="T0" fmla="*/ 1 w 9"/>
                                    <a:gd name="T1" fmla="*/ 0 h 8"/>
                                    <a:gd name="T2" fmla="*/ 0 w 9"/>
                                    <a:gd name="T3" fmla="*/ 1 h 8"/>
                                    <a:gd name="T4" fmla="*/ 0 w 9"/>
                                    <a:gd name="T5" fmla="*/ 3 h 8"/>
                                    <a:gd name="T6" fmla="*/ 0 w 9"/>
                                    <a:gd name="T7" fmla="*/ 4 h 8"/>
                                    <a:gd name="T8" fmla="*/ 0 w 9"/>
                                    <a:gd name="T9" fmla="*/ 5 h 8"/>
                                    <a:gd name="T10" fmla="*/ 1 w 9"/>
                                    <a:gd name="T11" fmla="*/ 7 h 8"/>
                                    <a:gd name="T12" fmla="*/ 3 w 9"/>
                                    <a:gd name="T13" fmla="*/ 8 h 8"/>
                                    <a:gd name="T14" fmla="*/ 4 w 9"/>
                                    <a:gd name="T15" fmla="*/ 8 h 8"/>
                                    <a:gd name="T16" fmla="*/ 6 w 9"/>
                                    <a:gd name="T17" fmla="*/ 7 h 8"/>
                                    <a:gd name="T18" fmla="*/ 6 w 9"/>
                                    <a:gd name="T19" fmla="*/ 7 h 8"/>
                                    <a:gd name="T20" fmla="*/ 7 w 9"/>
                                    <a:gd name="T21" fmla="*/ 5 h 8"/>
                                    <a:gd name="T22" fmla="*/ 9 w 9"/>
                                    <a:gd name="T23" fmla="*/ 4 h 8"/>
                                    <a:gd name="T24" fmla="*/ 9 w 9"/>
                                    <a:gd name="T25" fmla="*/ 3 h 8"/>
                                    <a:gd name="T26" fmla="*/ 7 w 9"/>
                                    <a:gd name="T27" fmla="*/ 1 h 8"/>
                                    <a:gd name="T28" fmla="*/ 6 w 9"/>
                                    <a:gd name="T29" fmla="*/ 0 h 8"/>
                                    <a:gd name="T30" fmla="*/ 4 w 9"/>
                                    <a:gd name="T31" fmla="*/ 0 h 8"/>
                                    <a:gd name="T32" fmla="*/ 3 w 9"/>
                                    <a:gd name="T33" fmla="*/ 0 h 8"/>
                                    <a:gd name="T34" fmla="*/ 1 w 9"/>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1" y="0"/>
                                      </a:moveTo>
                                      <a:lnTo>
                                        <a:pt x="0" y="1"/>
                                      </a:lnTo>
                                      <a:lnTo>
                                        <a:pt x="0" y="3"/>
                                      </a:lnTo>
                                      <a:lnTo>
                                        <a:pt x="0" y="4"/>
                                      </a:lnTo>
                                      <a:lnTo>
                                        <a:pt x="0" y="5"/>
                                      </a:lnTo>
                                      <a:lnTo>
                                        <a:pt x="1" y="7"/>
                                      </a:lnTo>
                                      <a:lnTo>
                                        <a:pt x="3" y="8"/>
                                      </a:lnTo>
                                      <a:lnTo>
                                        <a:pt x="4" y="8"/>
                                      </a:lnTo>
                                      <a:lnTo>
                                        <a:pt x="6" y="7"/>
                                      </a:lnTo>
                                      <a:lnTo>
                                        <a:pt x="7" y="5"/>
                                      </a:lnTo>
                                      <a:lnTo>
                                        <a:pt x="9" y="4"/>
                                      </a:lnTo>
                                      <a:lnTo>
                                        <a:pt x="9" y="3"/>
                                      </a:lnTo>
                                      <a:lnTo>
                                        <a:pt x="7" y="1"/>
                                      </a:lnTo>
                                      <a:lnTo>
                                        <a:pt x="6" y="0"/>
                                      </a:lnTo>
                                      <a:lnTo>
                                        <a:pt x="4" y="0"/>
                                      </a:lnTo>
                                      <a:lnTo>
                                        <a:pt x="3" y="0"/>
                                      </a:lnTo>
                                      <a:lnTo>
                                        <a:pt x="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59" name="Freeform 139"/>
                                <p:cNvSpPr>
                                  <a:spLocks/>
                                </p:cNvSpPr>
                                <p:nvPr/>
                              </p:nvSpPr>
                              <p:spPr bwMode="auto">
                                <a:xfrm>
                                  <a:off x="3903" y="2328"/>
                                  <a:ext cx="9" cy="9"/>
                                </a:xfrm>
                                <a:custGeom>
                                  <a:avLst/>
                                  <a:gdLst>
                                    <a:gd name="T0" fmla="*/ 3 w 9"/>
                                    <a:gd name="T1" fmla="*/ 2 h 9"/>
                                    <a:gd name="T2" fmla="*/ 1 w 9"/>
                                    <a:gd name="T3" fmla="*/ 3 h 9"/>
                                    <a:gd name="T4" fmla="*/ 0 w 9"/>
                                    <a:gd name="T5" fmla="*/ 4 h 9"/>
                                    <a:gd name="T6" fmla="*/ 0 w 9"/>
                                    <a:gd name="T7" fmla="*/ 6 h 9"/>
                                    <a:gd name="T8" fmla="*/ 1 w 9"/>
                                    <a:gd name="T9" fmla="*/ 7 h 9"/>
                                    <a:gd name="T10" fmla="*/ 3 w 9"/>
                                    <a:gd name="T11" fmla="*/ 9 h 9"/>
                                    <a:gd name="T12" fmla="*/ 4 w 9"/>
                                    <a:gd name="T13" fmla="*/ 9 h 9"/>
                                    <a:gd name="T14" fmla="*/ 6 w 9"/>
                                    <a:gd name="T15" fmla="*/ 9 h 9"/>
                                    <a:gd name="T16" fmla="*/ 7 w 9"/>
                                    <a:gd name="T17" fmla="*/ 9 h 9"/>
                                    <a:gd name="T18" fmla="*/ 7 w 9"/>
                                    <a:gd name="T19" fmla="*/ 9 h 9"/>
                                    <a:gd name="T20" fmla="*/ 9 w 9"/>
                                    <a:gd name="T21" fmla="*/ 7 h 9"/>
                                    <a:gd name="T22" fmla="*/ 9 w 9"/>
                                    <a:gd name="T23" fmla="*/ 6 h 9"/>
                                    <a:gd name="T24" fmla="*/ 9 w 9"/>
                                    <a:gd name="T25" fmla="*/ 4 h 9"/>
                                    <a:gd name="T26" fmla="*/ 9 w 9"/>
                                    <a:gd name="T27" fmla="*/ 3 h 9"/>
                                    <a:gd name="T28" fmla="*/ 7 w 9"/>
                                    <a:gd name="T29" fmla="*/ 2 h 9"/>
                                    <a:gd name="T30" fmla="*/ 6 w 9"/>
                                    <a:gd name="T31" fmla="*/ 0 h 9"/>
                                    <a:gd name="T32" fmla="*/ 4 w 9"/>
                                    <a:gd name="T33" fmla="*/ 0 h 9"/>
                                    <a:gd name="T34" fmla="*/ 3 w 9"/>
                                    <a:gd name="T35" fmla="*/ 2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3" y="2"/>
                                      </a:moveTo>
                                      <a:lnTo>
                                        <a:pt x="1" y="3"/>
                                      </a:lnTo>
                                      <a:lnTo>
                                        <a:pt x="0" y="4"/>
                                      </a:lnTo>
                                      <a:lnTo>
                                        <a:pt x="0" y="6"/>
                                      </a:lnTo>
                                      <a:lnTo>
                                        <a:pt x="1" y="7"/>
                                      </a:lnTo>
                                      <a:lnTo>
                                        <a:pt x="3" y="9"/>
                                      </a:lnTo>
                                      <a:lnTo>
                                        <a:pt x="4" y="9"/>
                                      </a:lnTo>
                                      <a:lnTo>
                                        <a:pt x="6" y="9"/>
                                      </a:lnTo>
                                      <a:lnTo>
                                        <a:pt x="7" y="9"/>
                                      </a:lnTo>
                                      <a:lnTo>
                                        <a:pt x="9" y="7"/>
                                      </a:lnTo>
                                      <a:lnTo>
                                        <a:pt x="9" y="6"/>
                                      </a:lnTo>
                                      <a:lnTo>
                                        <a:pt x="9" y="4"/>
                                      </a:lnTo>
                                      <a:lnTo>
                                        <a:pt x="9" y="3"/>
                                      </a:lnTo>
                                      <a:lnTo>
                                        <a:pt x="7" y="2"/>
                                      </a:lnTo>
                                      <a:lnTo>
                                        <a:pt x="6" y="0"/>
                                      </a:lnTo>
                                      <a:lnTo>
                                        <a:pt x="4" y="0"/>
                                      </a:lnTo>
                                      <a:lnTo>
                                        <a:pt x="3"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60" name="Freeform 140"/>
                                <p:cNvSpPr>
                                  <a:spLocks/>
                                </p:cNvSpPr>
                                <p:nvPr/>
                              </p:nvSpPr>
                              <p:spPr bwMode="auto">
                                <a:xfrm>
                                  <a:off x="3916" y="2318"/>
                                  <a:ext cx="9" cy="9"/>
                                </a:xfrm>
                                <a:custGeom>
                                  <a:avLst/>
                                  <a:gdLst>
                                    <a:gd name="T0" fmla="*/ 3 w 9"/>
                                    <a:gd name="T1" fmla="*/ 0 h 9"/>
                                    <a:gd name="T2" fmla="*/ 1 w 9"/>
                                    <a:gd name="T3" fmla="*/ 1 h 9"/>
                                    <a:gd name="T4" fmla="*/ 0 w 9"/>
                                    <a:gd name="T5" fmla="*/ 3 h 9"/>
                                    <a:gd name="T6" fmla="*/ 0 w 9"/>
                                    <a:gd name="T7" fmla="*/ 4 h 9"/>
                                    <a:gd name="T8" fmla="*/ 1 w 9"/>
                                    <a:gd name="T9" fmla="*/ 6 h 9"/>
                                    <a:gd name="T10" fmla="*/ 3 w 9"/>
                                    <a:gd name="T11" fmla="*/ 7 h 9"/>
                                    <a:gd name="T12" fmla="*/ 4 w 9"/>
                                    <a:gd name="T13" fmla="*/ 9 h 9"/>
                                    <a:gd name="T14" fmla="*/ 6 w 9"/>
                                    <a:gd name="T15" fmla="*/ 9 h 9"/>
                                    <a:gd name="T16" fmla="*/ 7 w 9"/>
                                    <a:gd name="T17" fmla="*/ 7 h 9"/>
                                    <a:gd name="T18" fmla="*/ 7 w 9"/>
                                    <a:gd name="T19" fmla="*/ 7 h 9"/>
                                    <a:gd name="T20" fmla="*/ 9 w 9"/>
                                    <a:gd name="T21" fmla="*/ 6 h 9"/>
                                    <a:gd name="T22" fmla="*/ 9 w 9"/>
                                    <a:gd name="T23" fmla="*/ 4 h 9"/>
                                    <a:gd name="T24" fmla="*/ 9 w 9"/>
                                    <a:gd name="T25" fmla="*/ 3 h 9"/>
                                    <a:gd name="T26" fmla="*/ 9 w 9"/>
                                    <a:gd name="T27" fmla="*/ 1 h 9"/>
                                    <a:gd name="T28" fmla="*/ 7 w 9"/>
                                    <a:gd name="T29" fmla="*/ 0 h 9"/>
                                    <a:gd name="T30" fmla="*/ 6 w 9"/>
                                    <a:gd name="T31" fmla="*/ 0 h 9"/>
                                    <a:gd name="T32" fmla="*/ 4 w 9"/>
                                    <a:gd name="T33" fmla="*/ 0 h 9"/>
                                    <a:gd name="T34" fmla="*/ 3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3" y="0"/>
                                      </a:moveTo>
                                      <a:lnTo>
                                        <a:pt x="1" y="1"/>
                                      </a:lnTo>
                                      <a:lnTo>
                                        <a:pt x="0" y="3"/>
                                      </a:lnTo>
                                      <a:lnTo>
                                        <a:pt x="0" y="4"/>
                                      </a:lnTo>
                                      <a:lnTo>
                                        <a:pt x="1" y="6"/>
                                      </a:lnTo>
                                      <a:lnTo>
                                        <a:pt x="3" y="7"/>
                                      </a:lnTo>
                                      <a:lnTo>
                                        <a:pt x="4" y="9"/>
                                      </a:lnTo>
                                      <a:lnTo>
                                        <a:pt x="6" y="9"/>
                                      </a:lnTo>
                                      <a:lnTo>
                                        <a:pt x="7" y="7"/>
                                      </a:lnTo>
                                      <a:lnTo>
                                        <a:pt x="9" y="6"/>
                                      </a:lnTo>
                                      <a:lnTo>
                                        <a:pt x="9" y="4"/>
                                      </a:lnTo>
                                      <a:lnTo>
                                        <a:pt x="9" y="3"/>
                                      </a:lnTo>
                                      <a:lnTo>
                                        <a:pt x="9" y="1"/>
                                      </a:lnTo>
                                      <a:lnTo>
                                        <a:pt x="7" y="0"/>
                                      </a:lnTo>
                                      <a:lnTo>
                                        <a:pt x="6" y="0"/>
                                      </a:lnTo>
                                      <a:lnTo>
                                        <a:pt x="4"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61" name="Freeform 141"/>
                                <p:cNvSpPr>
                                  <a:spLocks/>
                                </p:cNvSpPr>
                                <p:nvPr/>
                              </p:nvSpPr>
                              <p:spPr bwMode="auto">
                                <a:xfrm>
                                  <a:off x="3930" y="2306"/>
                                  <a:ext cx="9" cy="9"/>
                                </a:xfrm>
                                <a:custGeom>
                                  <a:avLst/>
                                  <a:gdLst>
                                    <a:gd name="T0" fmla="*/ 2 w 9"/>
                                    <a:gd name="T1" fmla="*/ 2 h 9"/>
                                    <a:gd name="T2" fmla="*/ 0 w 9"/>
                                    <a:gd name="T3" fmla="*/ 3 h 9"/>
                                    <a:gd name="T4" fmla="*/ 0 w 9"/>
                                    <a:gd name="T5" fmla="*/ 5 h 9"/>
                                    <a:gd name="T6" fmla="*/ 0 w 9"/>
                                    <a:gd name="T7" fmla="*/ 6 h 9"/>
                                    <a:gd name="T8" fmla="*/ 0 w 9"/>
                                    <a:gd name="T9" fmla="*/ 8 h 9"/>
                                    <a:gd name="T10" fmla="*/ 2 w 9"/>
                                    <a:gd name="T11" fmla="*/ 9 h 9"/>
                                    <a:gd name="T12" fmla="*/ 3 w 9"/>
                                    <a:gd name="T13" fmla="*/ 9 h 9"/>
                                    <a:gd name="T14" fmla="*/ 5 w 9"/>
                                    <a:gd name="T15" fmla="*/ 9 h 9"/>
                                    <a:gd name="T16" fmla="*/ 6 w 9"/>
                                    <a:gd name="T17" fmla="*/ 9 h 9"/>
                                    <a:gd name="T18" fmla="*/ 6 w 9"/>
                                    <a:gd name="T19" fmla="*/ 9 h 9"/>
                                    <a:gd name="T20" fmla="*/ 8 w 9"/>
                                    <a:gd name="T21" fmla="*/ 8 h 9"/>
                                    <a:gd name="T22" fmla="*/ 9 w 9"/>
                                    <a:gd name="T23" fmla="*/ 6 h 9"/>
                                    <a:gd name="T24" fmla="*/ 9 w 9"/>
                                    <a:gd name="T25" fmla="*/ 5 h 9"/>
                                    <a:gd name="T26" fmla="*/ 8 w 9"/>
                                    <a:gd name="T27" fmla="*/ 3 h 9"/>
                                    <a:gd name="T28" fmla="*/ 6 w 9"/>
                                    <a:gd name="T29" fmla="*/ 2 h 9"/>
                                    <a:gd name="T30" fmla="*/ 5 w 9"/>
                                    <a:gd name="T31" fmla="*/ 0 h 9"/>
                                    <a:gd name="T32" fmla="*/ 3 w 9"/>
                                    <a:gd name="T33" fmla="*/ 0 h 9"/>
                                    <a:gd name="T34" fmla="*/ 2 w 9"/>
                                    <a:gd name="T35" fmla="*/ 2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2" y="2"/>
                                      </a:moveTo>
                                      <a:lnTo>
                                        <a:pt x="0" y="3"/>
                                      </a:lnTo>
                                      <a:lnTo>
                                        <a:pt x="0" y="5"/>
                                      </a:lnTo>
                                      <a:lnTo>
                                        <a:pt x="0" y="6"/>
                                      </a:lnTo>
                                      <a:lnTo>
                                        <a:pt x="0" y="8"/>
                                      </a:lnTo>
                                      <a:lnTo>
                                        <a:pt x="2" y="9"/>
                                      </a:lnTo>
                                      <a:lnTo>
                                        <a:pt x="3" y="9"/>
                                      </a:lnTo>
                                      <a:lnTo>
                                        <a:pt x="5" y="9"/>
                                      </a:lnTo>
                                      <a:lnTo>
                                        <a:pt x="6" y="9"/>
                                      </a:lnTo>
                                      <a:lnTo>
                                        <a:pt x="8" y="8"/>
                                      </a:lnTo>
                                      <a:lnTo>
                                        <a:pt x="9" y="6"/>
                                      </a:lnTo>
                                      <a:lnTo>
                                        <a:pt x="9" y="5"/>
                                      </a:lnTo>
                                      <a:lnTo>
                                        <a:pt x="8" y="3"/>
                                      </a:lnTo>
                                      <a:lnTo>
                                        <a:pt x="6" y="2"/>
                                      </a:lnTo>
                                      <a:lnTo>
                                        <a:pt x="5" y="0"/>
                                      </a:lnTo>
                                      <a:lnTo>
                                        <a:pt x="3" y="0"/>
                                      </a:lnTo>
                                      <a:lnTo>
                                        <a:pt x="2"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grpSp>
                          <p:grpSp>
                            <p:nvGrpSpPr>
                              <p:cNvPr id="75" name="Group 74"/>
                              <p:cNvGrpSpPr/>
                              <p:nvPr/>
                            </p:nvGrpSpPr>
                            <p:grpSpPr>
                              <a:xfrm>
                                <a:off x="2165350" y="2533650"/>
                                <a:ext cx="5284788" cy="1771650"/>
                                <a:chOff x="2165350" y="2533650"/>
                                <a:chExt cx="5284788" cy="1771650"/>
                              </a:xfrm>
                            </p:grpSpPr>
                            <p:sp>
                              <p:nvSpPr>
                                <p:cNvPr id="76" name="Freeform 68"/>
                                <p:cNvSpPr>
                                  <a:spLocks/>
                                </p:cNvSpPr>
                                <p:nvPr/>
                              </p:nvSpPr>
                              <p:spPr bwMode="auto">
                                <a:xfrm>
                                  <a:off x="2303463" y="3281363"/>
                                  <a:ext cx="5146675" cy="239712"/>
                                </a:xfrm>
                                <a:custGeom>
                                  <a:avLst/>
                                  <a:gdLst>
                                    <a:gd name="T0" fmla="*/ 2147483646 w 3242"/>
                                    <a:gd name="T1" fmla="*/ 2147483646 h 151"/>
                                    <a:gd name="T2" fmla="*/ 2147483646 w 3242"/>
                                    <a:gd name="T3" fmla="*/ 2147483646 h 151"/>
                                    <a:gd name="T4" fmla="*/ 2147483646 w 3242"/>
                                    <a:gd name="T5" fmla="*/ 2147483646 h 151"/>
                                    <a:gd name="T6" fmla="*/ 2147483646 w 3242"/>
                                    <a:gd name="T7" fmla="*/ 2147483646 h 151"/>
                                    <a:gd name="T8" fmla="*/ 2147483646 w 3242"/>
                                    <a:gd name="T9" fmla="*/ 2147483646 h 151"/>
                                    <a:gd name="T10" fmla="*/ 2147483646 w 3242"/>
                                    <a:gd name="T11" fmla="*/ 2147483646 h 151"/>
                                    <a:gd name="T12" fmla="*/ 2147483646 w 3242"/>
                                    <a:gd name="T13" fmla="*/ 2147483646 h 151"/>
                                    <a:gd name="T14" fmla="*/ 2147483646 w 3242"/>
                                    <a:gd name="T15" fmla="*/ 2147483646 h 151"/>
                                    <a:gd name="T16" fmla="*/ 2147483646 w 3242"/>
                                    <a:gd name="T17" fmla="*/ 2147483646 h 151"/>
                                    <a:gd name="T18" fmla="*/ 2147483646 w 3242"/>
                                    <a:gd name="T19" fmla="*/ 2147483646 h 151"/>
                                    <a:gd name="T20" fmla="*/ 2147483646 w 3242"/>
                                    <a:gd name="T21" fmla="*/ 2147483646 h 151"/>
                                    <a:gd name="T22" fmla="*/ 2147483646 w 3242"/>
                                    <a:gd name="T23" fmla="*/ 2147483646 h 151"/>
                                    <a:gd name="T24" fmla="*/ 2147483646 w 3242"/>
                                    <a:gd name="T25" fmla="*/ 2147483646 h 151"/>
                                    <a:gd name="T26" fmla="*/ 2147483646 w 3242"/>
                                    <a:gd name="T27" fmla="*/ 2147483646 h 151"/>
                                    <a:gd name="T28" fmla="*/ 2147483646 w 3242"/>
                                    <a:gd name="T29" fmla="*/ 2147483646 h 151"/>
                                    <a:gd name="T30" fmla="*/ 2147483646 w 3242"/>
                                    <a:gd name="T31" fmla="*/ 2147483646 h 151"/>
                                    <a:gd name="T32" fmla="*/ 2147483646 w 3242"/>
                                    <a:gd name="T33" fmla="*/ 2147483646 h 151"/>
                                    <a:gd name="T34" fmla="*/ 2147483646 w 3242"/>
                                    <a:gd name="T35" fmla="*/ 2147483646 h 151"/>
                                    <a:gd name="T36" fmla="*/ 2147483646 w 3242"/>
                                    <a:gd name="T37" fmla="*/ 2147483646 h 151"/>
                                    <a:gd name="T38" fmla="*/ 2147483646 w 3242"/>
                                    <a:gd name="T39" fmla="*/ 2147483646 h 151"/>
                                    <a:gd name="T40" fmla="*/ 2147483646 w 3242"/>
                                    <a:gd name="T41" fmla="*/ 2147483646 h 151"/>
                                    <a:gd name="T42" fmla="*/ 2147483646 w 3242"/>
                                    <a:gd name="T43" fmla="*/ 2147483646 h 151"/>
                                    <a:gd name="T44" fmla="*/ 2147483646 w 3242"/>
                                    <a:gd name="T45" fmla="*/ 2147483646 h 151"/>
                                    <a:gd name="T46" fmla="*/ 2147483646 w 3242"/>
                                    <a:gd name="T47" fmla="*/ 2147483646 h 151"/>
                                    <a:gd name="T48" fmla="*/ 2147483646 w 3242"/>
                                    <a:gd name="T49" fmla="*/ 2147483646 h 151"/>
                                    <a:gd name="T50" fmla="*/ 2147483646 w 3242"/>
                                    <a:gd name="T51" fmla="*/ 2147483646 h 151"/>
                                    <a:gd name="T52" fmla="*/ 2147483646 w 3242"/>
                                    <a:gd name="T53" fmla="*/ 2147483646 h 151"/>
                                    <a:gd name="T54" fmla="*/ 2147483646 w 3242"/>
                                    <a:gd name="T55" fmla="*/ 2147483646 h 151"/>
                                    <a:gd name="T56" fmla="*/ 2147483646 w 3242"/>
                                    <a:gd name="T57" fmla="*/ 2147483646 h 151"/>
                                    <a:gd name="T58" fmla="*/ 2147483646 w 3242"/>
                                    <a:gd name="T59" fmla="*/ 2147483646 h 151"/>
                                    <a:gd name="T60" fmla="*/ 2147483646 w 3242"/>
                                    <a:gd name="T61" fmla="*/ 0 h 151"/>
                                    <a:gd name="T62" fmla="*/ 2147483646 w 3242"/>
                                    <a:gd name="T63" fmla="*/ 0 h 151"/>
                                    <a:gd name="T64" fmla="*/ 2147483646 w 3242"/>
                                    <a:gd name="T65" fmla="*/ 0 h 151"/>
                                    <a:gd name="T66" fmla="*/ 2147483646 w 3242"/>
                                    <a:gd name="T67" fmla="*/ 2147483646 h 151"/>
                                    <a:gd name="T68" fmla="*/ 2147483646 w 3242"/>
                                    <a:gd name="T69" fmla="*/ 2147483646 h 151"/>
                                    <a:gd name="T70" fmla="*/ 2147483646 w 3242"/>
                                    <a:gd name="T71" fmla="*/ 2147483646 h 151"/>
                                    <a:gd name="T72" fmla="*/ 2147483646 w 3242"/>
                                    <a:gd name="T73" fmla="*/ 2147483646 h 151"/>
                                    <a:gd name="T74" fmla="*/ 2147483646 w 3242"/>
                                    <a:gd name="T75" fmla="*/ 2147483646 h 151"/>
                                    <a:gd name="T76" fmla="*/ 2147483646 w 3242"/>
                                    <a:gd name="T77" fmla="*/ 2147483646 h 151"/>
                                    <a:gd name="T78" fmla="*/ 2147483646 w 3242"/>
                                    <a:gd name="T79" fmla="*/ 2147483646 h 151"/>
                                    <a:gd name="T80" fmla="*/ 2147483646 w 3242"/>
                                    <a:gd name="T81" fmla="*/ 2147483646 h 151"/>
                                    <a:gd name="T82" fmla="*/ 2147483646 w 3242"/>
                                    <a:gd name="T83" fmla="*/ 2147483646 h 151"/>
                                    <a:gd name="T84" fmla="*/ 2147483646 w 3242"/>
                                    <a:gd name="T85" fmla="*/ 2147483646 h 151"/>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3242"/>
                                    <a:gd name="T130" fmla="*/ 0 h 151"/>
                                    <a:gd name="T131" fmla="*/ 3242 w 3242"/>
                                    <a:gd name="T132" fmla="*/ 151 h 151"/>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3242" h="151">
                                      <a:moveTo>
                                        <a:pt x="0" y="81"/>
                                      </a:moveTo>
                                      <a:lnTo>
                                        <a:pt x="71" y="106"/>
                                      </a:lnTo>
                                      <a:lnTo>
                                        <a:pt x="142" y="127"/>
                                      </a:lnTo>
                                      <a:lnTo>
                                        <a:pt x="176" y="136"/>
                                      </a:lnTo>
                                      <a:lnTo>
                                        <a:pt x="208" y="143"/>
                                      </a:lnTo>
                                      <a:lnTo>
                                        <a:pt x="238" y="148"/>
                                      </a:lnTo>
                                      <a:lnTo>
                                        <a:pt x="266" y="151"/>
                                      </a:lnTo>
                                      <a:lnTo>
                                        <a:pt x="292" y="149"/>
                                      </a:lnTo>
                                      <a:lnTo>
                                        <a:pt x="317" y="145"/>
                                      </a:lnTo>
                                      <a:lnTo>
                                        <a:pt x="338" y="138"/>
                                      </a:lnTo>
                                      <a:lnTo>
                                        <a:pt x="360" y="129"/>
                                      </a:lnTo>
                                      <a:lnTo>
                                        <a:pt x="398" y="110"/>
                                      </a:lnTo>
                                      <a:lnTo>
                                        <a:pt x="417" y="101"/>
                                      </a:lnTo>
                                      <a:lnTo>
                                        <a:pt x="436" y="94"/>
                                      </a:lnTo>
                                      <a:lnTo>
                                        <a:pt x="472" y="82"/>
                                      </a:lnTo>
                                      <a:lnTo>
                                        <a:pt x="505" y="72"/>
                                      </a:lnTo>
                                      <a:lnTo>
                                        <a:pt x="536" y="62"/>
                                      </a:lnTo>
                                      <a:lnTo>
                                        <a:pt x="566" y="55"/>
                                      </a:lnTo>
                                      <a:lnTo>
                                        <a:pt x="579" y="52"/>
                                      </a:lnTo>
                                      <a:lnTo>
                                        <a:pt x="593" y="49"/>
                                      </a:lnTo>
                                      <a:lnTo>
                                        <a:pt x="614" y="45"/>
                                      </a:lnTo>
                                      <a:lnTo>
                                        <a:pt x="626" y="43"/>
                                      </a:lnTo>
                                      <a:lnTo>
                                        <a:pt x="638" y="42"/>
                                      </a:lnTo>
                                      <a:lnTo>
                                        <a:pt x="654" y="39"/>
                                      </a:lnTo>
                                      <a:lnTo>
                                        <a:pt x="671" y="37"/>
                                      </a:lnTo>
                                      <a:lnTo>
                                        <a:pt x="678" y="36"/>
                                      </a:lnTo>
                                      <a:lnTo>
                                        <a:pt x="683" y="36"/>
                                      </a:lnTo>
                                      <a:lnTo>
                                        <a:pt x="686" y="34"/>
                                      </a:lnTo>
                                      <a:lnTo>
                                        <a:pt x="686" y="33"/>
                                      </a:lnTo>
                                      <a:lnTo>
                                        <a:pt x="684" y="32"/>
                                      </a:lnTo>
                                      <a:lnTo>
                                        <a:pt x="686" y="30"/>
                                      </a:lnTo>
                                      <a:lnTo>
                                        <a:pt x="688" y="29"/>
                                      </a:lnTo>
                                      <a:lnTo>
                                        <a:pt x="693" y="27"/>
                                      </a:lnTo>
                                      <a:lnTo>
                                        <a:pt x="703" y="27"/>
                                      </a:lnTo>
                                      <a:lnTo>
                                        <a:pt x="716" y="26"/>
                                      </a:lnTo>
                                      <a:lnTo>
                                        <a:pt x="725" y="24"/>
                                      </a:lnTo>
                                      <a:lnTo>
                                        <a:pt x="735" y="24"/>
                                      </a:lnTo>
                                      <a:lnTo>
                                        <a:pt x="748" y="24"/>
                                      </a:lnTo>
                                      <a:lnTo>
                                        <a:pt x="761" y="23"/>
                                      </a:lnTo>
                                      <a:lnTo>
                                        <a:pt x="777" y="23"/>
                                      </a:lnTo>
                                      <a:lnTo>
                                        <a:pt x="793" y="23"/>
                                      </a:lnTo>
                                      <a:lnTo>
                                        <a:pt x="813" y="21"/>
                                      </a:lnTo>
                                      <a:lnTo>
                                        <a:pt x="835" y="21"/>
                                      </a:lnTo>
                                      <a:lnTo>
                                        <a:pt x="858" y="20"/>
                                      </a:lnTo>
                                      <a:lnTo>
                                        <a:pt x="884" y="20"/>
                                      </a:lnTo>
                                      <a:lnTo>
                                        <a:pt x="914" y="20"/>
                                      </a:lnTo>
                                      <a:lnTo>
                                        <a:pt x="945" y="18"/>
                                      </a:lnTo>
                                      <a:lnTo>
                                        <a:pt x="980" y="18"/>
                                      </a:lnTo>
                                      <a:lnTo>
                                        <a:pt x="1018" y="17"/>
                                      </a:lnTo>
                                      <a:lnTo>
                                        <a:pt x="1059" y="16"/>
                                      </a:lnTo>
                                      <a:lnTo>
                                        <a:pt x="1101" y="16"/>
                                      </a:lnTo>
                                      <a:lnTo>
                                        <a:pt x="1146" y="14"/>
                                      </a:lnTo>
                                      <a:lnTo>
                                        <a:pt x="1192" y="13"/>
                                      </a:lnTo>
                                      <a:lnTo>
                                        <a:pt x="1242" y="13"/>
                                      </a:lnTo>
                                      <a:lnTo>
                                        <a:pt x="1291" y="11"/>
                                      </a:lnTo>
                                      <a:lnTo>
                                        <a:pt x="1396" y="10"/>
                                      </a:lnTo>
                                      <a:lnTo>
                                        <a:pt x="1505" y="7"/>
                                      </a:lnTo>
                                      <a:lnTo>
                                        <a:pt x="1616" y="5"/>
                                      </a:lnTo>
                                      <a:lnTo>
                                        <a:pt x="1728" y="4"/>
                                      </a:lnTo>
                                      <a:lnTo>
                                        <a:pt x="1840" y="2"/>
                                      </a:lnTo>
                                      <a:lnTo>
                                        <a:pt x="1950" y="1"/>
                                      </a:lnTo>
                                      <a:lnTo>
                                        <a:pt x="2058" y="0"/>
                                      </a:lnTo>
                                      <a:lnTo>
                                        <a:pt x="2110" y="0"/>
                                      </a:lnTo>
                                      <a:lnTo>
                                        <a:pt x="2160" y="0"/>
                                      </a:lnTo>
                                      <a:lnTo>
                                        <a:pt x="2209" y="0"/>
                                      </a:lnTo>
                                      <a:lnTo>
                                        <a:pt x="2255" y="0"/>
                                      </a:lnTo>
                                      <a:lnTo>
                                        <a:pt x="2300" y="1"/>
                                      </a:lnTo>
                                      <a:lnTo>
                                        <a:pt x="2344" y="1"/>
                                      </a:lnTo>
                                      <a:lnTo>
                                        <a:pt x="2385" y="1"/>
                                      </a:lnTo>
                                      <a:lnTo>
                                        <a:pt x="2422" y="2"/>
                                      </a:lnTo>
                                      <a:lnTo>
                                        <a:pt x="2495" y="5"/>
                                      </a:lnTo>
                                      <a:lnTo>
                                        <a:pt x="2563" y="8"/>
                                      </a:lnTo>
                                      <a:lnTo>
                                        <a:pt x="2629" y="13"/>
                                      </a:lnTo>
                                      <a:lnTo>
                                        <a:pt x="2693" y="17"/>
                                      </a:lnTo>
                                      <a:lnTo>
                                        <a:pt x="2752" y="23"/>
                                      </a:lnTo>
                                      <a:lnTo>
                                        <a:pt x="2809" y="29"/>
                                      </a:lnTo>
                                      <a:lnTo>
                                        <a:pt x="2864" y="34"/>
                                      </a:lnTo>
                                      <a:lnTo>
                                        <a:pt x="2915" y="42"/>
                                      </a:lnTo>
                                      <a:lnTo>
                                        <a:pt x="2964" y="48"/>
                                      </a:lnTo>
                                      <a:lnTo>
                                        <a:pt x="3011" y="55"/>
                                      </a:lnTo>
                                      <a:lnTo>
                                        <a:pt x="3056" y="61"/>
                                      </a:lnTo>
                                      <a:lnTo>
                                        <a:pt x="3098" y="66"/>
                                      </a:lnTo>
                                      <a:lnTo>
                                        <a:pt x="3137" y="72"/>
                                      </a:lnTo>
                                      <a:lnTo>
                                        <a:pt x="3173" y="77"/>
                                      </a:lnTo>
                                      <a:lnTo>
                                        <a:pt x="3208" y="81"/>
                                      </a:lnTo>
                                      <a:lnTo>
                                        <a:pt x="3242" y="85"/>
                                      </a:lnTo>
                                    </a:path>
                                  </a:pathLst>
                                </a:custGeom>
                                <a:noFill/>
                                <a:ln w="142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grpSp>
                              <p:nvGrpSpPr>
                                <p:cNvPr id="77" name="Group 76"/>
                                <p:cNvGrpSpPr/>
                                <p:nvPr/>
                              </p:nvGrpSpPr>
                              <p:grpSpPr>
                                <a:xfrm>
                                  <a:off x="2165350" y="2533650"/>
                                  <a:ext cx="5249863" cy="1771650"/>
                                  <a:chOff x="2165350" y="2533650"/>
                                  <a:chExt cx="5249863" cy="1771650"/>
                                </a:xfrm>
                              </p:grpSpPr>
                              <p:sp>
                                <p:nvSpPr>
                                  <p:cNvPr id="78" name="Freeform 4"/>
                                  <p:cNvSpPr>
                                    <a:spLocks/>
                                  </p:cNvSpPr>
                                  <p:nvPr/>
                                </p:nvSpPr>
                                <p:spPr bwMode="auto">
                                  <a:xfrm>
                                    <a:off x="2276475" y="2533650"/>
                                    <a:ext cx="109538" cy="774700"/>
                                  </a:xfrm>
                                  <a:custGeom>
                                    <a:avLst/>
                                    <a:gdLst>
                                      <a:gd name="T0" fmla="*/ 2147483646 w 69"/>
                                      <a:gd name="T1" fmla="*/ 0 h 488"/>
                                      <a:gd name="T2" fmla="*/ 2147483646 w 69"/>
                                      <a:gd name="T3" fmla="*/ 2147483646 h 488"/>
                                      <a:gd name="T4" fmla="*/ 0 w 69"/>
                                      <a:gd name="T5" fmla="*/ 2147483646 h 488"/>
                                      <a:gd name="T6" fmla="*/ 0 60000 65536"/>
                                      <a:gd name="T7" fmla="*/ 0 60000 65536"/>
                                      <a:gd name="T8" fmla="*/ 0 60000 65536"/>
                                      <a:gd name="T9" fmla="*/ 0 w 69"/>
                                      <a:gd name="T10" fmla="*/ 0 h 488"/>
                                      <a:gd name="T11" fmla="*/ 69 w 69"/>
                                      <a:gd name="T12" fmla="*/ 488 h 488"/>
                                    </a:gdLst>
                                    <a:ahLst/>
                                    <a:cxnLst>
                                      <a:cxn ang="T6">
                                        <a:pos x="T0" y="T1"/>
                                      </a:cxn>
                                      <a:cxn ang="T7">
                                        <a:pos x="T2" y="T3"/>
                                      </a:cxn>
                                      <a:cxn ang="T8">
                                        <a:pos x="T4" y="T5"/>
                                      </a:cxn>
                                    </a:cxnLst>
                                    <a:rect l="T9" t="T10" r="T11" b="T12"/>
                                    <a:pathLst>
                                      <a:path w="69" h="488">
                                        <a:moveTo>
                                          <a:pt x="69" y="0"/>
                                        </a:moveTo>
                                        <a:lnTo>
                                          <a:pt x="69" y="349"/>
                                        </a:lnTo>
                                        <a:lnTo>
                                          <a:pt x="0" y="488"/>
                                        </a:lnTo>
                                      </a:path>
                                    </a:pathLst>
                                  </a:custGeom>
                                  <a:noFill/>
                                  <a:ln w="142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79" name="Freeform 5"/>
                                  <p:cNvSpPr>
                                    <a:spLocks/>
                                  </p:cNvSpPr>
                                  <p:nvPr/>
                                </p:nvSpPr>
                                <p:spPr bwMode="auto">
                                  <a:xfrm>
                                    <a:off x="2276475" y="3529013"/>
                                    <a:ext cx="109538" cy="776287"/>
                                  </a:xfrm>
                                  <a:custGeom>
                                    <a:avLst/>
                                    <a:gdLst>
                                      <a:gd name="T0" fmla="*/ 2147483646 w 69"/>
                                      <a:gd name="T1" fmla="*/ 2147483646 h 489"/>
                                      <a:gd name="T2" fmla="*/ 2147483646 w 69"/>
                                      <a:gd name="T3" fmla="*/ 2147483646 h 489"/>
                                      <a:gd name="T4" fmla="*/ 0 w 69"/>
                                      <a:gd name="T5" fmla="*/ 0 h 489"/>
                                      <a:gd name="T6" fmla="*/ 0 60000 65536"/>
                                      <a:gd name="T7" fmla="*/ 0 60000 65536"/>
                                      <a:gd name="T8" fmla="*/ 0 60000 65536"/>
                                      <a:gd name="T9" fmla="*/ 0 w 69"/>
                                      <a:gd name="T10" fmla="*/ 0 h 489"/>
                                      <a:gd name="T11" fmla="*/ 69 w 69"/>
                                      <a:gd name="T12" fmla="*/ 489 h 489"/>
                                    </a:gdLst>
                                    <a:ahLst/>
                                    <a:cxnLst>
                                      <a:cxn ang="T6">
                                        <a:pos x="T0" y="T1"/>
                                      </a:cxn>
                                      <a:cxn ang="T7">
                                        <a:pos x="T2" y="T3"/>
                                      </a:cxn>
                                      <a:cxn ang="T8">
                                        <a:pos x="T4" y="T5"/>
                                      </a:cxn>
                                    </a:cxnLst>
                                    <a:rect l="T9" t="T10" r="T11" b="T12"/>
                                    <a:pathLst>
                                      <a:path w="69" h="489">
                                        <a:moveTo>
                                          <a:pt x="69" y="489"/>
                                        </a:moveTo>
                                        <a:lnTo>
                                          <a:pt x="69" y="140"/>
                                        </a:lnTo>
                                        <a:lnTo>
                                          <a:pt x="0" y="0"/>
                                        </a:lnTo>
                                      </a:path>
                                    </a:pathLst>
                                  </a:custGeom>
                                  <a:noFill/>
                                  <a:ln w="142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80" name="Freeform 6"/>
                                  <p:cNvSpPr>
                                    <a:spLocks/>
                                  </p:cNvSpPr>
                                  <p:nvPr/>
                                </p:nvSpPr>
                                <p:spPr bwMode="auto">
                                  <a:xfrm>
                                    <a:off x="2165350" y="3308350"/>
                                    <a:ext cx="111125" cy="220663"/>
                                  </a:xfrm>
                                  <a:custGeom>
                                    <a:avLst/>
                                    <a:gdLst>
                                      <a:gd name="T0" fmla="*/ 0 w 70"/>
                                      <a:gd name="T1" fmla="*/ 0 h 139"/>
                                      <a:gd name="T2" fmla="*/ 2147483646 w 70"/>
                                      <a:gd name="T3" fmla="*/ 2147483646 h 139"/>
                                      <a:gd name="T4" fmla="*/ 2147483646 w 70"/>
                                      <a:gd name="T5" fmla="*/ 2147483646 h 139"/>
                                      <a:gd name="T6" fmla="*/ 2147483646 w 70"/>
                                      <a:gd name="T7" fmla="*/ 2147483646 h 139"/>
                                      <a:gd name="T8" fmla="*/ 2147483646 w 70"/>
                                      <a:gd name="T9" fmla="*/ 2147483646 h 139"/>
                                      <a:gd name="T10" fmla="*/ 2147483646 w 70"/>
                                      <a:gd name="T11" fmla="*/ 2147483646 h 139"/>
                                      <a:gd name="T12" fmla="*/ 2147483646 w 70"/>
                                      <a:gd name="T13" fmla="*/ 2147483646 h 139"/>
                                      <a:gd name="T14" fmla="*/ 2147483646 w 70"/>
                                      <a:gd name="T15" fmla="*/ 2147483646 h 139"/>
                                      <a:gd name="T16" fmla="*/ 2147483646 w 70"/>
                                      <a:gd name="T17" fmla="*/ 2147483646 h 139"/>
                                      <a:gd name="T18" fmla="*/ 2147483646 w 70"/>
                                      <a:gd name="T19" fmla="*/ 2147483646 h 139"/>
                                      <a:gd name="T20" fmla="*/ 2147483646 w 70"/>
                                      <a:gd name="T21" fmla="*/ 2147483646 h 139"/>
                                      <a:gd name="T22" fmla="*/ 2147483646 w 70"/>
                                      <a:gd name="T23" fmla="*/ 2147483646 h 139"/>
                                      <a:gd name="T24" fmla="*/ 2147483646 w 70"/>
                                      <a:gd name="T25" fmla="*/ 2147483646 h 139"/>
                                      <a:gd name="T26" fmla="*/ 2147483646 w 70"/>
                                      <a:gd name="T27" fmla="*/ 2147483646 h 139"/>
                                      <a:gd name="T28" fmla="*/ 0 w 70"/>
                                      <a:gd name="T29" fmla="*/ 2147483646 h 13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70"/>
                                      <a:gd name="T46" fmla="*/ 0 h 139"/>
                                      <a:gd name="T47" fmla="*/ 70 w 70"/>
                                      <a:gd name="T48" fmla="*/ 139 h 13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70" h="139">
                                        <a:moveTo>
                                          <a:pt x="0" y="0"/>
                                        </a:moveTo>
                                        <a:lnTo>
                                          <a:pt x="26" y="17"/>
                                        </a:lnTo>
                                        <a:lnTo>
                                          <a:pt x="38" y="26"/>
                                        </a:lnTo>
                                        <a:lnTo>
                                          <a:pt x="48" y="35"/>
                                        </a:lnTo>
                                        <a:lnTo>
                                          <a:pt x="57" y="44"/>
                                        </a:lnTo>
                                        <a:lnTo>
                                          <a:pt x="64" y="52"/>
                                        </a:lnTo>
                                        <a:lnTo>
                                          <a:pt x="68" y="61"/>
                                        </a:lnTo>
                                        <a:lnTo>
                                          <a:pt x="70" y="70"/>
                                        </a:lnTo>
                                        <a:lnTo>
                                          <a:pt x="68" y="78"/>
                                        </a:lnTo>
                                        <a:lnTo>
                                          <a:pt x="64" y="87"/>
                                        </a:lnTo>
                                        <a:lnTo>
                                          <a:pt x="57" y="96"/>
                                        </a:lnTo>
                                        <a:lnTo>
                                          <a:pt x="48" y="105"/>
                                        </a:lnTo>
                                        <a:lnTo>
                                          <a:pt x="38" y="113"/>
                                        </a:lnTo>
                                        <a:lnTo>
                                          <a:pt x="26" y="122"/>
                                        </a:lnTo>
                                        <a:lnTo>
                                          <a:pt x="0" y="139"/>
                                        </a:lnTo>
                                      </a:path>
                                    </a:pathLst>
                                  </a:custGeom>
                                  <a:noFill/>
                                  <a:ln w="142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81" name="Freeform 7"/>
                                  <p:cNvSpPr>
                                    <a:spLocks/>
                                  </p:cNvSpPr>
                                  <p:nvPr/>
                                </p:nvSpPr>
                                <p:spPr bwMode="auto">
                                  <a:xfrm>
                                    <a:off x="3160713" y="2574925"/>
                                    <a:ext cx="442912" cy="554038"/>
                                  </a:xfrm>
                                  <a:custGeom>
                                    <a:avLst/>
                                    <a:gdLst>
                                      <a:gd name="T0" fmla="*/ 2147483646 w 279"/>
                                      <a:gd name="T1" fmla="*/ 0 h 349"/>
                                      <a:gd name="T2" fmla="*/ 0 w 279"/>
                                      <a:gd name="T3" fmla="*/ 0 h 349"/>
                                      <a:gd name="T4" fmla="*/ 0 w 279"/>
                                      <a:gd name="T5" fmla="*/ 2147483646 h 349"/>
                                      <a:gd name="T6" fmla="*/ 2147483646 w 279"/>
                                      <a:gd name="T7" fmla="*/ 2147483646 h 349"/>
                                      <a:gd name="T8" fmla="*/ 0 60000 65536"/>
                                      <a:gd name="T9" fmla="*/ 0 60000 65536"/>
                                      <a:gd name="T10" fmla="*/ 0 60000 65536"/>
                                      <a:gd name="T11" fmla="*/ 0 60000 65536"/>
                                      <a:gd name="T12" fmla="*/ 0 w 279"/>
                                      <a:gd name="T13" fmla="*/ 0 h 349"/>
                                      <a:gd name="T14" fmla="*/ 279 w 279"/>
                                      <a:gd name="T15" fmla="*/ 349 h 349"/>
                                    </a:gdLst>
                                    <a:ahLst/>
                                    <a:cxnLst>
                                      <a:cxn ang="T8">
                                        <a:pos x="T0" y="T1"/>
                                      </a:cxn>
                                      <a:cxn ang="T9">
                                        <a:pos x="T2" y="T3"/>
                                      </a:cxn>
                                      <a:cxn ang="T10">
                                        <a:pos x="T4" y="T5"/>
                                      </a:cxn>
                                      <a:cxn ang="T11">
                                        <a:pos x="T6" y="T7"/>
                                      </a:cxn>
                                    </a:cxnLst>
                                    <a:rect l="T12" t="T13" r="T14" b="T15"/>
                                    <a:pathLst>
                                      <a:path w="279" h="349">
                                        <a:moveTo>
                                          <a:pt x="209" y="0"/>
                                        </a:moveTo>
                                        <a:lnTo>
                                          <a:pt x="0" y="0"/>
                                        </a:lnTo>
                                        <a:lnTo>
                                          <a:pt x="0" y="349"/>
                                        </a:lnTo>
                                        <a:lnTo>
                                          <a:pt x="279" y="349"/>
                                        </a:lnTo>
                                      </a:path>
                                    </a:pathLst>
                                  </a:custGeom>
                                  <a:noFill/>
                                  <a:ln w="142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sp>
                                <p:nvSpPr>
                                  <p:cNvPr id="82" name="Freeform 8"/>
                                  <p:cNvSpPr>
                                    <a:spLocks/>
                                  </p:cNvSpPr>
                                  <p:nvPr/>
                                </p:nvSpPr>
                                <p:spPr bwMode="auto">
                                  <a:xfrm>
                                    <a:off x="3160713" y="3681413"/>
                                    <a:ext cx="442912" cy="554037"/>
                                  </a:xfrm>
                                  <a:custGeom>
                                    <a:avLst/>
                                    <a:gdLst>
                                      <a:gd name="T0" fmla="*/ 2147483646 w 279"/>
                                      <a:gd name="T1" fmla="*/ 2147483646 h 349"/>
                                      <a:gd name="T2" fmla="*/ 0 w 279"/>
                                      <a:gd name="T3" fmla="*/ 2147483646 h 349"/>
                                      <a:gd name="T4" fmla="*/ 0 w 279"/>
                                      <a:gd name="T5" fmla="*/ 0 h 349"/>
                                      <a:gd name="T6" fmla="*/ 2147483646 w 279"/>
                                      <a:gd name="T7" fmla="*/ 0 h 349"/>
                                      <a:gd name="T8" fmla="*/ 0 60000 65536"/>
                                      <a:gd name="T9" fmla="*/ 0 60000 65536"/>
                                      <a:gd name="T10" fmla="*/ 0 60000 65536"/>
                                      <a:gd name="T11" fmla="*/ 0 60000 65536"/>
                                      <a:gd name="T12" fmla="*/ 0 w 279"/>
                                      <a:gd name="T13" fmla="*/ 0 h 349"/>
                                      <a:gd name="T14" fmla="*/ 279 w 279"/>
                                      <a:gd name="T15" fmla="*/ 349 h 349"/>
                                    </a:gdLst>
                                    <a:ahLst/>
                                    <a:cxnLst>
                                      <a:cxn ang="T8">
                                        <a:pos x="T0" y="T1"/>
                                      </a:cxn>
                                      <a:cxn ang="T9">
                                        <a:pos x="T2" y="T3"/>
                                      </a:cxn>
                                      <a:cxn ang="T10">
                                        <a:pos x="T4" y="T5"/>
                                      </a:cxn>
                                      <a:cxn ang="T11">
                                        <a:pos x="T6" y="T7"/>
                                      </a:cxn>
                                    </a:cxnLst>
                                    <a:rect l="T12" t="T13" r="T14" b="T15"/>
                                    <a:pathLst>
                                      <a:path w="279" h="349">
                                        <a:moveTo>
                                          <a:pt x="209" y="349"/>
                                        </a:moveTo>
                                        <a:lnTo>
                                          <a:pt x="0" y="349"/>
                                        </a:lnTo>
                                        <a:lnTo>
                                          <a:pt x="0" y="0"/>
                                        </a:lnTo>
                                        <a:lnTo>
                                          <a:pt x="279" y="0"/>
                                        </a:lnTo>
                                      </a:path>
                                    </a:pathLst>
                                  </a:custGeom>
                                  <a:noFill/>
                                  <a:ln w="142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grpSp>
                                <p:nvGrpSpPr>
                                  <p:cNvPr id="83" name="Group 59"/>
                                  <p:cNvGrpSpPr>
                                    <a:grpSpLocks/>
                                  </p:cNvGrpSpPr>
                                  <p:nvPr/>
                                </p:nvGrpSpPr>
                                <p:grpSpPr bwMode="auto">
                                  <a:xfrm>
                                    <a:off x="4600575" y="3668713"/>
                                    <a:ext cx="1770063" cy="552450"/>
                                    <a:chOff x="2910" y="2263"/>
                                    <a:chExt cx="1115" cy="348"/>
                                  </a:xfrm>
                                </p:grpSpPr>
                                <p:sp>
                                  <p:nvSpPr>
                                    <p:cNvPr id="135" name="Freeform 60"/>
                                    <p:cNvSpPr>
                                      <a:spLocks/>
                                    </p:cNvSpPr>
                                    <p:nvPr/>
                                  </p:nvSpPr>
                                  <p:spPr bwMode="auto">
                                    <a:xfrm>
                                      <a:off x="2910" y="2263"/>
                                      <a:ext cx="1115" cy="348"/>
                                    </a:xfrm>
                                    <a:custGeom>
                                      <a:avLst/>
                                      <a:gdLst>
                                        <a:gd name="T0" fmla="*/ 697 w 1115"/>
                                        <a:gd name="T1" fmla="*/ 0 h 348"/>
                                        <a:gd name="T2" fmla="*/ 0 w 1115"/>
                                        <a:gd name="T3" fmla="*/ 0 h 348"/>
                                        <a:gd name="T4" fmla="*/ 0 w 1115"/>
                                        <a:gd name="T5" fmla="*/ 348 h 348"/>
                                        <a:gd name="T6" fmla="*/ 1115 w 1115"/>
                                        <a:gd name="T7" fmla="*/ 348 h 348"/>
                                        <a:gd name="T8" fmla="*/ 1115 w 1115"/>
                                        <a:gd name="T9" fmla="*/ 0 h 348"/>
                                        <a:gd name="T10" fmla="*/ 1045 w 1115"/>
                                        <a:gd name="T11" fmla="*/ 0 h 348"/>
                                        <a:gd name="T12" fmla="*/ 1045 w 1115"/>
                                        <a:gd name="T13" fmla="*/ 279 h 348"/>
                                        <a:gd name="T14" fmla="*/ 139 w 1115"/>
                                        <a:gd name="T15" fmla="*/ 279 h 348"/>
                                        <a:gd name="T16" fmla="*/ 139 w 1115"/>
                                        <a:gd name="T17" fmla="*/ 69 h 348"/>
                                        <a:gd name="T18" fmla="*/ 697 w 1115"/>
                                        <a:gd name="T19" fmla="*/ 69 h 348"/>
                                        <a:gd name="T20" fmla="*/ 697 w 1115"/>
                                        <a:gd name="T21" fmla="*/ 0 h 34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115"/>
                                        <a:gd name="T34" fmla="*/ 0 h 348"/>
                                        <a:gd name="T35" fmla="*/ 1115 w 1115"/>
                                        <a:gd name="T36" fmla="*/ 348 h 34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115" h="348">
                                          <a:moveTo>
                                            <a:pt x="697" y="0"/>
                                          </a:moveTo>
                                          <a:lnTo>
                                            <a:pt x="0" y="0"/>
                                          </a:lnTo>
                                          <a:lnTo>
                                            <a:pt x="0" y="348"/>
                                          </a:lnTo>
                                          <a:lnTo>
                                            <a:pt x="1115" y="348"/>
                                          </a:lnTo>
                                          <a:lnTo>
                                            <a:pt x="1115" y="0"/>
                                          </a:lnTo>
                                          <a:lnTo>
                                            <a:pt x="1045" y="0"/>
                                          </a:lnTo>
                                          <a:lnTo>
                                            <a:pt x="1045" y="279"/>
                                          </a:lnTo>
                                          <a:lnTo>
                                            <a:pt x="139" y="279"/>
                                          </a:lnTo>
                                          <a:lnTo>
                                            <a:pt x="139" y="69"/>
                                          </a:lnTo>
                                          <a:lnTo>
                                            <a:pt x="697" y="69"/>
                                          </a:lnTo>
                                          <a:lnTo>
                                            <a:pt x="697" y="0"/>
                                          </a:lnTo>
                                          <a:close/>
                                        </a:path>
                                      </a:pathLst>
                                    </a:custGeom>
                                    <a:solidFill>
                                      <a:srgbClr val="B2B2B2"/>
                                    </a:solidFill>
                                    <a:ln w="14288">
                                      <a:solidFill>
                                        <a:srgbClr val="000000"/>
                                      </a:solidFill>
                                      <a:prstDash val="solid"/>
                                      <a:round/>
                                      <a:headEnd/>
                                      <a:tailEnd/>
                                    </a:ln>
                                  </p:spPr>
                                  <p:txBody>
                                    <a:bodyPr/>
                                    <a:lstStyle/>
                                    <a:p>
                                      <a:endParaRPr lang="en-GB"/>
                                    </a:p>
                                  </p:txBody>
                                </p:sp>
                                <p:sp>
                                  <p:nvSpPr>
                                    <p:cNvPr id="136" name="Line 61"/>
                                    <p:cNvSpPr>
                                      <a:spLocks noChangeShapeType="1"/>
                                    </p:cNvSpPr>
                                    <p:nvPr/>
                                  </p:nvSpPr>
                                  <p:spPr bwMode="auto">
                                    <a:xfrm flipV="1">
                                      <a:off x="3049" y="2332"/>
                                      <a:ext cx="558" cy="210"/>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137" name="Line 62"/>
                                    <p:cNvSpPr>
                                      <a:spLocks noChangeShapeType="1"/>
                                    </p:cNvSpPr>
                                    <p:nvPr/>
                                  </p:nvSpPr>
                                  <p:spPr bwMode="auto">
                                    <a:xfrm>
                                      <a:off x="3049" y="2332"/>
                                      <a:ext cx="558" cy="210"/>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GB"/>
                                    </a:p>
                                  </p:txBody>
                                </p:sp>
                              </p:grpSp>
                              <p:grpSp>
                                <p:nvGrpSpPr>
                                  <p:cNvPr id="84" name="Group 63"/>
                                  <p:cNvGrpSpPr>
                                    <a:grpSpLocks/>
                                  </p:cNvGrpSpPr>
                                  <p:nvPr/>
                                </p:nvGrpSpPr>
                                <p:grpSpPr bwMode="auto">
                                  <a:xfrm>
                                    <a:off x="4600575" y="2560638"/>
                                    <a:ext cx="1770063" cy="554037"/>
                                    <a:chOff x="2910" y="1565"/>
                                    <a:chExt cx="1115" cy="349"/>
                                  </a:xfrm>
                                </p:grpSpPr>
                                <p:sp>
                                  <p:nvSpPr>
                                    <p:cNvPr id="132" name="Freeform 64"/>
                                    <p:cNvSpPr>
                                      <a:spLocks/>
                                    </p:cNvSpPr>
                                    <p:nvPr/>
                                  </p:nvSpPr>
                                  <p:spPr bwMode="auto">
                                    <a:xfrm>
                                      <a:off x="2910" y="1565"/>
                                      <a:ext cx="1115" cy="349"/>
                                    </a:xfrm>
                                    <a:custGeom>
                                      <a:avLst/>
                                      <a:gdLst>
                                        <a:gd name="T0" fmla="*/ 697 w 1115"/>
                                        <a:gd name="T1" fmla="*/ 349 h 349"/>
                                        <a:gd name="T2" fmla="*/ 0 w 1115"/>
                                        <a:gd name="T3" fmla="*/ 349 h 349"/>
                                        <a:gd name="T4" fmla="*/ 0 w 1115"/>
                                        <a:gd name="T5" fmla="*/ 0 h 349"/>
                                        <a:gd name="T6" fmla="*/ 1115 w 1115"/>
                                        <a:gd name="T7" fmla="*/ 0 h 349"/>
                                        <a:gd name="T8" fmla="*/ 1115 w 1115"/>
                                        <a:gd name="T9" fmla="*/ 349 h 349"/>
                                        <a:gd name="T10" fmla="*/ 1045 w 1115"/>
                                        <a:gd name="T11" fmla="*/ 349 h 349"/>
                                        <a:gd name="T12" fmla="*/ 1045 w 1115"/>
                                        <a:gd name="T13" fmla="*/ 70 h 349"/>
                                        <a:gd name="T14" fmla="*/ 139 w 1115"/>
                                        <a:gd name="T15" fmla="*/ 70 h 349"/>
                                        <a:gd name="T16" fmla="*/ 139 w 1115"/>
                                        <a:gd name="T17" fmla="*/ 279 h 349"/>
                                        <a:gd name="T18" fmla="*/ 697 w 1115"/>
                                        <a:gd name="T19" fmla="*/ 279 h 349"/>
                                        <a:gd name="T20" fmla="*/ 697 w 1115"/>
                                        <a:gd name="T21" fmla="*/ 349 h 34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115"/>
                                        <a:gd name="T34" fmla="*/ 0 h 349"/>
                                        <a:gd name="T35" fmla="*/ 1115 w 1115"/>
                                        <a:gd name="T36" fmla="*/ 349 h 34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115" h="349">
                                          <a:moveTo>
                                            <a:pt x="697" y="349"/>
                                          </a:moveTo>
                                          <a:lnTo>
                                            <a:pt x="0" y="349"/>
                                          </a:lnTo>
                                          <a:lnTo>
                                            <a:pt x="0" y="0"/>
                                          </a:lnTo>
                                          <a:lnTo>
                                            <a:pt x="1115" y="0"/>
                                          </a:lnTo>
                                          <a:lnTo>
                                            <a:pt x="1115" y="349"/>
                                          </a:lnTo>
                                          <a:lnTo>
                                            <a:pt x="1045" y="349"/>
                                          </a:lnTo>
                                          <a:lnTo>
                                            <a:pt x="1045" y="70"/>
                                          </a:lnTo>
                                          <a:lnTo>
                                            <a:pt x="139" y="70"/>
                                          </a:lnTo>
                                          <a:lnTo>
                                            <a:pt x="139" y="279"/>
                                          </a:lnTo>
                                          <a:lnTo>
                                            <a:pt x="697" y="279"/>
                                          </a:lnTo>
                                          <a:lnTo>
                                            <a:pt x="697" y="349"/>
                                          </a:lnTo>
                                          <a:close/>
                                        </a:path>
                                      </a:pathLst>
                                    </a:custGeom>
                                    <a:solidFill>
                                      <a:srgbClr val="B2B2B2"/>
                                    </a:solidFill>
                                    <a:ln w="14288">
                                      <a:solidFill>
                                        <a:srgbClr val="000000"/>
                                      </a:solidFill>
                                      <a:prstDash val="solid"/>
                                      <a:round/>
                                      <a:headEnd/>
                                      <a:tailEnd/>
                                    </a:ln>
                                  </p:spPr>
                                  <p:txBody>
                                    <a:bodyPr/>
                                    <a:lstStyle/>
                                    <a:p>
                                      <a:endParaRPr lang="en-GB"/>
                                    </a:p>
                                  </p:txBody>
                                </p:sp>
                                <p:sp>
                                  <p:nvSpPr>
                                    <p:cNvPr id="133" name="Line 65"/>
                                    <p:cNvSpPr>
                                      <a:spLocks noChangeShapeType="1"/>
                                    </p:cNvSpPr>
                                    <p:nvPr/>
                                  </p:nvSpPr>
                                  <p:spPr bwMode="auto">
                                    <a:xfrm flipV="1">
                                      <a:off x="3049" y="1635"/>
                                      <a:ext cx="558" cy="209"/>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GB"/>
                                    </a:p>
                                  </p:txBody>
                                </p:sp>
                                <p:sp>
                                  <p:nvSpPr>
                                    <p:cNvPr id="134" name="Line 66"/>
                                    <p:cNvSpPr>
                                      <a:spLocks noChangeShapeType="1"/>
                                    </p:cNvSpPr>
                                    <p:nvPr/>
                                  </p:nvSpPr>
                                  <p:spPr bwMode="auto">
                                    <a:xfrm>
                                      <a:off x="3049" y="1635"/>
                                      <a:ext cx="558" cy="209"/>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en-GB"/>
                                    </a:p>
                                  </p:txBody>
                                </p:sp>
                              </p:grpSp>
                              <p:sp>
                                <p:nvSpPr>
                                  <p:cNvPr id="85" name="Freeform 67"/>
                                  <p:cNvSpPr>
                                    <a:spLocks/>
                                  </p:cNvSpPr>
                                  <p:nvPr/>
                                </p:nvSpPr>
                                <p:spPr bwMode="auto">
                                  <a:xfrm>
                                    <a:off x="2268538" y="3308350"/>
                                    <a:ext cx="5146675" cy="239713"/>
                                  </a:xfrm>
                                  <a:custGeom>
                                    <a:avLst/>
                                    <a:gdLst>
                                      <a:gd name="T0" fmla="*/ 2147483646 w 3242"/>
                                      <a:gd name="T1" fmla="*/ 2147483646 h 151"/>
                                      <a:gd name="T2" fmla="*/ 2147483646 w 3242"/>
                                      <a:gd name="T3" fmla="*/ 2147483646 h 151"/>
                                      <a:gd name="T4" fmla="*/ 2147483646 w 3242"/>
                                      <a:gd name="T5" fmla="*/ 2147483646 h 151"/>
                                      <a:gd name="T6" fmla="*/ 2147483646 w 3242"/>
                                      <a:gd name="T7" fmla="*/ 2147483646 h 151"/>
                                      <a:gd name="T8" fmla="*/ 2147483646 w 3242"/>
                                      <a:gd name="T9" fmla="*/ 2147483646 h 151"/>
                                      <a:gd name="T10" fmla="*/ 2147483646 w 3242"/>
                                      <a:gd name="T11" fmla="*/ 2147483646 h 151"/>
                                      <a:gd name="T12" fmla="*/ 2147483646 w 3242"/>
                                      <a:gd name="T13" fmla="*/ 2147483646 h 151"/>
                                      <a:gd name="T14" fmla="*/ 2147483646 w 3242"/>
                                      <a:gd name="T15" fmla="*/ 2147483646 h 151"/>
                                      <a:gd name="T16" fmla="*/ 2147483646 w 3242"/>
                                      <a:gd name="T17" fmla="*/ 2147483646 h 151"/>
                                      <a:gd name="T18" fmla="*/ 2147483646 w 3242"/>
                                      <a:gd name="T19" fmla="*/ 2147483646 h 151"/>
                                      <a:gd name="T20" fmla="*/ 2147483646 w 3242"/>
                                      <a:gd name="T21" fmla="*/ 2147483646 h 151"/>
                                      <a:gd name="T22" fmla="*/ 2147483646 w 3242"/>
                                      <a:gd name="T23" fmla="*/ 2147483646 h 151"/>
                                      <a:gd name="T24" fmla="*/ 2147483646 w 3242"/>
                                      <a:gd name="T25" fmla="*/ 2147483646 h 151"/>
                                      <a:gd name="T26" fmla="*/ 2147483646 w 3242"/>
                                      <a:gd name="T27" fmla="*/ 2147483646 h 151"/>
                                      <a:gd name="T28" fmla="*/ 2147483646 w 3242"/>
                                      <a:gd name="T29" fmla="*/ 2147483646 h 151"/>
                                      <a:gd name="T30" fmla="*/ 2147483646 w 3242"/>
                                      <a:gd name="T31" fmla="*/ 2147483646 h 151"/>
                                      <a:gd name="T32" fmla="*/ 2147483646 w 3242"/>
                                      <a:gd name="T33" fmla="*/ 2147483646 h 151"/>
                                      <a:gd name="T34" fmla="*/ 2147483646 w 3242"/>
                                      <a:gd name="T35" fmla="*/ 2147483646 h 151"/>
                                      <a:gd name="T36" fmla="*/ 2147483646 w 3242"/>
                                      <a:gd name="T37" fmla="*/ 2147483646 h 151"/>
                                      <a:gd name="T38" fmla="*/ 2147483646 w 3242"/>
                                      <a:gd name="T39" fmla="*/ 2147483646 h 151"/>
                                      <a:gd name="T40" fmla="*/ 2147483646 w 3242"/>
                                      <a:gd name="T41" fmla="*/ 2147483646 h 151"/>
                                      <a:gd name="T42" fmla="*/ 2147483646 w 3242"/>
                                      <a:gd name="T43" fmla="*/ 2147483646 h 151"/>
                                      <a:gd name="T44" fmla="*/ 2147483646 w 3242"/>
                                      <a:gd name="T45" fmla="*/ 2147483646 h 151"/>
                                      <a:gd name="T46" fmla="*/ 2147483646 w 3242"/>
                                      <a:gd name="T47" fmla="*/ 2147483646 h 151"/>
                                      <a:gd name="T48" fmla="*/ 2147483646 w 3242"/>
                                      <a:gd name="T49" fmla="*/ 2147483646 h 151"/>
                                      <a:gd name="T50" fmla="*/ 2147483646 w 3242"/>
                                      <a:gd name="T51" fmla="*/ 2147483646 h 151"/>
                                      <a:gd name="T52" fmla="*/ 2147483646 w 3242"/>
                                      <a:gd name="T53" fmla="*/ 2147483646 h 151"/>
                                      <a:gd name="T54" fmla="*/ 2147483646 w 3242"/>
                                      <a:gd name="T55" fmla="*/ 2147483646 h 151"/>
                                      <a:gd name="T56" fmla="*/ 2147483646 w 3242"/>
                                      <a:gd name="T57" fmla="*/ 2147483646 h 151"/>
                                      <a:gd name="T58" fmla="*/ 2147483646 w 3242"/>
                                      <a:gd name="T59" fmla="*/ 2147483646 h 151"/>
                                      <a:gd name="T60" fmla="*/ 2147483646 w 3242"/>
                                      <a:gd name="T61" fmla="*/ 2147483646 h 151"/>
                                      <a:gd name="T62" fmla="*/ 2147483646 w 3242"/>
                                      <a:gd name="T63" fmla="*/ 2147483646 h 151"/>
                                      <a:gd name="T64" fmla="*/ 2147483646 w 3242"/>
                                      <a:gd name="T65" fmla="*/ 2147483646 h 151"/>
                                      <a:gd name="T66" fmla="*/ 2147483646 w 3242"/>
                                      <a:gd name="T67" fmla="*/ 2147483646 h 151"/>
                                      <a:gd name="T68" fmla="*/ 2147483646 w 3242"/>
                                      <a:gd name="T69" fmla="*/ 2147483646 h 151"/>
                                      <a:gd name="T70" fmla="*/ 2147483646 w 3242"/>
                                      <a:gd name="T71" fmla="*/ 2147483646 h 151"/>
                                      <a:gd name="T72" fmla="*/ 2147483646 w 3242"/>
                                      <a:gd name="T73" fmla="*/ 2147483646 h 151"/>
                                      <a:gd name="T74" fmla="*/ 2147483646 w 3242"/>
                                      <a:gd name="T75" fmla="*/ 2147483646 h 151"/>
                                      <a:gd name="T76" fmla="*/ 2147483646 w 3242"/>
                                      <a:gd name="T77" fmla="*/ 2147483646 h 151"/>
                                      <a:gd name="T78" fmla="*/ 2147483646 w 3242"/>
                                      <a:gd name="T79" fmla="*/ 2147483646 h 151"/>
                                      <a:gd name="T80" fmla="*/ 2147483646 w 3242"/>
                                      <a:gd name="T81" fmla="*/ 2147483646 h 151"/>
                                      <a:gd name="T82" fmla="*/ 2147483646 w 3242"/>
                                      <a:gd name="T83" fmla="*/ 2147483646 h 151"/>
                                      <a:gd name="T84" fmla="*/ 2147483646 w 3242"/>
                                      <a:gd name="T85" fmla="*/ 2147483646 h 151"/>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3242"/>
                                      <a:gd name="T130" fmla="*/ 0 h 151"/>
                                      <a:gd name="T131" fmla="*/ 3242 w 3242"/>
                                      <a:gd name="T132" fmla="*/ 151 h 151"/>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3242" h="151">
                                        <a:moveTo>
                                          <a:pt x="0" y="70"/>
                                        </a:moveTo>
                                        <a:lnTo>
                                          <a:pt x="71" y="45"/>
                                        </a:lnTo>
                                        <a:lnTo>
                                          <a:pt x="143" y="23"/>
                                        </a:lnTo>
                                        <a:lnTo>
                                          <a:pt x="176" y="15"/>
                                        </a:lnTo>
                                        <a:lnTo>
                                          <a:pt x="208" y="7"/>
                                        </a:lnTo>
                                        <a:lnTo>
                                          <a:pt x="238" y="3"/>
                                        </a:lnTo>
                                        <a:lnTo>
                                          <a:pt x="266" y="0"/>
                                        </a:lnTo>
                                        <a:lnTo>
                                          <a:pt x="292" y="1"/>
                                        </a:lnTo>
                                        <a:lnTo>
                                          <a:pt x="317" y="6"/>
                                        </a:lnTo>
                                        <a:lnTo>
                                          <a:pt x="339" y="13"/>
                                        </a:lnTo>
                                        <a:lnTo>
                                          <a:pt x="360" y="22"/>
                                        </a:lnTo>
                                        <a:lnTo>
                                          <a:pt x="398" y="41"/>
                                        </a:lnTo>
                                        <a:lnTo>
                                          <a:pt x="417" y="49"/>
                                        </a:lnTo>
                                        <a:lnTo>
                                          <a:pt x="436" y="57"/>
                                        </a:lnTo>
                                        <a:lnTo>
                                          <a:pt x="472" y="68"/>
                                        </a:lnTo>
                                        <a:lnTo>
                                          <a:pt x="506" y="78"/>
                                        </a:lnTo>
                                        <a:lnTo>
                                          <a:pt x="536" y="89"/>
                                        </a:lnTo>
                                        <a:lnTo>
                                          <a:pt x="567" y="96"/>
                                        </a:lnTo>
                                        <a:lnTo>
                                          <a:pt x="580" y="99"/>
                                        </a:lnTo>
                                        <a:lnTo>
                                          <a:pt x="593" y="102"/>
                                        </a:lnTo>
                                        <a:lnTo>
                                          <a:pt x="615" y="106"/>
                                        </a:lnTo>
                                        <a:lnTo>
                                          <a:pt x="626" y="108"/>
                                        </a:lnTo>
                                        <a:lnTo>
                                          <a:pt x="638" y="109"/>
                                        </a:lnTo>
                                        <a:lnTo>
                                          <a:pt x="654" y="112"/>
                                        </a:lnTo>
                                        <a:lnTo>
                                          <a:pt x="671" y="113"/>
                                        </a:lnTo>
                                        <a:lnTo>
                                          <a:pt x="678" y="115"/>
                                        </a:lnTo>
                                        <a:lnTo>
                                          <a:pt x="683" y="116"/>
                                        </a:lnTo>
                                        <a:lnTo>
                                          <a:pt x="686" y="116"/>
                                        </a:lnTo>
                                        <a:lnTo>
                                          <a:pt x="686" y="118"/>
                                        </a:lnTo>
                                        <a:lnTo>
                                          <a:pt x="684" y="121"/>
                                        </a:lnTo>
                                        <a:lnTo>
                                          <a:pt x="686" y="121"/>
                                        </a:lnTo>
                                        <a:lnTo>
                                          <a:pt x="689" y="122"/>
                                        </a:lnTo>
                                        <a:lnTo>
                                          <a:pt x="693" y="124"/>
                                        </a:lnTo>
                                        <a:lnTo>
                                          <a:pt x="703" y="125"/>
                                        </a:lnTo>
                                        <a:lnTo>
                                          <a:pt x="716" y="125"/>
                                        </a:lnTo>
                                        <a:lnTo>
                                          <a:pt x="725" y="126"/>
                                        </a:lnTo>
                                        <a:lnTo>
                                          <a:pt x="735" y="126"/>
                                        </a:lnTo>
                                        <a:lnTo>
                                          <a:pt x="748" y="126"/>
                                        </a:lnTo>
                                        <a:lnTo>
                                          <a:pt x="761" y="128"/>
                                        </a:lnTo>
                                        <a:lnTo>
                                          <a:pt x="777" y="128"/>
                                        </a:lnTo>
                                        <a:lnTo>
                                          <a:pt x="793" y="129"/>
                                        </a:lnTo>
                                        <a:lnTo>
                                          <a:pt x="814" y="129"/>
                                        </a:lnTo>
                                        <a:lnTo>
                                          <a:pt x="835" y="129"/>
                                        </a:lnTo>
                                        <a:lnTo>
                                          <a:pt x="859" y="131"/>
                                        </a:lnTo>
                                        <a:lnTo>
                                          <a:pt x="885" y="131"/>
                                        </a:lnTo>
                                        <a:lnTo>
                                          <a:pt x="914" y="131"/>
                                        </a:lnTo>
                                        <a:lnTo>
                                          <a:pt x="946" y="132"/>
                                        </a:lnTo>
                                        <a:lnTo>
                                          <a:pt x="981" y="132"/>
                                        </a:lnTo>
                                        <a:lnTo>
                                          <a:pt x="1018" y="134"/>
                                        </a:lnTo>
                                        <a:lnTo>
                                          <a:pt x="1059" y="135"/>
                                        </a:lnTo>
                                        <a:lnTo>
                                          <a:pt x="1101" y="135"/>
                                        </a:lnTo>
                                        <a:lnTo>
                                          <a:pt x="1146" y="137"/>
                                        </a:lnTo>
                                        <a:lnTo>
                                          <a:pt x="1193" y="138"/>
                                        </a:lnTo>
                                        <a:lnTo>
                                          <a:pt x="1242" y="138"/>
                                        </a:lnTo>
                                        <a:lnTo>
                                          <a:pt x="1291" y="139"/>
                                        </a:lnTo>
                                        <a:lnTo>
                                          <a:pt x="1396" y="141"/>
                                        </a:lnTo>
                                        <a:lnTo>
                                          <a:pt x="1505" y="144"/>
                                        </a:lnTo>
                                        <a:lnTo>
                                          <a:pt x="1617" y="145"/>
                                        </a:lnTo>
                                        <a:lnTo>
                                          <a:pt x="1728" y="147"/>
                                        </a:lnTo>
                                        <a:lnTo>
                                          <a:pt x="1840" y="148"/>
                                        </a:lnTo>
                                        <a:lnTo>
                                          <a:pt x="1951" y="150"/>
                                        </a:lnTo>
                                        <a:lnTo>
                                          <a:pt x="2058" y="151"/>
                                        </a:lnTo>
                                        <a:lnTo>
                                          <a:pt x="2110" y="151"/>
                                        </a:lnTo>
                                        <a:lnTo>
                                          <a:pt x="2160" y="151"/>
                                        </a:lnTo>
                                        <a:lnTo>
                                          <a:pt x="2209" y="151"/>
                                        </a:lnTo>
                                        <a:lnTo>
                                          <a:pt x="2256" y="151"/>
                                        </a:lnTo>
                                        <a:lnTo>
                                          <a:pt x="2301" y="150"/>
                                        </a:lnTo>
                                        <a:lnTo>
                                          <a:pt x="2344" y="150"/>
                                        </a:lnTo>
                                        <a:lnTo>
                                          <a:pt x="2385" y="150"/>
                                        </a:lnTo>
                                        <a:lnTo>
                                          <a:pt x="2423" y="148"/>
                                        </a:lnTo>
                                        <a:lnTo>
                                          <a:pt x="2495" y="145"/>
                                        </a:lnTo>
                                        <a:lnTo>
                                          <a:pt x="2564" y="142"/>
                                        </a:lnTo>
                                        <a:lnTo>
                                          <a:pt x="2629" y="138"/>
                                        </a:lnTo>
                                        <a:lnTo>
                                          <a:pt x="2693" y="134"/>
                                        </a:lnTo>
                                        <a:lnTo>
                                          <a:pt x="2752" y="128"/>
                                        </a:lnTo>
                                        <a:lnTo>
                                          <a:pt x="2809" y="122"/>
                                        </a:lnTo>
                                        <a:lnTo>
                                          <a:pt x="2864" y="116"/>
                                        </a:lnTo>
                                        <a:lnTo>
                                          <a:pt x="2915" y="109"/>
                                        </a:lnTo>
                                        <a:lnTo>
                                          <a:pt x="2964" y="103"/>
                                        </a:lnTo>
                                        <a:lnTo>
                                          <a:pt x="3011" y="96"/>
                                        </a:lnTo>
                                        <a:lnTo>
                                          <a:pt x="3056" y="90"/>
                                        </a:lnTo>
                                        <a:lnTo>
                                          <a:pt x="3098" y="84"/>
                                        </a:lnTo>
                                        <a:lnTo>
                                          <a:pt x="3137" y="78"/>
                                        </a:lnTo>
                                        <a:lnTo>
                                          <a:pt x="3174" y="74"/>
                                        </a:lnTo>
                                        <a:lnTo>
                                          <a:pt x="3208" y="70"/>
                                        </a:lnTo>
                                        <a:lnTo>
                                          <a:pt x="3242" y="65"/>
                                        </a:lnTo>
                                      </a:path>
                                    </a:pathLst>
                                  </a:custGeom>
                                  <a:noFill/>
                                  <a:ln w="142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GB"/>
                                  </a:p>
                                </p:txBody>
                              </p:sp>
                              <p:grpSp>
                                <p:nvGrpSpPr>
                                  <p:cNvPr id="86" name="Group 142"/>
                                  <p:cNvGrpSpPr>
                                    <a:grpSpLocks/>
                                  </p:cNvGrpSpPr>
                                  <p:nvPr/>
                                </p:nvGrpSpPr>
                                <p:grpSpPr bwMode="auto">
                                  <a:xfrm>
                                    <a:off x="5692775" y="3709988"/>
                                    <a:ext cx="546100" cy="122237"/>
                                    <a:chOff x="3598" y="2289"/>
                                    <a:chExt cx="344" cy="77"/>
                                  </a:xfrm>
                                </p:grpSpPr>
                                <p:sp>
                                  <p:nvSpPr>
                                    <p:cNvPr id="110" name="Freeform 143"/>
                                    <p:cNvSpPr>
                                      <a:spLocks/>
                                    </p:cNvSpPr>
                                    <p:nvPr/>
                                  </p:nvSpPr>
                                  <p:spPr bwMode="auto">
                                    <a:xfrm>
                                      <a:off x="3598" y="2289"/>
                                      <a:ext cx="9" cy="9"/>
                                    </a:xfrm>
                                    <a:custGeom>
                                      <a:avLst/>
                                      <a:gdLst>
                                        <a:gd name="T0" fmla="*/ 6 w 9"/>
                                        <a:gd name="T1" fmla="*/ 0 h 9"/>
                                        <a:gd name="T2" fmla="*/ 4 w 9"/>
                                        <a:gd name="T3" fmla="*/ 0 h 9"/>
                                        <a:gd name="T4" fmla="*/ 3 w 9"/>
                                        <a:gd name="T5" fmla="*/ 1 h 9"/>
                                        <a:gd name="T6" fmla="*/ 1 w 9"/>
                                        <a:gd name="T7" fmla="*/ 3 h 9"/>
                                        <a:gd name="T8" fmla="*/ 0 w 9"/>
                                        <a:gd name="T9" fmla="*/ 4 h 9"/>
                                        <a:gd name="T10" fmla="*/ 0 w 9"/>
                                        <a:gd name="T11" fmla="*/ 4 h 9"/>
                                        <a:gd name="T12" fmla="*/ 1 w 9"/>
                                        <a:gd name="T13" fmla="*/ 6 h 9"/>
                                        <a:gd name="T14" fmla="*/ 3 w 9"/>
                                        <a:gd name="T15" fmla="*/ 7 h 9"/>
                                        <a:gd name="T16" fmla="*/ 4 w 9"/>
                                        <a:gd name="T17" fmla="*/ 9 h 9"/>
                                        <a:gd name="T18" fmla="*/ 4 w 9"/>
                                        <a:gd name="T19" fmla="*/ 9 h 9"/>
                                        <a:gd name="T20" fmla="*/ 4 w 9"/>
                                        <a:gd name="T21" fmla="*/ 9 h 9"/>
                                        <a:gd name="T22" fmla="*/ 6 w 9"/>
                                        <a:gd name="T23" fmla="*/ 7 h 9"/>
                                        <a:gd name="T24" fmla="*/ 7 w 9"/>
                                        <a:gd name="T25" fmla="*/ 6 h 9"/>
                                        <a:gd name="T26" fmla="*/ 9 w 9"/>
                                        <a:gd name="T27" fmla="*/ 4 h 9"/>
                                        <a:gd name="T28" fmla="*/ 9 w 9"/>
                                        <a:gd name="T29" fmla="*/ 4 h 9"/>
                                        <a:gd name="T30" fmla="*/ 7 w 9"/>
                                        <a:gd name="T31" fmla="*/ 3 h 9"/>
                                        <a:gd name="T32" fmla="*/ 6 w 9"/>
                                        <a:gd name="T33" fmla="*/ 1 h 9"/>
                                        <a:gd name="T34" fmla="*/ 6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6" y="0"/>
                                          </a:moveTo>
                                          <a:lnTo>
                                            <a:pt x="4" y="0"/>
                                          </a:lnTo>
                                          <a:lnTo>
                                            <a:pt x="3" y="1"/>
                                          </a:lnTo>
                                          <a:lnTo>
                                            <a:pt x="1" y="3"/>
                                          </a:lnTo>
                                          <a:lnTo>
                                            <a:pt x="0" y="4"/>
                                          </a:lnTo>
                                          <a:lnTo>
                                            <a:pt x="1" y="6"/>
                                          </a:lnTo>
                                          <a:lnTo>
                                            <a:pt x="3" y="7"/>
                                          </a:lnTo>
                                          <a:lnTo>
                                            <a:pt x="4" y="9"/>
                                          </a:lnTo>
                                          <a:lnTo>
                                            <a:pt x="6" y="7"/>
                                          </a:lnTo>
                                          <a:lnTo>
                                            <a:pt x="7" y="6"/>
                                          </a:lnTo>
                                          <a:lnTo>
                                            <a:pt x="9" y="4"/>
                                          </a:lnTo>
                                          <a:lnTo>
                                            <a:pt x="7" y="3"/>
                                          </a:lnTo>
                                          <a:lnTo>
                                            <a:pt x="6" y="1"/>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11" name="Freeform 144"/>
                                    <p:cNvSpPr>
                                      <a:spLocks/>
                                    </p:cNvSpPr>
                                    <p:nvPr/>
                                  </p:nvSpPr>
                                  <p:spPr bwMode="auto">
                                    <a:xfrm>
                                      <a:off x="3614" y="2296"/>
                                      <a:ext cx="9" cy="9"/>
                                    </a:xfrm>
                                    <a:custGeom>
                                      <a:avLst/>
                                      <a:gdLst>
                                        <a:gd name="T0" fmla="*/ 6 w 9"/>
                                        <a:gd name="T1" fmla="*/ 2 h 9"/>
                                        <a:gd name="T2" fmla="*/ 4 w 9"/>
                                        <a:gd name="T3" fmla="*/ 0 h 9"/>
                                        <a:gd name="T4" fmla="*/ 3 w 9"/>
                                        <a:gd name="T5" fmla="*/ 0 h 9"/>
                                        <a:gd name="T6" fmla="*/ 1 w 9"/>
                                        <a:gd name="T7" fmla="*/ 2 h 9"/>
                                        <a:gd name="T8" fmla="*/ 0 w 9"/>
                                        <a:gd name="T9" fmla="*/ 3 h 9"/>
                                        <a:gd name="T10" fmla="*/ 0 w 9"/>
                                        <a:gd name="T11" fmla="*/ 4 h 9"/>
                                        <a:gd name="T12" fmla="*/ 0 w 9"/>
                                        <a:gd name="T13" fmla="*/ 6 h 9"/>
                                        <a:gd name="T14" fmla="*/ 0 w 9"/>
                                        <a:gd name="T15" fmla="*/ 7 h 9"/>
                                        <a:gd name="T16" fmla="*/ 1 w 9"/>
                                        <a:gd name="T17" fmla="*/ 9 h 9"/>
                                        <a:gd name="T18" fmla="*/ 1 w 9"/>
                                        <a:gd name="T19" fmla="*/ 9 h 9"/>
                                        <a:gd name="T20" fmla="*/ 3 w 9"/>
                                        <a:gd name="T21" fmla="*/ 9 h 9"/>
                                        <a:gd name="T22" fmla="*/ 4 w 9"/>
                                        <a:gd name="T23" fmla="*/ 9 h 9"/>
                                        <a:gd name="T24" fmla="*/ 6 w 9"/>
                                        <a:gd name="T25" fmla="*/ 9 h 9"/>
                                        <a:gd name="T26" fmla="*/ 7 w 9"/>
                                        <a:gd name="T27" fmla="*/ 7 h 9"/>
                                        <a:gd name="T28" fmla="*/ 9 w 9"/>
                                        <a:gd name="T29" fmla="*/ 6 h 9"/>
                                        <a:gd name="T30" fmla="*/ 9 w 9"/>
                                        <a:gd name="T31" fmla="*/ 4 h 9"/>
                                        <a:gd name="T32" fmla="*/ 7 w 9"/>
                                        <a:gd name="T33" fmla="*/ 3 h 9"/>
                                        <a:gd name="T34" fmla="*/ 6 w 9"/>
                                        <a:gd name="T35" fmla="*/ 2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6" y="2"/>
                                          </a:moveTo>
                                          <a:lnTo>
                                            <a:pt x="4" y="0"/>
                                          </a:lnTo>
                                          <a:lnTo>
                                            <a:pt x="3" y="0"/>
                                          </a:lnTo>
                                          <a:lnTo>
                                            <a:pt x="1" y="2"/>
                                          </a:lnTo>
                                          <a:lnTo>
                                            <a:pt x="0" y="3"/>
                                          </a:lnTo>
                                          <a:lnTo>
                                            <a:pt x="0" y="4"/>
                                          </a:lnTo>
                                          <a:lnTo>
                                            <a:pt x="0" y="6"/>
                                          </a:lnTo>
                                          <a:lnTo>
                                            <a:pt x="0" y="7"/>
                                          </a:lnTo>
                                          <a:lnTo>
                                            <a:pt x="1" y="9"/>
                                          </a:lnTo>
                                          <a:lnTo>
                                            <a:pt x="3" y="9"/>
                                          </a:lnTo>
                                          <a:lnTo>
                                            <a:pt x="4" y="9"/>
                                          </a:lnTo>
                                          <a:lnTo>
                                            <a:pt x="6" y="9"/>
                                          </a:lnTo>
                                          <a:lnTo>
                                            <a:pt x="7" y="7"/>
                                          </a:lnTo>
                                          <a:lnTo>
                                            <a:pt x="9" y="6"/>
                                          </a:lnTo>
                                          <a:lnTo>
                                            <a:pt x="9" y="4"/>
                                          </a:lnTo>
                                          <a:lnTo>
                                            <a:pt x="7" y="3"/>
                                          </a:lnTo>
                                          <a:lnTo>
                                            <a:pt x="6"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12" name="Freeform 145"/>
                                    <p:cNvSpPr>
                                      <a:spLocks/>
                                    </p:cNvSpPr>
                                    <p:nvPr/>
                                  </p:nvSpPr>
                                  <p:spPr bwMode="auto">
                                    <a:xfrm>
                                      <a:off x="3628" y="2305"/>
                                      <a:ext cx="9" cy="9"/>
                                    </a:xfrm>
                                    <a:custGeom>
                                      <a:avLst/>
                                      <a:gdLst>
                                        <a:gd name="T0" fmla="*/ 8 w 9"/>
                                        <a:gd name="T1" fmla="*/ 1 h 9"/>
                                        <a:gd name="T2" fmla="*/ 6 w 9"/>
                                        <a:gd name="T3" fmla="*/ 0 h 9"/>
                                        <a:gd name="T4" fmla="*/ 5 w 9"/>
                                        <a:gd name="T5" fmla="*/ 0 h 9"/>
                                        <a:gd name="T6" fmla="*/ 3 w 9"/>
                                        <a:gd name="T7" fmla="*/ 1 h 9"/>
                                        <a:gd name="T8" fmla="*/ 2 w 9"/>
                                        <a:gd name="T9" fmla="*/ 3 h 9"/>
                                        <a:gd name="T10" fmla="*/ 0 w 9"/>
                                        <a:gd name="T11" fmla="*/ 4 h 9"/>
                                        <a:gd name="T12" fmla="*/ 0 w 9"/>
                                        <a:gd name="T13" fmla="*/ 6 h 9"/>
                                        <a:gd name="T14" fmla="*/ 2 w 9"/>
                                        <a:gd name="T15" fmla="*/ 7 h 9"/>
                                        <a:gd name="T16" fmla="*/ 3 w 9"/>
                                        <a:gd name="T17" fmla="*/ 9 h 9"/>
                                        <a:gd name="T18" fmla="*/ 3 w 9"/>
                                        <a:gd name="T19" fmla="*/ 9 h 9"/>
                                        <a:gd name="T20" fmla="*/ 5 w 9"/>
                                        <a:gd name="T21" fmla="*/ 9 h 9"/>
                                        <a:gd name="T22" fmla="*/ 6 w 9"/>
                                        <a:gd name="T23" fmla="*/ 9 h 9"/>
                                        <a:gd name="T24" fmla="*/ 8 w 9"/>
                                        <a:gd name="T25" fmla="*/ 9 h 9"/>
                                        <a:gd name="T26" fmla="*/ 9 w 9"/>
                                        <a:gd name="T27" fmla="*/ 7 h 9"/>
                                        <a:gd name="T28" fmla="*/ 9 w 9"/>
                                        <a:gd name="T29" fmla="*/ 6 h 9"/>
                                        <a:gd name="T30" fmla="*/ 9 w 9"/>
                                        <a:gd name="T31" fmla="*/ 4 h 9"/>
                                        <a:gd name="T32" fmla="*/ 9 w 9"/>
                                        <a:gd name="T33" fmla="*/ 3 h 9"/>
                                        <a:gd name="T34" fmla="*/ 8 w 9"/>
                                        <a:gd name="T35" fmla="*/ 1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8" y="1"/>
                                          </a:moveTo>
                                          <a:lnTo>
                                            <a:pt x="6" y="0"/>
                                          </a:lnTo>
                                          <a:lnTo>
                                            <a:pt x="5" y="0"/>
                                          </a:lnTo>
                                          <a:lnTo>
                                            <a:pt x="3" y="1"/>
                                          </a:lnTo>
                                          <a:lnTo>
                                            <a:pt x="2" y="3"/>
                                          </a:lnTo>
                                          <a:lnTo>
                                            <a:pt x="0" y="4"/>
                                          </a:lnTo>
                                          <a:lnTo>
                                            <a:pt x="0" y="6"/>
                                          </a:lnTo>
                                          <a:lnTo>
                                            <a:pt x="2" y="7"/>
                                          </a:lnTo>
                                          <a:lnTo>
                                            <a:pt x="3" y="9"/>
                                          </a:lnTo>
                                          <a:lnTo>
                                            <a:pt x="5" y="9"/>
                                          </a:lnTo>
                                          <a:lnTo>
                                            <a:pt x="6" y="9"/>
                                          </a:lnTo>
                                          <a:lnTo>
                                            <a:pt x="8" y="9"/>
                                          </a:lnTo>
                                          <a:lnTo>
                                            <a:pt x="9" y="7"/>
                                          </a:lnTo>
                                          <a:lnTo>
                                            <a:pt x="9" y="6"/>
                                          </a:lnTo>
                                          <a:lnTo>
                                            <a:pt x="9" y="4"/>
                                          </a:lnTo>
                                          <a:lnTo>
                                            <a:pt x="9" y="3"/>
                                          </a:lnTo>
                                          <a:lnTo>
                                            <a:pt x="8"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13" name="Freeform 146"/>
                                    <p:cNvSpPr>
                                      <a:spLocks/>
                                    </p:cNvSpPr>
                                    <p:nvPr/>
                                  </p:nvSpPr>
                                  <p:spPr bwMode="auto">
                                    <a:xfrm>
                                      <a:off x="3644" y="2314"/>
                                      <a:ext cx="9" cy="8"/>
                                    </a:xfrm>
                                    <a:custGeom>
                                      <a:avLst/>
                                      <a:gdLst>
                                        <a:gd name="T0" fmla="*/ 6 w 9"/>
                                        <a:gd name="T1" fmla="*/ 1 h 8"/>
                                        <a:gd name="T2" fmla="*/ 5 w 9"/>
                                        <a:gd name="T3" fmla="*/ 0 h 8"/>
                                        <a:gd name="T4" fmla="*/ 3 w 9"/>
                                        <a:gd name="T5" fmla="*/ 0 h 8"/>
                                        <a:gd name="T6" fmla="*/ 2 w 9"/>
                                        <a:gd name="T7" fmla="*/ 1 h 8"/>
                                        <a:gd name="T8" fmla="*/ 0 w 9"/>
                                        <a:gd name="T9" fmla="*/ 2 h 8"/>
                                        <a:gd name="T10" fmla="*/ 0 w 9"/>
                                        <a:gd name="T11" fmla="*/ 4 h 8"/>
                                        <a:gd name="T12" fmla="*/ 0 w 9"/>
                                        <a:gd name="T13" fmla="*/ 5 h 8"/>
                                        <a:gd name="T14" fmla="*/ 0 w 9"/>
                                        <a:gd name="T15" fmla="*/ 7 h 8"/>
                                        <a:gd name="T16" fmla="*/ 2 w 9"/>
                                        <a:gd name="T17" fmla="*/ 8 h 8"/>
                                        <a:gd name="T18" fmla="*/ 2 w 9"/>
                                        <a:gd name="T19" fmla="*/ 8 h 8"/>
                                        <a:gd name="T20" fmla="*/ 3 w 9"/>
                                        <a:gd name="T21" fmla="*/ 8 h 8"/>
                                        <a:gd name="T22" fmla="*/ 5 w 9"/>
                                        <a:gd name="T23" fmla="*/ 8 h 8"/>
                                        <a:gd name="T24" fmla="*/ 6 w 9"/>
                                        <a:gd name="T25" fmla="*/ 8 h 8"/>
                                        <a:gd name="T26" fmla="*/ 8 w 9"/>
                                        <a:gd name="T27" fmla="*/ 7 h 8"/>
                                        <a:gd name="T28" fmla="*/ 9 w 9"/>
                                        <a:gd name="T29" fmla="*/ 5 h 8"/>
                                        <a:gd name="T30" fmla="*/ 9 w 9"/>
                                        <a:gd name="T31" fmla="*/ 4 h 8"/>
                                        <a:gd name="T32" fmla="*/ 8 w 9"/>
                                        <a:gd name="T33" fmla="*/ 2 h 8"/>
                                        <a:gd name="T34" fmla="*/ 6 w 9"/>
                                        <a:gd name="T35" fmla="*/ 1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6" y="1"/>
                                          </a:moveTo>
                                          <a:lnTo>
                                            <a:pt x="5" y="0"/>
                                          </a:lnTo>
                                          <a:lnTo>
                                            <a:pt x="3" y="0"/>
                                          </a:lnTo>
                                          <a:lnTo>
                                            <a:pt x="2" y="1"/>
                                          </a:lnTo>
                                          <a:lnTo>
                                            <a:pt x="0" y="2"/>
                                          </a:lnTo>
                                          <a:lnTo>
                                            <a:pt x="0" y="4"/>
                                          </a:lnTo>
                                          <a:lnTo>
                                            <a:pt x="0" y="5"/>
                                          </a:lnTo>
                                          <a:lnTo>
                                            <a:pt x="0" y="7"/>
                                          </a:lnTo>
                                          <a:lnTo>
                                            <a:pt x="2" y="8"/>
                                          </a:lnTo>
                                          <a:lnTo>
                                            <a:pt x="3" y="8"/>
                                          </a:lnTo>
                                          <a:lnTo>
                                            <a:pt x="5" y="8"/>
                                          </a:lnTo>
                                          <a:lnTo>
                                            <a:pt x="6" y="8"/>
                                          </a:lnTo>
                                          <a:lnTo>
                                            <a:pt x="8" y="7"/>
                                          </a:lnTo>
                                          <a:lnTo>
                                            <a:pt x="9" y="5"/>
                                          </a:lnTo>
                                          <a:lnTo>
                                            <a:pt x="9" y="4"/>
                                          </a:lnTo>
                                          <a:lnTo>
                                            <a:pt x="8" y="2"/>
                                          </a:lnTo>
                                          <a:lnTo>
                                            <a:pt x="6"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14" name="Freeform 147"/>
                                    <p:cNvSpPr>
                                      <a:spLocks/>
                                    </p:cNvSpPr>
                                    <p:nvPr/>
                                  </p:nvSpPr>
                                  <p:spPr bwMode="auto">
                                    <a:xfrm>
                                      <a:off x="3659" y="2322"/>
                                      <a:ext cx="9" cy="9"/>
                                    </a:xfrm>
                                    <a:custGeom>
                                      <a:avLst/>
                                      <a:gdLst>
                                        <a:gd name="T0" fmla="*/ 7 w 9"/>
                                        <a:gd name="T1" fmla="*/ 2 h 9"/>
                                        <a:gd name="T2" fmla="*/ 6 w 9"/>
                                        <a:gd name="T3" fmla="*/ 0 h 9"/>
                                        <a:gd name="T4" fmla="*/ 4 w 9"/>
                                        <a:gd name="T5" fmla="*/ 0 h 9"/>
                                        <a:gd name="T6" fmla="*/ 3 w 9"/>
                                        <a:gd name="T7" fmla="*/ 2 h 9"/>
                                        <a:gd name="T8" fmla="*/ 1 w 9"/>
                                        <a:gd name="T9" fmla="*/ 3 h 9"/>
                                        <a:gd name="T10" fmla="*/ 0 w 9"/>
                                        <a:gd name="T11" fmla="*/ 5 h 9"/>
                                        <a:gd name="T12" fmla="*/ 0 w 9"/>
                                        <a:gd name="T13" fmla="*/ 6 h 9"/>
                                        <a:gd name="T14" fmla="*/ 1 w 9"/>
                                        <a:gd name="T15" fmla="*/ 8 h 9"/>
                                        <a:gd name="T16" fmla="*/ 3 w 9"/>
                                        <a:gd name="T17" fmla="*/ 9 h 9"/>
                                        <a:gd name="T18" fmla="*/ 3 w 9"/>
                                        <a:gd name="T19" fmla="*/ 9 h 9"/>
                                        <a:gd name="T20" fmla="*/ 4 w 9"/>
                                        <a:gd name="T21" fmla="*/ 9 h 9"/>
                                        <a:gd name="T22" fmla="*/ 6 w 9"/>
                                        <a:gd name="T23" fmla="*/ 9 h 9"/>
                                        <a:gd name="T24" fmla="*/ 7 w 9"/>
                                        <a:gd name="T25" fmla="*/ 9 h 9"/>
                                        <a:gd name="T26" fmla="*/ 9 w 9"/>
                                        <a:gd name="T27" fmla="*/ 8 h 9"/>
                                        <a:gd name="T28" fmla="*/ 9 w 9"/>
                                        <a:gd name="T29" fmla="*/ 6 h 9"/>
                                        <a:gd name="T30" fmla="*/ 9 w 9"/>
                                        <a:gd name="T31" fmla="*/ 5 h 9"/>
                                        <a:gd name="T32" fmla="*/ 9 w 9"/>
                                        <a:gd name="T33" fmla="*/ 3 h 9"/>
                                        <a:gd name="T34" fmla="*/ 7 w 9"/>
                                        <a:gd name="T35" fmla="*/ 2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7" y="2"/>
                                          </a:moveTo>
                                          <a:lnTo>
                                            <a:pt x="6" y="0"/>
                                          </a:lnTo>
                                          <a:lnTo>
                                            <a:pt x="4" y="0"/>
                                          </a:lnTo>
                                          <a:lnTo>
                                            <a:pt x="3" y="2"/>
                                          </a:lnTo>
                                          <a:lnTo>
                                            <a:pt x="1" y="3"/>
                                          </a:lnTo>
                                          <a:lnTo>
                                            <a:pt x="0" y="5"/>
                                          </a:lnTo>
                                          <a:lnTo>
                                            <a:pt x="0" y="6"/>
                                          </a:lnTo>
                                          <a:lnTo>
                                            <a:pt x="1" y="8"/>
                                          </a:lnTo>
                                          <a:lnTo>
                                            <a:pt x="3" y="9"/>
                                          </a:lnTo>
                                          <a:lnTo>
                                            <a:pt x="4" y="9"/>
                                          </a:lnTo>
                                          <a:lnTo>
                                            <a:pt x="6" y="9"/>
                                          </a:lnTo>
                                          <a:lnTo>
                                            <a:pt x="7" y="9"/>
                                          </a:lnTo>
                                          <a:lnTo>
                                            <a:pt x="9" y="8"/>
                                          </a:lnTo>
                                          <a:lnTo>
                                            <a:pt x="9" y="6"/>
                                          </a:lnTo>
                                          <a:lnTo>
                                            <a:pt x="9" y="5"/>
                                          </a:lnTo>
                                          <a:lnTo>
                                            <a:pt x="9" y="3"/>
                                          </a:lnTo>
                                          <a:lnTo>
                                            <a:pt x="7"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15" name="Freeform 148"/>
                                    <p:cNvSpPr>
                                      <a:spLocks/>
                                    </p:cNvSpPr>
                                    <p:nvPr/>
                                  </p:nvSpPr>
                                  <p:spPr bwMode="auto">
                                    <a:xfrm>
                                      <a:off x="3675" y="2331"/>
                                      <a:ext cx="9" cy="9"/>
                                    </a:xfrm>
                                    <a:custGeom>
                                      <a:avLst/>
                                      <a:gdLst>
                                        <a:gd name="T0" fmla="*/ 4 w 9"/>
                                        <a:gd name="T1" fmla="*/ 0 h 9"/>
                                        <a:gd name="T2" fmla="*/ 3 w 9"/>
                                        <a:gd name="T3" fmla="*/ 0 h 9"/>
                                        <a:gd name="T4" fmla="*/ 1 w 9"/>
                                        <a:gd name="T5" fmla="*/ 0 h 9"/>
                                        <a:gd name="T6" fmla="*/ 0 w 9"/>
                                        <a:gd name="T7" fmla="*/ 1 h 9"/>
                                        <a:gd name="T8" fmla="*/ 0 w 9"/>
                                        <a:gd name="T9" fmla="*/ 3 h 9"/>
                                        <a:gd name="T10" fmla="*/ 0 w 9"/>
                                        <a:gd name="T11" fmla="*/ 4 h 9"/>
                                        <a:gd name="T12" fmla="*/ 0 w 9"/>
                                        <a:gd name="T13" fmla="*/ 6 h 9"/>
                                        <a:gd name="T14" fmla="*/ 1 w 9"/>
                                        <a:gd name="T15" fmla="*/ 7 h 9"/>
                                        <a:gd name="T16" fmla="*/ 3 w 9"/>
                                        <a:gd name="T17" fmla="*/ 9 h 9"/>
                                        <a:gd name="T18" fmla="*/ 3 w 9"/>
                                        <a:gd name="T19" fmla="*/ 9 h 9"/>
                                        <a:gd name="T20" fmla="*/ 4 w 9"/>
                                        <a:gd name="T21" fmla="*/ 9 h 9"/>
                                        <a:gd name="T22" fmla="*/ 6 w 9"/>
                                        <a:gd name="T23" fmla="*/ 7 h 9"/>
                                        <a:gd name="T24" fmla="*/ 7 w 9"/>
                                        <a:gd name="T25" fmla="*/ 6 h 9"/>
                                        <a:gd name="T26" fmla="*/ 9 w 9"/>
                                        <a:gd name="T27" fmla="*/ 4 h 9"/>
                                        <a:gd name="T28" fmla="*/ 9 w 9"/>
                                        <a:gd name="T29" fmla="*/ 3 h 9"/>
                                        <a:gd name="T30" fmla="*/ 7 w 9"/>
                                        <a:gd name="T31" fmla="*/ 1 h 9"/>
                                        <a:gd name="T32" fmla="*/ 6 w 9"/>
                                        <a:gd name="T33" fmla="*/ 0 h 9"/>
                                        <a:gd name="T34" fmla="*/ 4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4" y="0"/>
                                          </a:moveTo>
                                          <a:lnTo>
                                            <a:pt x="3" y="0"/>
                                          </a:lnTo>
                                          <a:lnTo>
                                            <a:pt x="1" y="0"/>
                                          </a:lnTo>
                                          <a:lnTo>
                                            <a:pt x="0" y="1"/>
                                          </a:lnTo>
                                          <a:lnTo>
                                            <a:pt x="0" y="3"/>
                                          </a:lnTo>
                                          <a:lnTo>
                                            <a:pt x="0" y="4"/>
                                          </a:lnTo>
                                          <a:lnTo>
                                            <a:pt x="0" y="6"/>
                                          </a:lnTo>
                                          <a:lnTo>
                                            <a:pt x="1" y="7"/>
                                          </a:lnTo>
                                          <a:lnTo>
                                            <a:pt x="3" y="9"/>
                                          </a:lnTo>
                                          <a:lnTo>
                                            <a:pt x="4" y="9"/>
                                          </a:lnTo>
                                          <a:lnTo>
                                            <a:pt x="6" y="7"/>
                                          </a:lnTo>
                                          <a:lnTo>
                                            <a:pt x="7" y="6"/>
                                          </a:lnTo>
                                          <a:lnTo>
                                            <a:pt x="9" y="4"/>
                                          </a:lnTo>
                                          <a:lnTo>
                                            <a:pt x="9" y="3"/>
                                          </a:lnTo>
                                          <a:lnTo>
                                            <a:pt x="7" y="1"/>
                                          </a:lnTo>
                                          <a:lnTo>
                                            <a:pt x="6"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16" name="Freeform 149"/>
                                    <p:cNvSpPr>
                                      <a:spLocks/>
                                    </p:cNvSpPr>
                                    <p:nvPr/>
                                  </p:nvSpPr>
                                  <p:spPr bwMode="auto">
                                    <a:xfrm>
                                      <a:off x="3691" y="2338"/>
                                      <a:ext cx="9" cy="9"/>
                                    </a:xfrm>
                                    <a:custGeom>
                                      <a:avLst/>
                                      <a:gdLst>
                                        <a:gd name="T0" fmla="*/ 4 w 9"/>
                                        <a:gd name="T1" fmla="*/ 0 h 9"/>
                                        <a:gd name="T2" fmla="*/ 3 w 9"/>
                                        <a:gd name="T3" fmla="*/ 0 h 9"/>
                                        <a:gd name="T4" fmla="*/ 1 w 9"/>
                                        <a:gd name="T5" fmla="*/ 0 h 9"/>
                                        <a:gd name="T6" fmla="*/ 0 w 9"/>
                                        <a:gd name="T7" fmla="*/ 2 h 9"/>
                                        <a:gd name="T8" fmla="*/ 0 w 9"/>
                                        <a:gd name="T9" fmla="*/ 3 h 9"/>
                                        <a:gd name="T10" fmla="*/ 0 w 9"/>
                                        <a:gd name="T11" fmla="*/ 5 h 9"/>
                                        <a:gd name="T12" fmla="*/ 0 w 9"/>
                                        <a:gd name="T13" fmla="*/ 6 h 9"/>
                                        <a:gd name="T14" fmla="*/ 1 w 9"/>
                                        <a:gd name="T15" fmla="*/ 7 h 9"/>
                                        <a:gd name="T16" fmla="*/ 3 w 9"/>
                                        <a:gd name="T17" fmla="*/ 9 h 9"/>
                                        <a:gd name="T18" fmla="*/ 3 w 9"/>
                                        <a:gd name="T19" fmla="*/ 9 h 9"/>
                                        <a:gd name="T20" fmla="*/ 4 w 9"/>
                                        <a:gd name="T21" fmla="*/ 9 h 9"/>
                                        <a:gd name="T22" fmla="*/ 6 w 9"/>
                                        <a:gd name="T23" fmla="*/ 7 h 9"/>
                                        <a:gd name="T24" fmla="*/ 7 w 9"/>
                                        <a:gd name="T25" fmla="*/ 6 h 9"/>
                                        <a:gd name="T26" fmla="*/ 9 w 9"/>
                                        <a:gd name="T27" fmla="*/ 5 h 9"/>
                                        <a:gd name="T28" fmla="*/ 9 w 9"/>
                                        <a:gd name="T29" fmla="*/ 3 h 9"/>
                                        <a:gd name="T30" fmla="*/ 7 w 9"/>
                                        <a:gd name="T31" fmla="*/ 2 h 9"/>
                                        <a:gd name="T32" fmla="*/ 6 w 9"/>
                                        <a:gd name="T33" fmla="*/ 0 h 9"/>
                                        <a:gd name="T34" fmla="*/ 4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4" y="0"/>
                                          </a:moveTo>
                                          <a:lnTo>
                                            <a:pt x="3" y="0"/>
                                          </a:lnTo>
                                          <a:lnTo>
                                            <a:pt x="1" y="0"/>
                                          </a:lnTo>
                                          <a:lnTo>
                                            <a:pt x="0" y="2"/>
                                          </a:lnTo>
                                          <a:lnTo>
                                            <a:pt x="0" y="3"/>
                                          </a:lnTo>
                                          <a:lnTo>
                                            <a:pt x="0" y="5"/>
                                          </a:lnTo>
                                          <a:lnTo>
                                            <a:pt x="0" y="6"/>
                                          </a:lnTo>
                                          <a:lnTo>
                                            <a:pt x="1" y="7"/>
                                          </a:lnTo>
                                          <a:lnTo>
                                            <a:pt x="3" y="9"/>
                                          </a:lnTo>
                                          <a:lnTo>
                                            <a:pt x="4" y="9"/>
                                          </a:lnTo>
                                          <a:lnTo>
                                            <a:pt x="6" y="7"/>
                                          </a:lnTo>
                                          <a:lnTo>
                                            <a:pt x="7" y="6"/>
                                          </a:lnTo>
                                          <a:lnTo>
                                            <a:pt x="9" y="5"/>
                                          </a:lnTo>
                                          <a:lnTo>
                                            <a:pt x="9" y="3"/>
                                          </a:lnTo>
                                          <a:lnTo>
                                            <a:pt x="7" y="2"/>
                                          </a:lnTo>
                                          <a:lnTo>
                                            <a:pt x="6"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17" name="Freeform 150"/>
                                    <p:cNvSpPr>
                                      <a:spLocks/>
                                    </p:cNvSpPr>
                                    <p:nvPr/>
                                  </p:nvSpPr>
                                  <p:spPr bwMode="auto">
                                    <a:xfrm>
                                      <a:off x="3707" y="2344"/>
                                      <a:ext cx="9" cy="9"/>
                                    </a:xfrm>
                                    <a:custGeom>
                                      <a:avLst/>
                                      <a:gdLst>
                                        <a:gd name="T0" fmla="*/ 4 w 9"/>
                                        <a:gd name="T1" fmla="*/ 0 h 9"/>
                                        <a:gd name="T2" fmla="*/ 3 w 9"/>
                                        <a:gd name="T3" fmla="*/ 0 h 9"/>
                                        <a:gd name="T4" fmla="*/ 1 w 9"/>
                                        <a:gd name="T5" fmla="*/ 1 h 9"/>
                                        <a:gd name="T6" fmla="*/ 0 w 9"/>
                                        <a:gd name="T7" fmla="*/ 3 h 9"/>
                                        <a:gd name="T8" fmla="*/ 0 w 9"/>
                                        <a:gd name="T9" fmla="*/ 4 h 9"/>
                                        <a:gd name="T10" fmla="*/ 0 w 9"/>
                                        <a:gd name="T11" fmla="*/ 6 h 9"/>
                                        <a:gd name="T12" fmla="*/ 0 w 9"/>
                                        <a:gd name="T13" fmla="*/ 7 h 9"/>
                                        <a:gd name="T14" fmla="*/ 1 w 9"/>
                                        <a:gd name="T15" fmla="*/ 9 h 9"/>
                                        <a:gd name="T16" fmla="*/ 3 w 9"/>
                                        <a:gd name="T17" fmla="*/ 9 h 9"/>
                                        <a:gd name="T18" fmla="*/ 3 w 9"/>
                                        <a:gd name="T19" fmla="*/ 9 h 9"/>
                                        <a:gd name="T20" fmla="*/ 4 w 9"/>
                                        <a:gd name="T21" fmla="*/ 9 h 9"/>
                                        <a:gd name="T22" fmla="*/ 6 w 9"/>
                                        <a:gd name="T23" fmla="*/ 9 h 9"/>
                                        <a:gd name="T24" fmla="*/ 7 w 9"/>
                                        <a:gd name="T25" fmla="*/ 7 h 9"/>
                                        <a:gd name="T26" fmla="*/ 9 w 9"/>
                                        <a:gd name="T27" fmla="*/ 6 h 9"/>
                                        <a:gd name="T28" fmla="*/ 9 w 9"/>
                                        <a:gd name="T29" fmla="*/ 4 h 9"/>
                                        <a:gd name="T30" fmla="*/ 7 w 9"/>
                                        <a:gd name="T31" fmla="*/ 3 h 9"/>
                                        <a:gd name="T32" fmla="*/ 6 w 9"/>
                                        <a:gd name="T33" fmla="*/ 1 h 9"/>
                                        <a:gd name="T34" fmla="*/ 4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4" y="0"/>
                                          </a:moveTo>
                                          <a:lnTo>
                                            <a:pt x="3" y="0"/>
                                          </a:lnTo>
                                          <a:lnTo>
                                            <a:pt x="1" y="1"/>
                                          </a:lnTo>
                                          <a:lnTo>
                                            <a:pt x="0" y="3"/>
                                          </a:lnTo>
                                          <a:lnTo>
                                            <a:pt x="0" y="4"/>
                                          </a:lnTo>
                                          <a:lnTo>
                                            <a:pt x="0" y="6"/>
                                          </a:lnTo>
                                          <a:lnTo>
                                            <a:pt x="0" y="7"/>
                                          </a:lnTo>
                                          <a:lnTo>
                                            <a:pt x="1" y="9"/>
                                          </a:lnTo>
                                          <a:lnTo>
                                            <a:pt x="3" y="9"/>
                                          </a:lnTo>
                                          <a:lnTo>
                                            <a:pt x="4" y="9"/>
                                          </a:lnTo>
                                          <a:lnTo>
                                            <a:pt x="6" y="9"/>
                                          </a:lnTo>
                                          <a:lnTo>
                                            <a:pt x="7" y="7"/>
                                          </a:lnTo>
                                          <a:lnTo>
                                            <a:pt x="9" y="6"/>
                                          </a:lnTo>
                                          <a:lnTo>
                                            <a:pt x="9" y="4"/>
                                          </a:lnTo>
                                          <a:lnTo>
                                            <a:pt x="7" y="3"/>
                                          </a:lnTo>
                                          <a:lnTo>
                                            <a:pt x="6" y="1"/>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18" name="Freeform 151"/>
                                    <p:cNvSpPr>
                                      <a:spLocks/>
                                    </p:cNvSpPr>
                                    <p:nvPr/>
                                  </p:nvSpPr>
                                  <p:spPr bwMode="auto">
                                    <a:xfrm>
                                      <a:off x="3723" y="2351"/>
                                      <a:ext cx="9" cy="9"/>
                                    </a:xfrm>
                                    <a:custGeom>
                                      <a:avLst/>
                                      <a:gdLst>
                                        <a:gd name="T0" fmla="*/ 4 w 9"/>
                                        <a:gd name="T1" fmla="*/ 0 h 9"/>
                                        <a:gd name="T2" fmla="*/ 3 w 9"/>
                                        <a:gd name="T3" fmla="*/ 0 h 9"/>
                                        <a:gd name="T4" fmla="*/ 1 w 9"/>
                                        <a:gd name="T5" fmla="*/ 0 h 9"/>
                                        <a:gd name="T6" fmla="*/ 0 w 9"/>
                                        <a:gd name="T7" fmla="*/ 2 h 9"/>
                                        <a:gd name="T8" fmla="*/ 0 w 9"/>
                                        <a:gd name="T9" fmla="*/ 3 h 9"/>
                                        <a:gd name="T10" fmla="*/ 0 w 9"/>
                                        <a:gd name="T11" fmla="*/ 5 h 9"/>
                                        <a:gd name="T12" fmla="*/ 0 w 9"/>
                                        <a:gd name="T13" fmla="*/ 6 h 9"/>
                                        <a:gd name="T14" fmla="*/ 1 w 9"/>
                                        <a:gd name="T15" fmla="*/ 8 h 9"/>
                                        <a:gd name="T16" fmla="*/ 3 w 9"/>
                                        <a:gd name="T17" fmla="*/ 9 h 9"/>
                                        <a:gd name="T18" fmla="*/ 3 w 9"/>
                                        <a:gd name="T19" fmla="*/ 9 h 9"/>
                                        <a:gd name="T20" fmla="*/ 4 w 9"/>
                                        <a:gd name="T21" fmla="*/ 9 h 9"/>
                                        <a:gd name="T22" fmla="*/ 6 w 9"/>
                                        <a:gd name="T23" fmla="*/ 8 h 9"/>
                                        <a:gd name="T24" fmla="*/ 7 w 9"/>
                                        <a:gd name="T25" fmla="*/ 6 h 9"/>
                                        <a:gd name="T26" fmla="*/ 9 w 9"/>
                                        <a:gd name="T27" fmla="*/ 5 h 9"/>
                                        <a:gd name="T28" fmla="*/ 9 w 9"/>
                                        <a:gd name="T29" fmla="*/ 3 h 9"/>
                                        <a:gd name="T30" fmla="*/ 7 w 9"/>
                                        <a:gd name="T31" fmla="*/ 2 h 9"/>
                                        <a:gd name="T32" fmla="*/ 6 w 9"/>
                                        <a:gd name="T33" fmla="*/ 0 h 9"/>
                                        <a:gd name="T34" fmla="*/ 4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4" y="0"/>
                                          </a:moveTo>
                                          <a:lnTo>
                                            <a:pt x="3" y="0"/>
                                          </a:lnTo>
                                          <a:lnTo>
                                            <a:pt x="1" y="0"/>
                                          </a:lnTo>
                                          <a:lnTo>
                                            <a:pt x="0" y="2"/>
                                          </a:lnTo>
                                          <a:lnTo>
                                            <a:pt x="0" y="3"/>
                                          </a:lnTo>
                                          <a:lnTo>
                                            <a:pt x="0" y="5"/>
                                          </a:lnTo>
                                          <a:lnTo>
                                            <a:pt x="0" y="6"/>
                                          </a:lnTo>
                                          <a:lnTo>
                                            <a:pt x="1" y="8"/>
                                          </a:lnTo>
                                          <a:lnTo>
                                            <a:pt x="3" y="9"/>
                                          </a:lnTo>
                                          <a:lnTo>
                                            <a:pt x="4" y="9"/>
                                          </a:lnTo>
                                          <a:lnTo>
                                            <a:pt x="6" y="8"/>
                                          </a:lnTo>
                                          <a:lnTo>
                                            <a:pt x="7" y="6"/>
                                          </a:lnTo>
                                          <a:lnTo>
                                            <a:pt x="9" y="5"/>
                                          </a:lnTo>
                                          <a:lnTo>
                                            <a:pt x="9" y="3"/>
                                          </a:lnTo>
                                          <a:lnTo>
                                            <a:pt x="7" y="2"/>
                                          </a:lnTo>
                                          <a:lnTo>
                                            <a:pt x="6"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19" name="Freeform 152"/>
                                    <p:cNvSpPr>
                                      <a:spLocks/>
                                    </p:cNvSpPr>
                                    <p:nvPr/>
                                  </p:nvSpPr>
                                  <p:spPr bwMode="auto">
                                    <a:xfrm>
                                      <a:off x="3739" y="2356"/>
                                      <a:ext cx="8" cy="8"/>
                                    </a:xfrm>
                                    <a:custGeom>
                                      <a:avLst/>
                                      <a:gdLst>
                                        <a:gd name="T0" fmla="*/ 6 w 8"/>
                                        <a:gd name="T1" fmla="*/ 0 h 8"/>
                                        <a:gd name="T2" fmla="*/ 4 w 8"/>
                                        <a:gd name="T3" fmla="*/ 0 h 8"/>
                                        <a:gd name="T4" fmla="*/ 3 w 8"/>
                                        <a:gd name="T5" fmla="*/ 0 h 8"/>
                                        <a:gd name="T6" fmla="*/ 1 w 8"/>
                                        <a:gd name="T7" fmla="*/ 1 h 8"/>
                                        <a:gd name="T8" fmla="*/ 0 w 8"/>
                                        <a:gd name="T9" fmla="*/ 3 h 8"/>
                                        <a:gd name="T10" fmla="*/ 0 w 8"/>
                                        <a:gd name="T11" fmla="*/ 4 h 8"/>
                                        <a:gd name="T12" fmla="*/ 1 w 8"/>
                                        <a:gd name="T13" fmla="*/ 5 h 8"/>
                                        <a:gd name="T14" fmla="*/ 3 w 8"/>
                                        <a:gd name="T15" fmla="*/ 7 h 8"/>
                                        <a:gd name="T16" fmla="*/ 4 w 8"/>
                                        <a:gd name="T17" fmla="*/ 8 h 8"/>
                                        <a:gd name="T18" fmla="*/ 4 w 8"/>
                                        <a:gd name="T19" fmla="*/ 8 h 8"/>
                                        <a:gd name="T20" fmla="*/ 6 w 8"/>
                                        <a:gd name="T21" fmla="*/ 8 h 8"/>
                                        <a:gd name="T22" fmla="*/ 7 w 8"/>
                                        <a:gd name="T23" fmla="*/ 7 h 8"/>
                                        <a:gd name="T24" fmla="*/ 8 w 8"/>
                                        <a:gd name="T25" fmla="*/ 5 h 8"/>
                                        <a:gd name="T26" fmla="*/ 8 w 8"/>
                                        <a:gd name="T27" fmla="*/ 4 h 8"/>
                                        <a:gd name="T28" fmla="*/ 8 w 8"/>
                                        <a:gd name="T29" fmla="*/ 3 h 8"/>
                                        <a:gd name="T30" fmla="*/ 8 w 8"/>
                                        <a:gd name="T31" fmla="*/ 1 h 8"/>
                                        <a:gd name="T32" fmla="*/ 7 w 8"/>
                                        <a:gd name="T33" fmla="*/ 0 h 8"/>
                                        <a:gd name="T34" fmla="*/ 6 w 8"/>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8"/>
                                        <a:gd name="T56" fmla="*/ 8 w 8"/>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8">
                                          <a:moveTo>
                                            <a:pt x="6" y="0"/>
                                          </a:moveTo>
                                          <a:lnTo>
                                            <a:pt x="4" y="0"/>
                                          </a:lnTo>
                                          <a:lnTo>
                                            <a:pt x="3" y="0"/>
                                          </a:lnTo>
                                          <a:lnTo>
                                            <a:pt x="1" y="1"/>
                                          </a:lnTo>
                                          <a:lnTo>
                                            <a:pt x="0" y="3"/>
                                          </a:lnTo>
                                          <a:lnTo>
                                            <a:pt x="0" y="4"/>
                                          </a:lnTo>
                                          <a:lnTo>
                                            <a:pt x="1" y="5"/>
                                          </a:lnTo>
                                          <a:lnTo>
                                            <a:pt x="3" y="7"/>
                                          </a:lnTo>
                                          <a:lnTo>
                                            <a:pt x="4" y="8"/>
                                          </a:lnTo>
                                          <a:lnTo>
                                            <a:pt x="6" y="8"/>
                                          </a:lnTo>
                                          <a:lnTo>
                                            <a:pt x="7" y="7"/>
                                          </a:lnTo>
                                          <a:lnTo>
                                            <a:pt x="8" y="5"/>
                                          </a:lnTo>
                                          <a:lnTo>
                                            <a:pt x="8" y="4"/>
                                          </a:lnTo>
                                          <a:lnTo>
                                            <a:pt x="8" y="3"/>
                                          </a:lnTo>
                                          <a:lnTo>
                                            <a:pt x="8" y="1"/>
                                          </a:lnTo>
                                          <a:lnTo>
                                            <a:pt x="7" y="0"/>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20" name="Freeform 153"/>
                                    <p:cNvSpPr>
                                      <a:spLocks/>
                                    </p:cNvSpPr>
                                    <p:nvPr/>
                                  </p:nvSpPr>
                                  <p:spPr bwMode="auto">
                                    <a:xfrm>
                                      <a:off x="3756" y="2357"/>
                                      <a:ext cx="9" cy="9"/>
                                    </a:xfrm>
                                    <a:custGeom>
                                      <a:avLst/>
                                      <a:gdLst>
                                        <a:gd name="T0" fmla="*/ 6 w 9"/>
                                        <a:gd name="T1" fmla="*/ 0 h 9"/>
                                        <a:gd name="T2" fmla="*/ 5 w 9"/>
                                        <a:gd name="T3" fmla="*/ 0 h 9"/>
                                        <a:gd name="T4" fmla="*/ 3 w 9"/>
                                        <a:gd name="T5" fmla="*/ 2 h 9"/>
                                        <a:gd name="T6" fmla="*/ 2 w 9"/>
                                        <a:gd name="T7" fmla="*/ 3 h 9"/>
                                        <a:gd name="T8" fmla="*/ 0 w 9"/>
                                        <a:gd name="T9" fmla="*/ 4 h 9"/>
                                        <a:gd name="T10" fmla="*/ 0 w 9"/>
                                        <a:gd name="T11" fmla="*/ 6 h 9"/>
                                        <a:gd name="T12" fmla="*/ 2 w 9"/>
                                        <a:gd name="T13" fmla="*/ 7 h 9"/>
                                        <a:gd name="T14" fmla="*/ 3 w 9"/>
                                        <a:gd name="T15" fmla="*/ 9 h 9"/>
                                        <a:gd name="T16" fmla="*/ 5 w 9"/>
                                        <a:gd name="T17" fmla="*/ 9 h 9"/>
                                        <a:gd name="T18" fmla="*/ 5 w 9"/>
                                        <a:gd name="T19" fmla="*/ 9 h 9"/>
                                        <a:gd name="T20" fmla="*/ 6 w 9"/>
                                        <a:gd name="T21" fmla="*/ 9 h 9"/>
                                        <a:gd name="T22" fmla="*/ 7 w 9"/>
                                        <a:gd name="T23" fmla="*/ 9 h 9"/>
                                        <a:gd name="T24" fmla="*/ 9 w 9"/>
                                        <a:gd name="T25" fmla="*/ 7 h 9"/>
                                        <a:gd name="T26" fmla="*/ 9 w 9"/>
                                        <a:gd name="T27" fmla="*/ 6 h 9"/>
                                        <a:gd name="T28" fmla="*/ 9 w 9"/>
                                        <a:gd name="T29" fmla="*/ 4 h 9"/>
                                        <a:gd name="T30" fmla="*/ 9 w 9"/>
                                        <a:gd name="T31" fmla="*/ 3 h 9"/>
                                        <a:gd name="T32" fmla="*/ 7 w 9"/>
                                        <a:gd name="T33" fmla="*/ 2 h 9"/>
                                        <a:gd name="T34" fmla="*/ 6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6" y="0"/>
                                          </a:moveTo>
                                          <a:lnTo>
                                            <a:pt x="5" y="0"/>
                                          </a:lnTo>
                                          <a:lnTo>
                                            <a:pt x="3" y="2"/>
                                          </a:lnTo>
                                          <a:lnTo>
                                            <a:pt x="2" y="3"/>
                                          </a:lnTo>
                                          <a:lnTo>
                                            <a:pt x="0" y="4"/>
                                          </a:lnTo>
                                          <a:lnTo>
                                            <a:pt x="0" y="6"/>
                                          </a:lnTo>
                                          <a:lnTo>
                                            <a:pt x="2" y="7"/>
                                          </a:lnTo>
                                          <a:lnTo>
                                            <a:pt x="3" y="9"/>
                                          </a:lnTo>
                                          <a:lnTo>
                                            <a:pt x="5" y="9"/>
                                          </a:lnTo>
                                          <a:lnTo>
                                            <a:pt x="6" y="9"/>
                                          </a:lnTo>
                                          <a:lnTo>
                                            <a:pt x="7" y="9"/>
                                          </a:lnTo>
                                          <a:lnTo>
                                            <a:pt x="9" y="7"/>
                                          </a:lnTo>
                                          <a:lnTo>
                                            <a:pt x="9" y="6"/>
                                          </a:lnTo>
                                          <a:lnTo>
                                            <a:pt x="9" y="4"/>
                                          </a:lnTo>
                                          <a:lnTo>
                                            <a:pt x="9" y="3"/>
                                          </a:lnTo>
                                          <a:lnTo>
                                            <a:pt x="7" y="2"/>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21" name="Freeform 154"/>
                                    <p:cNvSpPr>
                                      <a:spLocks/>
                                    </p:cNvSpPr>
                                    <p:nvPr/>
                                  </p:nvSpPr>
                                  <p:spPr bwMode="auto">
                                    <a:xfrm>
                                      <a:off x="3774" y="2357"/>
                                      <a:ext cx="8" cy="9"/>
                                    </a:xfrm>
                                    <a:custGeom>
                                      <a:avLst/>
                                      <a:gdLst>
                                        <a:gd name="T0" fmla="*/ 5 w 8"/>
                                        <a:gd name="T1" fmla="*/ 0 h 9"/>
                                        <a:gd name="T2" fmla="*/ 4 w 8"/>
                                        <a:gd name="T3" fmla="*/ 0 h 9"/>
                                        <a:gd name="T4" fmla="*/ 3 w 8"/>
                                        <a:gd name="T5" fmla="*/ 2 h 9"/>
                                        <a:gd name="T6" fmla="*/ 1 w 8"/>
                                        <a:gd name="T7" fmla="*/ 3 h 9"/>
                                        <a:gd name="T8" fmla="*/ 0 w 8"/>
                                        <a:gd name="T9" fmla="*/ 4 h 9"/>
                                        <a:gd name="T10" fmla="*/ 0 w 8"/>
                                        <a:gd name="T11" fmla="*/ 6 h 9"/>
                                        <a:gd name="T12" fmla="*/ 1 w 8"/>
                                        <a:gd name="T13" fmla="*/ 7 h 9"/>
                                        <a:gd name="T14" fmla="*/ 3 w 8"/>
                                        <a:gd name="T15" fmla="*/ 9 h 9"/>
                                        <a:gd name="T16" fmla="*/ 4 w 8"/>
                                        <a:gd name="T17" fmla="*/ 9 h 9"/>
                                        <a:gd name="T18" fmla="*/ 4 w 8"/>
                                        <a:gd name="T19" fmla="*/ 9 h 9"/>
                                        <a:gd name="T20" fmla="*/ 5 w 8"/>
                                        <a:gd name="T21" fmla="*/ 9 h 9"/>
                                        <a:gd name="T22" fmla="*/ 7 w 8"/>
                                        <a:gd name="T23" fmla="*/ 9 h 9"/>
                                        <a:gd name="T24" fmla="*/ 8 w 8"/>
                                        <a:gd name="T25" fmla="*/ 7 h 9"/>
                                        <a:gd name="T26" fmla="*/ 8 w 8"/>
                                        <a:gd name="T27" fmla="*/ 6 h 9"/>
                                        <a:gd name="T28" fmla="*/ 8 w 8"/>
                                        <a:gd name="T29" fmla="*/ 4 h 9"/>
                                        <a:gd name="T30" fmla="*/ 8 w 8"/>
                                        <a:gd name="T31" fmla="*/ 3 h 9"/>
                                        <a:gd name="T32" fmla="*/ 7 w 8"/>
                                        <a:gd name="T33" fmla="*/ 2 h 9"/>
                                        <a:gd name="T34" fmla="*/ 5 w 8"/>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5" y="0"/>
                                          </a:moveTo>
                                          <a:lnTo>
                                            <a:pt x="4" y="0"/>
                                          </a:lnTo>
                                          <a:lnTo>
                                            <a:pt x="3" y="2"/>
                                          </a:lnTo>
                                          <a:lnTo>
                                            <a:pt x="1" y="3"/>
                                          </a:lnTo>
                                          <a:lnTo>
                                            <a:pt x="0" y="4"/>
                                          </a:lnTo>
                                          <a:lnTo>
                                            <a:pt x="0" y="6"/>
                                          </a:lnTo>
                                          <a:lnTo>
                                            <a:pt x="1" y="7"/>
                                          </a:lnTo>
                                          <a:lnTo>
                                            <a:pt x="3" y="9"/>
                                          </a:lnTo>
                                          <a:lnTo>
                                            <a:pt x="4" y="9"/>
                                          </a:lnTo>
                                          <a:lnTo>
                                            <a:pt x="5" y="9"/>
                                          </a:lnTo>
                                          <a:lnTo>
                                            <a:pt x="7" y="9"/>
                                          </a:lnTo>
                                          <a:lnTo>
                                            <a:pt x="8" y="7"/>
                                          </a:lnTo>
                                          <a:lnTo>
                                            <a:pt x="8" y="6"/>
                                          </a:lnTo>
                                          <a:lnTo>
                                            <a:pt x="8" y="4"/>
                                          </a:lnTo>
                                          <a:lnTo>
                                            <a:pt x="8" y="3"/>
                                          </a:lnTo>
                                          <a:lnTo>
                                            <a:pt x="7" y="2"/>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22" name="Freeform 155"/>
                                    <p:cNvSpPr>
                                      <a:spLocks/>
                                    </p:cNvSpPr>
                                    <p:nvPr/>
                                  </p:nvSpPr>
                                  <p:spPr bwMode="auto">
                                    <a:xfrm>
                                      <a:off x="3791" y="2354"/>
                                      <a:ext cx="9" cy="9"/>
                                    </a:xfrm>
                                    <a:custGeom>
                                      <a:avLst/>
                                      <a:gdLst>
                                        <a:gd name="T0" fmla="*/ 4 w 9"/>
                                        <a:gd name="T1" fmla="*/ 0 h 9"/>
                                        <a:gd name="T2" fmla="*/ 3 w 9"/>
                                        <a:gd name="T3" fmla="*/ 2 h 9"/>
                                        <a:gd name="T4" fmla="*/ 2 w 9"/>
                                        <a:gd name="T5" fmla="*/ 3 h 9"/>
                                        <a:gd name="T6" fmla="*/ 0 w 9"/>
                                        <a:gd name="T7" fmla="*/ 5 h 9"/>
                                        <a:gd name="T8" fmla="*/ 0 w 9"/>
                                        <a:gd name="T9" fmla="*/ 6 h 9"/>
                                        <a:gd name="T10" fmla="*/ 2 w 9"/>
                                        <a:gd name="T11" fmla="*/ 7 h 9"/>
                                        <a:gd name="T12" fmla="*/ 3 w 9"/>
                                        <a:gd name="T13" fmla="*/ 9 h 9"/>
                                        <a:gd name="T14" fmla="*/ 4 w 9"/>
                                        <a:gd name="T15" fmla="*/ 9 h 9"/>
                                        <a:gd name="T16" fmla="*/ 6 w 9"/>
                                        <a:gd name="T17" fmla="*/ 9 h 9"/>
                                        <a:gd name="T18" fmla="*/ 6 w 9"/>
                                        <a:gd name="T19" fmla="*/ 9 h 9"/>
                                        <a:gd name="T20" fmla="*/ 7 w 9"/>
                                        <a:gd name="T21" fmla="*/ 9 h 9"/>
                                        <a:gd name="T22" fmla="*/ 9 w 9"/>
                                        <a:gd name="T23" fmla="*/ 7 h 9"/>
                                        <a:gd name="T24" fmla="*/ 9 w 9"/>
                                        <a:gd name="T25" fmla="*/ 6 h 9"/>
                                        <a:gd name="T26" fmla="*/ 9 w 9"/>
                                        <a:gd name="T27" fmla="*/ 5 h 9"/>
                                        <a:gd name="T28" fmla="*/ 9 w 9"/>
                                        <a:gd name="T29" fmla="*/ 3 h 9"/>
                                        <a:gd name="T30" fmla="*/ 7 w 9"/>
                                        <a:gd name="T31" fmla="*/ 2 h 9"/>
                                        <a:gd name="T32" fmla="*/ 6 w 9"/>
                                        <a:gd name="T33" fmla="*/ 0 h 9"/>
                                        <a:gd name="T34" fmla="*/ 4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4" y="0"/>
                                          </a:moveTo>
                                          <a:lnTo>
                                            <a:pt x="3" y="2"/>
                                          </a:lnTo>
                                          <a:lnTo>
                                            <a:pt x="2" y="3"/>
                                          </a:lnTo>
                                          <a:lnTo>
                                            <a:pt x="0" y="5"/>
                                          </a:lnTo>
                                          <a:lnTo>
                                            <a:pt x="0" y="6"/>
                                          </a:lnTo>
                                          <a:lnTo>
                                            <a:pt x="2" y="7"/>
                                          </a:lnTo>
                                          <a:lnTo>
                                            <a:pt x="3" y="9"/>
                                          </a:lnTo>
                                          <a:lnTo>
                                            <a:pt x="4" y="9"/>
                                          </a:lnTo>
                                          <a:lnTo>
                                            <a:pt x="6" y="9"/>
                                          </a:lnTo>
                                          <a:lnTo>
                                            <a:pt x="7" y="9"/>
                                          </a:lnTo>
                                          <a:lnTo>
                                            <a:pt x="9" y="7"/>
                                          </a:lnTo>
                                          <a:lnTo>
                                            <a:pt x="9" y="6"/>
                                          </a:lnTo>
                                          <a:lnTo>
                                            <a:pt x="9" y="5"/>
                                          </a:lnTo>
                                          <a:lnTo>
                                            <a:pt x="9" y="3"/>
                                          </a:lnTo>
                                          <a:lnTo>
                                            <a:pt x="7" y="2"/>
                                          </a:lnTo>
                                          <a:lnTo>
                                            <a:pt x="6"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23" name="Freeform 156"/>
                                    <p:cNvSpPr>
                                      <a:spLocks/>
                                    </p:cNvSpPr>
                                    <p:nvPr/>
                                  </p:nvSpPr>
                                  <p:spPr bwMode="auto">
                                    <a:xfrm>
                                      <a:off x="3808" y="2350"/>
                                      <a:ext cx="9" cy="9"/>
                                    </a:xfrm>
                                    <a:custGeom>
                                      <a:avLst/>
                                      <a:gdLst>
                                        <a:gd name="T0" fmla="*/ 3 w 9"/>
                                        <a:gd name="T1" fmla="*/ 0 h 9"/>
                                        <a:gd name="T2" fmla="*/ 2 w 9"/>
                                        <a:gd name="T3" fmla="*/ 1 h 9"/>
                                        <a:gd name="T4" fmla="*/ 0 w 9"/>
                                        <a:gd name="T5" fmla="*/ 3 h 9"/>
                                        <a:gd name="T6" fmla="*/ 0 w 9"/>
                                        <a:gd name="T7" fmla="*/ 4 h 9"/>
                                        <a:gd name="T8" fmla="*/ 0 w 9"/>
                                        <a:gd name="T9" fmla="*/ 6 h 9"/>
                                        <a:gd name="T10" fmla="*/ 0 w 9"/>
                                        <a:gd name="T11" fmla="*/ 7 h 9"/>
                                        <a:gd name="T12" fmla="*/ 2 w 9"/>
                                        <a:gd name="T13" fmla="*/ 9 h 9"/>
                                        <a:gd name="T14" fmla="*/ 3 w 9"/>
                                        <a:gd name="T15" fmla="*/ 9 h 9"/>
                                        <a:gd name="T16" fmla="*/ 5 w 9"/>
                                        <a:gd name="T17" fmla="*/ 9 h 9"/>
                                        <a:gd name="T18" fmla="*/ 5 w 9"/>
                                        <a:gd name="T19" fmla="*/ 9 h 9"/>
                                        <a:gd name="T20" fmla="*/ 6 w 9"/>
                                        <a:gd name="T21" fmla="*/ 9 h 9"/>
                                        <a:gd name="T22" fmla="*/ 8 w 9"/>
                                        <a:gd name="T23" fmla="*/ 7 h 9"/>
                                        <a:gd name="T24" fmla="*/ 9 w 9"/>
                                        <a:gd name="T25" fmla="*/ 6 h 9"/>
                                        <a:gd name="T26" fmla="*/ 9 w 9"/>
                                        <a:gd name="T27" fmla="*/ 4 h 9"/>
                                        <a:gd name="T28" fmla="*/ 8 w 9"/>
                                        <a:gd name="T29" fmla="*/ 3 h 9"/>
                                        <a:gd name="T30" fmla="*/ 6 w 9"/>
                                        <a:gd name="T31" fmla="*/ 1 h 9"/>
                                        <a:gd name="T32" fmla="*/ 5 w 9"/>
                                        <a:gd name="T33" fmla="*/ 0 h 9"/>
                                        <a:gd name="T34" fmla="*/ 3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3" y="0"/>
                                          </a:moveTo>
                                          <a:lnTo>
                                            <a:pt x="2" y="1"/>
                                          </a:lnTo>
                                          <a:lnTo>
                                            <a:pt x="0" y="3"/>
                                          </a:lnTo>
                                          <a:lnTo>
                                            <a:pt x="0" y="4"/>
                                          </a:lnTo>
                                          <a:lnTo>
                                            <a:pt x="0" y="6"/>
                                          </a:lnTo>
                                          <a:lnTo>
                                            <a:pt x="0" y="7"/>
                                          </a:lnTo>
                                          <a:lnTo>
                                            <a:pt x="2" y="9"/>
                                          </a:lnTo>
                                          <a:lnTo>
                                            <a:pt x="3" y="9"/>
                                          </a:lnTo>
                                          <a:lnTo>
                                            <a:pt x="5" y="9"/>
                                          </a:lnTo>
                                          <a:lnTo>
                                            <a:pt x="6" y="9"/>
                                          </a:lnTo>
                                          <a:lnTo>
                                            <a:pt x="8" y="7"/>
                                          </a:lnTo>
                                          <a:lnTo>
                                            <a:pt x="9" y="6"/>
                                          </a:lnTo>
                                          <a:lnTo>
                                            <a:pt x="9" y="4"/>
                                          </a:lnTo>
                                          <a:lnTo>
                                            <a:pt x="8" y="3"/>
                                          </a:lnTo>
                                          <a:lnTo>
                                            <a:pt x="6" y="1"/>
                                          </a:lnTo>
                                          <a:lnTo>
                                            <a:pt x="5"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24" name="Freeform 157"/>
                                    <p:cNvSpPr>
                                      <a:spLocks/>
                                    </p:cNvSpPr>
                                    <p:nvPr/>
                                  </p:nvSpPr>
                                  <p:spPr bwMode="auto">
                                    <a:xfrm>
                                      <a:off x="3824" y="2344"/>
                                      <a:ext cx="9" cy="9"/>
                                    </a:xfrm>
                                    <a:custGeom>
                                      <a:avLst/>
                                      <a:gdLst>
                                        <a:gd name="T0" fmla="*/ 3 w 9"/>
                                        <a:gd name="T1" fmla="*/ 0 h 9"/>
                                        <a:gd name="T2" fmla="*/ 2 w 9"/>
                                        <a:gd name="T3" fmla="*/ 1 h 9"/>
                                        <a:gd name="T4" fmla="*/ 0 w 9"/>
                                        <a:gd name="T5" fmla="*/ 3 h 9"/>
                                        <a:gd name="T6" fmla="*/ 0 w 9"/>
                                        <a:gd name="T7" fmla="*/ 4 h 9"/>
                                        <a:gd name="T8" fmla="*/ 0 w 9"/>
                                        <a:gd name="T9" fmla="*/ 6 h 9"/>
                                        <a:gd name="T10" fmla="*/ 0 w 9"/>
                                        <a:gd name="T11" fmla="*/ 7 h 9"/>
                                        <a:gd name="T12" fmla="*/ 2 w 9"/>
                                        <a:gd name="T13" fmla="*/ 9 h 9"/>
                                        <a:gd name="T14" fmla="*/ 3 w 9"/>
                                        <a:gd name="T15" fmla="*/ 9 h 9"/>
                                        <a:gd name="T16" fmla="*/ 5 w 9"/>
                                        <a:gd name="T17" fmla="*/ 9 h 9"/>
                                        <a:gd name="T18" fmla="*/ 5 w 9"/>
                                        <a:gd name="T19" fmla="*/ 9 h 9"/>
                                        <a:gd name="T20" fmla="*/ 6 w 9"/>
                                        <a:gd name="T21" fmla="*/ 9 h 9"/>
                                        <a:gd name="T22" fmla="*/ 8 w 9"/>
                                        <a:gd name="T23" fmla="*/ 7 h 9"/>
                                        <a:gd name="T24" fmla="*/ 9 w 9"/>
                                        <a:gd name="T25" fmla="*/ 6 h 9"/>
                                        <a:gd name="T26" fmla="*/ 9 w 9"/>
                                        <a:gd name="T27" fmla="*/ 4 h 9"/>
                                        <a:gd name="T28" fmla="*/ 8 w 9"/>
                                        <a:gd name="T29" fmla="*/ 3 h 9"/>
                                        <a:gd name="T30" fmla="*/ 6 w 9"/>
                                        <a:gd name="T31" fmla="*/ 1 h 9"/>
                                        <a:gd name="T32" fmla="*/ 5 w 9"/>
                                        <a:gd name="T33" fmla="*/ 0 h 9"/>
                                        <a:gd name="T34" fmla="*/ 3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3" y="0"/>
                                          </a:moveTo>
                                          <a:lnTo>
                                            <a:pt x="2" y="1"/>
                                          </a:lnTo>
                                          <a:lnTo>
                                            <a:pt x="0" y="3"/>
                                          </a:lnTo>
                                          <a:lnTo>
                                            <a:pt x="0" y="4"/>
                                          </a:lnTo>
                                          <a:lnTo>
                                            <a:pt x="0" y="6"/>
                                          </a:lnTo>
                                          <a:lnTo>
                                            <a:pt x="0" y="7"/>
                                          </a:lnTo>
                                          <a:lnTo>
                                            <a:pt x="2" y="9"/>
                                          </a:lnTo>
                                          <a:lnTo>
                                            <a:pt x="3" y="9"/>
                                          </a:lnTo>
                                          <a:lnTo>
                                            <a:pt x="5" y="9"/>
                                          </a:lnTo>
                                          <a:lnTo>
                                            <a:pt x="6" y="9"/>
                                          </a:lnTo>
                                          <a:lnTo>
                                            <a:pt x="8" y="7"/>
                                          </a:lnTo>
                                          <a:lnTo>
                                            <a:pt x="9" y="6"/>
                                          </a:lnTo>
                                          <a:lnTo>
                                            <a:pt x="9" y="4"/>
                                          </a:lnTo>
                                          <a:lnTo>
                                            <a:pt x="8" y="3"/>
                                          </a:lnTo>
                                          <a:lnTo>
                                            <a:pt x="6" y="1"/>
                                          </a:lnTo>
                                          <a:lnTo>
                                            <a:pt x="5"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25" name="Freeform 158"/>
                                    <p:cNvSpPr>
                                      <a:spLocks/>
                                    </p:cNvSpPr>
                                    <p:nvPr/>
                                  </p:nvSpPr>
                                  <p:spPr bwMode="auto">
                                    <a:xfrm>
                                      <a:off x="3840" y="2337"/>
                                      <a:ext cx="9" cy="8"/>
                                    </a:xfrm>
                                    <a:custGeom>
                                      <a:avLst/>
                                      <a:gdLst>
                                        <a:gd name="T0" fmla="*/ 3 w 9"/>
                                        <a:gd name="T1" fmla="*/ 0 h 8"/>
                                        <a:gd name="T2" fmla="*/ 2 w 9"/>
                                        <a:gd name="T3" fmla="*/ 1 h 8"/>
                                        <a:gd name="T4" fmla="*/ 0 w 9"/>
                                        <a:gd name="T5" fmla="*/ 3 h 8"/>
                                        <a:gd name="T6" fmla="*/ 0 w 9"/>
                                        <a:gd name="T7" fmla="*/ 4 h 8"/>
                                        <a:gd name="T8" fmla="*/ 0 w 9"/>
                                        <a:gd name="T9" fmla="*/ 6 h 8"/>
                                        <a:gd name="T10" fmla="*/ 0 w 9"/>
                                        <a:gd name="T11" fmla="*/ 7 h 8"/>
                                        <a:gd name="T12" fmla="*/ 2 w 9"/>
                                        <a:gd name="T13" fmla="*/ 8 h 8"/>
                                        <a:gd name="T14" fmla="*/ 3 w 9"/>
                                        <a:gd name="T15" fmla="*/ 8 h 8"/>
                                        <a:gd name="T16" fmla="*/ 5 w 9"/>
                                        <a:gd name="T17" fmla="*/ 8 h 8"/>
                                        <a:gd name="T18" fmla="*/ 5 w 9"/>
                                        <a:gd name="T19" fmla="*/ 8 h 8"/>
                                        <a:gd name="T20" fmla="*/ 6 w 9"/>
                                        <a:gd name="T21" fmla="*/ 8 h 8"/>
                                        <a:gd name="T22" fmla="*/ 8 w 9"/>
                                        <a:gd name="T23" fmla="*/ 7 h 8"/>
                                        <a:gd name="T24" fmla="*/ 9 w 9"/>
                                        <a:gd name="T25" fmla="*/ 6 h 8"/>
                                        <a:gd name="T26" fmla="*/ 9 w 9"/>
                                        <a:gd name="T27" fmla="*/ 4 h 8"/>
                                        <a:gd name="T28" fmla="*/ 8 w 9"/>
                                        <a:gd name="T29" fmla="*/ 3 h 8"/>
                                        <a:gd name="T30" fmla="*/ 6 w 9"/>
                                        <a:gd name="T31" fmla="*/ 1 h 8"/>
                                        <a:gd name="T32" fmla="*/ 5 w 9"/>
                                        <a:gd name="T33" fmla="*/ 0 h 8"/>
                                        <a:gd name="T34" fmla="*/ 3 w 9"/>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3" y="0"/>
                                          </a:moveTo>
                                          <a:lnTo>
                                            <a:pt x="2" y="1"/>
                                          </a:lnTo>
                                          <a:lnTo>
                                            <a:pt x="0" y="3"/>
                                          </a:lnTo>
                                          <a:lnTo>
                                            <a:pt x="0" y="4"/>
                                          </a:lnTo>
                                          <a:lnTo>
                                            <a:pt x="0" y="6"/>
                                          </a:lnTo>
                                          <a:lnTo>
                                            <a:pt x="0" y="7"/>
                                          </a:lnTo>
                                          <a:lnTo>
                                            <a:pt x="2" y="8"/>
                                          </a:lnTo>
                                          <a:lnTo>
                                            <a:pt x="3" y="8"/>
                                          </a:lnTo>
                                          <a:lnTo>
                                            <a:pt x="5" y="8"/>
                                          </a:lnTo>
                                          <a:lnTo>
                                            <a:pt x="6" y="8"/>
                                          </a:lnTo>
                                          <a:lnTo>
                                            <a:pt x="8" y="7"/>
                                          </a:lnTo>
                                          <a:lnTo>
                                            <a:pt x="9" y="6"/>
                                          </a:lnTo>
                                          <a:lnTo>
                                            <a:pt x="9" y="4"/>
                                          </a:lnTo>
                                          <a:lnTo>
                                            <a:pt x="8" y="3"/>
                                          </a:lnTo>
                                          <a:lnTo>
                                            <a:pt x="6" y="1"/>
                                          </a:lnTo>
                                          <a:lnTo>
                                            <a:pt x="5"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26" name="Freeform 159"/>
                                    <p:cNvSpPr>
                                      <a:spLocks/>
                                    </p:cNvSpPr>
                                    <p:nvPr/>
                                  </p:nvSpPr>
                                  <p:spPr bwMode="auto">
                                    <a:xfrm>
                                      <a:off x="3856" y="2330"/>
                                      <a:ext cx="9" cy="8"/>
                                    </a:xfrm>
                                    <a:custGeom>
                                      <a:avLst/>
                                      <a:gdLst>
                                        <a:gd name="T0" fmla="*/ 3 w 9"/>
                                        <a:gd name="T1" fmla="*/ 0 h 8"/>
                                        <a:gd name="T2" fmla="*/ 2 w 9"/>
                                        <a:gd name="T3" fmla="*/ 1 h 8"/>
                                        <a:gd name="T4" fmla="*/ 0 w 9"/>
                                        <a:gd name="T5" fmla="*/ 2 h 8"/>
                                        <a:gd name="T6" fmla="*/ 0 w 9"/>
                                        <a:gd name="T7" fmla="*/ 4 h 8"/>
                                        <a:gd name="T8" fmla="*/ 0 w 9"/>
                                        <a:gd name="T9" fmla="*/ 5 h 8"/>
                                        <a:gd name="T10" fmla="*/ 0 w 9"/>
                                        <a:gd name="T11" fmla="*/ 7 h 8"/>
                                        <a:gd name="T12" fmla="*/ 2 w 9"/>
                                        <a:gd name="T13" fmla="*/ 8 h 8"/>
                                        <a:gd name="T14" fmla="*/ 3 w 9"/>
                                        <a:gd name="T15" fmla="*/ 8 h 8"/>
                                        <a:gd name="T16" fmla="*/ 5 w 9"/>
                                        <a:gd name="T17" fmla="*/ 8 h 8"/>
                                        <a:gd name="T18" fmla="*/ 5 w 9"/>
                                        <a:gd name="T19" fmla="*/ 8 h 8"/>
                                        <a:gd name="T20" fmla="*/ 6 w 9"/>
                                        <a:gd name="T21" fmla="*/ 8 h 8"/>
                                        <a:gd name="T22" fmla="*/ 8 w 9"/>
                                        <a:gd name="T23" fmla="*/ 7 h 8"/>
                                        <a:gd name="T24" fmla="*/ 9 w 9"/>
                                        <a:gd name="T25" fmla="*/ 5 h 8"/>
                                        <a:gd name="T26" fmla="*/ 9 w 9"/>
                                        <a:gd name="T27" fmla="*/ 4 h 8"/>
                                        <a:gd name="T28" fmla="*/ 8 w 9"/>
                                        <a:gd name="T29" fmla="*/ 2 h 8"/>
                                        <a:gd name="T30" fmla="*/ 6 w 9"/>
                                        <a:gd name="T31" fmla="*/ 1 h 8"/>
                                        <a:gd name="T32" fmla="*/ 5 w 9"/>
                                        <a:gd name="T33" fmla="*/ 0 h 8"/>
                                        <a:gd name="T34" fmla="*/ 3 w 9"/>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3" y="0"/>
                                          </a:moveTo>
                                          <a:lnTo>
                                            <a:pt x="2" y="1"/>
                                          </a:lnTo>
                                          <a:lnTo>
                                            <a:pt x="0" y="2"/>
                                          </a:lnTo>
                                          <a:lnTo>
                                            <a:pt x="0" y="4"/>
                                          </a:lnTo>
                                          <a:lnTo>
                                            <a:pt x="0" y="5"/>
                                          </a:lnTo>
                                          <a:lnTo>
                                            <a:pt x="0" y="7"/>
                                          </a:lnTo>
                                          <a:lnTo>
                                            <a:pt x="2" y="8"/>
                                          </a:lnTo>
                                          <a:lnTo>
                                            <a:pt x="3" y="8"/>
                                          </a:lnTo>
                                          <a:lnTo>
                                            <a:pt x="5" y="8"/>
                                          </a:lnTo>
                                          <a:lnTo>
                                            <a:pt x="6" y="8"/>
                                          </a:lnTo>
                                          <a:lnTo>
                                            <a:pt x="8" y="7"/>
                                          </a:lnTo>
                                          <a:lnTo>
                                            <a:pt x="9" y="5"/>
                                          </a:lnTo>
                                          <a:lnTo>
                                            <a:pt x="9" y="4"/>
                                          </a:lnTo>
                                          <a:lnTo>
                                            <a:pt x="8" y="2"/>
                                          </a:lnTo>
                                          <a:lnTo>
                                            <a:pt x="6" y="1"/>
                                          </a:lnTo>
                                          <a:lnTo>
                                            <a:pt x="5"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27" name="Freeform 160"/>
                                    <p:cNvSpPr>
                                      <a:spLocks/>
                                    </p:cNvSpPr>
                                    <p:nvPr/>
                                  </p:nvSpPr>
                                  <p:spPr bwMode="auto">
                                    <a:xfrm>
                                      <a:off x="3872" y="2322"/>
                                      <a:ext cx="9" cy="9"/>
                                    </a:xfrm>
                                    <a:custGeom>
                                      <a:avLst/>
                                      <a:gdLst>
                                        <a:gd name="T0" fmla="*/ 2 w 9"/>
                                        <a:gd name="T1" fmla="*/ 2 h 9"/>
                                        <a:gd name="T2" fmla="*/ 0 w 9"/>
                                        <a:gd name="T3" fmla="*/ 3 h 9"/>
                                        <a:gd name="T4" fmla="*/ 0 w 9"/>
                                        <a:gd name="T5" fmla="*/ 5 h 9"/>
                                        <a:gd name="T6" fmla="*/ 0 w 9"/>
                                        <a:gd name="T7" fmla="*/ 6 h 9"/>
                                        <a:gd name="T8" fmla="*/ 0 w 9"/>
                                        <a:gd name="T9" fmla="*/ 8 h 9"/>
                                        <a:gd name="T10" fmla="*/ 2 w 9"/>
                                        <a:gd name="T11" fmla="*/ 9 h 9"/>
                                        <a:gd name="T12" fmla="*/ 3 w 9"/>
                                        <a:gd name="T13" fmla="*/ 9 h 9"/>
                                        <a:gd name="T14" fmla="*/ 5 w 9"/>
                                        <a:gd name="T15" fmla="*/ 9 h 9"/>
                                        <a:gd name="T16" fmla="*/ 6 w 9"/>
                                        <a:gd name="T17" fmla="*/ 9 h 9"/>
                                        <a:gd name="T18" fmla="*/ 6 w 9"/>
                                        <a:gd name="T19" fmla="*/ 9 h 9"/>
                                        <a:gd name="T20" fmla="*/ 8 w 9"/>
                                        <a:gd name="T21" fmla="*/ 8 h 9"/>
                                        <a:gd name="T22" fmla="*/ 9 w 9"/>
                                        <a:gd name="T23" fmla="*/ 6 h 9"/>
                                        <a:gd name="T24" fmla="*/ 9 w 9"/>
                                        <a:gd name="T25" fmla="*/ 5 h 9"/>
                                        <a:gd name="T26" fmla="*/ 8 w 9"/>
                                        <a:gd name="T27" fmla="*/ 3 h 9"/>
                                        <a:gd name="T28" fmla="*/ 6 w 9"/>
                                        <a:gd name="T29" fmla="*/ 2 h 9"/>
                                        <a:gd name="T30" fmla="*/ 5 w 9"/>
                                        <a:gd name="T31" fmla="*/ 0 h 9"/>
                                        <a:gd name="T32" fmla="*/ 3 w 9"/>
                                        <a:gd name="T33" fmla="*/ 0 h 9"/>
                                        <a:gd name="T34" fmla="*/ 2 w 9"/>
                                        <a:gd name="T35" fmla="*/ 2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2" y="2"/>
                                          </a:moveTo>
                                          <a:lnTo>
                                            <a:pt x="0" y="3"/>
                                          </a:lnTo>
                                          <a:lnTo>
                                            <a:pt x="0" y="5"/>
                                          </a:lnTo>
                                          <a:lnTo>
                                            <a:pt x="0" y="6"/>
                                          </a:lnTo>
                                          <a:lnTo>
                                            <a:pt x="0" y="8"/>
                                          </a:lnTo>
                                          <a:lnTo>
                                            <a:pt x="2" y="9"/>
                                          </a:lnTo>
                                          <a:lnTo>
                                            <a:pt x="3" y="9"/>
                                          </a:lnTo>
                                          <a:lnTo>
                                            <a:pt x="5" y="9"/>
                                          </a:lnTo>
                                          <a:lnTo>
                                            <a:pt x="6" y="9"/>
                                          </a:lnTo>
                                          <a:lnTo>
                                            <a:pt x="8" y="8"/>
                                          </a:lnTo>
                                          <a:lnTo>
                                            <a:pt x="9" y="6"/>
                                          </a:lnTo>
                                          <a:lnTo>
                                            <a:pt x="9" y="5"/>
                                          </a:lnTo>
                                          <a:lnTo>
                                            <a:pt x="8" y="3"/>
                                          </a:lnTo>
                                          <a:lnTo>
                                            <a:pt x="6" y="2"/>
                                          </a:lnTo>
                                          <a:lnTo>
                                            <a:pt x="5" y="0"/>
                                          </a:lnTo>
                                          <a:lnTo>
                                            <a:pt x="3" y="0"/>
                                          </a:lnTo>
                                          <a:lnTo>
                                            <a:pt x="2"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28" name="Freeform 161"/>
                                    <p:cNvSpPr>
                                      <a:spLocks/>
                                    </p:cNvSpPr>
                                    <p:nvPr/>
                                  </p:nvSpPr>
                                  <p:spPr bwMode="auto">
                                    <a:xfrm>
                                      <a:off x="3887" y="2315"/>
                                      <a:ext cx="9" cy="9"/>
                                    </a:xfrm>
                                    <a:custGeom>
                                      <a:avLst/>
                                      <a:gdLst>
                                        <a:gd name="T0" fmla="*/ 3 w 9"/>
                                        <a:gd name="T1" fmla="*/ 0 h 9"/>
                                        <a:gd name="T2" fmla="*/ 1 w 9"/>
                                        <a:gd name="T3" fmla="*/ 1 h 9"/>
                                        <a:gd name="T4" fmla="*/ 0 w 9"/>
                                        <a:gd name="T5" fmla="*/ 3 h 9"/>
                                        <a:gd name="T6" fmla="*/ 0 w 9"/>
                                        <a:gd name="T7" fmla="*/ 4 h 9"/>
                                        <a:gd name="T8" fmla="*/ 1 w 9"/>
                                        <a:gd name="T9" fmla="*/ 6 h 9"/>
                                        <a:gd name="T10" fmla="*/ 3 w 9"/>
                                        <a:gd name="T11" fmla="*/ 7 h 9"/>
                                        <a:gd name="T12" fmla="*/ 4 w 9"/>
                                        <a:gd name="T13" fmla="*/ 9 h 9"/>
                                        <a:gd name="T14" fmla="*/ 6 w 9"/>
                                        <a:gd name="T15" fmla="*/ 9 h 9"/>
                                        <a:gd name="T16" fmla="*/ 7 w 9"/>
                                        <a:gd name="T17" fmla="*/ 7 h 9"/>
                                        <a:gd name="T18" fmla="*/ 7 w 9"/>
                                        <a:gd name="T19" fmla="*/ 7 h 9"/>
                                        <a:gd name="T20" fmla="*/ 9 w 9"/>
                                        <a:gd name="T21" fmla="*/ 6 h 9"/>
                                        <a:gd name="T22" fmla="*/ 9 w 9"/>
                                        <a:gd name="T23" fmla="*/ 4 h 9"/>
                                        <a:gd name="T24" fmla="*/ 9 w 9"/>
                                        <a:gd name="T25" fmla="*/ 3 h 9"/>
                                        <a:gd name="T26" fmla="*/ 9 w 9"/>
                                        <a:gd name="T27" fmla="*/ 1 h 9"/>
                                        <a:gd name="T28" fmla="*/ 7 w 9"/>
                                        <a:gd name="T29" fmla="*/ 0 h 9"/>
                                        <a:gd name="T30" fmla="*/ 6 w 9"/>
                                        <a:gd name="T31" fmla="*/ 0 h 9"/>
                                        <a:gd name="T32" fmla="*/ 4 w 9"/>
                                        <a:gd name="T33" fmla="*/ 0 h 9"/>
                                        <a:gd name="T34" fmla="*/ 3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3" y="0"/>
                                          </a:moveTo>
                                          <a:lnTo>
                                            <a:pt x="1" y="1"/>
                                          </a:lnTo>
                                          <a:lnTo>
                                            <a:pt x="0" y="3"/>
                                          </a:lnTo>
                                          <a:lnTo>
                                            <a:pt x="0" y="4"/>
                                          </a:lnTo>
                                          <a:lnTo>
                                            <a:pt x="1" y="6"/>
                                          </a:lnTo>
                                          <a:lnTo>
                                            <a:pt x="3" y="7"/>
                                          </a:lnTo>
                                          <a:lnTo>
                                            <a:pt x="4" y="9"/>
                                          </a:lnTo>
                                          <a:lnTo>
                                            <a:pt x="6" y="9"/>
                                          </a:lnTo>
                                          <a:lnTo>
                                            <a:pt x="7" y="7"/>
                                          </a:lnTo>
                                          <a:lnTo>
                                            <a:pt x="9" y="6"/>
                                          </a:lnTo>
                                          <a:lnTo>
                                            <a:pt x="9" y="4"/>
                                          </a:lnTo>
                                          <a:lnTo>
                                            <a:pt x="9" y="3"/>
                                          </a:lnTo>
                                          <a:lnTo>
                                            <a:pt x="9" y="1"/>
                                          </a:lnTo>
                                          <a:lnTo>
                                            <a:pt x="7" y="0"/>
                                          </a:lnTo>
                                          <a:lnTo>
                                            <a:pt x="6" y="0"/>
                                          </a:lnTo>
                                          <a:lnTo>
                                            <a:pt x="4"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29" name="Freeform 162"/>
                                    <p:cNvSpPr>
                                      <a:spLocks/>
                                    </p:cNvSpPr>
                                    <p:nvPr/>
                                  </p:nvSpPr>
                                  <p:spPr bwMode="auto">
                                    <a:xfrm>
                                      <a:off x="3903" y="2306"/>
                                      <a:ext cx="9" cy="9"/>
                                    </a:xfrm>
                                    <a:custGeom>
                                      <a:avLst/>
                                      <a:gdLst>
                                        <a:gd name="T0" fmla="*/ 1 w 9"/>
                                        <a:gd name="T1" fmla="*/ 0 h 9"/>
                                        <a:gd name="T2" fmla="*/ 0 w 9"/>
                                        <a:gd name="T3" fmla="*/ 2 h 9"/>
                                        <a:gd name="T4" fmla="*/ 0 w 9"/>
                                        <a:gd name="T5" fmla="*/ 3 h 9"/>
                                        <a:gd name="T6" fmla="*/ 0 w 9"/>
                                        <a:gd name="T7" fmla="*/ 5 h 9"/>
                                        <a:gd name="T8" fmla="*/ 0 w 9"/>
                                        <a:gd name="T9" fmla="*/ 6 h 9"/>
                                        <a:gd name="T10" fmla="*/ 1 w 9"/>
                                        <a:gd name="T11" fmla="*/ 8 h 9"/>
                                        <a:gd name="T12" fmla="*/ 3 w 9"/>
                                        <a:gd name="T13" fmla="*/ 9 h 9"/>
                                        <a:gd name="T14" fmla="*/ 4 w 9"/>
                                        <a:gd name="T15" fmla="*/ 9 h 9"/>
                                        <a:gd name="T16" fmla="*/ 6 w 9"/>
                                        <a:gd name="T17" fmla="*/ 8 h 9"/>
                                        <a:gd name="T18" fmla="*/ 6 w 9"/>
                                        <a:gd name="T19" fmla="*/ 8 h 9"/>
                                        <a:gd name="T20" fmla="*/ 7 w 9"/>
                                        <a:gd name="T21" fmla="*/ 6 h 9"/>
                                        <a:gd name="T22" fmla="*/ 9 w 9"/>
                                        <a:gd name="T23" fmla="*/ 5 h 9"/>
                                        <a:gd name="T24" fmla="*/ 9 w 9"/>
                                        <a:gd name="T25" fmla="*/ 3 h 9"/>
                                        <a:gd name="T26" fmla="*/ 7 w 9"/>
                                        <a:gd name="T27" fmla="*/ 2 h 9"/>
                                        <a:gd name="T28" fmla="*/ 6 w 9"/>
                                        <a:gd name="T29" fmla="*/ 0 h 9"/>
                                        <a:gd name="T30" fmla="*/ 4 w 9"/>
                                        <a:gd name="T31" fmla="*/ 0 h 9"/>
                                        <a:gd name="T32" fmla="*/ 3 w 9"/>
                                        <a:gd name="T33" fmla="*/ 0 h 9"/>
                                        <a:gd name="T34" fmla="*/ 1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1" y="0"/>
                                          </a:moveTo>
                                          <a:lnTo>
                                            <a:pt x="0" y="2"/>
                                          </a:lnTo>
                                          <a:lnTo>
                                            <a:pt x="0" y="3"/>
                                          </a:lnTo>
                                          <a:lnTo>
                                            <a:pt x="0" y="5"/>
                                          </a:lnTo>
                                          <a:lnTo>
                                            <a:pt x="0" y="6"/>
                                          </a:lnTo>
                                          <a:lnTo>
                                            <a:pt x="1" y="8"/>
                                          </a:lnTo>
                                          <a:lnTo>
                                            <a:pt x="3" y="9"/>
                                          </a:lnTo>
                                          <a:lnTo>
                                            <a:pt x="4" y="9"/>
                                          </a:lnTo>
                                          <a:lnTo>
                                            <a:pt x="6" y="8"/>
                                          </a:lnTo>
                                          <a:lnTo>
                                            <a:pt x="7" y="6"/>
                                          </a:lnTo>
                                          <a:lnTo>
                                            <a:pt x="9" y="5"/>
                                          </a:lnTo>
                                          <a:lnTo>
                                            <a:pt x="9" y="3"/>
                                          </a:lnTo>
                                          <a:lnTo>
                                            <a:pt x="7" y="2"/>
                                          </a:lnTo>
                                          <a:lnTo>
                                            <a:pt x="6" y="0"/>
                                          </a:lnTo>
                                          <a:lnTo>
                                            <a:pt x="4" y="0"/>
                                          </a:lnTo>
                                          <a:lnTo>
                                            <a:pt x="3" y="0"/>
                                          </a:lnTo>
                                          <a:lnTo>
                                            <a:pt x="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30" name="Freeform 163"/>
                                    <p:cNvSpPr>
                                      <a:spLocks/>
                                    </p:cNvSpPr>
                                    <p:nvPr/>
                                  </p:nvSpPr>
                                  <p:spPr bwMode="auto">
                                    <a:xfrm>
                                      <a:off x="3917" y="2298"/>
                                      <a:ext cx="9" cy="8"/>
                                    </a:xfrm>
                                    <a:custGeom>
                                      <a:avLst/>
                                      <a:gdLst>
                                        <a:gd name="T0" fmla="*/ 3 w 9"/>
                                        <a:gd name="T1" fmla="*/ 1 h 8"/>
                                        <a:gd name="T2" fmla="*/ 2 w 9"/>
                                        <a:gd name="T3" fmla="*/ 2 h 8"/>
                                        <a:gd name="T4" fmla="*/ 0 w 9"/>
                                        <a:gd name="T5" fmla="*/ 4 h 8"/>
                                        <a:gd name="T6" fmla="*/ 0 w 9"/>
                                        <a:gd name="T7" fmla="*/ 5 h 8"/>
                                        <a:gd name="T8" fmla="*/ 2 w 9"/>
                                        <a:gd name="T9" fmla="*/ 7 h 8"/>
                                        <a:gd name="T10" fmla="*/ 3 w 9"/>
                                        <a:gd name="T11" fmla="*/ 8 h 8"/>
                                        <a:gd name="T12" fmla="*/ 5 w 9"/>
                                        <a:gd name="T13" fmla="*/ 8 h 8"/>
                                        <a:gd name="T14" fmla="*/ 6 w 9"/>
                                        <a:gd name="T15" fmla="*/ 8 h 8"/>
                                        <a:gd name="T16" fmla="*/ 8 w 9"/>
                                        <a:gd name="T17" fmla="*/ 8 h 8"/>
                                        <a:gd name="T18" fmla="*/ 8 w 9"/>
                                        <a:gd name="T19" fmla="*/ 8 h 8"/>
                                        <a:gd name="T20" fmla="*/ 9 w 9"/>
                                        <a:gd name="T21" fmla="*/ 7 h 8"/>
                                        <a:gd name="T22" fmla="*/ 9 w 9"/>
                                        <a:gd name="T23" fmla="*/ 5 h 8"/>
                                        <a:gd name="T24" fmla="*/ 9 w 9"/>
                                        <a:gd name="T25" fmla="*/ 4 h 8"/>
                                        <a:gd name="T26" fmla="*/ 9 w 9"/>
                                        <a:gd name="T27" fmla="*/ 2 h 8"/>
                                        <a:gd name="T28" fmla="*/ 8 w 9"/>
                                        <a:gd name="T29" fmla="*/ 1 h 8"/>
                                        <a:gd name="T30" fmla="*/ 6 w 9"/>
                                        <a:gd name="T31" fmla="*/ 0 h 8"/>
                                        <a:gd name="T32" fmla="*/ 5 w 9"/>
                                        <a:gd name="T33" fmla="*/ 0 h 8"/>
                                        <a:gd name="T34" fmla="*/ 3 w 9"/>
                                        <a:gd name="T35" fmla="*/ 1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3" y="1"/>
                                          </a:moveTo>
                                          <a:lnTo>
                                            <a:pt x="2" y="2"/>
                                          </a:lnTo>
                                          <a:lnTo>
                                            <a:pt x="0" y="4"/>
                                          </a:lnTo>
                                          <a:lnTo>
                                            <a:pt x="0" y="5"/>
                                          </a:lnTo>
                                          <a:lnTo>
                                            <a:pt x="2" y="7"/>
                                          </a:lnTo>
                                          <a:lnTo>
                                            <a:pt x="3" y="8"/>
                                          </a:lnTo>
                                          <a:lnTo>
                                            <a:pt x="5" y="8"/>
                                          </a:lnTo>
                                          <a:lnTo>
                                            <a:pt x="6" y="8"/>
                                          </a:lnTo>
                                          <a:lnTo>
                                            <a:pt x="8" y="8"/>
                                          </a:lnTo>
                                          <a:lnTo>
                                            <a:pt x="9" y="7"/>
                                          </a:lnTo>
                                          <a:lnTo>
                                            <a:pt x="9" y="5"/>
                                          </a:lnTo>
                                          <a:lnTo>
                                            <a:pt x="9" y="4"/>
                                          </a:lnTo>
                                          <a:lnTo>
                                            <a:pt x="9" y="2"/>
                                          </a:lnTo>
                                          <a:lnTo>
                                            <a:pt x="8" y="1"/>
                                          </a:lnTo>
                                          <a:lnTo>
                                            <a:pt x="6" y="0"/>
                                          </a:lnTo>
                                          <a:lnTo>
                                            <a:pt x="5" y="0"/>
                                          </a:lnTo>
                                          <a:lnTo>
                                            <a:pt x="3"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31" name="Freeform 164"/>
                                    <p:cNvSpPr>
                                      <a:spLocks/>
                                    </p:cNvSpPr>
                                    <p:nvPr/>
                                  </p:nvSpPr>
                                  <p:spPr bwMode="auto">
                                    <a:xfrm>
                                      <a:off x="3933" y="2290"/>
                                      <a:ext cx="9" cy="9"/>
                                    </a:xfrm>
                                    <a:custGeom>
                                      <a:avLst/>
                                      <a:gdLst>
                                        <a:gd name="T0" fmla="*/ 5 w 9"/>
                                        <a:gd name="T1" fmla="*/ 0 h 9"/>
                                        <a:gd name="T2" fmla="*/ 3 w 9"/>
                                        <a:gd name="T3" fmla="*/ 2 h 9"/>
                                        <a:gd name="T4" fmla="*/ 2 w 9"/>
                                        <a:gd name="T5" fmla="*/ 3 h 9"/>
                                        <a:gd name="T6" fmla="*/ 0 w 9"/>
                                        <a:gd name="T7" fmla="*/ 5 h 9"/>
                                        <a:gd name="T8" fmla="*/ 0 w 9"/>
                                        <a:gd name="T9" fmla="*/ 6 h 9"/>
                                        <a:gd name="T10" fmla="*/ 2 w 9"/>
                                        <a:gd name="T11" fmla="*/ 8 h 9"/>
                                        <a:gd name="T12" fmla="*/ 3 w 9"/>
                                        <a:gd name="T13" fmla="*/ 9 h 9"/>
                                        <a:gd name="T14" fmla="*/ 5 w 9"/>
                                        <a:gd name="T15" fmla="*/ 9 h 9"/>
                                        <a:gd name="T16" fmla="*/ 6 w 9"/>
                                        <a:gd name="T17" fmla="*/ 9 h 9"/>
                                        <a:gd name="T18" fmla="*/ 6 w 9"/>
                                        <a:gd name="T19" fmla="*/ 9 h 9"/>
                                        <a:gd name="T20" fmla="*/ 8 w 9"/>
                                        <a:gd name="T21" fmla="*/ 9 h 9"/>
                                        <a:gd name="T22" fmla="*/ 9 w 9"/>
                                        <a:gd name="T23" fmla="*/ 8 h 9"/>
                                        <a:gd name="T24" fmla="*/ 9 w 9"/>
                                        <a:gd name="T25" fmla="*/ 6 h 9"/>
                                        <a:gd name="T26" fmla="*/ 9 w 9"/>
                                        <a:gd name="T27" fmla="*/ 5 h 9"/>
                                        <a:gd name="T28" fmla="*/ 9 w 9"/>
                                        <a:gd name="T29" fmla="*/ 3 h 9"/>
                                        <a:gd name="T30" fmla="*/ 8 w 9"/>
                                        <a:gd name="T31" fmla="*/ 2 h 9"/>
                                        <a:gd name="T32" fmla="*/ 6 w 9"/>
                                        <a:gd name="T33" fmla="*/ 0 h 9"/>
                                        <a:gd name="T34" fmla="*/ 5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5" y="0"/>
                                          </a:moveTo>
                                          <a:lnTo>
                                            <a:pt x="3" y="2"/>
                                          </a:lnTo>
                                          <a:lnTo>
                                            <a:pt x="2" y="3"/>
                                          </a:lnTo>
                                          <a:lnTo>
                                            <a:pt x="0" y="5"/>
                                          </a:lnTo>
                                          <a:lnTo>
                                            <a:pt x="0" y="6"/>
                                          </a:lnTo>
                                          <a:lnTo>
                                            <a:pt x="2" y="8"/>
                                          </a:lnTo>
                                          <a:lnTo>
                                            <a:pt x="3" y="9"/>
                                          </a:lnTo>
                                          <a:lnTo>
                                            <a:pt x="5" y="9"/>
                                          </a:lnTo>
                                          <a:lnTo>
                                            <a:pt x="6" y="9"/>
                                          </a:lnTo>
                                          <a:lnTo>
                                            <a:pt x="8" y="9"/>
                                          </a:lnTo>
                                          <a:lnTo>
                                            <a:pt x="9" y="8"/>
                                          </a:lnTo>
                                          <a:lnTo>
                                            <a:pt x="9" y="6"/>
                                          </a:lnTo>
                                          <a:lnTo>
                                            <a:pt x="9" y="5"/>
                                          </a:lnTo>
                                          <a:lnTo>
                                            <a:pt x="9" y="3"/>
                                          </a:lnTo>
                                          <a:lnTo>
                                            <a:pt x="8" y="2"/>
                                          </a:lnTo>
                                          <a:lnTo>
                                            <a:pt x="6" y="0"/>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grpSp>
                              <p:grpSp>
                                <p:nvGrpSpPr>
                                  <p:cNvPr id="87" name="Group 190"/>
                                  <p:cNvGrpSpPr>
                                    <a:grpSpLocks/>
                                  </p:cNvGrpSpPr>
                                  <p:nvPr/>
                                </p:nvGrpSpPr>
                                <p:grpSpPr bwMode="auto">
                                  <a:xfrm>
                                    <a:off x="5707063" y="2965450"/>
                                    <a:ext cx="546100" cy="122238"/>
                                    <a:chOff x="3607" y="1820"/>
                                    <a:chExt cx="344" cy="77"/>
                                  </a:xfrm>
                                </p:grpSpPr>
                                <p:sp>
                                  <p:nvSpPr>
                                    <p:cNvPr id="88" name="Freeform 191"/>
                                    <p:cNvSpPr>
                                      <a:spLocks/>
                                    </p:cNvSpPr>
                                    <p:nvPr/>
                                  </p:nvSpPr>
                                  <p:spPr bwMode="auto">
                                    <a:xfrm>
                                      <a:off x="3607" y="1888"/>
                                      <a:ext cx="8" cy="9"/>
                                    </a:xfrm>
                                    <a:custGeom>
                                      <a:avLst/>
                                      <a:gdLst>
                                        <a:gd name="T0" fmla="*/ 4 w 8"/>
                                        <a:gd name="T1" fmla="*/ 0 h 9"/>
                                        <a:gd name="T2" fmla="*/ 3 w 8"/>
                                        <a:gd name="T3" fmla="*/ 1 h 9"/>
                                        <a:gd name="T4" fmla="*/ 1 w 8"/>
                                        <a:gd name="T5" fmla="*/ 3 h 9"/>
                                        <a:gd name="T6" fmla="*/ 0 w 8"/>
                                        <a:gd name="T7" fmla="*/ 4 h 9"/>
                                        <a:gd name="T8" fmla="*/ 0 w 8"/>
                                        <a:gd name="T9" fmla="*/ 4 h 9"/>
                                        <a:gd name="T10" fmla="*/ 1 w 8"/>
                                        <a:gd name="T11" fmla="*/ 6 h 9"/>
                                        <a:gd name="T12" fmla="*/ 3 w 8"/>
                                        <a:gd name="T13" fmla="*/ 7 h 9"/>
                                        <a:gd name="T14" fmla="*/ 4 w 8"/>
                                        <a:gd name="T15" fmla="*/ 9 h 9"/>
                                        <a:gd name="T16" fmla="*/ 5 w 8"/>
                                        <a:gd name="T17" fmla="*/ 9 h 9"/>
                                        <a:gd name="T18" fmla="*/ 5 w 8"/>
                                        <a:gd name="T19" fmla="*/ 9 h 9"/>
                                        <a:gd name="T20" fmla="*/ 7 w 8"/>
                                        <a:gd name="T21" fmla="*/ 7 h 9"/>
                                        <a:gd name="T22" fmla="*/ 8 w 8"/>
                                        <a:gd name="T23" fmla="*/ 6 h 9"/>
                                        <a:gd name="T24" fmla="*/ 8 w 8"/>
                                        <a:gd name="T25" fmla="*/ 4 h 9"/>
                                        <a:gd name="T26" fmla="*/ 8 w 8"/>
                                        <a:gd name="T27" fmla="*/ 3 h 9"/>
                                        <a:gd name="T28" fmla="*/ 8 w 8"/>
                                        <a:gd name="T29" fmla="*/ 1 h 9"/>
                                        <a:gd name="T30" fmla="*/ 7 w 8"/>
                                        <a:gd name="T31" fmla="*/ 0 h 9"/>
                                        <a:gd name="T32" fmla="*/ 5 w 8"/>
                                        <a:gd name="T33" fmla="*/ 0 h 9"/>
                                        <a:gd name="T34" fmla="*/ 4 w 8"/>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4" y="0"/>
                                          </a:moveTo>
                                          <a:lnTo>
                                            <a:pt x="3" y="1"/>
                                          </a:lnTo>
                                          <a:lnTo>
                                            <a:pt x="1" y="3"/>
                                          </a:lnTo>
                                          <a:lnTo>
                                            <a:pt x="0" y="4"/>
                                          </a:lnTo>
                                          <a:lnTo>
                                            <a:pt x="1" y="6"/>
                                          </a:lnTo>
                                          <a:lnTo>
                                            <a:pt x="3" y="7"/>
                                          </a:lnTo>
                                          <a:lnTo>
                                            <a:pt x="4" y="9"/>
                                          </a:lnTo>
                                          <a:lnTo>
                                            <a:pt x="5" y="9"/>
                                          </a:lnTo>
                                          <a:lnTo>
                                            <a:pt x="7" y="7"/>
                                          </a:lnTo>
                                          <a:lnTo>
                                            <a:pt x="8" y="6"/>
                                          </a:lnTo>
                                          <a:lnTo>
                                            <a:pt x="8" y="4"/>
                                          </a:lnTo>
                                          <a:lnTo>
                                            <a:pt x="8" y="3"/>
                                          </a:lnTo>
                                          <a:lnTo>
                                            <a:pt x="8" y="1"/>
                                          </a:lnTo>
                                          <a:lnTo>
                                            <a:pt x="7" y="0"/>
                                          </a:lnTo>
                                          <a:lnTo>
                                            <a:pt x="5"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89" name="Freeform 192"/>
                                    <p:cNvSpPr>
                                      <a:spLocks/>
                                    </p:cNvSpPr>
                                    <p:nvPr/>
                                  </p:nvSpPr>
                                  <p:spPr bwMode="auto">
                                    <a:xfrm>
                                      <a:off x="3623" y="1881"/>
                                      <a:ext cx="8" cy="8"/>
                                    </a:xfrm>
                                    <a:custGeom>
                                      <a:avLst/>
                                      <a:gdLst>
                                        <a:gd name="T0" fmla="*/ 1 w 8"/>
                                        <a:gd name="T1" fmla="*/ 0 h 8"/>
                                        <a:gd name="T2" fmla="*/ 0 w 8"/>
                                        <a:gd name="T3" fmla="*/ 1 h 8"/>
                                        <a:gd name="T4" fmla="*/ 0 w 8"/>
                                        <a:gd name="T5" fmla="*/ 2 h 8"/>
                                        <a:gd name="T6" fmla="*/ 0 w 8"/>
                                        <a:gd name="T7" fmla="*/ 4 h 8"/>
                                        <a:gd name="T8" fmla="*/ 0 w 8"/>
                                        <a:gd name="T9" fmla="*/ 5 h 8"/>
                                        <a:gd name="T10" fmla="*/ 1 w 8"/>
                                        <a:gd name="T11" fmla="*/ 7 h 8"/>
                                        <a:gd name="T12" fmla="*/ 3 w 8"/>
                                        <a:gd name="T13" fmla="*/ 8 h 8"/>
                                        <a:gd name="T14" fmla="*/ 4 w 8"/>
                                        <a:gd name="T15" fmla="*/ 8 h 8"/>
                                        <a:gd name="T16" fmla="*/ 5 w 8"/>
                                        <a:gd name="T17" fmla="*/ 7 h 8"/>
                                        <a:gd name="T18" fmla="*/ 5 w 8"/>
                                        <a:gd name="T19" fmla="*/ 7 h 8"/>
                                        <a:gd name="T20" fmla="*/ 7 w 8"/>
                                        <a:gd name="T21" fmla="*/ 5 h 8"/>
                                        <a:gd name="T22" fmla="*/ 8 w 8"/>
                                        <a:gd name="T23" fmla="*/ 4 h 8"/>
                                        <a:gd name="T24" fmla="*/ 8 w 8"/>
                                        <a:gd name="T25" fmla="*/ 2 h 8"/>
                                        <a:gd name="T26" fmla="*/ 7 w 8"/>
                                        <a:gd name="T27" fmla="*/ 1 h 8"/>
                                        <a:gd name="T28" fmla="*/ 5 w 8"/>
                                        <a:gd name="T29" fmla="*/ 0 h 8"/>
                                        <a:gd name="T30" fmla="*/ 4 w 8"/>
                                        <a:gd name="T31" fmla="*/ 0 h 8"/>
                                        <a:gd name="T32" fmla="*/ 3 w 8"/>
                                        <a:gd name="T33" fmla="*/ 0 h 8"/>
                                        <a:gd name="T34" fmla="*/ 1 w 8"/>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8"/>
                                        <a:gd name="T56" fmla="*/ 8 w 8"/>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8">
                                          <a:moveTo>
                                            <a:pt x="1" y="0"/>
                                          </a:moveTo>
                                          <a:lnTo>
                                            <a:pt x="0" y="1"/>
                                          </a:lnTo>
                                          <a:lnTo>
                                            <a:pt x="0" y="2"/>
                                          </a:lnTo>
                                          <a:lnTo>
                                            <a:pt x="0" y="4"/>
                                          </a:lnTo>
                                          <a:lnTo>
                                            <a:pt x="0" y="5"/>
                                          </a:lnTo>
                                          <a:lnTo>
                                            <a:pt x="1" y="7"/>
                                          </a:lnTo>
                                          <a:lnTo>
                                            <a:pt x="3" y="8"/>
                                          </a:lnTo>
                                          <a:lnTo>
                                            <a:pt x="4" y="8"/>
                                          </a:lnTo>
                                          <a:lnTo>
                                            <a:pt x="5" y="7"/>
                                          </a:lnTo>
                                          <a:lnTo>
                                            <a:pt x="7" y="5"/>
                                          </a:lnTo>
                                          <a:lnTo>
                                            <a:pt x="8" y="4"/>
                                          </a:lnTo>
                                          <a:lnTo>
                                            <a:pt x="8" y="2"/>
                                          </a:lnTo>
                                          <a:lnTo>
                                            <a:pt x="7" y="1"/>
                                          </a:lnTo>
                                          <a:lnTo>
                                            <a:pt x="5" y="0"/>
                                          </a:lnTo>
                                          <a:lnTo>
                                            <a:pt x="4" y="0"/>
                                          </a:lnTo>
                                          <a:lnTo>
                                            <a:pt x="3" y="0"/>
                                          </a:lnTo>
                                          <a:lnTo>
                                            <a:pt x="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90" name="Freeform 193"/>
                                    <p:cNvSpPr>
                                      <a:spLocks/>
                                    </p:cNvSpPr>
                                    <p:nvPr/>
                                  </p:nvSpPr>
                                  <p:spPr bwMode="auto">
                                    <a:xfrm>
                                      <a:off x="3637" y="1872"/>
                                      <a:ext cx="9" cy="9"/>
                                    </a:xfrm>
                                    <a:custGeom>
                                      <a:avLst/>
                                      <a:gdLst>
                                        <a:gd name="T0" fmla="*/ 3 w 9"/>
                                        <a:gd name="T1" fmla="*/ 0 h 9"/>
                                        <a:gd name="T2" fmla="*/ 2 w 9"/>
                                        <a:gd name="T3" fmla="*/ 1 h 9"/>
                                        <a:gd name="T4" fmla="*/ 0 w 9"/>
                                        <a:gd name="T5" fmla="*/ 3 h 9"/>
                                        <a:gd name="T6" fmla="*/ 0 w 9"/>
                                        <a:gd name="T7" fmla="*/ 4 h 9"/>
                                        <a:gd name="T8" fmla="*/ 2 w 9"/>
                                        <a:gd name="T9" fmla="*/ 6 h 9"/>
                                        <a:gd name="T10" fmla="*/ 3 w 9"/>
                                        <a:gd name="T11" fmla="*/ 7 h 9"/>
                                        <a:gd name="T12" fmla="*/ 4 w 9"/>
                                        <a:gd name="T13" fmla="*/ 9 h 9"/>
                                        <a:gd name="T14" fmla="*/ 6 w 9"/>
                                        <a:gd name="T15" fmla="*/ 9 h 9"/>
                                        <a:gd name="T16" fmla="*/ 7 w 9"/>
                                        <a:gd name="T17" fmla="*/ 7 h 9"/>
                                        <a:gd name="T18" fmla="*/ 7 w 9"/>
                                        <a:gd name="T19" fmla="*/ 7 h 9"/>
                                        <a:gd name="T20" fmla="*/ 9 w 9"/>
                                        <a:gd name="T21" fmla="*/ 6 h 9"/>
                                        <a:gd name="T22" fmla="*/ 9 w 9"/>
                                        <a:gd name="T23" fmla="*/ 4 h 9"/>
                                        <a:gd name="T24" fmla="*/ 9 w 9"/>
                                        <a:gd name="T25" fmla="*/ 3 h 9"/>
                                        <a:gd name="T26" fmla="*/ 9 w 9"/>
                                        <a:gd name="T27" fmla="*/ 1 h 9"/>
                                        <a:gd name="T28" fmla="*/ 7 w 9"/>
                                        <a:gd name="T29" fmla="*/ 0 h 9"/>
                                        <a:gd name="T30" fmla="*/ 6 w 9"/>
                                        <a:gd name="T31" fmla="*/ 0 h 9"/>
                                        <a:gd name="T32" fmla="*/ 4 w 9"/>
                                        <a:gd name="T33" fmla="*/ 0 h 9"/>
                                        <a:gd name="T34" fmla="*/ 3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3" y="0"/>
                                          </a:moveTo>
                                          <a:lnTo>
                                            <a:pt x="2" y="1"/>
                                          </a:lnTo>
                                          <a:lnTo>
                                            <a:pt x="0" y="3"/>
                                          </a:lnTo>
                                          <a:lnTo>
                                            <a:pt x="0" y="4"/>
                                          </a:lnTo>
                                          <a:lnTo>
                                            <a:pt x="2" y="6"/>
                                          </a:lnTo>
                                          <a:lnTo>
                                            <a:pt x="3" y="7"/>
                                          </a:lnTo>
                                          <a:lnTo>
                                            <a:pt x="4" y="9"/>
                                          </a:lnTo>
                                          <a:lnTo>
                                            <a:pt x="6" y="9"/>
                                          </a:lnTo>
                                          <a:lnTo>
                                            <a:pt x="7" y="7"/>
                                          </a:lnTo>
                                          <a:lnTo>
                                            <a:pt x="9" y="6"/>
                                          </a:lnTo>
                                          <a:lnTo>
                                            <a:pt x="9" y="4"/>
                                          </a:lnTo>
                                          <a:lnTo>
                                            <a:pt x="9" y="3"/>
                                          </a:lnTo>
                                          <a:lnTo>
                                            <a:pt x="9" y="1"/>
                                          </a:lnTo>
                                          <a:lnTo>
                                            <a:pt x="7" y="0"/>
                                          </a:lnTo>
                                          <a:lnTo>
                                            <a:pt x="6" y="0"/>
                                          </a:lnTo>
                                          <a:lnTo>
                                            <a:pt x="4"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91" name="Freeform 194"/>
                                    <p:cNvSpPr>
                                      <a:spLocks/>
                                    </p:cNvSpPr>
                                    <p:nvPr/>
                                  </p:nvSpPr>
                                  <p:spPr bwMode="auto">
                                    <a:xfrm>
                                      <a:off x="3653" y="1863"/>
                                      <a:ext cx="9" cy="9"/>
                                    </a:xfrm>
                                    <a:custGeom>
                                      <a:avLst/>
                                      <a:gdLst>
                                        <a:gd name="T0" fmla="*/ 2 w 9"/>
                                        <a:gd name="T1" fmla="*/ 0 h 9"/>
                                        <a:gd name="T2" fmla="*/ 0 w 9"/>
                                        <a:gd name="T3" fmla="*/ 2 h 9"/>
                                        <a:gd name="T4" fmla="*/ 0 w 9"/>
                                        <a:gd name="T5" fmla="*/ 3 h 9"/>
                                        <a:gd name="T6" fmla="*/ 0 w 9"/>
                                        <a:gd name="T7" fmla="*/ 4 h 9"/>
                                        <a:gd name="T8" fmla="*/ 0 w 9"/>
                                        <a:gd name="T9" fmla="*/ 6 h 9"/>
                                        <a:gd name="T10" fmla="*/ 2 w 9"/>
                                        <a:gd name="T11" fmla="*/ 7 h 9"/>
                                        <a:gd name="T12" fmla="*/ 3 w 9"/>
                                        <a:gd name="T13" fmla="*/ 9 h 9"/>
                                        <a:gd name="T14" fmla="*/ 4 w 9"/>
                                        <a:gd name="T15" fmla="*/ 9 h 9"/>
                                        <a:gd name="T16" fmla="*/ 6 w 9"/>
                                        <a:gd name="T17" fmla="*/ 7 h 9"/>
                                        <a:gd name="T18" fmla="*/ 6 w 9"/>
                                        <a:gd name="T19" fmla="*/ 7 h 9"/>
                                        <a:gd name="T20" fmla="*/ 7 w 9"/>
                                        <a:gd name="T21" fmla="*/ 6 h 9"/>
                                        <a:gd name="T22" fmla="*/ 9 w 9"/>
                                        <a:gd name="T23" fmla="*/ 4 h 9"/>
                                        <a:gd name="T24" fmla="*/ 9 w 9"/>
                                        <a:gd name="T25" fmla="*/ 3 h 9"/>
                                        <a:gd name="T26" fmla="*/ 7 w 9"/>
                                        <a:gd name="T27" fmla="*/ 2 h 9"/>
                                        <a:gd name="T28" fmla="*/ 6 w 9"/>
                                        <a:gd name="T29" fmla="*/ 0 h 9"/>
                                        <a:gd name="T30" fmla="*/ 4 w 9"/>
                                        <a:gd name="T31" fmla="*/ 0 h 9"/>
                                        <a:gd name="T32" fmla="*/ 3 w 9"/>
                                        <a:gd name="T33" fmla="*/ 0 h 9"/>
                                        <a:gd name="T34" fmla="*/ 2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2" y="0"/>
                                          </a:moveTo>
                                          <a:lnTo>
                                            <a:pt x="0" y="2"/>
                                          </a:lnTo>
                                          <a:lnTo>
                                            <a:pt x="0" y="3"/>
                                          </a:lnTo>
                                          <a:lnTo>
                                            <a:pt x="0" y="4"/>
                                          </a:lnTo>
                                          <a:lnTo>
                                            <a:pt x="0" y="6"/>
                                          </a:lnTo>
                                          <a:lnTo>
                                            <a:pt x="2" y="7"/>
                                          </a:lnTo>
                                          <a:lnTo>
                                            <a:pt x="3" y="9"/>
                                          </a:lnTo>
                                          <a:lnTo>
                                            <a:pt x="4" y="9"/>
                                          </a:lnTo>
                                          <a:lnTo>
                                            <a:pt x="6" y="7"/>
                                          </a:lnTo>
                                          <a:lnTo>
                                            <a:pt x="7" y="6"/>
                                          </a:lnTo>
                                          <a:lnTo>
                                            <a:pt x="9" y="4"/>
                                          </a:lnTo>
                                          <a:lnTo>
                                            <a:pt x="9" y="3"/>
                                          </a:lnTo>
                                          <a:lnTo>
                                            <a:pt x="7" y="2"/>
                                          </a:lnTo>
                                          <a:lnTo>
                                            <a:pt x="6" y="0"/>
                                          </a:lnTo>
                                          <a:lnTo>
                                            <a:pt x="4" y="0"/>
                                          </a:lnTo>
                                          <a:lnTo>
                                            <a:pt x="3" y="0"/>
                                          </a:lnTo>
                                          <a:lnTo>
                                            <a:pt x="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92" name="Freeform 195"/>
                                    <p:cNvSpPr>
                                      <a:spLocks/>
                                    </p:cNvSpPr>
                                    <p:nvPr/>
                                  </p:nvSpPr>
                                  <p:spPr bwMode="auto">
                                    <a:xfrm>
                                      <a:off x="3668" y="1854"/>
                                      <a:ext cx="8" cy="9"/>
                                    </a:xfrm>
                                    <a:custGeom>
                                      <a:avLst/>
                                      <a:gdLst>
                                        <a:gd name="T0" fmla="*/ 3 w 8"/>
                                        <a:gd name="T1" fmla="*/ 0 h 9"/>
                                        <a:gd name="T2" fmla="*/ 1 w 8"/>
                                        <a:gd name="T3" fmla="*/ 2 h 9"/>
                                        <a:gd name="T4" fmla="*/ 0 w 8"/>
                                        <a:gd name="T5" fmla="*/ 3 h 9"/>
                                        <a:gd name="T6" fmla="*/ 0 w 8"/>
                                        <a:gd name="T7" fmla="*/ 5 h 9"/>
                                        <a:gd name="T8" fmla="*/ 1 w 8"/>
                                        <a:gd name="T9" fmla="*/ 6 h 9"/>
                                        <a:gd name="T10" fmla="*/ 3 w 8"/>
                                        <a:gd name="T11" fmla="*/ 8 h 9"/>
                                        <a:gd name="T12" fmla="*/ 4 w 8"/>
                                        <a:gd name="T13" fmla="*/ 9 h 9"/>
                                        <a:gd name="T14" fmla="*/ 5 w 8"/>
                                        <a:gd name="T15" fmla="*/ 9 h 9"/>
                                        <a:gd name="T16" fmla="*/ 7 w 8"/>
                                        <a:gd name="T17" fmla="*/ 8 h 9"/>
                                        <a:gd name="T18" fmla="*/ 7 w 8"/>
                                        <a:gd name="T19" fmla="*/ 8 h 9"/>
                                        <a:gd name="T20" fmla="*/ 8 w 8"/>
                                        <a:gd name="T21" fmla="*/ 6 h 9"/>
                                        <a:gd name="T22" fmla="*/ 8 w 8"/>
                                        <a:gd name="T23" fmla="*/ 5 h 9"/>
                                        <a:gd name="T24" fmla="*/ 8 w 8"/>
                                        <a:gd name="T25" fmla="*/ 3 h 9"/>
                                        <a:gd name="T26" fmla="*/ 8 w 8"/>
                                        <a:gd name="T27" fmla="*/ 2 h 9"/>
                                        <a:gd name="T28" fmla="*/ 7 w 8"/>
                                        <a:gd name="T29" fmla="*/ 0 h 9"/>
                                        <a:gd name="T30" fmla="*/ 5 w 8"/>
                                        <a:gd name="T31" fmla="*/ 0 h 9"/>
                                        <a:gd name="T32" fmla="*/ 4 w 8"/>
                                        <a:gd name="T33" fmla="*/ 0 h 9"/>
                                        <a:gd name="T34" fmla="*/ 3 w 8"/>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3" y="0"/>
                                          </a:moveTo>
                                          <a:lnTo>
                                            <a:pt x="1" y="2"/>
                                          </a:lnTo>
                                          <a:lnTo>
                                            <a:pt x="0" y="3"/>
                                          </a:lnTo>
                                          <a:lnTo>
                                            <a:pt x="0" y="5"/>
                                          </a:lnTo>
                                          <a:lnTo>
                                            <a:pt x="1" y="6"/>
                                          </a:lnTo>
                                          <a:lnTo>
                                            <a:pt x="3" y="8"/>
                                          </a:lnTo>
                                          <a:lnTo>
                                            <a:pt x="4" y="9"/>
                                          </a:lnTo>
                                          <a:lnTo>
                                            <a:pt x="5" y="9"/>
                                          </a:lnTo>
                                          <a:lnTo>
                                            <a:pt x="7" y="8"/>
                                          </a:lnTo>
                                          <a:lnTo>
                                            <a:pt x="8" y="6"/>
                                          </a:lnTo>
                                          <a:lnTo>
                                            <a:pt x="8" y="5"/>
                                          </a:lnTo>
                                          <a:lnTo>
                                            <a:pt x="8" y="3"/>
                                          </a:lnTo>
                                          <a:lnTo>
                                            <a:pt x="8" y="2"/>
                                          </a:lnTo>
                                          <a:lnTo>
                                            <a:pt x="7" y="0"/>
                                          </a:lnTo>
                                          <a:lnTo>
                                            <a:pt x="5" y="0"/>
                                          </a:lnTo>
                                          <a:lnTo>
                                            <a:pt x="4"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93" name="Freeform 196"/>
                                    <p:cNvSpPr>
                                      <a:spLocks/>
                                    </p:cNvSpPr>
                                    <p:nvPr/>
                                  </p:nvSpPr>
                                  <p:spPr bwMode="auto">
                                    <a:xfrm>
                                      <a:off x="3684" y="1846"/>
                                      <a:ext cx="8" cy="8"/>
                                    </a:xfrm>
                                    <a:custGeom>
                                      <a:avLst/>
                                      <a:gdLst>
                                        <a:gd name="T0" fmla="*/ 3 w 8"/>
                                        <a:gd name="T1" fmla="*/ 0 h 8"/>
                                        <a:gd name="T2" fmla="*/ 1 w 8"/>
                                        <a:gd name="T3" fmla="*/ 1 h 8"/>
                                        <a:gd name="T4" fmla="*/ 0 w 8"/>
                                        <a:gd name="T5" fmla="*/ 3 h 8"/>
                                        <a:gd name="T6" fmla="*/ 0 w 8"/>
                                        <a:gd name="T7" fmla="*/ 4 h 8"/>
                                        <a:gd name="T8" fmla="*/ 0 w 8"/>
                                        <a:gd name="T9" fmla="*/ 5 h 8"/>
                                        <a:gd name="T10" fmla="*/ 0 w 8"/>
                                        <a:gd name="T11" fmla="*/ 7 h 8"/>
                                        <a:gd name="T12" fmla="*/ 1 w 8"/>
                                        <a:gd name="T13" fmla="*/ 8 h 8"/>
                                        <a:gd name="T14" fmla="*/ 3 w 8"/>
                                        <a:gd name="T15" fmla="*/ 8 h 8"/>
                                        <a:gd name="T16" fmla="*/ 4 w 8"/>
                                        <a:gd name="T17" fmla="*/ 8 h 8"/>
                                        <a:gd name="T18" fmla="*/ 4 w 8"/>
                                        <a:gd name="T19" fmla="*/ 8 h 8"/>
                                        <a:gd name="T20" fmla="*/ 5 w 8"/>
                                        <a:gd name="T21" fmla="*/ 8 h 8"/>
                                        <a:gd name="T22" fmla="*/ 7 w 8"/>
                                        <a:gd name="T23" fmla="*/ 7 h 8"/>
                                        <a:gd name="T24" fmla="*/ 8 w 8"/>
                                        <a:gd name="T25" fmla="*/ 5 h 8"/>
                                        <a:gd name="T26" fmla="*/ 8 w 8"/>
                                        <a:gd name="T27" fmla="*/ 4 h 8"/>
                                        <a:gd name="T28" fmla="*/ 7 w 8"/>
                                        <a:gd name="T29" fmla="*/ 3 h 8"/>
                                        <a:gd name="T30" fmla="*/ 5 w 8"/>
                                        <a:gd name="T31" fmla="*/ 1 h 8"/>
                                        <a:gd name="T32" fmla="*/ 4 w 8"/>
                                        <a:gd name="T33" fmla="*/ 0 h 8"/>
                                        <a:gd name="T34" fmla="*/ 3 w 8"/>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8"/>
                                        <a:gd name="T56" fmla="*/ 8 w 8"/>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8">
                                          <a:moveTo>
                                            <a:pt x="3" y="0"/>
                                          </a:moveTo>
                                          <a:lnTo>
                                            <a:pt x="1" y="1"/>
                                          </a:lnTo>
                                          <a:lnTo>
                                            <a:pt x="0" y="3"/>
                                          </a:lnTo>
                                          <a:lnTo>
                                            <a:pt x="0" y="4"/>
                                          </a:lnTo>
                                          <a:lnTo>
                                            <a:pt x="0" y="5"/>
                                          </a:lnTo>
                                          <a:lnTo>
                                            <a:pt x="0" y="7"/>
                                          </a:lnTo>
                                          <a:lnTo>
                                            <a:pt x="1" y="8"/>
                                          </a:lnTo>
                                          <a:lnTo>
                                            <a:pt x="3" y="8"/>
                                          </a:lnTo>
                                          <a:lnTo>
                                            <a:pt x="4" y="8"/>
                                          </a:lnTo>
                                          <a:lnTo>
                                            <a:pt x="5" y="8"/>
                                          </a:lnTo>
                                          <a:lnTo>
                                            <a:pt x="7" y="7"/>
                                          </a:lnTo>
                                          <a:lnTo>
                                            <a:pt x="8" y="5"/>
                                          </a:lnTo>
                                          <a:lnTo>
                                            <a:pt x="8" y="4"/>
                                          </a:lnTo>
                                          <a:lnTo>
                                            <a:pt x="7" y="3"/>
                                          </a:lnTo>
                                          <a:lnTo>
                                            <a:pt x="5" y="1"/>
                                          </a:lnTo>
                                          <a:lnTo>
                                            <a:pt x="4" y="0"/>
                                          </a:lnTo>
                                          <a:lnTo>
                                            <a:pt x="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94" name="Freeform 197"/>
                                    <p:cNvSpPr>
                                      <a:spLocks/>
                                    </p:cNvSpPr>
                                    <p:nvPr/>
                                  </p:nvSpPr>
                                  <p:spPr bwMode="auto">
                                    <a:xfrm>
                                      <a:off x="3700" y="1838"/>
                                      <a:ext cx="8" cy="9"/>
                                    </a:xfrm>
                                    <a:custGeom>
                                      <a:avLst/>
                                      <a:gdLst>
                                        <a:gd name="T0" fmla="*/ 2 w 8"/>
                                        <a:gd name="T1" fmla="*/ 0 h 9"/>
                                        <a:gd name="T2" fmla="*/ 1 w 8"/>
                                        <a:gd name="T3" fmla="*/ 2 h 9"/>
                                        <a:gd name="T4" fmla="*/ 0 w 8"/>
                                        <a:gd name="T5" fmla="*/ 3 h 9"/>
                                        <a:gd name="T6" fmla="*/ 0 w 8"/>
                                        <a:gd name="T7" fmla="*/ 5 h 9"/>
                                        <a:gd name="T8" fmla="*/ 0 w 8"/>
                                        <a:gd name="T9" fmla="*/ 6 h 9"/>
                                        <a:gd name="T10" fmla="*/ 0 w 8"/>
                                        <a:gd name="T11" fmla="*/ 8 h 9"/>
                                        <a:gd name="T12" fmla="*/ 1 w 8"/>
                                        <a:gd name="T13" fmla="*/ 9 h 9"/>
                                        <a:gd name="T14" fmla="*/ 2 w 8"/>
                                        <a:gd name="T15" fmla="*/ 9 h 9"/>
                                        <a:gd name="T16" fmla="*/ 4 w 8"/>
                                        <a:gd name="T17" fmla="*/ 9 h 9"/>
                                        <a:gd name="T18" fmla="*/ 4 w 8"/>
                                        <a:gd name="T19" fmla="*/ 9 h 9"/>
                                        <a:gd name="T20" fmla="*/ 5 w 8"/>
                                        <a:gd name="T21" fmla="*/ 9 h 9"/>
                                        <a:gd name="T22" fmla="*/ 7 w 8"/>
                                        <a:gd name="T23" fmla="*/ 8 h 9"/>
                                        <a:gd name="T24" fmla="*/ 8 w 8"/>
                                        <a:gd name="T25" fmla="*/ 6 h 9"/>
                                        <a:gd name="T26" fmla="*/ 8 w 8"/>
                                        <a:gd name="T27" fmla="*/ 5 h 9"/>
                                        <a:gd name="T28" fmla="*/ 7 w 8"/>
                                        <a:gd name="T29" fmla="*/ 3 h 9"/>
                                        <a:gd name="T30" fmla="*/ 5 w 8"/>
                                        <a:gd name="T31" fmla="*/ 2 h 9"/>
                                        <a:gd name="T32" fmla="*/ 4 w 8"/>
                                        <a:gd name="T33" fmla="*/ 0 h 9"/>
                                        <a:gd name="T34" fmla="*/ 2 w 8"/>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2" y="0"/>
                                          </a:moveTo>
                                          <a:lnTo>
                                            <a:pt x="1" y="2"/>
                                          </a:lnTo>
                                          <a:lnTo>
                                            <a:pt x="0" y="3"/>
                                          </a:lnTo>
                                          <a:lnTo>
                                            <a:pt x="0" y="5"/>
                                          </a:lnTo>
                                          <a:lnTo>
                                            <a:pt x="0" y="6"/>
                                          </a:lnTo>
                                          <a:lnTo>
                                            <a:pt x="0" y="8"/>
                                          </a:lnTo>
                                          <a:lnTo>
                                            <a:pt x="1" y="9"/>
                                          </a:lnTo>
                                          <a:lnTo>
                                            <a:pt x="2" y="9"/>
                                          </a:lnTo>
                                          <a:lnTo>
                                            <a:pt x="4" y="9"/>
                                          </a:lnTo>
                                          <a:lnTo>
                                            <a:pt x="5" y="9"/>
                                          </a:lnTo>
                                          <a:lnTo>
                                            <a:pt x="7" y="8"/>
                                          </a:lnTo>
                                          <a:lnTo>
                                            <a:pt x="8" y="6"/>
                                          </a:lnTo>
                                          <a:lnTo>
                                            <a:pt x="8" y="5"/>
                                          </a:lnTo>
                                          <a:lnTo>
                                            <a:pt x="7" y="3"/>
                                          </a:lnTo>
                                          <a:lnTo>
                                            <a:pt x="5" y="2"/>
                                          </a:lnTo>
                                          <a:lnTo>
                                            <a:pt x="4" y="0"/>
                                          </a:lnTo>
                                          <a:lnTo>
                                            <a:pt x="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95" name="Freeform 198"/>
                                    <p:cNvSpPr>
                                      <a:spLocks/>
                                    </p:cNvSpPr>
                                    <p:nvPr/>
                                  </p:nvSpPr>
                                  <p:spPr bwMode="auto">
                                    <a:xfrm>
                                      <a:off x="3716" y="1833"/>
                                      <a:ext cx="8" cy="8"/>
                                    </a:xfrm>
                                    <a:custGeom>
                                      <a:avLst/>
                                      <a:gdLst>
                                        <a:gd name="T0" fmla="*/ 2 w 8"/>
                                        <a:gd name="T1" fmla="*/ 0 h 8"/>
                                        <a:gd name="T2" fmla="*/ 1 w 8"/>
                                        <a:gd name="T3" fmla="*/ 0 h 8"/>
                                        <a:gd name="T4" fmla="*/ 0 w 8"/>
                                        <a:gd name="T5" fmla="*/ 1 h 8"/>
                                        <a:gd name="T6" fmla="*/ 0 w 8"/>
                                        <a:gd name="T7" fmla="*/ 3 h 8"/>
                                        <a:gd name="T8" fmla="*/ 0 w 8"/>
                                        <a:gd name="T9" fmla="*/ 4 h 8"/>
                                        <a:gd name="T10" fmla="*/ 0 w 8"/>
                                        <a:gd name="T11" fmla="*/ 5 h 8"/>
                                        <a:gd name="T12" fmla="*/ 1 w 8"/>
                                        <a:gd name="T13" fmla="*/ 7 h 8"/>
                                        <a:gd name="T14" fmla="*/ 2 w 8"/>
                                        <a:gd name="T15" fmla="*/ 8 h 8"/>
                                        <a:gd name="T16" fmla="*/ 4 w 8"/>
                                        <a:gd name="T17" fmla="*/ 8 h 8"/>
                                        <a:gd name="T18" fmla="*/ 4 w 8"/>
                                        <a:gd name="T19" fmla="*/ 8 h 8"/>
                                        <a:gd name="T20" fmla="*/ 5 w 8"/>
                                        <a:gd name="T21" fmla="*/ 7 h 8"/>
                                        <a:gd name="T22" fmla="*/ 7 w 8"/>
                                        <a:gd name="T23" fmla="*/ 5 h 8"/>
                                        <a:gd name="T24" fmla="*/ 8 w 8"/>
                                        <a:gd name="T25" fmla="*/ 4 h 8"/>
                                        <a:gd name="T26" fmla="*/ 8 w 8"/>
                                        <a:gd name="T27" fmla="*/ 3 h 8"/>
                                        <a:gd name="T28" fmla="*/ 7 w 8"/>
                                        <a:gd name="T29" fmla="*/ 1 h 8"/>
                                        <a:gd name="T30" fmla="*/ 5 w 8"/>
                                        <a:gd name="T31" fmla="*/ 0 h 8"/>
                                        <a:gd name="T32" fmla="*/ 4 w 8"/>
                                        <a:gd name="T33" fmla="*/ 0 h 8"/>
                                        <a:gd name="T34" fmla="*/ 2 w 8"/>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8"/>
                                        <a:gd name="T56" fmla="*/ 8 w 8"/>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8">
                                          <a:moveTo>
                                            <a:pt x="2" y="0"/>
                                          </a:moveTo>
                                          <a:lnTo>
                                            <a:pt x="1" y="0"/>
                                          </a:lnTo>
                                          <a:lnTo>
                                            <a:pt x="0" y="1"/>
                                          </a:lnTo>
                                          <a:lnTo>
                                            <a:pt x="0" y="3"/>
                                          </a:lnTo>
                                          <a:lnTo>
                                            <a:pt x="0" y="4"/>
                                          </a:lnTo>
                                          <a:lnTo>
                                            <a:pt x="0" y="5"/>
                                          </a:lnTo>
                                          <a:lnTo>
                                            <a:pt x="1" y="7"/>
                                          </a:lnTo>
                                          <a:lnTo>
                                            <a:pt x="2" y="8"/>
                                          </a:lnTo>
                                          <a:lnTo>
                                            <a:pt x="4" y="8"/>
                                          </a:lnTo>
                                          <a:lnTo>
                                            <a:pt x="5" y="7"/>
                                          </a:lnTo>
                                          <a:lnTo>
                                            <a:pt x="7" y="5"/>
                                          </a:lnTo>
                                          <a:lnTo>
                                            <a:pt x="8" y="4"/>
                                          </a:lnTo>
                                          <a:lnTo>
                                            <a:pt x="8" y="3"/>
                                          </a:lnTo>
                                          <a:lnTo>
                                            <a:pt x="7" y="1"/>
                                          </a:lnTo>
                                          <a:lnTo>
                                            <a:pt x="5" y="0"/>
                                          </a:lnTo>
                                          <a:lnTo>
                                            <a:pt x="4" y="0"/>
                                          </a:lnTo>
                                          <a:lnTo>
                                            <a:pt x="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96" name="Freeform 199"/>
                                    <p:cNvSpPr>
                                      <a:spLocks/>
                                    </p:cNvSpPr>
                                    <p:nvPr/>
                                  </p:nvSpPr>
                                  <p:spPr bwMode="auto">
                                    <a:xfrm>
                                      <a:off x="3732" y="1825"/>
                                      <a:ext cx="8" cy="9"/>
                                    </a:xfrm>
                                    <a:custGeom>
                                      <a:avLst/>
                                      <a:gdLst>
                                        <a:gd name="T0" fmla="*/ 2 w 8"/>
                                        <a:gd name="T1" fmla="*/ 0 h 9"/>
                                        <a:gd name="T2" fmla="*/ 1 w 8"/>
                                        <a:gd name="T3" fmla="*/ 2 h 9"/>
                                        <a:gd name="T4" fmla="*/ 0 w 8"/>
                                        <a:gd name="T5" fmla="*/ 3 h 9"/>
                                        <a:gd name="T6" fmla="*/ 0 w 8"/>
                                        <a:gd name="T7" fmla="*/ 5 h 9"/>
                                        <a:gd name="T8" fmla="*/ 0 w 8"/>
                                        <a:gd name="T9" fmla="*/ 6 h 9"/>
                                        <a:gd name="T10" fmla="*/ 0 w 8"/>
                                        <a:gd name="T11" fmla="*/ 8 h 9"/>
                                        <a:gd name="T12" fmla="*/ 1 w 8"/>
                                        <a:gd name="T13" fmla="*/ 9 h 9"/>
                                        <a:gd name="T14" fmla="*/ 2 w 8"/>
                                        <a:gd name="T15" fmla="*/ 9 h 9"/>
                                        <a:gd name="T16" fmla="*/ 4 w 8"/>
                                        <a:gd name="T17" fmla="*/ 9 h 9"/>
                                        <a:gd name="T18" fmla="*/ 4 w 8"/>
                                        <a:gd name="T19" fmla="*/ 9 h 9"/>
                                        <a:gd name="T20" fmla="*/ 5 w 8"/>
                                        <a:gd name="T21" fmla="*/ 9 h 9"/>
                                        <a:gd name="T22" fmla="*/ 7 w 8"/>
                                        <a:gd name="T23" fmla="*/ 8 h 9"/>
                                        <a:gd name="T24" fmla="*/ 8 w 8"/>
                                        <a:gd name="T25" fmla="*/ 6 h 9"/>
                                        <a:gd name="T26" fmla="*/ 8 w 8"/>
                                        <a:gd name="T27" fmla="*/ 5 h 9"/>
                                        <a:gd name="T28" fmla="*/ 7 w 8"/>
                                        <a:gd name="T29" fmla="*/ 3 h 9"/>
                                        <a:gd name="T30" fmla="*/ 5 w 8"/>
                                        <a:gd name="T31" fmla="*/ 2 h 9"/>
                                        <a:gd name="T32" fmla="*/ 4 w 8"/>
                                        <a:gd name="T33" fmla="*/ 0 h 9"/>
                                        <a:gd name="T34" fmla="*/ 2 w 8"/>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2" y="0"/>
                                          </a:moveTo>
                                          <a:lnTo>
                                            <a:pt x="1" y="2"/>
                                          </a:lnTo>
                                          <a:lnTo>
                                            <a:pt x="0" y="3"/>
                                          </a:lnTo>
                                          <a:lnTo>
                                            <a:pt x="0" y="5"/>
                                          </a:lnTo>
                                          <a:lnTo>
                                            <a:pt x="0" y="6"/>
                                          </a:lnTo>
                                          <a:lnTo>
                                            <a:pt x="0" y="8"/>
                                          </a:lnTo>
                                          <a:lnTo>
                                            <a:pt x="1" y="9"/>
                                          </a:lnTo>
                                          <a:lnTo>
                                            <a:pt x="2" y="9"/>
                                          </a:lnTo>
                                          <a:lnTo>
                                            <a:pt x="4" y="9"/>
                                          </a:lnTo>
                                          <a:lnTo>
                                            <a:pt x="5" y="9"/>
                                          </a:lnTo>
                                          <a:lnTo>
                                            <a:pt x="7" y="8"/>
                                          </a:lnTo>
                                          <a:lnTo>
                                            <a:pt x="8" y="6"/>
                                          </a:lnTo>
                                          <a:lnTo>
                                            <a:pt x="8" y="5"/>
                                          </a:lnTo>
                                          <a:lnTo>
                                            <a:pt x="7" y="3"/>
                                          </a:lnTo>
                                          <a:lnTo>
                                            <a:pt x="5" y="2"/>
                                          </a:lnTo>
                                          <a:lnTo>
                                            <a:pt x="4" y="0"/>
                                          </a:lnTo>
                                          <a:lnTo>
                                            <a:pt x="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97" name="Freeform 200"/>
                                    <p:cNvSpPr>
                                      <a:spLocks/>
                                    </p:cNvSpPr>
                                    <p:nvPr/>
                                  </p:nvSpPr>
                                  <p:spPr bwMode="auto">
                                    <a:xfrm>
                                      <a:off x="3747" y="1821"/>
                                      <a:ext cx="9" cy="9"/>
                                    </a:xfrm>
                                    <a:custGeom>
                                      <a:avLst/>
                                      <a:gdLst>
                                        <a:gd name="T0" fmla="*/ 5 w 9"/>
                                        <a:gd name="T1" fmla="*/ 0 h 9"/>
                                        <a:gd name="T2" fmla="*/ 3 w 9"/>
                                        <a:gd name="T3" fmla="*/ 1 h 9"/>
                                        <a:gd name="T4" fmla="*/ 2 w 9"/>
                                        <a:gd name="T5" fmla="*/ 3 h 9"/>
                                        <a:gd name="T6" fmla="*/ 0 w 9"/>
                                        <a:gd name="T7" fmla="*/ 4 h 9"/>
                                        <a:gd name="T8" fmla="*/ 0 w 9"/>
                                        <a:gd name="T9" fmla="*/ 6 h 9"/>
                                        <a:gd name="T10" fmla="*/ 2 w 9"/>
                                        <a:gd name="T11" fmla="*/ 7 h 9"/>
                                        <a:gd name="T12" fmla="*/ 3 w 9"/>
                                        <a:gd name="T13" fmla="*/ 9 h 9"/>
                                        <a:gd name="T14" fmla="*/ 5 w 9"/>
                                        <a:gd name="T15" fmla="*/ 9 h 9"/>
                                        <a:gd name="T16" fmla="*/ 6 w 9"/>
                                        <a:gd name="T17" fmla="*/ 9 h 9"/>
                                        <a:gd name="T18" fmla="*/ 6 w 9"/>
                                        <a:gd name="T19" fmla="*/ 9 h 9"/>
                                        <a:gd name="T20" fmla="*/ 8 w 9"/>
                                        <a:gd name="T21" fmla="*/ 9 h 9"/>
                                        <a:gd name="T22" fmla="*/ 9 w 9"/>
                                        <a:gd name="T23" fmla="*/ 7 h 9"/>
                                        <a:gd name="T24" fmla="*/ 9 w 9"/>
                                        <a:gd name="T25" fmla="*/ 6 h 9"/>
                                        <a:gd name="T26" fmla="*/ 9 w 9"/>
                                        <a:gd name="T27" fmla="*/ 4 h 9"/>
                                        <a:gd name="T28" fmla="*/ 9 w 9"/>
                                        <a:gd name="T29" fmla="*/ 3 h 9"/>
                                        <a:gd name="T30" fmla="*/ 8 w 9"/>
                                        <a:gd name="T31" fmla="*/ 1 h 9"/>
                                        <a:gd name="T32" fmla="*/ 6 w 9"/>
                                        <a:gd name="T33" fmla="*/ 0 h 9"/>
                                        <a:gd name="T34" fmla="*/ 5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5" y="0"/>
                                          </a:moveTo>
                                          <a:lnTo>
                                            <a:pt x="3" y="1"/>
                                          </a:lnTo>
                                          <a:lnTo>
                                            <a:pt x="2" y="3"/>
                                          </a:lnTo>
                                          <a:lnTo>
                                            <a:pt x="0" y="4"/>
                                          </a:lnTo>
                                          <a:lnTo>
                                            <a:pt x="0" y="6"/>
                                          </a:lnTo>
                                          <a:lnTo>
                                            <a:pt x="2" y="7"/>
                                          </a:lnTo>
                                          <a:lnTo>
                                            <a:pt x="3" y="9"/>
                                          </a:lnTo>
                                          <a:lnTo>
                                            <a:pt x="5" y="9"/>
                                          </a:lnTo>
                                          <a:lnTo>
                                            <a:pt x="6" y="9"/>
                                          </a:lnTo>
                                          <a:lnTo>
                                            <a:pt x="8" y="9"/>
                                          </a:lnTo>
                                          <a:lnTo>
                                            <a:pt x="9" y="7"/>
                                          </a:lnTo>
                                          <a:lnTo>
                                            <a:pt x="9" y="6"/>
                                          </a:lnTo>
                                          <a:lnTo>
                                            <a:pt x="9" y="4"/>
                                          </a:lnTo>
                                          <a:lnTo>
                                            <a:pt x="9" y="3"/>
                                          </a:lnTo>
                                          <a:lnTo>
                                            <a:pt x="8" y="1"/>
                                          </a:lnTo>
                                          <a:lnTo>
                                            <a:pt x="6" y="0"/>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98" name="Freeform 201"/>
                                    <p:cNvSpPr>
                                      <a:spLocks/>
                                    </p:cNvSpPr>
                                    <p:nvPr/>
                                  </p:nvSpPr>
                                  <p:spPr bwMode="auto">
                                    <a:xfrm>
                                      <a:off x="3765" y="1820"/>
                                      <a:ext cx="9" cy="8"/>
                                    </a:xfrm>
                                    <a:custGeom>
                                      <a:avLst/>
                                      <a:gdLst>
                                        <a:gd name="T0" fmla="*/ 6 w 9"/>
                                        <a:gd name="T1" fmla="*/ 0 h 8"/>
                                        <a:gd name="T2" fmla="*/ 4 w 9"/>
                                        <a:gd name="T3" fmla="*/ 0 h 8"/>
                                        <a:gd name="T4" fmla="*/ 3 w 9"/>
                                        <a:gd name="T5" fmla="*/ 0 h 8"/>
                                        <a:gd name="T6" fmla="*/ 1 w 9"/>
                                        <a:gd name="T7" fmla="*/ 1 h 8"/>
                                        <a:gd name="T8" fmla="*/ 0 w 9"/>
                                        <a:gd name="T9" fmla="*/ 2 h 8"/>
                                        <a:gd name="T10" fmla="*/ 0 w 9"/>
                                        <a:gd name="T11" fmla="*/ 4 h 8"/>
                                        <a:gd name="T12" fmla="*/ 1 w 9"/>
                                        <a:gd name="T13" fmla="*/ 5 h 8"/>
                                        <a:gd name="T14" fmla="*/ 3 w 9"/>
                                        <a:gd name="T15" fmla="*/ 7 h 8"/>
                                        <a:gd name="T16" fmla="*/ 4 w 9"/>
                                        <a:gd name="T17" fmla="*/ 8 h 8"/>
                                        <a:gd name="T18" fmla="*/ 4 w 9"/>
                                        <a:gd name="T19" fmla="*/ 8 h 8"/>
                                        <a:gd name="T20" fmla="*/ 6 w 9"/>
                                        <a:gd name="T21" fmla="*/ 8 h 8"/>
                                        <a:gd name="T22" fmla="*/ 7 w 9"/>
                                        <a:gd name="T23" fmla="*/ 7 h 8"/>
                                        <a:gd name="T24" fmla="*/ 9 w 9"/>
                                        <a:gd name="T25" fmla="*/ 5 h 8"/>
                                        <a:gd name="T26" fmla="*/ 9 w 9"/>
                                        <a:gd name="T27" fmla="*/ 4 h 8"/>
                                        <a:gd name="T28" fmla="*/ 9 w 9"/>
                                        <a:gd name="T29" fmla="*/ 2 h 8"/>
                                        <a:gd name="T30" fmla="*/ 9 w 9"/>
                                        <a:gd name="T31" fmla="*/ 1 h 8"/>
                                        <a:gd name="T32" fmla="*/ 7 w 9"/>
                                        <a:gd name="T33" fmla="*/ 0 h 8"/>
                                        <a:gd name="T34" fmla="*/ 6 w 9"/>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6" y="0"/>
                                          </a:moveTo>
                                          <a:lnTo>
                                            <a:pt x="4" y="0"/>
                                          </a:lnTo>
                                          <a:lnTo>
                                            <a:pt x="3" y="0"/>
                                          </a:lnTo>
                                          <a:lnTo>
                                            <a:pt x="1" y="1"/>
                                          </a:lnTo>
                                          <a:lnTo>
                                            <a:pt x="0" y="2"/>
                                          </a:lnTo>
                                          <a:lnTo>
                                            <a:pt x="0" y="4"/>
                                          </a:lnTo>
                                          <a:lnTo>
                                            <a:pt x="1" y="5"/>
                                          </a:lnTo>
                                          <a:lnTo>
                                            <a:pt x="3" y="7"/>
                                          </a:lnTo>
                                          <a:lnTo>
                                            <a:pt x="4" y="8"/>
                                          </a:lnTo>
                                          <a:lnTo>
                                            <a:pt x="6" y="8"/>
                                          </a:lnTo>
                                          <a:lnTo>
                                            <a:pt x="7" y="7"/>
                                          </a:lnTo>
                                          <a:lnTo>
                                            <a:pt x="9" y="5"/>
                                          </a:lnTo>
                                          <a:lnTo>
                                            <a:pt x="9" y="4"/>
                                          </a:lnTo>
                                          <a:lnTo>
                                            <a:pt x="9" y="2"/>
                                          </a:lnTo>
                                          <a:lnTo>
                                            <a:pt x="9" y="1"/>
                                          </a:lnTo>
                                          <a:lnTo>
                                            <a:pt x="7" y="0"/>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99" name="Freeform 202"/>
                                    <p:cNvSpPr>
                                      <a:spLocks/>
                                    </p:cNvSpPr>
                                    <p:nvPr/>
                                  </p:nvSpPr>
                                  <p:spPr bwMode="auto">
                                    <a:xfrm>
                                      <a:off x="3782" y="1820"/>
                                      <a:ext cx="9" cy="8"/>
                                    </a:xfrm>
                                    <a:custGeom>
                                      <a:avLst/>
                                      <a:gdLst>
                                        <a:gd name="T0" fmla="*/ 6 w 9"/>
                                        <a:gd name="T1" fmla="*/ 0 h 8"/>
                                        <a:gd name="T2" fmla="*/ 5 w 9"/>
                                        <a:gd name="T3" fmla="*/ 0 h 8"/>
                                        <a:gd name="T4" fmla="*/ 3 w 9"/>
                                        <a:gd name="T5" fmla="*/ 0 h 8"/>
                                        <a:gd name="T6" fmla="*/ 2 w 9"/>
                                        <a:gd name="T7" fmla="*/ 1 h 8"/>
                                        <a:gd name="T8" fmla="*/ 0 w 9"/>
                                        <a:gd name="T9" fmla="*/ 2 h 8"/>
                                        <a:gd name="T10" fmla="*/ 0 w 9"/>
                                        <a:gd name="T11" fmla="*/ 4 h 8"/>
                                        <a:gd name="T12" fmla="*/ 2 w 9"/>
                                        <a:gd name="T13" fmla="*/ 5 h 8"/>
                                        <a:gd name="T14" fmla="*/ 3 w 9"/>
                                        <a:gd name="T15" fmla="*/ 7 h 8"/>
                                        <a:gd name="T16" fmla="*/ 5 w 9"/>
                                        <a:gd name="T17" fmla="*/ 8 h 8"/>
                                        <a:gd name="T18" fmla="*/ 5 w 9"/>
                                        <a:gd name="T19" fmla="*/ 8 h 8"/>
                                        <a:gd name="T20" fmla="*/ 6 w 9"/>
                                        <a:gd name="T21" fmla="*/ 8 h 8"/>
                                        <a:gd name="T22" fmla="*/ 8 w 9"/>
                                        <a:gd name="T23" fmla="*/ 7 h 8"/>
                                        <a:gd name="T24" fmla="*/ 9 w 9"/>
                                        <a:gd name="T25" fmla="*/ 5 h 8"/>
                                        <a:gd name="T26" fmla="*/ 9 w 9"/>
                                        <a:gd name="T27" fmla="*/ 4 h 8"/>
                                        <a:gd name="T28" fmla="*/ 9 w 9"/>
                                        <a:gd name="T29" fmla="*/ 2 h 8"/>
                                        <a:gd name="T30" fmla="*/ 9 w 9"/>
                                        <a:gd name="T31" fmla="*/ 1 h 8"/>
                                        <a:gd name="T32" fmla="*/ 8 w 9"/>
                                        <a:gd name="T33" fmla="*/ 0 h 8"/>
                                        <a:gd name="T34" fmla="*/ 6 w 9"/>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6" y="0"/>
                                          </a:moveTo>
                                          <a:lnTo>
                                            <a:pt x="5" y="0"/>
                                          </a:lnTo>
                                          <a:lnTo>
                                            <a:pt x="3" y="0"/>
                                          </a:lnTo>
                                          <a:lnTo>
                                            <a:pt x="2" y="1"/>
                                          </a:lnTo>
                                          <a:lnTo>
                                            <a:pt x="0" y="2"/>
                                          </a:lnTo>
                                          <a:lnTo>
                                            <a:pt x="0" y="4"/>
                                          </a:lnTo>
                                          <a:lnTo>
                                            <a:pt x="2" y="5"/>
                                          </a:lnTo>
                                          <a:lnTo>
                                            <a:pt x="3" y="7"/>
                                          </a:lnTo>
                                          <a:lnTo>
                                            <a:pt x="5" y="8"/>
                                          </a:lnTo>
                                          <a:lnTo>
                                            <a:pt x="6" y="8"/>
                                          </a:lnTo>
                                          <a:lnTo>
                                            <a:pt x="8" y="7"/>
                                          </a:lnTo>
                                          <a:lnTo>
                                            <a:pt x="9" y="5"/>
                                          </a:lnTo>
                                          <a:lnTo>
                                            <a:pt x="9" y="4"/>
                                          </a:lnTo>
                                          <a:lnTo>
                                            <a:pt x="9" y="2"/>
                                          </a:lnTo>
                                          <a:lnTo>
                                            <a:pt x="9" y="1"/>
                                          </a:lnTo>
                                          <a:lnTo>
                                            <a:pt x="8" y="0"/>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00" name="Freeform 203"/>
                                    <p:cNvSpPr>
                                      <a:spLocks/>
                                    </p:cNvSpPr>
                                    <p:nvPr/>
                                  </p:nvSpPr>
                                  <p:spPr bwMode="auto">
                                    <a:xfrm>
                                      <a:off x="3800" y="1822"/>
                                      <a:ext cx="8" cy="9"/>
                                    </a:xfrm>
                                    <a:custGeom>
                                      <a:avLst/>
                                      <a:gdLst>
                                        <a:gd name="T0" fmla="*/ 6 w 8"/>
                                        <a:gd name="T1" fmla="*/ 0 h 9"/>
                                        <a:gd name="T2" fmla="*/ 4 w 8"/>
                                        <a:gd name="T3" fmla="*/ 0 h 9"/>
                                        <a:gd name="T4" fmla="*/ 3 w 8"/>
                                        <a:gd name="T5" fmla="*/ 0 h 9"/>
                                        <a:gd name="T6" fmla="*/ 1 w 8"/>
                                        <a:gd name="T7" fmla="*/ 2 h 9"/>
                                        <a:gd name="T8" fmla="*/ 0 w 8"/>
                                        <a:gd name="T9" fmla="*/ 3 h 9"/>
                                        <a:gd name="T10" fmla="*/ 0 w 8"/>
                                        <a:gd name="T11" fmla="*/ 5 h 9"/>
                                        <a:gd name="T12" fmla="*/ 1 w 8"/>
                                        <a:gd name="T13" fmla="*/ 6 h 9"/>
                                        <a:gd name="T14" fmla="*/ 3 w 8"/>
                                        <a:gd name="T15" fmla="*/ 8 h 9"/>
                                        <a:gd name="T16" fmla="*/ 4 w 8"/>
                                        <a:gd name="T17" fmla="*/ 9 h 9"/>
                                        <a:gd name="T18" fmla="*/ 4 w 8"/>
                                        <a:gd name="T19" fmla="*/ 9 h 9"/>
                                        <a:gd name="T20" fmla="*/ 6 w 8"/>
                                        <a:gd name="T21" fmla="*/ 9 h 9"/>
                                        <a:gd name="T22" fmla="*/ 7 w 8"/>
                                        <a:gd name="T23" fmla="*/ 8 h 9"/>
                                        <a:gd name="T24" fmla="*/ 8 w 8"/>
                                        <a:gd name="T25" fmla="*/ 6 h 9"/>
                                        <a:gd name="T26" fmla="*/ 8 w 8"/>
                                        <a:gd name="T27" fmla="*/ 5 h 9"/>
                                        <a:gd name="T28" fmla="*/ 8 w 8"/>
                                        <a:gd name="T29" fmla="*/ 3 h 9"/>
                                        <a:gd name="T30" fmla="*/ 8 w 8"/>
                                        <a:gd name="T31" fmla="*/ 2 h 9"/>
                                        <a:gd name="T32" fmla="*/ 7 w 8"/>
                                        <a:gd name="T33" fmla="*/ 0 h 9"/>
                                        <a:gd name="T34" fmla="*/ 6 w 8"/>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6" y="0"/>
                                          </a:moveTo>
                                          <a:lnTo>
                                            <a:pt x="4" y="0"/>
                                          </a:lnTo>
                                          <a:lnTo>
                                            <a:pt x="3" y="0"/>
                                          </a:lnTo>
                                          <a:lnTo>
                                            <a:pt x="1" y="2"/>
                                          </a:lnTo>
                                          <a:lnTo>
                                            <a:pt x="0" y="3"/>
                                          </a:lnTo>
                                          <a:lnTo>
                                            <a:pt x="0" y="5"/>
                                          </a:lnTo>
                                          <a:lnTo>
                                            <a:pt x="1" y="6"/>
                                          </a:lnTo>
                                          <a:lnTo>
                                            <a:pt x="3" y="8"/>
                                          </a:lnTo>
                                          <a:lnTo>
                                            <a:pt x="4" y="9"/>
                                          </a:lnTo>
                                          <a:lnTo>
                                            <a:pt x="6" y="9"/>
                                          </a:lnTo>
                                          <a:lnTo>
                                            <a:pt x="7" y="8"/>
                                          </a:lnTo>
                                          <a:lnTo>
                                            <a:pt x="8" y="6"/>
                                          </a:lnTo>
                                          <a:lnTo>
                                            <a:pt x="8" y="5"/>
                                          </a:lnTo>
                                          <a:lnTo>
                                            <a:pt x="8" y="3"/>
                                          </a:lnTo>
                                          <a:lnTo>
                                            <a:pt x="8" y="2"/>
                                          </a:lnTo>
                                          <a:lnTo>
                                            <a:pt x="7" y="0"/>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01" name="Freeform 204"/>
                                    <p:cNvSpPr>
                                      <a:spLocks/>
                                    </p:cNvSpPr>
                                    <p:nvPr/>
                                  </p:nvSpPr>
                                  <p:spPr bwMode="auto">
                                    <a:xfrm>
                                      <a:off x="3817" y="1827"/>
                                      <a:ext cx="9" cy="9"/>
                                    </a:xfrm>
                                    <a:custGeom>
                                      <a:avLst/>
                                      <a:gdLst>
                                        <a:gd name="T0" fmla="*/ 5 w 9"/>
                                        <a:gd name="T1" fmla="*/ 0 h 9"/>
                                        <a:gd name="T2" fmla="*/ 3 w 9"/>
                                        <a:gd name="T3" fmla="*/ 0 h 9"/>
                                        <a:gd name="T4" fmla="*/ 2 w 9"/>
                                        <a:gd name="T5" fmla="*/ 0 h 9"/>
                                        <a:gd name="T6" fmla="*/ 0 w 9"/>
                                        <a:gd name="T7" fmla="*/ 1 h 9"/>
                                        <a:gd name="T8" fmla="*/ 0 w 9"/>
                                        <a:gd name="T9" fmla="*/ 3 h 9"/>
                                        <a:gd name="T10" fmla="*/ 0 w 9"/>
                                        <a:gd name="T11" fmla="*/ 4 h 9"/>
                                        <a:gd name="T12" fmla="*/ 0 w 9"/>
                                        <a:gd name="T13" fmla="*/ 6 h 9"/>
                                        <a:gd name="T14" fmla="*/ 2 w 9"/>
                                        <a:gd name="T15" fmla="*/ 7 h 9"/>
                                        <a:gd name="T16" fmla="*/ 3 w 9"/>
                                        <a:gd name="T17" fmla="*/ 9 h 9"/>
                                        <a:gd name="T18" fmla="*/ 3 w 9"/>
                                        <a:gd name="T19" fmla="*/ 9 h 9"/>
                                        <a:gd name="T20" fmla="*/ 5 w 9"/>
                                        <a:gd name="T21" fmla="*/ 9 h 9"/>
                                        <a:gd name="T22" fmla="*/ 6 w 9"/>
                                        <a:gd name="T23" fmla="*/ 7 h 9"/>
                                        <a:gd name="T24" fmla="*/ 7 w 9"/>
                                        <a:gd name="T25" fmla="*/ 6 h 9"/>
                                        <a:gd name="T26" fmla="*/ 9 w 9"/>
                                        <a:gd name="T27" fmla="*/ 4 h 9"/>
                                        <a:gd name="T28" fmla="*/ 9 w 9"/>
                                        <a:gd name="T29" fmla="*/ 3 h 9"/>
                                        <a:gd name="T30" fmla="*/ 7 w 9"/>
                                        <a:gd name="T31" fmla="*/ 1 h 9"/>
                                        <a:gd name="T32" fmla="*/ 6 w 9"/>
                                        <a:gd name="T33" fmla="*/ 0 h 9"/>
                                        <a:gd name="T34" fmla="*/ 5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5" y="0"/>
                                          </a:moveTo>
                                          <a:lnTo>
                                            <a:pt x="3" y="0"/>
                                          </a:lnTo>
                                          <a:lnTo>
                                            <a:pt x="2" y="0"/>
                                          </a:lnTo>
                                          <a:lnTo>
                                            <a:pt x="0" y="1"/>
                                          </a:lnTo>
                                          <a:lnTo>
                                            <a:pt x="0" y="3"/>
                                          </a:lnTo>
                                          <a:lnTo>
                                            <a:pt x="0" y="4"/>
                                          </a:lnTo>
                                          <a:lnTo>
                                            <a:pt x="0" y="6"/>
                                          </a:lnTo>
                                          <a:lnTo>
                                            <a:pt x="2" y="7"/>
                                          </a:lnTo>
                                          <a:lnTo>
                                            <a:pt x="3" y="9"/>
                                          </a:lnTo>
                                          <a:lnTo>
                                            <a:pt x="5" y="9"/>
                                          </a:lnTo>
                                          <a:lnTo>
                                            <a:pt x="6" y="7"/>
                                          </a:lnTo>
                                          <a:lnTo>
                                            <a:pt x="7" y="6"/>
                                          </a:lnTo>
                                          <a:lnTo>
                                            <a:pt x="9" y="4"/>
                                          </a:lnTo>
                                          <a:lnTo>
                                            <a:pt x="9" y="3"/>
                                          </a:lnTo>
                                          <a:lnTo>
                                            <a:pt x="7" y="1"/>
                                          </a:lnTo>
                                          <a:lnTo>
                                            <a:pt x="6" y="0"/>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02" name="Freeform 205"/>
                                    <p:cNvSpPr>
                                      <a:spLocks/>
                                    </p:cNvSpPr>
                                    <p:nvPr/>
                                  </p:nvSpPr>
                                  <p:spPr bwMode="auto">
                                    <a:xfrm>
                                      <a:off x="3833" y="1833"/>
                                      <a:ext cx="9" cy="8"/>
                                    </a:xfrm>
                                    <a:custGeom>
                                      <a:avLst/>
                                      <a:gdLst>
                                        <a:gd name="T0" fmla="*/ 5 w 9"/>
                                        <a:gd name="T1" fmla="*/ 0 h 8"/>
                                        <a:gd name="T2" fmla="*/ 3 w 9"/>
                                        <a:gd name="T3" fmla="*/ 0 h 8"/>
                                        <a:gd name="T4" fmla="*/ 2 w 9"/>
                                        <a:gd name="T5" fmla="*/ 1 h 8"/>
                                        <a:gd name="T6" fmla="*/ 0 w 9"/>
                                        <a:gd name="T7" fmla="*/ 3 h 8"/>
                                        <a:gd name="T8" fmla="*/ 0 w 9"/>
                                        <a:gd name="T9" fmla="*/ 4 h 8"/>
                                        <a:gd name="T10" fmla="*/ 0 w 9"/>
                                        <a:gd name="T11" fmla="*/ 5 h 8"/>
                                        <a:gd name="T12" fmla="*/ 0 w 9"/>
                                        <a:gd name="T13" fmla="*/ 7 h 8"/>
                                        <a:gd name="T14" fmla="*/ 2 w 9"/>
                                        <a:gd name="T15" fmla="*/ 8 h 8"/>
                                        <a:gd name="T16" fmla="*/ 3 w 9"/>
                                        <a:gd name="T17" fmla="*/ 8 h 8"/>
                                        <a:gd name="T18" fmla="*/ 3 w 9"/>
                                        <a:gd name="T19" fmla="*/ 8 h 8"/>
                                        <a:gd name="T20" fmla="*/ 5 w 9"/>
                                        <a:gd name="T21" fmla="*/ 8 h 8"/>
                                        <a:gd name="T22" fmla="*/ 6 w 9"/>
                                        <a:gd name="T23" fmla="*/ 8 h 8"/>
                                        <a:gd name="T24" fmla="*/ 7 w 9"/>
                                        <a:gd name="T25" fmla="*/ 7 h 8"/>
                                        <a:gd name="T26" fmla="*/ 9 w 9"/>
                                        <a:gd name="T27" fmla="*/ 5 h 8"/>
                                        <a:gd name="T28" fmla="*/ 9 w 9"/>
                                        <a:gd name="T29" fmla="*/ 4 h 8"/>
                                        <a:gd name="T30" fmla="*/ 7 w 9"/>
                                        <a:gd name="T31" fmla="*/ 3 h 8"/>
                                        <a:gd name="T32" fmla="*/ 6 w 9"/>
                                        <a:gd name="T33" fmla="*/ 1 h 8"/>
                                        <a:gd name="T34" fmla="*/ 5 w 9"/>
                                        <a:gd name="T35" fmla="*/ 0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5" y="0"/>
                                          </a:moveTo>
                                          <a:lnTo>
                                            <a:pt x="3" y="0"/>
                                          </a:lnTo>
                                          <a:lnTo>
                                            <a:pt x="2" y="1"/>
                                          </a:lnTo>
                                          <a:lnTo>
                                            <a:pt x="0" y="3"/>
                                          </a:lnTo>
                                          <a:lnTo>
                                            <a:pt x="0" y="4"/>
                                          </a:lnTo>
                                          <a:lnTo>
                                            <a:pt x="0" y="5"/>
                                          </a:lnTo>
                                          <a:lnTo>
                                            <a:pt x="0" y="7"/>
                                          </a:lnTo>
                                          <a:lnTo>
                                            <a:pt x="2" y="8"/>
                                          </a:lnTo>
                                          <a:lnTo>
                                            <a:pt x="3" y="8"/>
                                          </a:lnTo>
                                          <a:lnTo>
                                            <a:pt x="5" y="8"/>
                                          </a:lnTo>
                                          <a:lnTo>
                                            <a:pt x="6" y="8"/>
                                          </a:lnTo>
                                          <a:lnTo>
                                            <a:pt x="7" y="7"/>
                                          </a:lnTo>
                                          <a:lnTo>
                                            <a:pt x="9" y="5"/>
                                          </a:lnTo>
                                          <a:lnTo>
                                            <a:pt x="9" y="4"/>
                                          </a:lnTo>
                                          <a:lnTo>
                                            <a:pt x="7" y="3"/>
                                          </a:lnTo>
                                          <a:lnTo>
                                            <a:pt x="6" y="1"/>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03" name="Freeform 206"/>
                                    <p:cNvSpPr>
                                      <a:spLocks/>
                                    </p:cNvSpPr>
                                    <p:nvPr/>
                                  </p:nvSpPr>
                                  <p:spPr bwMode="auto">
                                    <a:xfrm>
                                      <a:off x="3849" y="1840"/>
                                      <a:ext cx="9" cy="9"/>
                                    </a:xfrm>
                                    <a:custGeom>
                                      <a:avLst/>
                                      <a:gdLst>
                                        <a:gd name="T0" fmla="*/ 5 w 9"/>
                                        <a:gd name="T1" fmla="*/ 0 h 9"/>
                                        <a:gd name="T2" fmla="*/ 3 w 9"/>
                                        <a:gd name="T3" fmla="*/ 0 h 9"/>
                                        <a:gd name="T4" fmla="*/ 2 w 9"/>
                                        <a:gd name="T5" fmla="*/ 0 h 9"/>
                                        <a:gd name="T6" fmla="*/ 0 w 9"/>
                                        <a:gd name="T7" fmla="*/ 1 h 9"/>
                                        <a:gd name="T8" fmla="*/ 0 w 9"/>
                                        <a:gd name="T9" fmla="*/ 3 h 9"/>
                                        <a:gd name="T10" fmla="*/ 0 w 9"/>
                                        <a:gd name="T11" fmla="*/ 4 h 9"/>
                                        <a:gd name="T12" fmla="*/ 0 w 9"/>
                                        <a:gd name="T13" fmla="*/ 6 h 9"/>
                                        <a:gd name="T14" fmla="*/ 2 w 9"/>
                                        <a:gd name="T15" fmla="*/ 7 h 9"/>
                                        <a:gd name="T16" fmla="*/ 3 w 9"/>
                                        <a:gd name="T17" fmla="*/ 9 h 9"/>
                                        <a:gd name="T18" fmla="*/ 3 w 9"/>
                                        <a:gd name="T19" fmla="*/ 9 h 9"/>
                                        <a:gd name="T20" fmla="*/ 5 w 9"/>
                                        <a:gd name="T21" fmla="*/ 9 h 9"/>
                                        <a:gd name="T22" fmla="*/ 6 w 9"/>
                                        <a:gd name="T23" fmla="*/ 7 h 9"/>
                                        <a:gd name="T24" fmla="*/ 7 w 9"/>
                                        <a:gd name="T25" fmla="*/ 6 h 9"/>
                                        <a:gd name="T26" fmla="*/ 9 w 9"/>
                                        <a:gd name="T27" fmla="*/ 4 h 9"/>
                                        <a:gd name="T28" fmla="*/ 9 w 9"/>
                                        <a:gd name="T29" fmla="*/ 3 h 9"/>
                                        <a:gd name="T30" fmla="*/ 7 w 9"/>
                                        <a:gd name="T31" fmla="*/ 1 h 9"/>
                                        <a:gd name="T32" fmla="*/ 6 w 9"/>
                                        <a:gd name="T33" fmla="*/ 0 h 9"/>
                                        <a:gd name="T34" fmla="*/ 5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5" y="0"/>
                                          </a:moveTo>
                                          <a:lnTo>
                                            <a:pt x="3" y="0"/>
                                          </a:lnTo>
                                          <a:lnTo>
                                            <a:pt x="2" y="0"/>
                                          </a:lnTo>
                                          <a:lnTo>
                                            <a:pt x="0" y="1"/>
                                          </a:lnTo>
                                          <a:lnTo>
                                            <a:pt x="0" y="3"/>
                                          </a:lnTo>
                                          <a:lnTo>
                                            <a:pt x="0" y="4"/>
                                          </a:lnTo>
                                          <a:lnTo>
                                            <a:pt x="0" y="6"/>
                                          </a:lnTo>
                                          <a:lnTo>
                                            <a:pt x="2" y="7"/>
                                          </a:lnTo>
                                          <a:lnTo>
                                            <a:pt x="3" y="9"/>
                                          </a:lnTo>
                                          <a:lnTo>
                                            <a:pt x="5" y="9"/>
                                          </a:lnTo>
                                          <a:lnTo>
                                            <a:pt x="6" y="7"/>
                                          </a:lnTo>
                                          <a:lnTo>
                                            <a:pt x="7" y="6"/>
                                          </a:lnTo>
                                          <a:lnTo>
                                            <a:pt x="9" y="4"/>
                                          </a:lnTo>
                                          <a:lnTo>
                                            <a:pt x="9" y="3"/>
                                          </a:lnTo>
                                          <a:lnTo>
                                            <a:pt x="7" y="1"/>
                                          </a:lnTo>
                                          <a:lnTo>
                                            <a:pt x="6" y="0"/>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04" name="Freeform 207"/>
                                    <p:cNvSpPr>
                                      <a:spLocks/>
                                    </p:cNvSpPr>
                                    <p:nvPr/>
                                  </p:nvSpPr>
                                  <p:spPr bwMode="auto">
                                    <a:xfrm>
                                      <a:off x="3865" y="1847"/>
                                      <a:ext cx="9" cy="9"/>
                                    </a:xfrm>
                                    <a:custGeom>
                                      <a:avLst/>
                                      <a:gdLst>
                                        <a:gd name="T0" fmla="*/ 4 w 9"/>
                                        <a:gd name="T1" fmla="*/ 0 h 9"/>
                                        <a:gd name="T2" fmla="*/ 3 w 9"/>
                                        <a:gd name="T3" fmla="*/ 0 h 9"/>
                                        <a:gd name="T4" fmla="*/ 2 w 9"/>
                                        <a:gd name="T5" fmla="*/ 0 h 9"/>
                                        <a:gd name="T6" fmla="*/ 0 w 9"/>
                                        <a:gd name="T7" fmla="*/ 2 h 9"/>
                                        <a:gd name="T8" fmla="*/ 0 w 9"/>
                                        <a:gd name="T9" fmla="*/ 3 h 9"/>
                                        <a:gd name="T10" fmla="*/ 0 w 9"/>
                                        <a:gd name="T11" fmla="*/ 4 h 9"/>
                                        <a:gd name="T12" fmla="*/ 0 w 9"/>
                                        <a:gd name="T13" fmla="*/ 6 h 9"/>
                                        <a:gd name="T14" fmla="*/ 2 w 9"/>
                                        <a:gd name="T15" fmla="*/ 7 h 9"/>
                                        <a:gd name="T16" fmla="*/ 3 w 9"/>
                                        <a:gd name="T17" fmla="*/ 9 h 9"/>
                                        <a:gd name="T18" fmla="*/ 3 w 9"/>
                                        <a:gd name="T19" fmla="*/ 9 h 9"/>
                                        <a:gd name="T20" fmla="*/ 4 w 9"/>
                                        <a:gd name="T21" fmla="*/ 9 h 9"/>
                                        <a:gd name="T22" fmla="*/ 6 w 9"/>
                                        <a:gd name="T23" fmla="*/ 7 h 9"/>
                                        <a:gd name="T24" fmla="*/ 7 w 9"/>
                                        <a:gd name="T25" fmla="*/ 6 h 9"/>
                                        <a:gd name="T26" fmla="*/ 9 w 9"/>
                                        <a:gd name="T27" fmla="*/ 4 h 9"/>
                                        <a:gd name="T28" fmla="*/ 9 w 9"/>
                                        <a:gd name="T29" fmla="*/ 3 h 9"/>
                                        <a:gd name="T30" fmla="*/ 7 w 9"/>
                                        <a:gd name="T31" fmla="*/ 2 h 9"/>
                                        <a:gd name="T32" fmla="*/ 6 w 9"/>
                                        <a:gd name="T33" fmla="*/ 0 h 9"/>
                                        <a:gd name="T34" fmla="*/ 4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4" y="0"/>
                                          </a:moveTo>
                                          <a:lnTo>
                                            <a:pt x="3" y="0"/>
                                          </a:lnTo>
                                          <a:lnTo>
                                            <a:pt x="2" y="0"/>
                                          </a:lnTo>
                                          <a:lnTo>
                                            <a:pt x="0" y="2"/>
                                          </a:lnTo>
                                          <a:lnTo>
                                            <a:pt x="0" y="3"/>
                                          </a:lnTo>
                                          <a:lnTo>
                                            <a:pt x="0" y="4"/>
                                          </a:lnTo>
                                          <a:lnTo>
                                            <a:pt x="0" y="6"/>
                                          </a:lnTo>
                                          <a:lnTo>
                                            <a:pt x="2" y="7"/>
                                          </a:lnTo>
                                          <a:lnTo>
                                            <a:pt x="3" y="9"/>
                                          </a:lnTo>
                                          <a:lnTo>
                                            <a:pt x="4" y="9"/>
                                          </a:lnTo>
                                          <a:lnTo>
                                            <a:pt x="6" y="7"/>
                                          </a:lnTo>
                                          <a:lnTo>
                                            <a:pt x="7" y="6"/>
                                          </a:lnTo>
                                          <a:lnTo>
                                            <a:pt x="9" y="4"/>
                                          </a:lnTo>
                                          <a:lnTo>
                                            <a:pt x="9" y="3"/>
                                          </a:lnTo>
                                          <a:lnTo>
                                            <a:pt x="7" y="2"/>
                                          </a:lnTo>
                                          <a:lnTo>
                                            <a:pt x="6"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05" name="Freeform 208"/>
                                    <p:cNvSpPr>
                                      <a:spLocks/>
                                    </p:cNvSpPr>
                                    <p:nvPr/>
                                  </p:nvSpPr>
                                  <p:spPr bwMode="auto">
                                    <a:xfrm>
                                      <a:off x="3881" y="1854"/>
                                      <a:ext cx="9" cy="9"/>
                                    </a:xfrm>
                                    <a:custGeom>
                                      <a:avLst/>
                                      <a:gdLst>
                                        <a:gd name="T0" fmla="*/ 6 w 9"/>
                                        <a:gd name="T1" fmla="*/ 0 h 9"/>
                                        <a:gd name="T2" fmla="*/ 4 w 9"/>
                                        <a:gd name="T3" fmla="*/ 0 h 9"/>
                                        <a:gd name="T4" fmla="*/ 3 w 9"/>
                                        <a:gd name="T5" fmla="*/ 0 h 9"/>
                                        <a:gd name="T6" fmla="*/ 2 w 9"/>
                                        <a:gd name="T7" fmla="*/ 0 h 9"/>
                                        <a:gd name="T8" fmla="*/ 0 w 9"/>
                                        <a:gd name="T9" fmla="*/ 2 h 9"/>
                                        <a:gd name="T10" fmla="*/ 0 w 9"/>
                                        <a:gd name="T11" fmla="*/ 3 h 9"/>
                                        <a:gd name="T12" fmla="*/ 0 w 9"/>
                                        <a:gd name="T13" fmla="*/ 5 h 9"/>
                                        <a:gd name="T14" fmla="*/ 0 w 9"/>
                                        <a:gd name="T15" fmla="*/ 6 h 9"/>
                                        <a:gd name="T16" fmla="*/ 2 w 9"/>
                                        <a:gd name="T17" fmla="*/ 8 h 9"/>
                                        <a:gd name="T18" fmla="*/ 2 w 9"/>
                                        <a:gd name="T19" fmla="*/ 8 h 9"/>
                                        <a:gd name="T20" fmla="*/ 3 w 9"/>
                                        <a:gd name="T21" fmla="*/ 9 h 9"/>
                                        <a:gd name="T22" fmla="*/ 4 w 9"/>
                                        <a:gd name="T23" fmla="*/ 9 h 9"/>
                                        <a:gd name="T24" fmla="*/ 6 w 9"/>
                                        <a:gd name="T25" fmla="*/ 8 h 9"/>
                                        <a:gd name="T26" fmla="*/ 7 w 9"/>
                                        <a:gd name="T27" fmla="*/ 6 h 9"/>
                                        <a:gd name="T28" fmla="*/ 9 w 9"/>
                                        <a:gd name="T29" fmla="*/ 5 h 9"/>
                                        <a:gd name="T30" fmla="*/ 9 w 9"/>
                                        <a:gd name="T31" fmla="*/ 3 h 9"/>
                                        <a:gd name="T32" fmla="*/ 7 w 9"/>
                                        <a:gd name="T33" fmla="*/ 2 h 9"/>
                                        <a:gd name="T34" fmla="*/ 6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6" y="0"/>
                                          </a:moveTo>
                                          <a:lnTo>
                                            <a:pt x="4" y="0"/>
                                          </a:lnTo>
                                          <a:lnTo>
                                            <a:pt x="3" y="0"/>
                                          </a:lnTo>
                                          <a:lnTo>
                                            <a:pt x="2" y="0"/>
                                          </a:lnTo>
                                          <a:lnTo>
                                            <a:pt x="0" y="2"/>
                                          </a:lnTo>
                                          <a:lnTo>
                                            <a:pt x="0" y="3"/>
                                          </a:lnTo>
                                          <a:lnTo>
                                            <a:pt x="0" y="5"/>
                                          </a:lnTo>
                                          <a:lnTo>
                                            <a:pt x="0" y="6"/>
                                          </a:lnTo>
                                          <a:lnTo>
                                            <a:pt x="2" y="8"/>
                                          </a:lnTo>
                                          <a:lnTo>
                                            <a:pt x="3" y="9"/>
                                          </a:lnTo>
                                          <a:lnTo>
                                            <a:pt x="4" y="9"/>
                                          </a:lnTo>
                                          <a:lnTo>
                                            <a:pt x="6" y="8"/>
                                          </a:lnTo>
                                          <a:lnTo>
                                            <a:pt x="7" y="6"/>
                                          </a:lnTo>
                                          <a:lnTo>
                                            <a:pt x="9" y="5"/>
                                          </a:lnTo>
                                          <a:lnTo>
                                            <a:pt x="9" y="3"/>
                                          </a:lnTo>
                                          <a:lnTo>
                                            <a:pt x="7" y="2"/>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06" name="Freeform 209"/>
                                    <p:cNvSpPr>
                                      <a:spLocks/>
                                    </p:cNvSpPr>
                                    <p:nvPr/>
                                  </p:nvSpPr>
                                  <p:spPr bwMode="auto">
                                    <a:xfrm>
                                      <a:off x="3896" y="1862"/>
                                      <a:ext cx="8" cy="8"/>
                                    </a:xfrm>
                                    <a:custGeom>
                                      <a:avLst/>
                                      <a:gdLst>
                                        <a:gd name="T0" fmla="*/ 7 w 8"/>
                                        <a:gd name="T1" fmla="*/ 1 h 8"/>
                                        <a:gd name="T2" fmla="*/ 5 w 8"/>
                                        <a:gd name="T3" fmla="*/ 0 h 8"/>
                                        <a:gd name="T4" fmla="*/ 4 w 8"/>
                                        <a:gd name="T5" fmla="*/ 0 h 8"/>
                                        <a:gd name="T6" fmla="*/ 3 w 8"/>
                                        <a:gd name="T7" fmla="*/ 1 h 8"/>
                                        <a:gd name="T8" fmla="*/ 1 w 8"/>
                                        <a:gd name="T9" fmla="*/ 3 h 8"/>
                                        <a:gd name="T10" fmla="*/ 0 w 8"/>
                                        <a:gd name="T11" fmla="*/ 4 h 8"/>
                                        <a:gd name="T12" fmla="*/ 0 w 8"/>
                                        <a:gd name="T13" fmla="*/ 5 h 8"/>
                                        <a:gd name="T14" fmla="*/ 1 w 8"/>
                                        <a:gd name="T15" fmla="*/ 7 h 8"/>
                                        <a:gd name="T16" fmla="*/ 3 w 8"/>
                                        <a:gd name="T17" fmla="*/ 8 h 8"/>
                                        <a:gd name="T18" fmla="*/ 3 w 8"/>
                                        <a:gd name="T19" fmla="*/ 8 h 8"/>
                                        <a:gd name="T20" fmla="*/ 4 w 8"/>
                                        <a:gd name="T21" fmla="*/ 8 h 8"/>
                                        <a:gd name="T22" fmla="*/ 5 w 8"/>
                                        <a:gd name="T23" fmla="*/ 8 h 8"/>
                                        <a:gd name="T24" fmla="*/ 7 w 8"/>
                                        <a:gd name="T25" fmla="*/ 8 h 8"/>
                                        <a:gd name="T26" fmla="*/ 8 w 8"/>
                                        <a:gd name="T27" fmla="*/ 7 h 8"/>
                                        <a:gd name="T28" fmla="*/ 8 w 8"/>
                                        <a:gd name="T29" fmla="*/ 5 h 8"/>
                                        <a:gd name="T30" fmla="*/ 8 w 8"/>
                                        <a:gd name="T31" fmla="*/ 4 h 8"/>
                                        <a:gd name="T32" fmla="*/ 8 w 8"/>
                                        <a:gd name="T33" fmla="*/ 3 h 8"/>
                                        <a:gd name="T34" fmla="*/ 7 w 8"/>
                                        <a:gd name="T35" fmla="*/ 1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8"/>
                                        <a:gd name="T56" fmla="*/ 8 w 8"/>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8">
                                          <a:moveTo>
                                            <a:pt x="7" y="1"/>
                                          </a:moveTo>
                                          <a:lnTo>
                                            <a:pt x="5" y="0"/>
                                          </a:lnTo>
                                          <a:lnTo>
                                            <a:pt x="4" y="0"/>
                                          </a:lnTo>
                                          <a:lnTo>
                                            <a:pt x="3" y="1"/>
                                          </a:lnTo>
                                          <a:lnTo>
                                            <a:pt x="1" y="3"/>
                                          </a:lnTo>
                                          <a:lnTo>
                                            <a:pt x="0" y="4"/>
                                          </a:lnTo>
                                          <a:lnTo>
                                            <a:pt x="0" y="5"/>
                                          </a:lnTo>
                                          <a:lnTo>
                                            <a:pt x="1" y="7"/>
                                          </a:lnTo>
                                          <a:lnTo>
                                            <a:pt x="3" y="8"/>
                                          </a:lnTo>
                                          <a:lnTo>
                                            <a:pt x="4" y="8"/>
                                          </a:lnTo>
                                          <a:lnTo>
                                            <a:pt x="5" y="8"/>
                                          </a:lnTo>
                                          <a:lnTo>
                                            <a:pt x="7" y="8"/>
                                          </a:lnTo>
                                          <a:lnTo>
                                            <a:pt x="8" y="7"/>
                                          </a:lnTo>
                                          <a:lnTo>
                                            <a:pt x="8" y="5"/>
                                          </a:lnTo>
                                          <a:lnTo>
                                            <a:pt x="8" y="4"/>
                                          </a:lnTo>
                                          <a:lnTo>
                                            <a:pt x="8" y="3"/>
                                          </a:lnTo>
                                          <a:lnTo>
                                            <a:pt x="7"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07" name="Freeform 210"/>
                                    <p:cNvSpPr>
                                      <a:spLocks/>
                                    </p:cNvSpPr>
                                    <p:nvPr/>
                                  </p:nvSpPr>
                                  <p:spPr bwMode="auto">
                                    <a:xfrm>
                                      <a:off x="3912" y="1870"/>
                                      <a:ext cx="8" cy="9"/>
                                    </a:xfrm>
                                    <a:custGeom>
                                      <a:avLst/>
                                      <a:gdLst>
                                        <a:gd name="T0" fmla="*/ 5 w 8"/>
                                        <a:gd name="T1" fmla="*/ 2 h 9"/>
                                        <a:gd name="T2" fmla="*/ 4 w 8"/>
                                        <a:gd name="T3" fmla="*/ 0 h 9"/>
                                        <a:gd name="T4" fmla="*/ 3 w 8"/>
                                        <a:gd name="T5" fmla="*/ 0 h 9"/>
                                        <a:gd name="T6" fmla="*/ 1 w 8"/>
                                        <a:gd name="T7" fmla="*/ 2 h 9"/>
                                        <a:gd name="T8" fmla="*/ 0 w 8"/>
                                        <a:gd name="T9" fmla="*/ 3 h 9"/>
                                        <a:gd name="T10" fmla="*/ 0 w 8"/>
                                        <a:gd name="T11" fmla="*/ 5 h 9"/>
                                        <a:gd name="T12" fmla="*/ 0 w 8"/>
                                        <a:gd name="T13" fmla="*/ 6 h 9"/>
                                        <a:gd name="T14" fmla="*/ 0 w 8"/>
                                        <a:gd name="T15" fmla="*/ 8 h 9"/>
                                        <a:gd name="T16" fmla="*/ 1 w 8"/>
                                        <a:gd name="T17" fmla="*/ 9 h 9"/>
                                        <a:gd name="T18" fmla="*/ 1 w 8"/>
                                        <a:gd name="T19" fmla="*/ 9 h 9"/>
                                        <a:gd name="T20" fmla="*/ 3 w 8"/>
                                        <a:gd name="T21" fmla="*/ 9 h 9"/>
                                        <a:gd name="T22" fmla="*/ 4 w 8"/>
                                        <a:gd name="T23" fmla="*/ 9 h 9"/>
                                        <a:gd name="T24" fmla="*/ 5 w 8"/>
                                        <a:gd name="T25" fmla="*/ 9 h 9"/>
                                        <a:gd name="T26" fmla="*/ 7 w 8"/>
                                        <a:gd name="T27" fmla="*/ 8 h 9"/>
                                        <a:gd name="T28" fmla="*/ 8 w 8"/>
                                        <a:gd name="T29" fmla="*/ 6 h 9"/>
                                        <a:gd name="T30" fmla="*/ 8 w 8"/>
                                        <a:gd name="T31" fmla="*/ 5 h 9"/>
                                        <a:gd name="T32" fmla="*/ 7 w 8"/>
                                        <a:gd name="T33" fmla="*/ 3 h 9"/>
                                        <a:gd name="T34" fmla="*/ 5 w 8"/>
                                        <a:gd name="T35" fmla="*/ 2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5" y="2"/>
                                          </a:moveTo>
                                          <a:lnTo>
                                            <a:pt x="4" y="0"/>
                                          </a:lnTo>
                                          <a:lnTo>
                                            <a:pt x="3" y="0"/>
                                          </a:lnTo>
                                          <a:lnTo>
                                            <a:pt x="1" y="2"/>
                                          </a:lnTo>
                                          <a:lnTo>
                                            <a:pt x="0" y="3"/>
                                          </a:lnTo>
                                          <a:lnTo>
                                            <a:pt x="0" y="5"/>
                                          </a:lnTo>
                                          <a:lnTo>
                                            <a:pt x="0" y="6"/>
                                          </a:lnTo>
                                          <a:lnTo>
                                            <a:pt x="0" y="8"/>
                                          </a:lnTo>
                                          <a:lnTo>
                                            <a:pt x="1" y="9"/>
                                          </a:lnTo>
                                          <a:lnTo>
                                            <a:pt x="3" y="9"/>
                                          </a:lnTo>
                                          <a:lnTo>
                                            <a:pt x="4" y="9"/>
                                          </a:lnTo>
                                          <a:lnTo>
                                            <a:pt x="5" y="9"/>
                                          </a:lnTo>
                                          <a:lnTo>
                                            <a:pt x="7" y="8"/>
                                          </a:lnTo>
                                          <a:lnTo>
                                            <a:pt x="8" y="6"/>
                                          </a:lnTo>
                                          <a:lnTo>
                                            <a:pt x="8" y="5"/>
                                          </a:lnTo>
                                          <a:lnTo>
                                            <a:pt x="7" y="3"/>
                                          </a:lnTo>
                                          <a:lnTo>
                                            <a:pt x="5"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08" name="Freeform 211"/>
                                    <p:cNvSpPr>
                                      <a:spLocks/>
                                    </p:cNvSpPr>
                                    <p:nvPr/>
                                  </p:nvSpPr>
                                  <p:spPr bwMode="auto">
                                    <a:xfrm>
                                      <a:off x="3926" y="1879"/>
                                      <a:ext cx="9" cy="9"/>
                                    </a:xfrm>
                                    <a:custGeom>
                                      <a:avLst/>
                                      <a:gdLst>
                                        <a:gd name="T0" fmla="*/ 7 w 9"/>
                                        <a:gd name="T1" fmla="*/ 0 h 9"/>
                                        <a:gd name="T2" fmla="*/ 6 w 9"/>
                                        <a:gd name="T3" fmla="*/ 0 h 9"/>
                                        <a:gd name="T4" fmla="*/ 4 w 9"/>
                                        <a:gd name="T5" fmla="*/ 0 h 9"/>
                                        <a:gd name="T6" fmla="*/ 3 w 9"/>
                                        <a:gd name="T7" fmla="*/ 0 h 9"/>
                                        <a:gd name="T8" fmla="*/ 2 w 9"/>
                                        <a:gd name="T9" fmla="*/ 2 h 9"/>
                                        <a:gd name="T10" fmla="*/ 0 w 9"/>
                                        <a:gd name="T11" fmla="*/ 3 h 9"/>
                                        <a:gd name="T12" fmla="*/ 0 w 9"/>
                                        <a:gd name="T13" fmla="*/ 4 h 9"/>
                                        <a:gd name="T14" fmla="*/ 2 w 9"/>
                                        <a:gd name="T15" fmla="*/ 6 h 9"/>
                                        <a:gd name="T16" fmla="*/ 3 w 9"/>
                                        <a:gd name="T17" fmla="*/ 7 h 9"/>
                                        <a:gd name="T18" fmla="*/ 3 w 9"/>
                                        <a:gd name="T19" fmla="*/ 7 h 9"/>
                                        <a:gd name="T20" fmla="*/ 4 w 9"/>
                                        <a:gd name="T21" fmla="*/ 9 h 9"/>
                                        <a:gd name="T22" fmla="*/ 6 w 9"/>
                                        <a:gd name="T23" fmla="*/ 9 h 9"/>
                                        <a:gd name="T24" fmla="*/ 7 w 9"/>
                                        <a:gd name="T25" fmla="*/ 7 h 9"/>
                                        <a:gd name="T26" fmla="*/ 9 w 9"/>
                                        <a:gd name="T27" fmla="*/ 6 h 9"/>
                                        <a:gd name="T28" fmla="*/ 9 w 9"/>
                                        <a:gd name="T29" fmla="*/ 4 h 9"/>
                                        <a:gd name="T30" fmla="*/ 9 w 9"/>
                                        <a:gd name="T31" fmla="*/ 3 h 9"/>
                                        <a:gd name="T32" fmla="*/ 9 w 9"/>
                                        <a:gd name="T33" fmla="*/ 2 h 9"/>
                                        <a:gd name="T34" fmla="*/ 7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7" y="0"/>
                                          </a:moveTo>
                                          <a:lnTo>
                                            <a:pt x="6" y="0"/>
                                          </a:lnTo>
                                          <a:lnTo>
                                            <a:pt x="4" y="0"/>
                                          </a:lnTo>
                                          <a:lnTo>
                                            <a:pt x="3" y="0"/>
                                          </a:lnTo>
                                          <a:lnTo>
                                            <a:pt x="2" y="2"/>
                                          </a:lnTo>
                                          <a:lnTo>
                                            <a:pt x="0" y="3"/>
                                          </a:lnTo>
                                          <a:lnTo>
                                            <a:pt x="0" y="4"/>
                                          </a:lnTo>
                                          <a:lnTo>
                                            <a:pt x="2" y="6"/>
                                          </a:lnTo>
                                          <a:lnTo>
                                            <a:pt x="3" y="7"/>
                                          </a:lnTo>
                                          <a:lnTo>
                                            <a:pt x="4" y="9"/>
                                          </a:lnTo>
                                          <a:lnTo>
                                            <a:pt x="6" y="9"/>
                                          </a:lnTo>
                                          <a:lnTo>
                                            <a:pt x="7" y="7"/>
                                          </a:lnTo>
                                          <a:lnTo>
                                            <a:pt x="9" y="6"/>
                                          </a:lnTo>
                                          <a:lnTo>
                                            <a:pt x="9" y="4"/>
                                          </a:lnTo>
                                          <a:lnTo>
                                            <a:pt x="9" y="3"/>
                                          </a:lnTo>
                                          <a:lnTo>
                                            <a:pt x="9" y="2"/>
                                          </a:lnTo>
                                          <a:lnTo>
                                            <a:pt x="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109" name="Freeform 212"/>
                                    <p:cNvSpPr>
                                      <a:spLocks/>
                                    </p:cNvSpPr>
                                    <p:nvPr/>
                                  </p:nvSpPr>
                                  <p:spPr bwMode="auto">
                                    <a:xfrm>
                                      <a:off x="3942" y="1886"/>
                                      <a:ext cx="9" cy="9"/>
                                    </a:xfrm>
                                    <a:custGeom>
                                      <a:avLst/>
                                      <a:gdLst>
                                        <a:gd name="T0" fmla="*/ 6 w 9"/>
                                        <a:gd name="T1" fmla="*/ 0 h 9"/>
                                        <a:gd name="T2" fmla="*/ 4 w 9"/>
                                        <a:gd name="T3" fmla="*/ 0 h 9"/>
                                        <a:gd name="T4" fmla="*/ 3 w 9"/>
                                        <a:gd name="T5" fmla="*/ 0 h 9"/>
                                        <a:gd name="T6" fmla="*/ 2 w 9"/>
                                        <a:gd name="T7" fmla="*/ 2 h 9"/>
                                        <a:gd name="T8" fmla="*/ 0 w 9"/>
                                        <a:gd name="T9" fmla="*/ 3 h 9"/>
                                        <a:gd name="T10" fmla="*/ 0 w 9"/>
                                        <a:gd name="T11" fmla="*/ 5 h 9"/>
                                        <a:gd name="T12" fmla="*/ 2 w 9"/>
                                        <a:gd name="T13" fmla="*/ 6 h 9"/>
                                        <a:gd name="T14" fmla="*/ 3 w 9"/>
                                        <a:gd name="T15" fmla="*/ 8 h 9"/>
                                        <a:gd name="T16" fmla="*/ 4 w 9"/>
                                        <a:gd name="T17" fmla="*/ 9 h 9"/>
                                        <a:gd name="T18" fmla="*/ 4 w 9"/>
                                        <a:gd name="T19" fmla="*/ 9 h 9"/>
                                        <a:gd name="T20" fmla="*/ 6 w 9"/>
                                        <a:gd name="T21" fmla="*/ 9 h 9"/>
                                        <a:gd name="T22" fmla="*/ 7 w 9"/>
                                        <a:gd name="T23" fmla="*/ 8 h 9"/>
                                        <a:gd name="T24" fmla="*/ 9 w 9"/>
                                        <a:gd name="T25" fmla="*/ 6 h 9"/>
                                        <a:gd name="T26" fmla="*/ 9 w 9"/>
                                        <a:gd name="T27" fmla="*/ 5 h 9"/>
                                        <a:gd name="T28" fmla="*/ 9 w 9"/>
                                        <a:gd name="T29" fmla="*/ 3 h 9"/>
                                        <a:gd name="T30" fmla="*/ 9 w 9"/>
                                        <a:gd name="T31" fmla="*/ 2 h 9"/>
                                        <a:gd name="T32" fmla="*/ 7 w 9"/>
                                        <a:gd name="T33" fmla="*/ 0 h 9"/>
                                        <a:gd name="T34" fmla="*/ 6 w 9"/>
                                        <a:gd name="T35" fmla="*/ 0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6" y="0"/>
                                          </a:moveTo>
                                          <a:lnTo>
                                            <a:pt x="4" y="0"/>
                                          </a:lnTo>
                                          <a:lnTo>
                                            <a:pt x="3" y="0"/>
                                          </a:lnTo>
                                          <a:lnTo>
                                            <a:pt x="2" y="2"/>
                                          </a:lnTo>
                                          <a:lnTo>
                                            <a:pt x="0" y="3"/>
                                          </a:lnTo>
                                          <a:lnTo>
                                            <a:pt x="0" y="5"/>
                                          </a:lnTo>
                                          <a:lnTo>
                                            <a:pt x="2" y="6"/>
                                          </a:lnTo>
                                          <a:lnTo>
                                            <a:pt x="3" y="8"/>
                                          </a:lnTo>
                                          <a:lnTo>
                                            <a:pt x="4" y="9"/>
                                          </a:lnTo>
                                          <a:lnTo>
                                            <a:pt x="6" y="9"/>
                                          </a:lnTo>
                                          <a:lnTo>
                                            <a:pt x="7" y="8"/>
                                          </a:lnTo>
                                          <a:lnTo>
                                            <a:pt x="9" y="6"/>
                                          </a:lnTo>
                                          <a:lnTo>
                                            <a:pt x="9" y="5"/>
                                          </a:lnTo>
                                          <a:lnTo>
                                            <a:pt x="9" y="3"/>
                                          </a:lnTo>
                                          <a:lnTo>
                                            <a:pt x="9" y="2"/>
                                          </a:lnTo>
                                          <a:lnTo>
                                            <a:pt x="7" y="0"/>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grpSp>
                            </p:grpSp>
                          </p:grpSp>
                        </p:grpSp>
                      </p:grpSp>
                      <p:grpSp>
                        <p:nvGrpSpPr>
                          <p:cNvPr id="41" name="Group 292"/>
                          <p:cNvGrpSpPr>
                            <a:grpSpLocks/>
                          </p:cNvGrpSpPr>
                          <p:nvPr/>
                        </p:nvGrpSpPr>
                        <p:grpSpPr bwMode="auto">
                          <a:xfrm>
                            <a:off x="5656263" y="3135313"/>
                            <a:ext cx="652462" cy="247650"/>
                            <a:chOff x="3575" y="1927"/>
                            <a:chExt cx="411" cy="156"/>
                          </a:xfrm>
                        </p:grpSpPr>
                        <p:sp>
                          <p:nvSpPr>
                            <p:cNvPr id="42" name="Freeform 293"/>
                            <p:cNvSpPr>
                              <a:spLocks/>
                            </p:cNvSpPr>
                            <p:nvPr/>
                          </p:nvSpPr>
                          <p:spPr bwMode="auto">
                            <a:xfrm>
                              <a:off x="3977" y="1927"/>
                              <a:ext cx="9" cy="9"/>
                            </a:xfrm>
                            <a:custGeom>
                              <a:avLst/>
                              <a:gdLst>
                                <a:gd name="T0" fmla="*/ 7 w 9"/>
                                <a:gd name="T1" fmla="*/ 9 h 9"/>
                                <a:gd name="T2" fmla="*/ 7 w 9"/>
                                <a:gd name="T3" fmla="*/ 6 h 9"/>
                                <a:gd name="T4" fmla="*/ 9 w 9"/>
                                <a:gd name="T5" fmla="*/ 4 h 9"/>
                                <a:gd name="T6" fmla="*/ 9 w 9"/>
                                <a:gd name="T7" fmla="*/ 4 h 9"/>
                                <a:gd name="T8" fmla="*/ 7 w 9"/>
                                <a:gd name="T9" fmla="*/ 3 h 9"/>
                                <a:gd name="T10" fmla="*/ 6 w 9"/>
                                <a:gd name="T11" fmla="*/ 2 h 9"/>
                                <a:gd name="T12" fmla="*/ 4 w 9"/>
                                <a:gd name="T13" fmla="*/ 0 h 9"/>
                                <a:gd name="T14" fmla="*/ 4 w 9"/>
                                <a:gd name="T15" fmla="*/ 0 h 9"/>
                                <a:gd name="T16" fmla="*/ 3 w 9"/>
                                <a:gd name="T17" fmla="*/ 2 h 9"/>
                                <a:gd name="T18" fmla="*/ 1 w 9"/>
                                <a:gd name="T19" fmla="*/ 2 h 9"/>
                                <a:gd name="T20" fmla="*/ 0 w 9"/>
                                <a:gd name="T21" fmla="*/ 3 h 9"/>
                                <a:gd name="T22" fmla="*/ 0 w 9"/>
                                <a:gd name="T23" fmla="*/ 4 h 9"/>
                                <a:gd name="T24" fmla="*/ 0 w 9"/>
                                <a:gd name="T25" fmla="*/ 6 h 9"/>
                                <a:gd name="T26" fmla="*/ 0 w 9"/>
                                <a:gd name="T27" fmla="*/ 7 h 9"/>
                                <a:gd name="T28" fmla="*/ 1 w 9"/>
                                <a:gd name="T29" fmla="*/ 9 h 9"/>
                                <a:gd name="T30" fmla="*/ 3 w 9"/>
                                <a:gd name="T31" fmla="*/ 9 h 9"/>
                                <a:gd name="T32" fmla="*/ 4 w 9"/>
                                <a:gd name="T33" fmla="*/ 9 h 9"/>
                                <a:gd name="T34" fmla="*/ 6 w 9"/>
                                <a:gd name="T35" fmla="*/ 9 h 9"/>
                                <a:gd name="T36" fmla="*/ 7 w 9"/>
                                <a:gd name="T37" fmla="*/ 9 h 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9"/>
                                <a:gd name="T58" fmla="*/ 0 h 9"/>
                                <a:gd name="T59" fmla="*/ 9 w 9"/>
                                <a:gd name="T60" fmla="*/ 9 h 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9" h="9">
                                  <a:moveTo>
                                    <a:pt x="7" y="9"/>
                                  </a:moveTo>
                                  <a:lnTo>
                                    <a:pt x="7" y="6"/>
                                  </a:lnTo>
                                  <a:lnTo>
                                    <a:pt x="9" y="4"/>
                                  </a:lnTo>
                                  <a:lnTo>
                                    <a:pt x="7" y="3"/>
                                  </a:lnTo>
                                  <a:lnTo>
                                    <a:pt x="6" y="2"/>
                                  </a:lnTo>
                                  <a:lnTo>
                                    <a:pt x="4" y="0"/>
                                  </a:lnTo>
                                  <a:lnTo>
                                    <a:pt x="3" y="2"/>
                                  </a:lnTo>
                                  <a:lnTo>
                                    <a:pt x="1" y="2"/>
                                  </a:lnTo>
                                  <a:lnTo>
                                    <a:pt x="0" y="3"/>
                                  </a:lnTo>
                                  <a:lnTo>
                                    <a:pt x="0" y="4"/>
                                  </a:lnTo>
                                  <a:lnTo>
                                    <a:pt x="0" y="6"/>
                                  </a:lnTo>
                                  <a:lnTo>
                                    <a:pt x="0" y="7"/>
                                  </a:lnTo>
                                  <a:lnTo>
                                    <a:pt x="1" y="9"/>
                                  </a:lnTo>
                                  <a:lnTo>
                                    <a:pt x="3" y="9"/>
                                  </a:lnTo>
                                  <a:lnTo>
                                    <a:pt x="4" y="9"/>
                                  </a:lnTo>
                                  <a:lnTo>
                                    <a:pt x="6" y="9"/>
                                  </a:lnTo>
                                  <a:lnTo>
                                    <a:pt x="7"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43" name="Freeform 294"/>
                            <p:cNvSpPr>
                              <a:spLocks/>
                            </p:cNvSpPr>
                            <p:nvPr/>
                          </p:nvSpPr>
                          <p:spPr bwMode="auto">
                            <a:xfrm>
                              <a:off x="3964" y="1939"/>
                              <a:ext cx="9" cy="8"/>
                            </a:xfrm>
                            <a:custGeom>
                              <a:avLst/>
                              <a:gdLst>
                                <a:gd name="T0" fmla="*/ 7 w 9"/>
                                <a:gd name="T1" fmla="*/ 8 h 8"/>
                                <a:gd name="T2" fmla="*/ 9 w 9"/>
                                <a:gd name="T3" fmla="*/ 7 h 8"/>
                                <a:gd name="T4" fmla="*/ 9 w 9"/>
                                <a:gd name="T5" fmla="*/ 5 h 8"/>
                                <a:gd name="T6" fmla="*/ 9 w 9"/>
                                <a:gd name="T7" fmla="*/ 4 h 8"/>
                                <a:gd name="T8" fmla="*/ 9 w 9"/>
                                <a:gd name="T9" fmla="*/ 3 h 8"/>
                                <a:gd name="T10" fmla="*/ 7 w 9"/>
                                <a:gd name="T11" fmla="*/ 1 h 8"/>
                                <a:gd name="T12" fmla="*/ 6 w 9"/>
                                <a:gd name="T13" fmla="*/ 0 h 8"/>
                                <a:gd name="T14" fmla="*/ 4 w 9"/>
                                <a:gd name="T15" fmla="*/ 0 h 8"/>
                                <a:gd name="T16" fmla="*/ 3 w 9"/>
                                <a:gd name="T17" fmla="*/ 1 h 8"/>
                                <a:gd name="T18" fmla="*/ 3 w 9"/>
                                <a:gd name="T19" fmla="*/ 1 h 8"/>
                                <a:gd name="T20" fmla="*/ 1 w 9"/>
                                <a:gd name="T21" fmla="*/ 3 h 8"/>
                                <a:gd name="T22" fmla="*/ 0 w 9"/>
                                <a:gd name="T23" fmla="*/ 4 h 8"/>
                                <a:gd name="T24" fmla="*/ 0 w 9"/>
                                <a:gd name="T25" fmla="*/ 5 h 8"/>
                                <a:gd name="T26" fmla="*/ 1 w 9"/>
                                <a:gd name="T27" fmla="*/ 7 h 8"/>
                                <a:gd name="T28" fmla="*/ 3 w 9"/>
                                <a:gd name="T29" fmla="*/ 8 h 8"/>
                                <a:gd name="T30" fmla="*/ 4 w 9"/>
                                <a:gd name="T31" fmla="*/ 8 h 8"/>
                                <a:gd name="T32" fmla="*/ 6 w 9"/>
                                <a:gd name="T33" fmla="*/ 8 h 8"/>
                                <a:gd name="T34" fmla="*/ 7 w 9"/>
                                <a:gd name="T35" fmla="*/ 8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7" y="8"/>
                                  </a:moveTo>
                                  <a:lnTo>
                                    <a:pt x="9" y="7"/>
                                  </a:lnTo>
                                  <a:lnTo>
                                    <a:pt x="9" y="5"/>
                                  </a:lnTo>
                                  <a:lnTo>
                                    <a:pt x="9" y="4"/>
                                  </a:lnTo>
                                  <a:lnTo>
                                    <a:pt x="9" y="3"/>
                                  </a:lnTo>
                                  <a:lnTo>
                                    <a:pt x="7" y="1"/>
                                  </a:lnTo>
                                  <a:lnTo>
                                    <a:pt x="6" y="0"/>
                                  </a:lnTo>
                                  <a:lnTo>
                                    <a:pt x="4" y="0"/>
                                  </a:lnTo>
                                  <a:lnTo>
                                    <a:pt x="3" y="1"/>
                                  </a:lnTo>
                                  <a:lnTo>
                                    <a:pt x="1" y="3"/>
                                  </a:lnTo>
                                  <a:lnTo>
                                    <a:pt x="0" y="4"/>
                                  </a:lnTo>
                                  <a:lnTo>
                                    <a:pt x="0" y="5"/>
                                  </a:lnTo>
                                  <a:lnTo>
                                    <a:pt x="1" y="7"/>
                                  </a:lnTo>
                                  <a:lnTo>
                                    <a:pt x="3" y="8"/>
                                  </a:lnTo>
                                  <a:lnTo>
                                    <a:pt x="4" y="8"/>
                                  </a:lnTo>
                                  <a:lnTo>
                                    <a:pt x="6" y="8"/>
                                  </a:lnTo>
                                  <a:lnTo>
                                    <a:pt x="7"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44" name="Freeform 295"/>
                            <p:cNvSpPr>
                              <a:spLocks/>
                            </p:cNvSpPr>
                            <p:nvPr/>
                          </p:nvSpPr>
                          <p:spPr bwMode="auto">
                            <a:xfrm>
                              <a:off x="3952" y="1950"/>
                              <a:ext cx="9" cy="9"/>
                            </a:xfrm>
                            <a:custGeom>
                              <a:avLst/>
                              <a:gdLst>
                                <a:gd name="T0" fmla="*/ 8 w 9"/>
                                <a:gd name="T1" fmla="*/ 8 h 9"/>
                                <a:gd name="T2" fmla="*/ 9 w 9"/>
                                <a:gd name="T3" fmla="*/ 6 h 9"/>
                                <a:gd name="T4" fmla="*/ 9 w 9"/>
                                <a:gd name="T5" fmla="*/ 5 h 9"/>
                                <a:gd name="T6" fmla="*/ 8 w 9"/>
                                <a:gd name="T7" fmla="*/ 3 h 9"/>
                                <a:gd name="T8" fmla="*/ 6 w 9"/>
                                <a:gd name="T9" fmla="*/ 2 h 9"/>
                                <a:gd name="T10" fmla="*/ 5 w 9"/>
                                <a:gd name="T11" fmla="*/ 0 h 9"/>
                                <a:gd name="T12" fmla="*/ 3 w 9"/>
                                <a:gd name="T13" fmla="*/ 0 h 9"/>
                                <a:gd name="T14" fmla="*/ 2 w 9"/>
                                <a:gd name="T15" fmla="*/ 2 h 9"/>
                                <a:gd name="T16" fmla="*/ 0 w 9"/>
                                <a:gd name="T17" fmla="*/ 3 h 9"/>
                                <a:gd name="T18" fmla="*/ 0 w 9"/>
                                <a:gd name="T19" fmla="*/ 3 h 9"/>
                                <a:gd name="T20" fmla="*/ 0 w 9"/>
                                <a:gd name="T21" fmla="*/ 5 h 9"/>
                                <a:gd name="T22" fmla="*/ 0 w 9"/>
                                <a:gd name="T23" fmla="*/ 6 h 9"/>
                                <a:gd name="T24" fmla="*/ 0 w 9"/>
                                <a:gd name="T25" fmla="*/ 8 h 9"/>
                                <a:gd name="T26" fmla="*/ 2 w 9"/>
                                <a:gd name="T27" fmla="*/ 9 h 9"/>
                                <a:gd name="T28" fmla="*/ 3 w 9"/>
                                <a:gd name="T29" fmla="*/ 9 h 9"/>
                                <a:gd name="T30" fmla="*/ 5 w 9"/>
                                <a:gd name="T31" fmla="*/ 9 h 9"/>
                                <a:gd name="T32" fmla="*/ 6 w 9"/>
                                <a:gd name="T33" fmla="*/ 9 h 9"/>
                                <a:gd name="T34" fmla="*/ 8 w 9"/>
                                <a:gd name="T35" fmla="*/ 8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8" y="8"/>
                                  </a:moveTo>
                                  <a:lnTo>
                                    <a:pt x="9" y="6"/>
                                  </a:lnTo>
                                  <a:lnTo>
                                    <a:pt x="9" y="5"/>
                                  </a:lnTo>
                                  <a:lnTo>
                                    <a:pt x="8" y="3"/>
                                  </a:lnTo>
                                  <a:lnTo>
                                    <a:pt x="6" y="2"/>
                                  </a:lnTo>
                                  <a:lnTo>
                                    <a:pt x="5" y="0"/>
                                  </a:lnTo>
                                  <a:lnTo>
                                    <a:pt x="3" y="0"/>
                                  </a:lnTo>
                                  <a:lnTo>
                                    <a:pt x="2" y="2"/>
                                  </a:lnTo>
                                  <a:lnTo>
                                    <a:pt x="0" y="3"/>
                                  </a:lnTo>
                                  <a:lnTo>
                                    <a:pt x="0" y="5"/>
                                  </a:lnTo>
                                  <a:lnTo>
                                    <a:pt x="0" y="6"/>
                                  </a:lnTo>
                                  <a:lnTo>
                                    <a:pt x="0" y="8"/>
                                  </a:lnTo>
                                  <a:lnTo>
                                    <a:pt x="2" y="9"/>
                                  </a:lnTo>
                                  <a:lnTo>
                                    <a:pt x="3" y="9"/>
                                  </a:lnTo>
                                  <a:lnTo>
                                    <a:pt x="5" y="9"/>
                                  </a:lnTo>
                                  <a:lnTo>
                                    <a:pt x="6" y="9"/>
                                  </a:lnTo>
                                  <a:lnTo>
                                    <a:pt x="8"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45" name="Freeform 296"/>
                            <p:cNvSpPr>
                              <a:spLocks/>
                            </p:cNvSpPr>
                            <p:nvPr/>
                          </p:nvSpPr>
                          <p:spPr bwMode="auto">
                            <a:xfrm>
                              <a:off x="3939" y="1963"/>
                              <a:ext cx="9" cy="9"/>
                            </a:xfrm>
                            <a:custGeom>
                              <a:avLst/>
                              <a:gdLst>
                                <a:gd name="T0" fmla="*/ 9 w 9"/>
                                <a:gd name="T1" fmla="*/ 6 h 9"/>
                                <a:gd name="T2" fmla="*/ 9 w 9"/>
                                <a:gd name="T3" fmla="*/ 5 h 9"/>
                                <a:gd name="T4" fmla="*/ 9 w 9"/>
                                <a:gd name="T5" fmla="*/ 3 h 9"/>
                                <a:gd name="T6" fmla="*/ 9 w 9"/>
                                <a:gd name="T7" fmla="*/ 2 h 9"/>
                                <a:gd name="T8" fmla="*/ 7 w 9"/>
                                <a:gd name="T9" fmla="*/ 0 h 9"/>
                                <a:gd name="T10" fmla="*/ 6 w 9"/>
                                <a:gd name="T11" fmla="*/ 0 h 9"/>
                                <a:gd name="T12" fmla="*/ 5 w 9"/>
                                <a:gd name="T13" fmla="*/ 0 h 9"/>
                                <a:gd name="T14" fmla="*/ 3 w 9"/>
                                <a:gd name="T15" fmla="*/ 0 h 9"/>
                                <a:gd name="T16" fmla="*/ 2 w 9"/>
                                <a:gd name="T17" fmla="*/ 2 h 9"/>
                                <a:gd name="T18" fmla="*/ 2 w 9"/>
                                <a:gd name="T19" fmla="*/ 2 h 9"/>
                                <a:gd name="T20" fmla="*/ 0 w 9"/>
                                <a:gd name="T21" fmla="*/ 3 h 9"/>
                                <a:gd name="T22" fmla="*/ 0 w 9"/>
                                <a:gd name="T23" fmla="*/ 5 h 9"/>
                                <a:gd name="T24" fmla="*/ 2 w 9"/>
                                <a:gd name="T25" fmla="*/ 6 h 9"/>
                                <a:gd name="T26" fmla="*/ 3 w 9"/>
                                <a:gd name="T27" fmla="*/ 8 h 9"/>
                                <a:gd name="T28" fmla="*/ 5 w 9"/>
                                <a:gd name="T29" fmla="*/ 9 h 9"/>
                                <a:gd name="T30" fmla="*/ 6 w 9"/>
                                <a:gd name="T31" fmla="*/ 9 h 9"/>
                                <a:gd name="T32" fmla="*/ 7 w 9"/>
                                <a:gd name="T33" fmla="*/ 8 h 9"/>
                                <a:gd name="T34" fmla="*/ 9 w 9"/>
                                <a:gd name="T35" fmla="*/ 6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9" y="6"/>
                                  </a:moveTo>
                                  <a:lnTo>
                                    <a:pt x="9" y="5"/>
                                  </a:lnTo>
                                  <a:lnTo>
                                    <a:pt x="9" y="3"/>
                                  </a:lnTo>
                                  <a:lnTo>
                                    <a:pt x="9" y="2"/>
                                  </a:lnTo>
                                  <a:lnTo>
                                    <a:pt x="7" y="0"/>
                                  </a:lnTo>
                                  <a:lnTo>
                                    <a:pt x="6" y="0"/>
                                  </a:lnTo>
                                  <a:lnTo>
                                    <a:pt x="5" y="0"/>
                                  </a:lnTo>
                                  <a:lnTo>
                                    <a:pt x="3" y="0"/>
                                  </a:lnTo>
                                  <a:lnTo>
                                    <a:pt x="2" y="2"/>
                                  </a:lnTo>
                                  <a:lnTo>
                                    <a:pt x="0" y="3"/>
                                  </a:lnTo>
                                  <a:lnTo>
                                    <a:pt x="0" y="5"/>
                                  </a:lnTo>
                                  <a:lnTo>
                                    <a:pt x="2" y="6"/>
                                  </a:lnTo>
                                  <a:lnTo>
                                    <a:pt x="3" y="8"/>
                                  </a:lnTo>
                                  <a:lnTo>
                                    <a:pt x="5" y="9"/>
                                  </a:lnTo>
                                  <a:lnTo>
                                    <a:pt x="6" y="9"/>
                                  </a:lnTo>
                                  <a:lnTo>
                                    <a:pt x="7" y="8"/>
                                  </a:lnTo>
                                  <a:lnTo>
                                    <a:pt x="9"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46" name="Freeform 297"/>
                            <p:cNvSpPr>
                              <a:spLocks/>
                            </p:cNvSpPr>
                            <p:nvPr/>
                          </p:nvSpPr>
                          <p:spPr bwMode="auto">
                            <a:xfrm>
                              <a:off x="3928" y="1975"/>
                              <a:ext cx="8" cy="9"/>
                            </a:xfrm>
                            <a:custGeom>
                              <a:avLst/>
                              <a:gdLst>
                                <a:gd name="T0" fmla="*/ 7 w 8"/>
                                <a:gd name="T1" fmla="*/ 7 h 9"/>
                                <a:gd name="T2" fmla="*/ 8 w 8"/>
                                <a:gd name="T3" fmla="*/ 6 h 9"/>
                                <a:gd name="T4" fmla="*/ 8 w 8"/>
                                <a:gd name="T5" fmla="*/ 4 h 9"/>
                                <a:gd name="T6" fmla="*/ 7 w 8"/>
                                <a:gd name="T7" fmla="*/ 3 h 9"/>
                                <a:gd name="T8" fmla="*/ 5 w 8"/>
                                <a:gd name="T9" fmla="*/ 1 h 9"/>
                                <a:gd name="T10" fmla="*/ 4 w 8"/>
                                <a:gd name="T11" fmla="*/ 0 h 9"/>
                                <a:gd name="T12" fmla="*/ 2 w 8"/>
                                <a:gd name="T13" fmla="*/ 0 h 9"/>
                                <a:gd name="T14" fmla="*/ 1 w 8"/>
                                <a:gd name="T15" fmla="*/ 1 h 9"/>
                                <a:gd name="T16" fmla="*/ 0 w 8"/>
                                <a:gd name="T17" fmla="*/ 3 h 9"/>
                                <a:gd name="T18" fmla="*/ 0 w 8"/>
                                <a:gd name="T19" fmla="*/ 3 h 9"/>
                                <a:gd name="T20" fmla="*/ 0 w 8"/>
                                <a:gd name="T21" fmla="*/ 4 h 9"/>
                                <a:gd name="T22" fmla="*/ 0 w 8"/>
                                <a:gd name="T23" fmla="*/ 6 h 9"/>
                                <a:gd name="T24" fmla="*/ 0 w 8"/>
                                <a:gd name="T25" fmla="*/ 7 h 9"/>
                                <a:gd name="T26" fmla="*/ 1 w 8"/>
                                <a:gd name="T27" fmla="*/ 9 h 9"/>
                                <a:gd name="T28" fmla="*/ 2 w 8"/>
                                <a:gd name="T29" fmla="*/ 9 h 9"/>
                                <a:gd name="T30" fmla="*/ 4 w 8"/>
                                <a:gd name="T31" fmla="*/ 9 h 9"/>
                                <a:gd name="T32" fmla="*/ 5 w 8"/>
                                <a:gd name="T33" fmla="*/ 9 h 9"/>
                                <a:gd name="T34" fmla="*/ 7 w 8"/>
                                <a:gd name="T35" fmla="*/ 7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7" y="7"/>
                                  </a:moveTo>
                                  <a:lnTo>
                                    <a:pt x="8" y="6"/>
                                  </a:lnTo>
                                  <a:lnTo>
                                    <a:pt x="8" y="4"/>
                                  </a:lnTo>
                                  <a:lnTo>
                                    <a:pt x="7" y="3"/>
                                  </a:lnTo>
                                  <a:lnTo>
                                    <a:pt x="5" y="1"/>
                                  </a:lnTo>
                                  <a:lnTo>
                                    <a:pt x="4" y="0"/>
                                  </a:lnTo>
                                  <a:lnTo>
                                    <a:pt x="2" y="0"/>
                                  </a:lnTo>
                                  <a:lnTo>
                                    <a:pt x="1" y="1"/>
                                  </a:lnTo>
                                  <a:lnTo>
                                    <a:pt x="0" y="3"/>
                                  </a:lnTo>
                                  <a:lnTo>
                                    <a:pt x="0" y="4"/>
                                  </a:lnTo>
                                  <a:lnTo>
                                    <a:pt x="0" y="6"/>
                                  </a:lnTo>
                                  <a:lnTo>
                                    <a:pt x="0" y="7"/>
                                  </a:lnTo>
                                  <a:lnTo>
                                    <a:pt x="1" y="9"/>
                                  </a:lnTo>
                                  <a:lnTo>
                                    <a:pt x="2" y="9"/>
                                  </a:lnTo>
                                  <a:lnTo>
                                    <a:pt x="4" y="9"/>
                                  </a:lnTo>
                                  <a:lnTo>
                                    <a:pt x="5" y="9"/>
                                  </a:lnTo>
                                  <a:lnTo>
                                    <a:pt x="7"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47" name="Freeform 298"/>
                            <p:cNvSpPr>
                              <a:spLocks/>
                            </p:cNvSpPr>
                            <p:nvPr/>
                          </p:nvSpPr>
                          <p:spPr bwMode="auto">
                            <a:xfrm>
                              <a:off x="3915" y="1988"/>
                              <a:ext cx="8" cy="9"/>
                            </a:xfrm>
                            <a:custGeom>
                              <a:avLst/>
                              <a:gdLst>
                                <a:gd name="T0" fmla="*/ 7 w 8"/>
                                <a:gd name="T1" fmla="*/ 7 h 9"/>
                                <a:gd name="T2" fmla="*/ 8 w 8"/>
                                <a:gd name="T3" fmla="*/ 6 h 9"/>
                                <a:gd name="T4" fmla="*/ 8 w 8"/>
                                <a:gd name="T5" fmla="*/ 4 h 9"/>
                                <a:gd name="T6" fmla="*/ 8 w 8"/>
                                <a:gd name="T7" fmla="*/ 3 h 9"/>
                                <a:gd name="T8" fmla="*/ 8 w 8"/>
                                <a:gd name="T9" fmla="*/ 2 h 9"/>
                                <a:gd name="T10" fmla="*/ 7 w 8"/>
                                <a:gd name="T11" fmla="*/ 0 h 9"/>
                                <a:gd name="T12" fmla="*/ 5 w 8"/>
                                <a:gd name="T13" fmla="*/ 0 h 9"/>
                                <a:gd name="T14" fmla="*/ 4 w 8"/>
                                <a:gd name="T15" fmla="*/ 0 h 9"/>
                                <a:gd name="T16" fmla="*/ 2 w 8"/>
                                <a:gd name="T17" fmla="*/ 0 h 9"/>
                                <a:gd name="T18" fmla="*/ 2 w 8"/>
                                <a:gd name="T19" fmla="*/ 0 h 9"/>
                                <a:gd name="T20" fmla="*/ 1 w 8"/>
                                <a:gd name="T21" fmla="*/ 2 h 9"/>
                                <a:gd name="T22" fmla="*/ 0 w 8"/>
                                <a:gd name="T23" fmla="*/ 3 h 9"/>
                                <a:gd name="T24" fmla="*/ 0 w 8"/>
                                <a:gd name="T25" fmla="*/ 4 h 9"/>
                                <a:gd name="T26" fmla="*/ 1 w 8"/>
                                <a:gd name="T27" fmla="*/ 6 h 9"/>
                                <a:gd name="T28" fmla="*/ 2 w 8"/>
                                <a:gd name="T29" fmla="*/ 7 h 9"/>
                                <a:gd name="T30" fmla="*/ 4 w 8"/>
                                <a:gd name="T31" fmla="*/ 9 h 9"/>
                                <a:gd name="T32" fmla="*/ 5 w 8"/>
                                <a:gd name="T33" fmla="*/ 9 h 9"/>
                                <a:gd name="T34" fmla="*/ 7 w 8"/>
                                <a:gd name="T35" fmla="*/ 7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7" y="7"/>
                                  </a:moveTo>
                                  <a:lnTo>
                                    <a:pt x="8" y="6"/>
                                  </a:lnTo>
                                  <a:lnTo>
                                    <a:pt x="8" y="4"/>
                                  </a:lnTo>
                                  <a:lnTo>
                                    <a:pt x="8" y="3"/>
                                  </a:lnTo>
                                  <a:lnTo>
                                    <a:pt x="8" y="2"/>
                                  </a:lnTo>
                                  <a:lnTo>
                                    <a:pt x="7" y="0"/>
                                  </a:lnTo>
                                  <a:lnTo>
                                    <a:pt x="5" y="0"/>
                                  </a:lnTo>
                                  <a:lnTo>
                                    <a:pt x="4" y="0"/>
                                  </a:lnTo>
                                  <a:lnTo>
                                    <a:pt x="2" y="0"/>
                                  </a:lnTo>
                                  <a:lnTo>
                                    <a:pt x="1" y="2"/>
                                  </a:lnTo>
                                  <a:lnTo>
                                    <a:pt x="0" y="3"/>
                                  </a:lnTo>
                                  <a:lnTo>
                                    <a:pt x="0" y="4"/>
                                  </a:lnTo>
                                  <a:lnTo>
                                    <a:pt x="1" y="6"/>
                                  </a:lnTo>
                                  <a:lnTo>
                                    <a:pt x="2" y="7"/>
                                  </a:lnTo>
                                  <a:lnTo>
                                    <a:pt x="4" y="9"/>
                                  </a:lnTo>
                                  <a:lnTo>
                                    <a:pt x="5" y="9"/>
                                  </a:lnTo>
                                  <a:lnTo>
                                    <a:pt x="7"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48" name="Freeform 299"/>
                            <p:cNvSpPr>
                              <a:spLocks/>
                            </p:cNvSpPr>
                            <p:nvPr/>
                          </p:nvSpPr>
                          <p:spPr bwMode="auto">
                            <a:xfrm>
                              <a:off x="3901" y="2000"/>
                              <a:ext cx="9" cy="8"/>
                            </a:xfrm>
                            <a:custGeom>
                              <a:avLst/>
                              <a:gdLst>
                                <a:gd name="T0" fmla="*/ 8 w 9"/>
                                <a:gd name="T1" fmla="*/ 8 h 8"/>
                                <a:gd name="T2" fmla="*/ 9 w 9"/>
                                <a:gd name="T3" fmla="*/ 7 h 8"/>
                                <a:gd name="T4" fmla="*/ 9 w 9"/>
                                <a:gd name="T5" fmla="*/ 6 h 8"/>
                                <a:gd name="T6" fmla="*/ 9 w 9"/>
                                <a:gd name="T7" fmla="*/ 4 h 8"/>
                                <a:gd name="T8" fmla="*/ 9 w 9"/>
                                <a:gd name="T9" fmla="*/ 3 h 8"/>
                                <a:gd name="T10" fmla="*/ 8 w 9"/>
                                <a:gd name="T11" fmla="*/ 1 h 8"/>
                                <a:gd name="T12" fmla="*/ 6 w 9"/>
                                <a:gd name="T13" fmla="*/ 0 h 8"/>
                                <a:gd name="T14" fmla="*/ 5 w 9"/>
                                <a:gd name="T15" fmla="*/ 0 h 8"/>
                                <a:gd name="T16" fmla="*/ 3 w 9"/>
                                <a:gd name="T17" fmla="*/ 1 h 8"/>
                                <a:gd name="T18" fmla="*/ 3 w 9"/>
                                <a:gd name="T19" fmla="*/ 1 h 8"/>
                                <a:gd name="T20" fmla="*/ 2 w 9"/>
                                <a:gd name="T21" fmla="*/ 3 h 8"/>
                                <a:gd name="T22" fmla="*/ 0 w 9"/>
                                <a:gd name="T23" fmla="*/ 4 h 8"/>
                                <a:gd name="T24" fmla="*/ 0 w 9"/>
                                <a:gd name="T25" fmla="*/ 6 h 8"/>
                                <a:gd name="T26" fmla="*/ 2 w 9"/>
                                <a:gd name="T27" fmla="*/ 7 h 8"/>
                                <a:gd name="T28" fmla="*/ 3 w 9"/>
                                <a:gd name="T29" fmla="*/ 8 h 8"/>
                                <a:gd name="T30" fmla="*/ 5 w 9"/>
                                <a:gd name="T31" fmla="*/ 8 h 8"/>
                                <a:gd name="T32" fmla="*/ 6 w 9"/>
                                <a:gd name="T33" fmla="*/ 8 h 8"/>
                                <a:gd name="T34" fmla="*/ 8 w 9"/>
                                <a:gd name="T35" fmla="*/ 8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8" y="8"/>
                                  </a:moveTo>
                                  <a:lnTo>
                                    <a:pt x="9" y="7"/>
                                  </a:lnTo>
                                  <a:lnTo>
                                    <a:pt x="9" y="6"/>
                                  </a:lnTo>
                                  <a:lnTo>
                                    <a:pt x="9" y="4"/>
                                  </a:lnTo>
                                  <a:lnTo>
                                    <a:pt x="9" y="3"/>
                                  </a:lnTo>
                                  <a:lnTo>
                                    <a:pt x="8" y="1"/>
                                  </a:lnTo>
                                  <a:lnTo>
                                    <a:pt x="6" y="0"/>
                                  </a:lnTo>
                                  <a:lnTo>
                                    <a:pt x="5" y="0"/>
                                  </a:lnTo>
                                  <a:lnTo>
                                    <a:pt x="3" y="1"/>
                                  </a:lnTo>
                                  <a:lnTo>
                                    <a:pt x="2" y="3"/>
                                  </a:lnTo>
                                  <a:lnTo>
                                    <a:pt x="0" y="4"/>
                                  </a:lnTo>
                                  <a:lnTo>
                                    <a:pt x="0" y="6"/>
                                  </a:lnTo>
                                  <a:lnTo>
                                    <a:pt x="2" y="7"/>
                                  </a:lnTo>
                                  <a:lnTo>
                                    <a:pt x="3" y="8"/>
                                  </a:lnTo>
                                  <a:lnTo>
                                    <a:pt x="5" y="8"/>
                                  </a:lnTo>
                                  <a:lnTo>
                                    <a:pt x="6" y="8"/>
                                  </a:lnTo>
                                  <a:lnTo>
                                    <a:pt x="8"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49" name="Freeform 300"/>
                            <p:cNvSpPr>
                              <a:spLocks/>
                            </p:cNvSpPr>
                            <p:nvPr/>
                          </p:nvSpPr>
                          <p:spPr bwMode="auto">
                            <a:xfrm>
                              <a:off x="3890" y="2011"/>
                              <a:ext cx="9" cy="9"/>
                            </a:xfrm>
                            <a:custGeom>
                              <a:avLst/>
                              <a:gdLst>
                                <a:gd name="T0" fmla="*/ 6 w 9"/>
                                <a:gd name="T1" fmla="*/ 9 h 9"/>
                                <a:gd name="T2" fmla="*/ 7 w 9"/>
                                <a:gd name="T3" fmla="*/ 8 h 9"/>
                                <a:gd name="T4" fmla="*/ 9 w 9"/>
                                <a:gd name="T5" fmla="*/ 6 h 9"/>
                                <a:gd name="T6" fmla="*/ 9 w 9"/>
                                <a:gd name="T7" fmla="*/ 5 h 9"/>
                                <a:gd name="T8" fmla="*/ 7 w 9"/>
                                <a:gd name="T9" fmla="*/ 3 h 9"/>
                                <a:gd name="T10" fmla="*/ 6 w 9"/>
                                <a:gd name="T11" fmla="*/ 2 h 9"/>
                                <a:gd name="T12" fmla="*/ 4 w 9"/>
                                <a:gd name="T13" fmla="*/ 0 h 9"/>
                                <a:gd name="T14" fmla="*/ 3 w 9"/>
                                <a:gd name="T15" fmla="*/ 0 h 9"/>
                                <a:gd name="T16" fmla="*/ 1 w 9"/>
                                <a:gd name="T17" fmla="*/ 2 h 9"/>
                                <a:gd name="T18" fmla="*/ 1 w 9"/>
                                <a:gd name="T19" fmla="*/ 2 h 9"/>
                                <a:gd name="T20" fmla="*/ 0 w 9"/>
                                <a:gd name="T21" fmla="*/ 3 h 9"/>
                                <a:gd name="T22" fmla="*/ 0 w 9"/>
                                <a:gd name="T23" fmla="*/ 5 h 9"/>
                                <a:gd name="T24" fmla="*/ 0 w 9"/>
                                <a:gd name="T25" fmla="*/ 6 h 9"/>
                                <a:gd name="T26" fmla="*/ 0 w 9"/>
                                <a:gd name="T27" fmla="*/ 8 h 9"/>
                                <a:gd name="T28" fmla="*/ 1 w 9"/>
                                <a:gd name="T29" fmla="*/ 9 h 9"/>
                                <a:gd name="T30" fmla="*/ 3 w 9"/>
                                <a:gd name="T31" fmla="*/ 9 h 9"/>
                                <a:gd name="T32" fmla="*/ 4 w 9"/>
                                <a:gd name="T33" fmla="*/ 9 h 9"/>
                                <a:gd name="T34" fmla="*/ 6 w 9"/>
                                <a:gd name="T35" fmla="*/ 9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6" y="9"/>
                                  </a:moveTo>
                                  <a:lnTo>
                                    <a:pt x="7" y="8"/>
                                  </a:lnTo>
                                  <a:lnTo>
                                    <a:pt x="9" y="6"/>
                                  </a:lnTo>
                                  <a:lnTo>
                                    <a:pt x="9" y="5"/>
                                  </a:lnTo>
                                  <a:lnTo>
                                    <a:pt x="7" y="3"/>
                                  </a:lnTo>
                                  <a:lnTo>
                                    <a:pt x="6" y="2"/>
                                  </a:lnTo>
                                  <a:lnTo>
                                    <a:pt x="4" y="0"/>
                                  </a:lnTo>
                                  <a:lnTo>
                                    <a:pt x="3" y="0"/>
                                  </a:lnTo>
                                  <a:lnTo>
                                    <a:pt x="1" y="2"/>
                                  </a:lnTo>
                                  <a:lnTo>
                                    <a:pt x="0" y="3"/>
                                  </a:lnTo>
                                  <a:lnTo>
                                    <a:pt x="0" y="5"/>
                                  </a:lnTo>
                                  <a:lnTo>
                                    <a:pt x="0" y="6"/>
                                  </a:lnTo>
                                  <a:lnTo>
                                    <a:pt x="0" y="8"/>
                                  </a:lnTo>
                                  <a:lnTo>
                                    <a:pt x="1" y="9"/>
                                  </a:lnTo>
                                  <a:lnTo>
                                    <a:pt x="3" y="9"/>
                                  </a:lnTo>
                                  <a:lnTo>
                                    <a:pt x="4" y="9"/>
                                  </a:lnTo>
                                  <a:lnTo>
                                    <a:pt x="6"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0" name="Freeform 301"/>
                            <p:cNvSpPr>
                              <a:spLocks/>
                            </p:cNvSpPr>
                            <p:nvPr/>
                          </p:nvSpPr>
                          <p:spPr bwMode="auto">
                            <a:xfrm>
                              <a:off x="3877" y="2023"/>
                              <a:ext cx="8" cy="9"/>
                            </a:xfrm>
                            <a:custGeom>
                              <a:avLst/>
                              <a:gdLst>
                                <a:gd name="T0" fmla="*/ 6 w 8"/>
                                <a:gd name="T1" fmla="*/ 9 h 9"/>
                                <a:gd name="T2" fmla="*/ 7 w 8"/>
                                <a:gd name="T3" fmla="*/ 7 h 9"/>
                                <a:gd name="T4" fmla="*/ 8 w 8"/>
                                <a:gd name="T5" fmla="*/ 6 h 9"/>
                                <a:gd name="T6" fmla="*/ 8 w 8"/>
                                <a:gd name="T7" fmla="*/ 4 h 9"/>
                                <a:gd name="T8" fmla="*/ 7 w 8"/>
                                <a:gd name="T9" fmla="*/ 3 h 9"/>
                                <a:gd name="T10" fmla="*/ 6 w 8"/>
                                <a:gd name="T11" fmla="*/ 1 h 9"/>
                                <a:gd name="T12" fmla="*/ 4 w 8"/>
                                <a:gd name="T13" fmla="*/ 0 h 9"/>
                                <a:gd name="T14" fmla="*/ 3 w 8"/>
                                <a:gd name="T15" fmla="*/ 0 h 9"/>
                                <a:gd name="T16" fmla="*/ 1 w 8"/>
                                <a:gd name="T17" fmla="*/ 1 h 9"/>
                                <a:gd name="T18" fmla="*/ 1 w 8"/>
                                <a:gd name="T19" fmla="*/ 1 h 9"/>
                                <a:gd name="T20" fmla="*/ 0 w 8"/>
                                <a:gd name="T21" fmla="*/ 3 h 9"/>
                                <a:gd name="T22" fmla="*/ 0 w 8"/>
                                <a:gd name="T23" fmla="*/ 4 h 9"/>
                                <a:gd name="T24" fmla="*/ 0 w 8"/>
                                <a:gd name="T25" fmla="*/ 6 h 9"/>
                                <a:gd name="T26" fmla="*/ 0 w 8"/>
                                <a:gd name="T27" fmla="*/ 7 h 9"/>
                                <a:gd name="T28" fmla="*/ 1 w 8"/>
                                <a:gd name="T29" fmla="*/ 9 h 9"/>
                                <a:gd name="T30" fmla="*/ 3 w 8"/>
                                <a:gd name="T31" fmla="*/ 9 h 9"/>
                                <a:gd name="T32" fmla="*/ 4 w 8"/>
                                <a:gd name="T33" fmla="*/ 9 h 9"/>
                                <a:gd name="T34" fmla="*/ 6 w 8"/>
                                <a:gd name="T35" fmla="*/ 9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6" y="9"/>
                                  </a:moveTo>
                                  <a:lnTo>
                                    <a:pt x="7" y="7"/>
                                  </a:lnTo>
                                  <a:lnTo>
                                    <a:pt x="8" y="6"/>
                                  </a:lnTo>
                                  <a:lnTo>
                                    <a:pt x="8" y="4"/>
                                  </a:lnTo>
                                  <a:lnTo>
                                    <a:pt x="7" y="3"/>
                                  </a:lnTo>
                                  <a:lnTo>
                                    <a:pt x="6" y="1"/>
                                  </a:lnTo>
                                  <a:lnTo>
                                    <a:pt x="4" y="0"/>
                                  </a:lnTo>
                                  <a:lnTo>
                                    <a:pt x="3" y="0"/>
                                  </a:lnTo>
                                  <a:lnTo>
                                    <a:pt x="1" y="1"/>
                                  </a:lnTo>
                                  <a:lnTo>
                                    <a:pt x="0" y="3"/>
                                  </a:lnTo>
                                  <a:lnTo>
                                    <a:pt x="0" y="4"/>
                                  </a:lnTo>
                                  <a:lnTo>
                                    <a:pt x="0" y="6"/>
                                  </a:lnTo>
                                  <a:lnTo>
                                    <a:pt x="0" y="7"/>
                                  </a:lnTo>
                                  <a:lnTo>
                                    <a:pt x="1" y="9"/>
                                  </a:lnTo>
                                  <a:lnTo>
                                    <a:pt x="3" y="9"/>
                                  </a:lnTo>
                                  <a:lnTo>
                                    <a:pt x="4" y="9"/>
                                  </a:lnTo>
                                  <a:lnTo>
                                    <a:pt x="6"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1" name="Freeform 302"/>
                            <p:cNvSpPr>
                              <a:spLocks/>
                            </p:cNvSpPr>
                            <p:nvPr/>
                          </p:nvSpPr>
                          <p:spPr bwMode="auto">
                            <a:xfrm>
                              <a:off x="3862" y="2035"/>
                              <a:ext cx="9" cy="8"/>
                            </a:xfrm>
                            <a:custGeom>
                              <a:avLst/>
                              <a:gdLst>
                                <a:gd name="T0" fmla="*/ 7 w 9"/>
                                <a:gd name="T1" fmla="*/ 8 h 8"/>
                                <a:gd name="T2" fmla="*/ 9 w 9"/>
                                <a:gd name="T3" fmla="*/ 7 h 8"/>
                                <a:gd name="T4" fmla="*/ 9 w 9"/>
                                <a:gd name="T5" fmla="*/ 5 h 8"/>
                                <a:gd name="T6" fmla="*/ 9 w 9"/>
                                <a:gd name="T7" fmla="*/ 4 h 8"/>
                                <a:gd name="T8" fmla="*/ 9 w 9"/>
                                <a:gd name="T9" fmla="*/ 2 h 8"/>
                                <a:gd name="T10" fmla="*/ 7 w 9"/>
                                <a:gd name="T11" fmla="*/ 1 h 8"/>
                                <a:gd name="T12" fmla="*/ 6 w 9"/>
                                <a:gd name="T13" fmla="*/ 0 h 8"/>
                                <a:gd name="T14" fmla="*/ 5 w 9"/>
                                <a:gd name="T15" fmla="*/ 0 h 8"/>
                                <a:gd name="T16" fmla="*/ 3 w 9"/>
                                <a:gd name="T17" fmla="*/ 1 h 8"/>
                                <a:gd name="T18" fmla="*/ 3 w 9"/>
                                <a:gd name="T19" fmla="*/ 1 h 8"/>
                                <a:gd name="T20" fmla="*/ 2 w 9"/>
                                <a:gd name="T21" fmla="*/ 2 h 8"/>
                                <a:gd name="T22" fmla="*/ 0 w 9"/>
                                <a:gd name="T23" fmla="*/ 4 h 8"/>
                                <a:gd name="T24" fmla="*/ 0 w 9"/>
                                <a:gd name="T25" fmla="*/ 5 h 8"/>
                                <a:gd name="T26" fmla="*/ 2 w 9"/>
                                <a:gd name="T27" fmla="*/ 7 h 8"/>
                                <a:gd name="T28" fmla="*/ 3 w 9"/>
                                <a:gd name="T29" fmla="*/ 8 h 8"/>
                                <a:gd name="T30" fmla="*/ 5 w 9"/>
                                <a:gd name="T31" fmla="*/ 8 h 8"/>
                                <a:gd name="T32" fmla="*/ 6 w 9"/>
                                <a:gd name="T33" fmla="*/ 8 h 8"/>
                                <a:gd name="T34" fmla="*/ 7 w 9"/>
                                <a:gd name="T35" fmla="*/ 8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7" y="8"/>
                                  </a:moveTo>
                                  <a:lnTo>
                                    <a:pt x="9" y="7"/>
                                  </a:lnTo>
                                  <a:lnTo>
                                    <a:pt x="9" y="5"/>
                                  </a:lnTo>
                                  <a:lnTo>
                                    <a:pt x="9" y="4"/>
                                  </a:lnTo>
                                  <a:lnTo>
                                    <a:pt x="9" y="2"/>
                                  </a:lnTo>
                                  <a:lnTo>
                                    <a:pt x="7" y="1"/>
                                  </a:lnTo>
                                  <a:lnTo>
                                    <a:pt x="6" y="0"/>
                                  </a:lnTo>
                                  <a:lnTo>
                                    <a:pt x="5" y="0"/>
                                  </a:lnTo>
                                  <a:lnTo>
                                    <a:pt x="3" y="1"/>
                                  </a:lnTo>
                                  <a:lnTo>
                                    <a:pt x="2" y="2"/>
                                  </a:lnTo>
                                  <a:lnTo>
                                    <a:pt x="0" y="4"/>
                                  </a:lnTo>
                                  <a:lnTo>
                                    <a:pt x="0" y="5"/>
                                  </a:lnTo>
                                  <a:lnTo>
                                    <a:pt x="2" y="7"/>
                                  </a:lnTo>
                                  <a:lnTo>
                                    <a:pt x="3" y="8"/>
                                  </a:lnTo>
                                  <a:lnTo>
                                    <a:pt x="5" y="8"/>
                                  </a:lnTo>
                                  <a:lnTo>
                                    <a:pt x="6" y="8"/>
                                  </a:lnTo>
                                  <a:lnTo>
                                    <a:pt x="7"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2" name="Freeform 303"/>
                            <p:cNvSpPr>
                              <a:spLocks/>
                            </p:cNvSpPr>
                            <p:nvPr/>
                          </p:nvSpPr>
                          <p:spPr bwMode="auto">
                            <a:xfrm>
                              <a:off x="3849" y="2045"/>
                              <a:ext cx="9" cy="8"/>
                            </a:xfrm>
                            <a:custGeom>
                              <a:avLst/>
                              <a:gdLst>
                                <a:gd name="T0" fmla="*/ 6 w 9"/>
                                <a:gd name="T1" fmla="*/ 8 h 8"/>
                                <a:gd name="T2" fmla="*/ 7 w 9"/>
                                <a:gd name="T3" fmla="*/ 7 h 8"/>
                                <a:gd name="T4" fmla="*/ 9 w 9"/>
                                <a:gd name="T5" fmla="*/ 6 h 8"/>
                                <a:gd name="T6" fmla="*/ 9 w 9"/>
                                <a:gd name="T7" fmla="*/ 4 h 8"/>
                                <a:gd name="T8" fmla="*/ 7 w 9"/>
                                <a:gd name="T9" fmla="*/ 3 h 8"/>
                                <a:gd name="T10" fmla="*/ 6 w 9"/>
                                <a:gd name="T11" fmla="*/ 1 h 8"/>
                                <a:gd name="T12" fmla="*/ 5 w 9"/>
                                <a:gd name="T13" fmla="*/ 0 h 8"/>
                                <a:gd name="T14" fmla="*/ 3 w 9"/>
                                <a:gd name="T15" fmla="*/ 0 h 8"/>
                                <a:gd name="T16" fmla="*/ 2 w 9"/>
                                <a:gd name="T17" fmla="*/ 1 h 8"/>
                                <a:gd name="T18" fmla="*/ 2 w 9"/>
                                <a:gd name="T19" fmla="*/ 1 h 8"/>
                                <a:gd name="T20" fmla="*/ 0 w 9"/>
                                <a:gd name="T21" fmla="*/ 3 h 8"/>
                                <a:gd name="T22" fmla="*/ 0 w 9"/>
                                <a:gd name="T23" fmla="*/ 4 h 8"/>
                                <a:gd name="T24" fmla="*/ 0 w 9"/>
                                <a:gd name="T25" fmla="*/ 6 h 8"/>
                                <a:gd name="T26" fmla="*/ 0 w 9"/>
                                <a:gd name="T27" fmla="*/ 7 h 8"/>
                                <a:gd name="T28" fmla="*/ 2 w 9"/>
                                <a:gd name="T29" fmla="*/ 8 h 8"/>
                                <a:gd name="T30" fmla="*/ 3 w 9"/>
                                <a:gd name="T31" fmla="*/ 8 h 8"/>
                                <a:gd name="T32" fmla="*/ 5 w 9"/>
                                <a:gd name="T33" fmla="*/ 8 h 8"/>
                                <a:gd name="T34" fmla="*/ 6 w 9"/>
                                <a:gd name="T35" fmla="*/ 8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6" y="8"/>
                                  </a:moveTo>
                                  <a:lnTo>
                                    <a:pt x="7" y="7"/>
                                  </a:lnTo>
                                  <a:lnTo>
                                    <a:pt x="9" y="6"/>
                                  </a:lnTo>
                                  <a:lnTo>
                                    <a:pt x="9" y="4"/>
                                  </a:lnTo>
                                  <a:lnTo>
                                    <a:pt x="7" y="3"/>
                                  </a:lnTo>
                                  <a:lnTo>
                                    <a:pt x="6" y="1"/>
                                  </a:lnTo>
                                  <a:lnTo>
                                    <a:pt x="5" y="0"/>
                                  </a:lnTo>
                                  <a:lnTo>
                                    <a:pt x="3" y="0"/>
                                  </a:lnTo>
                                  <a:lnTo>
                                    <a:pt x="2" y="1"/>
                                  </a:lnTo>
                                  <a:lnTo>
                                    <a:pt x="0" y="3"/>
                                  </a:lnTo>
                                  <a:lnTo>
                                    <a:pt x="0" y="4"/>
                                  </a:lnTo>
                                  <a:lnTo>
                                    <a:pt x="0" y="6"/>
                                  </a:lnTo>
                                  <a:lnTo>
                                    <a:pt x="0" y="7"/>
                                  </a:lnTo>
                                  <a:lnTo>
                                    <a:pt x="2" y="8"/>
                                  </a:lnTo>
                                  <a:lnTo>
                                    <a:pt x="3" y="8"/>
                                  </a:lnTo>
                                  <a:lnTo>
                                    <a:pt x="5" y="8"/>
                                  </a:lnTo>
                                  <a:lnTo>
                                    <a:pt x="6"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3" name="Freeform 304"/>
                            <p:cNvSpPr>
                              <a:spLocks/>
                            </p:cNvSpPr>
                            <p:nvPr/>
                          </p:nvSpPr>
                          <p:spPr bwMode="auto">
                            <a:xfrm>
                              <a:off x="3835" y="2055"/>
                              <a:ext cx="8" cy="9"/>
                            </a:xfrm>
                            <a:custGeom>
                              <a:avLst/>
                              <a:gdLst>
                                <a:gd name="T0" fmla="*/ 5 w 8"/>
                                <a:gd name="T1" fmla="*/ 7 h 9"/>
                                <a:gd name="T2" fmla="*/ 7 w 8"/>
                                <a:gd name="T3" fmla="*/ 6 h 9"/>
                                <a:gd name="T4" fmla="*/ 8 w 8"/>
                                <a:gd name="T5" fmla="*/ 4 h 9"/>
                                <a:gd name="T6" fmla="*/ 8 w 8"/>
                                <a:gd name="T7" fmla="*/ 3 h 9"/>
                                <a:gd name="T8" fmla="*/ 7 w 8"/>
                                <a:gd name="T9" fmla="*/ 1 h 9"/>
                                <a:gd name="T10" fmla="*/ 5 w 8"/>
                                <a:gd name="T11" fmla="*/ 0 h 9"/>
                                <a:gd name="T12" fmla="*/ 4 w 8"/>
                                <a:gd name="T13" fmla="*/ 0 h 9"/>
                                <a:gd name="T14" fmla="*/ 3 w 8"/>
                                <a:gd name="T15" fmla="*/ 0 h 9"/>
                                <a:gd name="T16" fmla="*/ 1 w 8"/>
                                <a:gd name="T17" fmla="*/ 0 h 9"/>
                                <a:gd name="T18" fmla="*/ 1 w 8"/>
                                <a:gd name="T19" fmla="*/ 0 h 9"/>
                                <a:gd name="T20" fmla="*/ 0 w 8"/>
                                <a:gd name="T21" fmla="*/ 1 h 9"/>
                                <a:gd name="T22" fmla="*/ 0 w 8"/>
                                <a:gd name="T23" fmla="*/ 3 h 9"/>
                                <a:gd name="T24" fmla="*/ 0 w 8"/>
                                <a:gd name="T25" fmla="*/ 4 h 9"/>
                                <a:gd name="T26" fmla="*/ 0 w 8"/>
                                <a:gd name="T27" fmla="*/ 6 h 9"/>
                                <a:gd name="T28" fmla="*/ 1 w 8"/>
                                <a:gd name="T29" fmla="*/ 7 h 9"/>
                                <a:gd name="T30" fmla="*/ 3 w 8"/>
                                <a:gd name="T31" fmla="*/ 9 h 9"/>
                                <a:gd name="T32" fmla="*/ 4 w 8"/>
                                <a:gd name="T33" fmla="*/ 9 h 9"/>
                                <a:gd name="T34" fmla="*/ 5 w 8"/>
                                <a:gd name="T35" fmla="*/ 7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5" y="7"/>
                                  </a:moveTo>
                                  <a:lnTo>
                                    <a:pt x="7" y="6"/>
                                  </a:lnTo>
                                  <a:lnTo>
                                    <a:pt x="8" y="4"/>
                                  </a:lnTo>
                                  <a:lnTo>
                                    <a:pt x="8" y="3"/>
                                  </a:lnTo>
                                  <a:lnTo>
                                    <a:pt x="7" y="1"/>
                                  </a:lnTo>
                                  <a:lnTo>
                                    <a:pt x="5" y="0"/>
                                  </a:lnTo>
                                  <a:lnTo>
                                    <a:pt x="4" y="0"/>
                                  </a:lnTo>
                                  <a:lnTo>
                                    <a:pt x="3" y="0"/>
                                  </a:lnTo>
                                  <a:lnTo>
                                    <a:pt x="1" y="0"/>
                                  </a:lnTo>
                                  <a:lnTo>
                                    <a:pt x="0" y="1"/>
                                  </a:lnTo>
                                  <a:lnTo>
                                    <a:pt x="0" y="3"/>
                                  </a:lnTo>
                                  <a:lnTo>
                                    <a:pt x="0" y="4"/>
                                  </a:lnTo>
                                  <a:lnTo>
                                    <a:pt x="0" y="6"/>
                                  </a:lnTo>
                                  <a:lnTo>
                                    <a:pt x="1" y="7"/>
                                  </a:lnTo>
                                  <a:lnTo>
                                    <a:pt x="3" y="9"/>
                                  </a:lnTo>
                                  <a:lnTo>
                                    <a:pt x="4" y="9"/>
                                  </a:lnTo>
                                  <a:lnTo>
                                    <a:pt x="5"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4" name="Freeform 305"/>
                            <p:cNvSpPr>
                              <a:spLocks/>
                            </p:cNvSpPr>
                            <p:nvPr/>
                          </p:nvSpPr>
                          <p:spPr bwMode="auto">
                            <a:xfrm>
                              <a:off x="3820" y="2064"/>
                              <a:ext cx="9" cy="8"/>
                            </a:xfrm>
                            <a:custGeom>
                              <a:avLst/>
                              <a:gdLst>
                                <a:gd name="T0" fmla="*/ 6 w 9"/>
                                <a:gd name="T1" fmla="*/ 7 h 8"/>
                                <a:gd name="T2" fmla="*/ 7 w 9"/>
                                <a:gd name="T3" fmla="*/ 5 h 8"/>
                                <a:gd name="T4" fmla="*/ 9 w 9"/>
                                <a:gd name="T5" fmla="*/ 4 h 8"/>
                                <a:gd name="T6" fmla="*/ 9 w 9"/>
                                <a:gd name="T7" fmla="*/ 3 h 8"/>
                                <a:gd name="T8" fmla="*/ 7 w 9"/>
                                <a:gd name="T9" fmla="*/ 1 h 8"/>
                                <a:gd name="T10" fmla="*/ 6 w 9"/>
                                <a:gd name="T11" fmla="*/ 0 h 8"/>
                                <a:gd name="T12" fmla="*/ 4 w 9"/>
                                <a:gd name="T13" fmla="*/ 0 h 8"/>
                                <a:gd name="T14" fmla="*/ 3 w 9"/>
                                <a:gd name="T15" fmla="*/ 0 h 8"/>
                                <a:gd name="T16" fmla="*/ 2 w 9"/>
                                <a:gd name="T17" fmla="*/ 0 h 8"/>
                                <a:gd name="T18" fmla="*/ 2 w 9"/>
                                <a:gd name="T19" fmla="*/ 0 h 8"/>
                                <a:gd name="T20" fmla="*/ 0 w 9"/>
                                <a:gd name="T21" fmla="*/ 1 h 8"/>
                                <a:gd name="T22" fmla="*/ 0 w 9"/>
                                <a:gd name="T23" fmla="*/ 3 h 8"/>
                                <a:gd name="T24" fmla="*/ 0 w 9"/>
                                <a:gd name="T25" fmla="*/ 4 h 8"/>
                                <a:gd name="T26" fmla="*/ 0 w 9"/>
                                <a:gd name="T27" fmla="*/ 5 h 8"/>
                                <a:gd name="T28" fmla="*/ 2 w 9"/>
                                <a:gd name="T29" fmla="*/ 7 h 8"/>
                                <a:gd name="T30" fmla="*/ 3 w 9"/>
                                <a:gd name="T31" fmla="*/ 8 h 8"/>
                                <a:gd name="T32" fmla="*/ 4 w 9"/>
                                <a:gd name="T33" fmla="*/ 8 h 8"/>
                                <a:gd name="T34" fmla="*/ 6 w 9"/>
                                <a:gd name="T35" fmla="*/ 7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6" y="7"/>
                                  </a:moveTo>
                                  <a:lnTo>
                                    <a:pt x="7" y="5"/>
                                  </a:lnTo>
                                  <a:lnTo>
                                    <a:pt x="9" y="4"/>
                                  </a:lnTo>
                                  <a:lnTo>
                                    <a:pt x="9" y="3"/>
                                  </a:lnTo>
                                  <a:lnTo>
                                    <a:pt x="7" y="1"/>
                                  </a:lnTo>
                                  <a:lnTo>
                                    <a:pt x="6" y="0"/>
                                  </a:lnTo>
                                  <a:lnTo>
                                    <a:pt x="4" y="0"/>
                                  </a:lnTo>
                                  <a:lnTo>
                                    <a:pt x="3" y="0"/>
                                  </a:lnTo>
                                  <a:lnTo>
                                    <a:pt x="2" y="0"/>
                                  </a:lnTo>
                                  <a:lnTo>
                                    <a:pt x="0" y="1"/>
                                  </a:lnTo>
                                  <a:lnTo>
                                    <a:pt x="0" y="3"/>
                                  </a:lnTo>
                                  <a:lnTo>
                                    <a:pt x="0" y="4"/>
                                  </a:lnTo>
                                  <a:lnTo>
                                    <a:pt x="0" y="5"/>
                                  </a:lnTo>
                                  <a:lnTo>
                                    <a:pt x="2" y="7"/>
                                  </a:lnTo>
                                  <a:lnTo>
                                    <a:pt x="3" y="8"/>
                                  </a:lnTo>
                                  <a:lnTo>
                                    <a:pt x="4" y="8"/>
                                  </a:lnTo>
                                  <a:lnTo>
                                    <a:pt x="6"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5" name="Freeform 306"/>
                            <p:cNvSpPr>
                              <a:spLocks/>
                            </p:cNvSpPr>
                            <p:nvPr/>
                          </p:nvSpPr>
                          <p:spPr bwMode="auto">
                            <a:xfrm>
                              <a:off x="3803" y="2071"/>
                              <a:ext cx="8" cy="9"/>
                            </a:xfrm>
                            <a:custGeom>
                              <a:avLst/>
                              <a:gdLst>
                                <a:gd name="T0" fmla="*/ 5 w 8"/>
                                <a:gd name="T1" fmla="*/ 9 h 9"/>
                                <a:gd name="T2" fmla="*/ 7 w 8"/>
                                <a:gd name="T3" fmla="*/ 7 h 9"/>
                                <a:gd name="T4" fmla="*/ 8 w 8"/>
                                <a:gd name="T5" fmla="*/ 6 h 9"/>
                                <a:gd name="T6" fmla="*/ 8 w 8"/>
                                <a:gd name="T7" fmla="*/ 4 h 9"/>
                                <a:gd name="T8" fmla="*/ 8 w 8"/>
                                <a:gd name="T9" fmla="*/ 3 h 9"/>
                                <a:gd name="T10" fmla="*/ 8 w 8"/>
                                <a:gd name="T11" fmla="*/ 1 h 9"/>
                                <a:gd name="T12" fmla="*/ 7 w 8"/>
                                <a:gd name="T13" fmla="*/ 0 h 9"/>
                                <a:gd name="T14" fmla="*/ 5 w 8"/>
                                <a:gd name="T15" fmla="*/ 0 h 9"/>
                                <a:gd name="T16" fmla="*/ 4 w 8"/>
                                <a:gd name="T17" fmla="*/ 0 h 9"/>
                                <a:gd name="T18" fmla="*/ 4 w 8"/>
                                <a:gd name="T19" fmla="*/ 0 h 9"/>
                                <a:gd name="T20" fmla="*/ 3 w 8"/>
                                <a:gd name="T21" fmla="*/ 0 h 9"/>
                                <a:gd name="T22" fmla="*/ 1 w 8"/>
                                <a:gd name="T23" fmla="*/ 1 h 9"/>
                                <a:gd name="T24" fmla="*/ 0 w 8"/>
                                <a:gd name="T25" fmla="*/ 3 h 9"/>
                                <a:gd name="T26" fmla="*/ 0 w 8"/>
                                <a:gd name="T27" fmla="*/ 4 h 9"/>
                                <a:gd name="T28" fmla="*/ 1 w 8"/>
                                <a:gd name="T29" fmla="*/ 6 h 9"/>
                                <a:gd name="T30" fmla="*/ 3 w 8"/>
                                <a:gd name="T31" fmla="*/ 7 h 9"/>
                                <a:gd name="T32" fmla="*/ 4 w 8"/>
                                <a:gd name="T33" fmla="*/ 9 h 9"/>
                                <a:gd name="T34" fmla="*/ 5 w 8"/>
                                <a:gd name="T35" fmla="*/ 9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5" y="9"/>
                                  </a:moveTo>
                                  <a:lnTo>
                                    <a:pt x="7" y="7"/>
                                  </a:lnTo>
                                  <a:lnTo>
                                    <a:pt x="8" y="6"/>
                                  </a:lnTo>
                                  <a:lnTo>
                                    <a:pt x="8" y="4"/>
                                  </a:lnTo>
                                  <a:lnTo>
                                    <a:pt x="8" y="3"/>
                                  </a:lnTo>
                                  <a:lnTo>
                                    <a:pt x="8" y="1"/>
                                  </a:lnTo>
                                  <a:lnTo>
                                    <a:pt x="7" y="0"/>
                                  </a:lnTo>
                                  <a:lnTo>
                                    <a:pt x="5" y="0"/>
                                  </a:lnTo>
                                  <a:lnTo>
                                    <a:pt x="4" y="0"/>
                                  </a:lnTo>
                                  <a:lnTo>
                                    <a:pt x="3" y="0"/>
                                  </a:lnTo>
                                  <a:lnTo>
                                    <a:pt x="1" y="1"/>
                                  </a:lnTo>
                                  <a:lnTo>
                                    <a:pt x="0" y="3"/>
                                  </a:lnTo>
                                  <a:lnTo>
                                    <a:pt x="0" y="4"/>
                                  </a:lnTo>
                                  <a:lnTo>
                                    <a:pt x="1" y="6"/>
                                  </a:lnTo>
                                  <a:lnTo>
                                    <a:pt x="3" y="7"/>
                                  </a:lnTo>
                                  <a:lnTo>
                                    <a:pt x="4" y="9"/>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6" name="Freeform 307"/>
                            <p:cNvSpPr>
                              <a:spLocks/>
                            </p:cNvSpPr>
                            <p:nvPr/>
                          </p:nvSpPr>
                          <p:spPr bwMode="auto">
                            <a:xfrm>
                              <a:off x="3787" y="2074"/>
                              <a:ext cx="8" cy="9"/>
                            </a:xfrm>
                            <a:custGeom>
                              <a:avLst/>
                              <a:gdLst>
                                <a:gd name="T0" fmla="*/ 4 w 8"/>
                                <a:gd name="T1" fmla="*/ 9 h 9"/>
                                <a:gd name="T2" fmla="*/ 6 w 8"/>
                                <a:gd name="T3" fmla="*/ 9 h 9"/>
                                <a:gd name="T4" fmla="*/ 7 w 8"/>
                                <a:gd name="T5" fmla="*/ 7 h 9"/>
                                <a:gd name="T6" fmla="*/ 8 w 8"/>
                                <a:gd name="T7" fmla="*/ 6 h 9"/>
                                <a:gd name="T8" fmla="*/ 8 w 8"/>
                                <a:gd name="T9" fmla="*/ 4 h 9"/>
                                <a:gd name="T10" fmla="*/ 7 w 8"/>
                                <a:gd name="T11" fmla="*/ 3 h 9"/>
                                <a:gd name="T12" fmla="*/ 6 w 8"/>
                                <a:gd name="T13" fmla="*/ 1 h 9"/>
                                <a:gd name="T14" fmla="*/ 4 w 8"/>
                                <a:gd name="T15" fmla="*/ 0 h 9"/>
                                <a:gd name="T16" fmla="*/ 3 w 8"/>
                                <a:gd name="T17" fmla="*/ 0 h 9"/>
                                <a:gd name="T18" fmla="*/ 3 w 8"/>
                                <a:gd name="T19" fmla="*/ 0 h 9"/>
                                <a:gd name="T20" fmla="*/ 1 w 8"/>
                                <a:gd name="T21" fmla="*/ 1 h 9"/>
                                <a:gd name="T22" fmla="*/ 0 w 8"/>
                                <a:gd name="T23" fmla="*/ 3 h 9"/>
                                <a:gd name="T24" fmla="*/ 0 w 8"/>
                                <a:gd name="T25" fmla="*/ 4 h 9"/>
                                <a:gd name="T26" fmla="*/ 0 w 8"/>
                                <a:gd name="T27" fmla="*/ 6 h 9"/>
                                <a:gd name="T28" fmla="*/ 0 w 8"/>
                                <a:gd name="T29" fmla="*/ 7 h 9"/>
                                <a:gd name="T30" fmla="*/ 1 w 8"/>
                                <a:gd name="T31" fmla="*/ 9 h 9"/>
                                <a:gd name="T32" fmla="*/ 3 w 8"/>
                                <a:gd name="T33" fmla="*/ 9 h 9"/>
                                <a:gd name="T34" fmla="*/ 4 w 8"/>
                                <a:gd name="T35" fmla="*/ 9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4" y="9"/>
                                  </a:moveTo>
                                  <a:lnTo>
                                    <a:pt x="6" y="9"/>
                                  </a:lnTo>
                                  <a:lnTo>
                                    <a:pt x="7" y="7"/>
                                  </a:lnTo>
                                  <a:lnTo>
                                    <a:pt x="8" y="6"/>
                                  </a:lnTo>
                                  <a:lnTo>
                                    <a:pt x="8" y="4"/>
                                  </a:lnTo>
                                  <a:lnTo>
                                    <a:pt x="7" y="3"/>
                                  </a:lnTo>
                                  <a:lnTo>
                                    <a:pt x="6" y="1"/>
                                  </a:lnTo>
                                  <a:lnTo>
                                    <a:pt x="4" y="0"/>
                                  </a:lnTo>
                                  <a:lnTo>
                                    <a:pt x="3" y="0"/>
                                  </a:lnTo>
                                  <a:lnTo>
                                    <a:pt x="1" y="1"/>
                                  </a:lnTo>
                                  <a:lnTo>
                                    <a:pt x="0" y="3"/>
                                  </a:lnTo>
                                  <a:lnTo>
                                    <a:pt x="0" y="4"/>
                                  </a:lnTo>
                                  <a:lnTo>
                                    <a:pt x="0" y="6"/>
                                  </a:lnTo>
                                  <a:lnTo>
                                    <a:pt x="0" y="7"/>
                                  </a:lnTo>
                                  <a:lnTo>
                                    <a:pt x="1" y="9"/>
                                  </a:lnTo>
                                  <a:lnTo>
                                    <a:pt x="3" y="9"/>
                                  </a:lnTo>
                                  <a:lnTo>
                                    <a:pt x="4"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7" name="Freeform 308"/>
                            <p:cNvSpPr>
                              <a:spLocks/>
                            </p:cNvSpPr>
                            <p:nvPr/>
                          </p:nvSpPr>
                          <p:spPr bwMode="auto">
                            <a:xfrm>
                              <a:off x="3769" y="2074"/>
                              <a:ext cx="9" cy="9"/>
                            </a:xfrm>
                            <a:custGeom>
                              <a:avLst/>
                              <a:gdLst>
                                <a:gd name="T0" fmla="*/ 5 w 9"/>
                                <a:gd name="T1" fmla="*/ 9 h 9"/>
                                <a:gd name="T2" fmla="*/ 6 w 9"/>
                                <a:gd name="T3" fmla="*/ 9 h 9"/>
                                <a:gd name="T4" fmla="*/ 8 w 9"/>
                                <a:gd name="T5" fmla="*/ 7 h 9"/>
                                <a:gd name="T6" fmla="*/ 9 w 9"/>
                                <a:gd name="T7" fmla="*/ 6 h 9"/>
                                <a:gd name="T8" fmla="*/ 9 w 9"/>
                                <a:gd name="T9" fmla="*/ 4 h 9"/>
                                <a:gd name="T10" fmla="*/ 8 w 9"/>
                                <a:gd name="T11" fmla="*/ 3 h 9"/>
                                <a:gd name="T12" fmla="*/ 6 w 9"/>
                                <a:gd name="T13" fmla="*/ 1 h 9"/>
                                <a:gd name="T14" fmla="*/ 5 w 9"/>
                                <a:gd name="T15" fmla="*/ 0 h 9"/>
                                <a:gd name="T16" fmla="*/ 3 w 9"/>
                                <a:gd name="T17" fmla="*/ 0 h 9"/>
                                <a:gd name="T18" fmla="*/ 3 w 9"/>
                                <a:gd name="T19" fmla="*/ 0 h 9"/>
                                <a:gd name="T20" fmla="*/ 2 w 9"/>
                                <a:gd name="T21" fmla="*/ 1 h 9"/>
                                <a:gd name="T22" fmla="*/ 0 w 9"/>
                                <a:gd name="T23" fmla="*/ 3 h 9"/>
                                <a:gd name="T24" fmla="*/ 0 w 9"/>
                                <a:gd name="T25" fmla="*/ 4 h 9"/>
                                <a:gd name="T26" fmla="*/ 0 w 9"/>
                                <a:gd name="T27" fmla="*/ 6 h 9"/>
                                <a:gd name="T28" fmla="*/ 0 w 9"/>
                                <a:gd name="T29" fmla="*/ 7 h 9"/>
                                <a:gd name="T30" fmla="*/ 2 w 9"/>
                                <a:gd name="T31" fmla="*/ 9 h 9"/>
                                <a:gd name="T32" fmla="*/ 3 w 9"/>
                                <a:gd name="T33" fmla="*/ 9 h 9"/>
                                <a:gd name="T34" fmla="*/ 5 w 9"/>
                                <a:gd name="T35" fmla="*/ 9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5" y="9"/>
                                  </a:moveTo>
                                  <a:lnTo>
                                    <a:pt x="6" y="9"/>
                                  </a:lnTo>
                                  <a:lnTo>
                                    <a:pt x="8" y="7"/>
                                  </a:lnTo>
                                  <a:lnTo>
                                    <a:pt x="9" y="6"/>
                                  </a:lnTo>
                                  <a:lnTo>
                                    <a:pt x="9" y="4"/>
                                  </a:lnTo>
                                  <a:lnTo>
                                    <a:pt x="8" y="3"/>
                                  </a:lnTo>
                                  <a:lnTo>
                                    <a:pt x="6" y="1"/>
                                  </a:lnTo>
                                  <a:lnTo>
                                    <a:pt x="5" y="0"/>
                                  </a:lnTo>
                                  <a:lnTo>
                                    <a:pt x="3" y="0"/>
                                  </a:lnTo>
                                  <a:lnTo>
                                    <a:pt x="2" y="1"/>
                                  </a:lnTo>
                                  <a:lnTo>
                                    <a:pt x="0" y="3"/>
                                  </a:lnTo>
                                  <a:lnTo>
                                    <a:pt x="0" y="4"/>
                                  </a:lnTo>
                                  <a:lnTo>
                                    <a:pt x="0" y="6"/>
                                  </a:lnTo>
                                  <a:lnTo>
                                    <a:pt x="0" y="7"/>
                                  </a:lnTo>
                                  <a:lnTo>
                                    <a:pt x="2" y="9"/>
                                  </a:lnTo>
                                  <a:lnTo>
                                    <a:pt x="3" y="9"/>
                                  </a:lnTo>
                                  <a:lnTo>
                                    <a:pt x="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8" name="Freeform 309"/>
                            <p:cNvSpPr>
                              <a:spLocks/>
                            </p:cNvSpPr>
                            <p:nvPr/>
                          </p:nvSpPr>
                          <p:spPr bwMode="auto">
                            <a:xfrm>
                              <a:off x="3752" y="2071"/>
                              <a:ext cx="9" cy="9"/>
                            </a:xfrm>
                            <a:custGeom>
                              <a:avLst/>
                              <a:gdLst>
                                <a:gd name="T0" fmla="*/ 4 w 9"/>
                                <a:gd name="T1" fmla="*/ 9 h 9"/>
                                <a:gd name="T2" fmla="*/ 6 w 9"/>
                                <a:gd name="T3" fmla="*/ 9 h 9"/>
                                <a:gd name="T4" fmla="*/ 7 w 9"/>
                                <a:gd name="T5" fmla="*/ 7 h 9"/>
                                <a:gd name="T6" fmla="*/ 9 w 9"/>
                                <a:gd name="T7" fmla="*/ 6 h 9"/>
                                <a:gd name="T8" fmla="*/ 9 w 9"/>
                                <a:gd name="T9" fmla="*/ 4 h 9"/>
                                <a:gd name="T10" fmla="*/ 9 w 9"/>
                                <a:gd name="T11" fmla="*/ 3 h 9"/>
                                <a:gd name="T12" fmla="*/ 9 w 9"/>
                                <a:gd name="T13" fmla="*/ 1 h 9"/>
                                <a:gd name="T14" fmla="*/ 7 w 9"/>
                                <a:gd name="T15" fmla="*/ 0 h 9"/>
                                <a:gd name="T16" fmla="*/ 6 w 9"/>
                                <a:gd name="T17" fmla="*/ 0 h 9"/>
                                <a:gd name="T18" fmla="*/ 6 w 9"/>
                                <a:gd name="T19" fmla="*/ 0 h 9"/>
                                <a:gd name="T20" fmla="*/ 4 w 9"/>
                                <a:gd name="T21" fmla="*/ 0 h 9"/>
                                <a:gd name="T22" fmla="*/ 3 w 9"/>
                                <a:gd name="T23" fmla="*/ 0 h 9"/>
                                <a:gd name="T24" fmla="*/ 1 w 9"/>
                                <a:gd name="T25" fmla="*/ 1 h 9"/>
                                <a:gd name="T26" fmla="*/ 0 w 9"/>
                                <a:gd name="T27" fmla="*/ 3 h 9"/>
                                <a:gd name="T28" fmla="*/ 0 w 9"/>
                                <a:gd name="T29" fmla="*/ 4 h 9"/>
                                <a:gd name="T30" fmla="*/ 1 w 9"/>
                                <a:gd name="T31" fmla="*/ 6 h 9"/>
                                <a:gd name="T32" fmla="*/ 3 w 9"/>
                                <a:gd name="T33" fmla="*/ 7 h 9"/>
                                <a:gd name="T34" fmla="*/ 4 w 9"/>
                                <a:gd name="T35" fmla="*/ 9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4" y="9"/>
                                  </a:moveTo>
                                  <a:lnTo>
                                    <a:pt x="6" y="9"/>
                                  </a:lnTo>
                                  <a:lnTo>
                                    <a:pt x="7" y="7"/>
                                  </a:lnTo>
                                  <a:lnTo>
                                    <a:pt x="9" y="6"/>
                                  </a:lnTo>
                                  <a:lnTo>
                                    <a:pt x="9" y="4"/>
                                  </a:lnTo>
                                  <a:lnTo>
                                    <a:pt x="9" y="3"/>
                                  </a:lnTo>
                                  <a:lnTo>
                                    <a:pt x="9" y="1"/>
                                  </a:lnTo>
                                  <a:lnTo>
                                    <a:pt x="7" y="0"/>
                                  </a:lnTo>
                                  <a:lnTo>
                                    <a:pt x="6" y="0"/>
                                  </a:lnTo>
                                  <a:lnTo>
                                    <a:pt x="4" y="0"/>
                                  </a:lnTo>
                                  <a:lnTo>
                                    <a:pt x="3" y="0"/>
                                  </a:lnTo>
                                  <a:lnTo>
                                    <a:pt x="1" y="1"/>
                                  </a:lnTo>
                                  <a:lnTo>
                                    <a:pt x="0" y="3"/>
                                  </a:lnTo>
                                  <a:lnTo>
                                    <a:pt x="0" y="4"/>
                                  </a:lnTo>
                                  <a:lnTo>
                                    <a:pt x="1" y="6"/>
                                  </a:lnTo>
                                  <a:lnTo>
                                    <a:pt x="3" y="7"/>
                                  </a:lnTo>
                                  <a:lnTo>
                                    <a:pt x="4"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59" name="Freeform 310"/>
                            <p:cNvSpPr>
                              <a:spLocks/>
                            </p:cNvSpPr>
                            <p:nvPr/>
                          </p:nvSpPr>
                          <p:spPr bwMode="auto">
                            <a:xfrm>
                              <a:off x="3736" y="2064"/>
                              <a:ext cx="9" cy="8"/>
                            </a:xfrm>
                            <a:custGeom>
                              <a:avLst/>
                              <a:gdLst>
                                <a:gd name="T0" fmla="*/ 3 w 9"/>
                                <a:gd name="T1" fmla="*/ 8 h 8"/>
                                <a:gd name="T2" fmla="*/ 4 w 9"/>
                                <a:gd name="T3" fmla="*/ 8 h 8"/>
                                <a:gd name="T4" fmla="*/ 6 w 9"/>
                                <a:gd name="T5" fmla="*/ 8 h 8"/>
                                <a:gd name="T6" fmla="*/ 7 w 9"/>
                                <a:gd name="T7" fmla="*/ 8 h 8"/>
                                <a:gd name="T8" fmla="*/ 9 w 9"/>
                                <a:gd name="T9" fmla="*/ 7 h 8"/>
                                <a:gd name="T10" fmla="*/ 9 w 9"/>
                                <a:gd name="T11" fmla="*/ 5 h 8"/>
                                <a:gd name="T12" fmla="*/ 9 w 9"/>
                                <a:gd name="T13" fmla="*/ 4 h 8"/>
                                <a:gd name="T14" fmla="*/ 9 w 9"/>
                                <a:gd name="T15" fmla="*/ 3 h 8"/>
                                <a:gd name="T16" fmla="*/ 7 w 9"/>
                                <a:gd name="T17" fmla="*/ 1 h 8"/>
                                <a:gd name="T18" fmla="*/ 7 w 9"/>
                                <a:gd name="T19" fmla="*/ 1 h 8"/>
                                <a:gd name="T20" fmla="*/ 6 w 9"/>
                                <a:gd name="T21" fmla="*/ 0 h 8"/>
                                <a:gd name="T22" fmla="*/ 4 w 9"/>
                                <a:gd name="T23" fmla="*/ 0 h 8"/>
                                <a:gd name="T24" fmla="*/ 3 w 9"/>
                                <a:gd name="T25" fmla="*/ 1 h 8"/>
                                <a:gd name="T26" fmla="*/ 1 w 9"/>
                                <a:gd name="T27" fmla="*/ 3 h 8"/>
                                <a:gd name="T28" fmla="*/ 0 w 9"/>
                                <a:gd name="T29" fmla="*/ 4 h 8"/>
                                <a:gd name="T30" fmla="*/ 0 w 9"/>
                                <a:gd name="T31" fmla="*/ 5 h 8"/>
                                <a:gd name="T32" fmla="*/ 1 w 9"/>
                                <a:gd name="T33" fmla="*/ 7 h 8"/>
                                <a:gd name="T34" fmla="*/ 3 w 9"/>
                                <a:gd name="T35" fmla="*/ 8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3" y="8"/>
                                  </a:moveTo>
                                  <a:lnTo>
                                    <a:pt x="4" y="8"/>
                                  </a:lnTo>
                                  <a:lnTo>
                                    <a:pt x="6" y="8"/>
                                  </a:lnTo>
                                  <a:lnTo>
                                    <a:pt x="7" y="8"/>
                                  </a:lnTo>
                                  <a:lnTo>
                                    <a:pt x="9" y="7"/>
                                  </a:lnTo>
                                  <a:lnTo>
                                    <a:pt x="9" y="5"/>
                                  </a:lnTo>
                                  <a:lnTo>
                                    <a:pt x="9" y="4"/>
                                  </a:lnTo>
                                  <a:lnTo>
                                    <a:pt x="9" y="3"/>
                                  </a:lnTo>
                                  <a:lnTo>
                                    <a:pt x="7" y="1"/>
                                  </a:lnTo>
                                  <a:lnTo>
                                    <a:pt x="6" y="0"/>
                                  </a:lnTo>
                                  <a:lnTo>
                                    <a:pt x="4" y="0"/>
                                  </a:lnTo>
                                  <a:lnTo>
                                    <a:pt x="3" y="1"/>
                                  </a:lnTo>
                                  <a:lnTo>
                                    <a:pt x="1" y="3"/>
                                  </a:lnTo>
                                  <a:lnTo>
                                    <a:pt x="0" y="4"/>
                                  </a:lnTo>
                                  <a:lnTo>
                                    <a:pt x="0" y="5"/>
                                  </a:lnTo>
                                  <a:lnTo>
                                    <a:pt x="1" y="7"/>
                                  </a:lnTo>
                                  <a:lnTo>
                                    <a:pt x="3"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60" name="Freeform 311"/>
                            <p:cNvSpPr>
                              <a:spLocks/>
                            </p:cNvSpPr>
                            <p:nvPr/>
                          </p:nvSpPr>
                          <p:spPr bwMode="auto">
                            <a:xfrm>
                              <a:off x="3721" y="2055"/>
                              <a:ext cx="9" cy="9"/>
                            </a:xfrm>
                            <a:custGeom>
                              <a:avLst/>
                              <a:gdLst>
                                <a:gd name="T0" fmla="*/ 2 w 9"/>
                                <a:gd name="T1" fmla="*/ 9 h 9"/>
                                <a:gd name="T2" fmla="*/ 3 w 9"/>
                                <a:gd name="T3" fmla="*/ 9 h 9"/>
                                <a:gd name="T4" fmla="*/ 5 w 9"/>
                                <a:gd name="T5" fmla="*/ 9 h 9"/>
                                <a:gd name="T6" fmla="*/ 6 w 9"/>
                                <a:gd name="T7" fmla="*/ 9 h 9"/>
                                <a:gd name="T8" fmla="*/ 8 w 9"/>
                                <a:gd name="T9" fmla="*/ 7 h 9"/>
                                <a:gd name="T10" fmla="*/ 9 w 9"/>
                                <a:gd name="T11" fmla="*/ 6 h 9"/>
                                <a:gd name="T12" fmla="*/ 9 w 9"/>
                                <a:gd name="T13" fmla="*/ 4 h 9"/>
                                <a:gd name="T14" fmla="*/ 8 w 9"/>
                                <a:gd name="T15" fmla="*/ 3 h 9"/>
                                <a:gd name="T16" fmla="*/ 6 w 9"/>
                                <a:gd name="T17" fmla="*/ 1 h 9"/>
                                <a:gd name="T18" fmla="*/ 6 w 9"/>
                                <a:gd name="T19" fmla="*/ 1 h 9"/>
                                <a:gd name="T20" fmla="*/ 5 w 9"/>
                                <a:gd name="T21" fmla="*/ 0 h 9"/>
                                <a:gd name="T22" fmla="*/ 3 w 9"/>
                                <a:gd name="T23" fmla="*/ 0 h 9"/>
                                <a:gd name="T24" fmla="*/ 2 w 9"/>
                                <a:gd name="T25" fmla="*/ 1 h 9"/>
                                <a:gd name="T26" fmla="*/ 0 w 9"/>
                                <a:gd name="T27" fmla="*/ 3 h 9"/>
                                <a:gd name="T28" fmla="*/ 0 w 9"/>
                                <a:gd name="T29" fmla="*/ 4 h 9"/>
                                <a:gd name="T30" fmla="*/ 0 w 9"/>
                                <a:gd name="T31" fmla="*/ 6 h 9"/>
                                <a:gd name="T32" fmla="*/ 0 w 9"/>
                                <a:gd name="T33" fmla="*/ 7 h 9"/>
                                <a:gd name="T34" fmla="*/ 2 w 9"/>
                                <a:gd name="T35" fmla="*/ 9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2" y="9"/>
                                  </a:moveTo>
                                  <a:lnTo>
                                    <a:pt x="3" y="9"/>
                                  </a:lnTo>
                                  <a:lnTo>
                                    <a:pt x="5" y="9"/>
                                  </a:lnTo>
                                  <a:lnTo>
                                    <a:pt x="6" y="9"/>
                                  </a:lnTo>
                                  <a:lnTo>
                                    <a:pt x="8" y="7"/>
                                  </a:lnTo>
                                  <a:lnTo>
                                    <a:pt x="9" y="6"/>
                                  </a:lnTo>
                                  <a:lnTo>
                                    <a:pt x="9" y="4"/>
                                  </a:lnTo>
                                  <a:lnTo>
                                    <a:pt x="8" y="3"/>
                                  </a:lnTo>
                                  <a:lnTo>
                                    <a:pt x="6" y="1"/>
                                  </a:lnTo>
                                  <a:lnTo>
                                    <a:pt x="5" y="0"/>
                                  </a:lnTo>
                                  <a:lnTo>
                                    <a:pt x="3" y="0"/>
                                  </a:lnTo>
                                  <a:lnTo>
                                    <a:pt x="2" y="1"/>
                                  </a:lnTo>
                                  <a:lnTo>
                                    <a:pt x="0" y="3"/>
                                  </a:lnTo>
                                  <a:lnTo>
                                    <a:pt x="0" y="4"/>
                                  </a:lnTo>
                                  <a:lnTo>
                                    <a:pt x="0" y="6"/>
                                  </a:lnTo>
                                  <a:lnTo>
                                    <a:pt x="0" y="7"/>
                                  </a:lnTo>
                                  <a:lnTo>
                                    <a:pt x="2"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61" name="Freeform 312"/>
                            <p:cNvSpPr>
                              <a:spLocks/>
                            </p:cNvSpPr>
                            <p:nvPr/>
                          </p:nvSpPr>
                          <p:spPr bwMode="auto">
                            <a:xfrm>
                              <a:off x="3707" y="2046"/>
                              <a:ext cx="9" cy="9"/>
                            </a:xfrm>
                            <a:custGeom>
                              <a:avLst/>
                              <a:gdLst>
                                <a:gd name="T0" fmla="*/ 1 w 9"/>
                                <a:gd name="T1" fmla="*/ 7 h 9"/>
                                <a:gd name="T2" fmla="*/ 3 w 9"/>
                                <a:gd name="T3" fmla="*/ 9 h 9"/>
                                <a:gd name="T4" fmla="*/ 4 w 9"/>
                                <a:gd name="T5" fmla="*/ 9 h 9"/>
                                <a:gd name="T6" fmla="*/ 6 w 9"/>
                                <a:gd name="T7" fmla="*/ 7 h 9"/>
                                <a:gd name="T8" fmla="*/ 7 w 9"/>
                                <a:gd name="T9" fmla="*/ 6 h 9"/>
                                <a:gd name="T10" fmla="*/ 9 w 9"/>
                                <a:gd name="T11" fmla="*/ 5 h 9"/>
                                <a:gd name="T12" fmla="*/ 9 w 9"/>
                                <a:gd name="T13" fmla="*/ 3 h 9"/>
                                <a:gd name="T14" fmla="*/ 7 w 9"/>
                                <a:gd name="T15" fmla="*/ 2 h 9"/>
                                <a:gd name="T16" fmla="*/ 6 w 9"/>
                                <a:gd name="T17" fmla="*/ 0 h 9"/>
                                <a:gd name="T18" fmla="*/ 6 w 9"/>
                                <a:gd name="T19" fmla="*/ 0 h 9"/>
                                <a:gd name="T20" fmla="*/ 4 w 9"/>
                                <a:gd name="T21" fmla="*/ 0 h 9"/>
                                <a:gd name="T22" fmla="*/ 3 w 9"/>
                                <a:gd name="T23" fmla="*/ 0 h 9"/>
                                <a:gd name="T24" fmla="*/ 1 w 9"/>
                                <a:gd name="T25" fmla="*/ 0 h 9"/>
                                <a:gd name="T26" fmla="*/ 0 w 9"/>
                                <a:gd name="T27" fmla="*/ 2 h 9"/>
                                <a:gd name="T28" fmla="*/ 0 w 9"/>
                                <a:gd name="T29" fmla="*/ 3 h 9"/>
                                <a:gd name="T30" fmla="*/ 0 w 9"/>
                                <a:gd name="T31" fmla="*/ 5 h 9"/>
                                <a:gd name="T32" fmla="*/ 0 w 9"/>
                                <a:gd name="T33" fmla="*/ 6 h 9"/>
                                <a:gd name="T34" fmla="*/ 1 w 9"/>
                                <a:gd name="T35" fmla="*/ 7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1" y="7"/>
                                  </a:moveTo>
                                  <a:lnTo>
                                    <a:pt x="3" y="9"/>
                                  </a:lnTo>
                                  <a:lnTo>
                                    <a:pt x="4" y="9"/>
                                  </a:lnTo>
                                  <a:lnTo>
                                    <a:pt x="6" y="7"/>
                                  </a:lnTo>
                                  <a:lnTo>
                                    <a:pt x="7" y="6"/>
                                  </a:lnTo>
                                  <a:lnTo>
                                    <a:pt x="9" y="5"/>
                                  </a:lnTo>
                                  <a:lnTo>
                                    <a:pt x="9" y="3"/>
                                  </a:lnTo>
                                  <a:lnTo>
                                    <a:pt x="7" y="2"/>
                                  </a:lnTo>
                                  <a:lnTo>
                                    <a:pt x="6" y="0"/>
                                  </a:lnTo>
                                  <a:lnTo>
                                    <a:pt x="4" y="0"/>
                                  </a:lnTo>
                                  <a:lnTo>
                                    <a:pt x="3" y="0"/>
                                  </a:lnTo>
                                  <a:lnTo>
                                    <a:pt x="1" y="0"/>
                                  </a:lnTo>
                                  <a:lnTo>
                                    <a:pt x="0" y="2"/>
                                  </a:lnTo>
                                  <a:lnTo>
                                    <a:pt x="0" y="3"/>
                                  </a:lnTo>
                                  <a:lnTo>
                                    <a:pt x="0" y="5"/>
                                  </a:lnTo>
                                  <a:lnTo>
                                    <a:pt x="0" y="6"/>
                                  </a:lnTo>
                                  <a:lnTo>
                                    <a:pt x="1"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62" name="Freeform 313"/>
                            <p:cNvSpPr>
                              <a:spLocks/>
                            </p:cNvSpPr>
                            <p:nvPr/>
                          </p:nvSpPr>
                          <p:spPr bwMode="auto">
                            <a:xfrm>
                              <a:off x="3692" y="2036"/>
                              <a:ext cx="9" cy="9"/>
                            </a:xfrm>
                            <a:custGeom>
                              <a:avLst/>
                              <a:gdLst>
                                <a:gd name="T0" fmla="*/ 2 w 9"/>
                                <a:gd name="T1" fmla="*/ 7 h 9"/>
                                <a:gd name="T2" fmla="*/ 3 w 9"/>
                                <a:gd name="T3" fmla="*/ 9 h 9"/>
                                <a:gd name="T4" fmla="*/ 5 w 9"/>
                                <a:gd name="T5" fmla="*/ 9 h 9"/>
                                <a:gd name="T6" fmla="*/ 6 w 9"/>
                                <a:gd name="T7" fmla="*/ 7 h 9"/>
                                <a:gd name="T8" fmla="*/ 8 w 9"/>
                                <a:gd name="T9" fmla="*/ 6 h 9"/>
                                <a:gd name="T10" fmla="*/ 9 w 9"/>
                                <a:gd name="T11" fmla="*/ 4 h 9"/>
                                <a:gd name="T12" fmla="*/ 9 w 9"/>
                                <a:gd name="T13" fmla="*/ 3 h 9"/>
                                <a:gd name="T14" fmla="*/ 8 w 9"/>
                                <a:gd name="T15" fmla="*/ 1 h 9"/>
                                <a:gd name="T16" fmla="*/ 6 w 9"/>
                                <a:gd name="T17" fmla="*/ 0 h 9"/>
                                <a:gd name="T18" fmla="*/ 6 w 9"/>
                                <a:gd name="T19" fmla="*/ 0 h 9"/>
                                <a:gd name="T20" fmla="*/ 5 w 9"/>
                                <a:gd name="T21" fmla="*/ 0 h 9"/>
                                <a:gd name="T22" fmla="*/ 3 w 9"/>
                                <a:gd name="T23" fmla="*/ 0 h 9"/>
                                <a:gd name="T24" fmla="*/ 2 w 9"/>
                                <a:gd name="T25" fmla="*/ 0 h 9"/>
                                <a:gd name="T26" fmla="*/ 0 w 9"/>
                                <a:gd name="T27" fmla="*/ 1 h 9"/>
                                <a:gd name="T28" fmla="*/ 0 w 9"/>
                                <a:gd name="T29" fmla="*/ 3 h 9"/>
                                <a:gd name="T30" fmla="*/ 0 w 9"/>
                                <a:gd name="T31" fmla="*/ 4 h 9"/>
                                <a:gd name="T32" fmla="*/ 0 w 9"/>
                                <a:gd name="T33" fmla="*/ 6 h 9"/>
                                <a:gd name="T34" fmla="*/ 2 w 9"/>
                                <a:gd name="T35" fmla="*/ 7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2" y="7"/>
                                  </a:moveTo>
                                  <a:lnTo>
                                    <a:pt x="3" y="9"/>
                                  </a:lnTo>
                                  <a:lnTo>
                                    <a:pt x="5" y="9"/>
                                  </a:lnTo>
                                  <a:lnTo>
                                    <a:pt x="6" y="7"/>
                                  </a:lnTo>
                                  <a:lnTo>
                                    <a:pt x="8" y="6"/>
                                  </a:lnTo>
                                  <a:lnTo>
                                    <a:pt x="9" y="4"/>
                                  </a:lnTo>
                                  <a:lnTo>
                                    <a:pt x="9" y="3"/>
                                  </a:lnTo>
                                  <a:lnTo>
                                    <a:pt x="8" y="1"/>
                                  </a:lnTo>
                                  <a:lnTo>
                                    <a:pt x="6" y="0"/>
                                  </a:lnTo>
                                  <a:lnTo>
                                    <a:pt x="5" y="0"/>
                                  </a:lnTo>
                                  <a:lnTo>
                                    <a:pt x="3" y="0"/>
                                  </a:lnTo>
                                  <a:lnTo>
                                    <a:pt x="2" y="0"/>
                                  </a:lnTo>
                                  <a:lnTo>
                                    <a:pt x="0" y="1"/>
                                  </a:lnTo>
                                  <a:lnTo>
                                    <a:pt x="0" y="3"/>
                                  </a:lnTo>
                                  <a:lnTo>
                                    <a:pt x="0" y="4"/>
                                  </a:lnTo>
                                  <a:lnTo>
                                    <a:pt x="0" y="6"/>
                                  </a:lnTo>
                                  <a:lnTo>
                                    <a:pt x="2"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63" name="Freeform 314"/>
                            <p:cNvSpPr>
                              <a:spLocks/>
                            </p:cNvSpPr>
                            <p:nvPr/>
                          </p:nvSpPr>
                          <p:spPr bwMode="auto">
                            <a:xfrm>
                              <a:off x="3679" y="2024"/>
                              <a:ext cx="9" cy="9"/>
                            </a:xfrm>
                            <a:custGeom>
                              <a:avLst/>
                              <a:gdLst>
                                <a:gd name="T0" fmla="*/ 2 w 9"/>
                                <a:gd name="T1" fmla="*/ 9 h 9"/>
                                <a:gd name="T2" fmla="*/ 3 w 9"/>
                                <a:gd name="T3" fmla="*/ 9 h 9"/>
                                <a:gd name="T4" fmla="*/ 5 w 9"/>
                                <a:gd name="T5" fmla="*/ 9 h 9"/>
                                <a:gd name="T6" fmla="*/ 6 w 9"/>
                                <a:gd name="T7" fmla="*/ 9 h 9"/>
                                <a:gd name="T8" fmla="*/ 8 w 9"/>
                                <a:gd name="T9" fmla="*/ 8 h 9"/>
                                <a:gd name="T10" fmla="*/ 9 w 9"/>
                                <a:gd name="T11" fmla="*/ 6 h 9"/>
                                <a:gd name="T12" fmla="*/ 9 w 9"/>
                                <a:gd name="T13" fmla="*/ 5 h 9"/>
                                <a:gd name="T14" fmla="*/ 8 w 9"/>
                                <a:gd name="T15" fmla="*/ 3 h 9"/>
                                <a:gd name="T16" fmla="*/ 6 w 9"/>
                                <a:gd name="T17" fmla="*/ 2 h 9"/>
                                <a:gd name="T18" fmla="*/ 6 w 9"/>
                                <a:gd name="T19" fmla="*/ 2 h 9"/>
                                <a:gd name="T20" fmla="*/ 5 w 9"/>
                                <a:gd name="T21" fmla="*/ 0 h 9"/>
                                <a:gd name="T22" fmla="*/ 3 w 9"/>
                                <a:gd name="T23" fmla="*/ 0 h 9"/>
                                <a:gd name="T24" fmla="*/ 2 w 9"/>
                                <a:gd name="T25" fmla="*/ 2 h 9"/>
                                <a:gd name="T26" fmla="*/ 0 w 9"/>
                                <a:gd name="T27" fmla="*/ 3 h 9"/>
                                <a:gd name="T28" fmla="*/ 0 w 9"/>
                                <a:gd name="T29" fmla="*/ 5 h 9"/>
                                <a:gd name="T30" fmla="*/ 0 w 9"/>
                                <a:gd name="T31" fmla="*/ 6 h 9"/>
                                <a:gd name="T32" fmla="*/ 0 w 9"/>
                                <a:gd name="T33" fmla="*/ 8 h 9"/>
                                <a:gd name="T34" fmla="*/ 2 w 9"/>
                                <a:gd name="T35" fmla="*/ 9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2" y="9"/>
                                  </a:moveTo>
                                  <a:lnTo>
                                    <a:pt x="3" y="9"/>
                                  </a:lnTo>
                                  <a:lnTo>
                                    <a:pt x="5" y="9"/>
                                  </a:lnTo>
                                  <a:lnTo>
                                    <a:pt x="6" y="9"/>
                                  </a:lnTo>
                                  <a:lnTo>
                                    <a:pt x="8" y="8"/>
                                  </a:lnTo>
                                  <a:lnTo>
                                    <a:pt x="9" y="6"/>
                                  </a:lnTo>
                                  <a:lnTo>
                                    <a:pt x="9" y="5"/>
                                  </a:lnTo>
                                  <a:lnTo>
                                    <a:pt x="8" y="3"/>
                                  </a:lnTo>
                                  <a:lnTo>
                                    <a:pt x="6" y="2"/>
                                  </a:lnTo>
                                  <a:lnTo>
                                    <a:pt x="5" y="0"/>
                                  </a:lnTo>
                                  <a:lnTo>
                                    <a:pt x="3" y="0"/>
                                  </a:lnTo>
                                  <a:lnTo>
                                    <a:pt x="2" y="2"/>
                                  </a:lnTo>
                                  <a:lnTo>
                                    <a:pt x="0" y="3"/>
                                  </a:lnTo>
                                  <a:lnTo>
                                    <a:pt x="0" y="5"/>
                                  </a:lnTo>
                                  <a:lnTo>
                                    <a:pt x="0" y="6"/>
                                  </a:lnTo>
                                  <a:lnTo>
                                    <a:pt x="0" y="8"/>
                                  </a:lnTo>
                                  <a:lnTo>
                                    <a:pt x="2"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64" name="Freeform 315"/>
                            <p:cNvSpPr>
                              <a:spLocks/>
                            </p:cNvSpPr>
                            <p:nvPr/>
                          </p:nvSpPr>
                          <p:spPr bwMode="auto">
                            <a:xfrm>
                              <a:off x="3665" y="2013"/>
                              <a:ext cx="8" cy="8"/>
                            </a:xfrm>
                            <a:custGeom>
                              <a:avLst/>
                              <a:gdLst>
                                <a:gd name="T0" fmla="*/ 3 w 8"/>
                                <a:gd name="T1" fmla="*/ 8 h 8"/>
                                <a:gd name="T2" fmla="*/ 4 w 8"/>
                                <a:gd name="T3" fmla="*/ 8 h 8"/>
                                <a:gd name="T4" fmla="*/ 6 w 8"/>
                                <a:gd name="T5" fmla="*/ 8 h 8"/>
                                <a:gd name="T6" fmla="*/ 7 w 8"/>
                                <a:gd name="T7" fmla="*/ 8 h 8"/>
                                <a:gd name="T8" fmla="*/ 8 w 8"/>
                                <a:gd name="T9" fmla="*/ 7 h 8"/>
                                <a:gd name="T10" fmla="*/ 8 w 8"/>
                                <a:gd name="T11" fmla="*/ 6 h 8"/>
                                <a:gd name="T12" fmla="*/ 8 w 8"/>
                                <a:gd name="T13" fmla="*/ 4 h 8"/>
                                <a:gd name="T14" fmla="*/ 8 w 8"/>
                                <a:gd name="T15" fmla="*/ 3 h 8"/>
                                <a:gd name="T16" fmla="*/ 7 w 8"/>
                                <a:gd name="T17" fmla="*/ 1 h 8"/>
                                <a:gd name="T18" fmla="*/ 7 w 8"/>
                                <a:gd name="T19" fmla="*/ 1 h 8"/>
                                <a:gd name="T20" fmla="*/ 6 w 8"/>
                                <a:gd name="T21" fmla="*/ 0 h 8"/>
                                <a:gd name="T22" fmla="*/ 4 w 8"/>
                                <a:gd name="T23" fmla="*/ 0 h 8"/>
                                <a:gd name="T24" fmla="*/ 3 w 8"/>
                                <a:gd name="T25" fmla="*/ 1 h 8"/>
                                <a:gd name="T26" fmla="*/ 1 w 8"/>
                                <a:gd name="T27" fmla="*/ 3 h 8"/>
                                <a:gd name="T28" fmla="*/ 0 w 8"/>
                                <a:gd name="T29" fmla="*/ 4 h 8"/>
                                <a:gd name="T30" fmla="*/ 0 w 8"/>
                                <a:gd name="T31" fmla="*/ 6 h 8"/>
                                <a:gd name="T32" fmla="*/ 1 w 8"/>
                                <a:gd name="T33" fmla="*/ 7 h 8"/>
                                <a:gd name="T34" fmla="*/ 3 w 8"/>
                                <a:gd name="T35" fmla="*/ 8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8"/>
                                <a:gd name="T56" fmla="*/ 8 w 8"/>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8">
                                  <a:moveTo>
                                    <a:pt x="3" y="8"/>
                                  </a:moveTo>
                                  <a:lnTo>
                                    <a:pt x="4" y="8"/>
                                  </a:lnTo>
                                  <a:lnTo>
                                    <a:pt x="6" y="8"/>
                                  </a:lnTo>
                                  <a:lnTo>
                                    <a:pt x="7" y="8"/>
                                  </a:lnTo>
                                  <a:lnTo>
                                    <a:pt x="8" y="7"/>
                                  </a:lnTo>
                                  <a:lnTo>
                                    <a:pt x="8" y="6"/>
                                  </a:lnTo>
                                  <a:lnTo>
                                    <a:pt x="8" y="4"/>
                                  </a:lnTo>
                                  <a:lnTo>
                                    <a:pt x="8" y="3"/>
                                  </a:lnTo>
                                  <a:lnTo>
                                    <a:pt x="7" y="1"/>
                                  </a:lnTo>
                                  <a:lnTo>
                                    <a:pt x="6" y="0"/>
                                  </a:lnTo>
                                  <a:lnTo>
                                    <a:pt x="4" y="0"/>
                                  </a:lnTo>
                                  <a:lnTo>
                                    <a:pt x="3" y="1"/>
                                  </a:lnTo>
                                  <a:lnTo>
                                    <a:pt x="1" y="3"/>
                                  </a:lnTo>
                                  <a:lnTo>
                                    <a:pt x="0" y="4"/>
                                  </a:lnTo>
                                  <a:lnTo>
                                    <a:pt x="0" y="6"/>
                                  </a:lnTo>
                                  <a:lnTo>
                                    <a:pt x="1" y="7"/>
                                  </a:lnTo>
                                  <a:lnTo>
                                    <a:pt x="3"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65" name="Freeform 316"/>
                            <p:cNvSpPr>
                              <a:spLocks/>
                            </p:cNvSpPr>
                            <p:nvPr/>
                          </p:nvSpPr>
                          <p:spPr bwMode="auto">
                            <a:xfrm>
                              <a:off x="3652" y="2003"/>
                              <a:ext cx="8" cy="8"/>
                            </a:xfrm>
                            <a:custGeom>
                              <a:avLst/>
                              <a:gdLst>
                                <a:gd name="T0" fmla="*/ 3 w 8"/>
                                <a:gd name="T1" fmla="*/ 7 h 8"/>
                                <a:gd name="T2" fmla="*/ 4 w 8"/>
                                <a:gd name="T3" fmla="*/ 8 h 8"/>
                                <a:gd name="T4" fmla="*/ 5 w 8"/>
                                <a:gd name="T5" fmla="*/ 8 h 8"/>
                                <a:gd name="T6" fmla="*/ 7 w 8"/>
                                <a:gd name="T7" fmla="*/ 7 h 8"/>
                                <a:gd name="T8" fmla="*/ 8 w 8"/>
                                <a:gd name="T9" fmla="*/ 5 h 8"/>
                                <a:gd name="T10" fmla="*/ 8 w 8"/>
                                <a:gd name="T11" fmla="*/ 4 h 8"/>
                                <a:gd name="T12" fmla="*/ 8 w 8"/>
                                <a:gd name="T13" fmla="*/ 3 h 8"/>
                                <a:gd name="T14" fmla="*/ 8 w 8"/>
                                <a:gd name="T15" fmla="*/ 1 h 8"/>
                                <a:gd name="T16" fmla="*/ 7 w 8"/>
                                <a:gd name="T17" fmla="*/ 0 h 8"/>
                                <a:gd name="T18" fmla="*/ 7 w 8"/>
                                <a:gd name="T19" fmla="*/ 0 h 8"/>
                                <a:gd name="T20" fmla="*/ 5 w 8"/>
                                <a:gd name="T21" fmla="*/ 0 h 8"/>
                                <a:gd name="T22" fmla="*/ 4 w 8"/>
                                <a:gd name="T23" fmla="*/ 0 h 8"/>
                                <a:gd name="T24" fmla="*/ 3 w 8"/>
                                <a:gd name="T25" fmla="*/ 0 h 8"/>
                                <a:gd name="T26" fmla="*/ 1 w 8"/>
                                <a:gd name="T27" fmla="*/ 1 h 8"/>
                                <a:gd name="T28" fmla="*/ 0 w 8"/>
                                <a:gd name="T29" fmla="*/ 3 h 8"/>
                                <a:gd name="T30" fmla="*/ 0 w 8"/>
                                <a:gd name="T31" fmla="*/ 4 h 8"/>
                                <a:gd name="T32" fmla="*/ 1 w 8"/>
                                <a:gd name="T33" fmla="*/ 5 h 8"/>
                                <a:gd name="T34" fmla="*/ 3 w 8"/>
                                <a:gd name="T35" fmla="*/ 7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8"/>
                                <a:gd name="T56" fmla="*/ 8 w 8"/>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8">
                                  <a:moveTo>
                                    <a:pt x="3" y="7"/>
                                  </a:moveTo>
                                  <a:lnTo>
                                    <a:pt x="4" y="8"/>
                                  </a:lnTo>
                                  <a:lnTo>
                                    <a:pt x="5" y="8"/>
                                  </a:lnTo>
                                  <a:lnTo>
                                    <a:pt x="7" y="7"/>
                                  </a:lnTo>
                                  <a:lnTo>
                                    <a:pt x="8" y="5"/>
                                  </a:lnTo>
                                  <a:lnTo>
                                    <a:pt x="8" y="4"/>
                                  </a:lnTo>
                                  <a:lnTo>
                                    <a:pt x="8" y="3"/>
                                  </a:lnTo>
                                  <a:lnTo>
                                    <a:pt x="8" y="1"/>
                                  </a:lnTo>
                                  <a:lnTo>
                                    <a:pt x="7" y="0"/>
                                  </a:lnTo>
                                  <a:lnTo>
                                    <a:pt x="5" y="0"/>
                                  </a:lnTo>
                                  <a:lnTo>
                                    <a:pt x="4" y="0"/>
                                  </a:lnTo>
                                  <a:lnTo>
                                    <a:pt x="3" y="0"/>
                                  </a:lnTo>
                                  <a:lnTo>
                                    <a:pt x="1" y="1"/>
                                  </a:lnTo>
                                  <a:lnTo>
                                    <a:pt x="0" y="3"/>
                                  </a:lnTo>
                                  <a:lnTo>
                                    <a:pt x="0" y="4"/>
                                  </a:lnTo>
                                  <a:lnTo>
                                    <a:pt x="1" y="5"/>
                                  </a:lnTo>
                                  <a:lnTo>
                                    <a:pt x="3"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66" name="Freeform 317"/>
                            <p:cNvSpPr>
                              <a:spLocks/>
                            </p:cNvSpPr>
                            <p:nvPr/>
                          </p:nvSpPr>
                          <p:spPr bwMode="auto">
                            <a:xfrm>
                              <a:off x="3639" y="1990"/>
                              <a:ext cx="8" cy="10"/>
                            </a:xfrm>
                            <a:custGeom>
                              <a:avLst/>
                              <a:gdLst>
                                <a:gd name="T0" fmla="*/ 2 w 8"/>
                                <a:gd name="T1" fmla="*/ 8 h 10"/>
                                <a:gd name="T2" fmla="*/ 4 w 8"/>
                                <a:gd name="T3" fmla="*/ 10 h 10"/>
                                <a:gd name="T4" fmla="*/ 5 w 8"/>
                                <a:gd name="T5" fmla="*/ 10 h 10"/>
                                <a:gd name="T6" fmla="*/ 7 w 8"/>
                                <a:gd name="T7" fmla="*/ 8 h 10"/>
                                <a:gd name="T8" fmla="*/ 8 w 8"/>
                                <a:gd name="T9" fmla="*/ 7 h 10"/>
                                <a:gd name="T10" fmla="*/ 8 w 8"/>
                                <a:gd name="T11" fmla="*/ 5 h 10"/>
                                <a:gd name="T12" fmla="*/ 8 w 8"/>
                                <a:gd name="T13" fmla="*/ 4 h 10"/>
                                <a:gd name="T14" fmla="*/ 8 w 8"/>
                                <a:gd name="T15" fmla="*/ 2 h 10"/>
                                <a:gd name="T16" fmla="*/ 7 w 8"/>
                                <a:gd name="T17" fmla="*/ 1 h 10"/>
                                <a:gd name="T18" fmla="*/ 7 w 8"/>
                                <a:gd name="T19" fmla="*/ 1 h 10"/>
                                <a:gd name="T20" fmla="*/ 5 w 8"/>
                                <a:gd name="T21" fmla="*/ 0 h 10"/>
                                <a:gd name="T22" fmla="*/ 4 w 8"/>
                                <a:gd name="T23" fmla="*/ 0 h 10"/>
                                <a:gd name="T24" fmla="*/ 2 w 8"/>
                                <a:gd name="T25" fmla="*/ 1 h 10"/>
                                <a:gd name="T26" fmla="*/ 1 w 8"/>
                                <a:gd name="T27" fmla="*/ 2 h 10"/>
                                <a:gd name="T28" fmla="*/ 0 w 8"/>
                                <a:gd name="T29" fmla="*/ 4 h 10"/>
                                <a:gd name="T30" fmla="*/ 0 w 8"/>
                                <a:gd name="T31" fmla="*/ 5 h 10"/>
                                <a:gd name="T32" fmla="*/ 1 w 8"/>
                                <a:gd name="T33" fmla="*/ 7 h 10"/>
                                <a:gd name="T34" fmla="*/ 2 w 8"/>
                                <a:gd name="T35" fmla="*/ 8 h 10"/>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10"/>
                                <a:gd name="T56" fmla="*/ 8 w 8"/>
                                <a:gd name="T57" fmla="*/ 10 h 10"/>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10">
                                  <a:moveTo>
                                    <a:pt x="2" y="8"/>
                                  </a:moveTo>
                                  <a:lnTo>
                                    <a:pt x="4" y="10"/>
                                  </a:lnTo>
                                  <a:lnTo>
                                    <a:pt x="5" y="10"/>
                                  </a:lnTo>
                                  <a:lnTo>
                                    <a:pt x="7" y="8"/>
                                  </a:lnTo>
                                  <a:lnTo>
                                    <a:pt x="8" y="7"/>
                                  </a:lnTo>
                                  <a:lnTo>
                                    <a:pt x="8" y="5"/>
                                  </a:lnTo>
                                  <a:lnTo>
                                    <a:pt x="8" y="4"/>
                                  </a:lnTo>
                                  <a:lnTo>
                                    <a:pt x="8" y="2"/>
                                  </a:lnTo>
                                  <a:lnTo>
                                    <a:pt x="7" y="1"/>
                                  </a:lnTo>
                                  <a:lnTo>
                                    <a:pt x="5" y="0"/>
                                  </a:lnTo>
                                  <a:lnTo>
                                    <a:pt x="4" y="0"/>
                                  </a:lnTo>
                                  <a:lnTo>
                                    <a:pt x="2" y="1"/>
                                  </a:lnTo>
                                  <a:lnTo>
                                    <a:pt x="1" y="2"/>
                                  </a:lnTo>
                                  <a:lnTo>
                                    <a:pt x="0" y="4"/>
                                  </a:lnTo>
                                  <a:lnTo>
                                    <a:pt x="0" y="5"/>
                                  </a:lnTo>
                                  <a:lnTo>
                                    <a:pt x="1" y="7"/>
                                  </a:lnTo>
                                  <a:lnTo>
                                    <a:pt x="2"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67" name="Freeform 318"/>
                            <p:cNvSpPr>
                              <a:spLocks/>
                            </p:cNvSpPr>
                            <p:nvPr/>
                          </p:nvSpPr>
                          <p:spPr bwMode="auto">
                            <a:xfrm>
                              <a:off x="3627" y="1978"/>
                              <a:ext cx="9" cy="9"/>
                            </a:xfrm>
                            <a:custGeom>
                              <a:avLst/>
                              <a:gdLst>
                                <a:gd name="T0" fmla="*/ 1 w 9"/>
                                <a:gd name="T1" fmla="*/ 9 h 9"/>
                                <a:gd name="T2" fmla="*/ 3 w 9"/>
                                <a:gd name="T3" fmla="*/ 9 h 9"/>
                                <a:gd name="T4" fmla="*/ 4 w 9"/>
                                <a:gd name="T5" fmla="*/ 9 h 9"/>
                                <a:gd name="T6" fmla="*/ 6 w 9"/>
                                <a:gd name="T7" fmla="*/ 9 h 9"/>
                                <a:gd name="T8" fmla="*/ 7 w 9"/>
                                <a:gd name="T9" fmla="*/ 7 h 9"/>
                                <a:gd name="T10" fmla="*/ 9 w 9"/>
                                <a:gd name="T11" fmla="*/ 6 h 9"/>
                                <a:gd name="T12" fmla="*/ 9 w 9"/>
                                <a:gd name="T13" fmla="*/ 4 h 9"/>
                                <a:gd name="T14" fmla="*/ 7 w 9"/>
                                <a:gd name="T15" fmla="*/ 3 h 9"/>
                                <a:gd name="T16" fmla="*/ 6 w 9"/>
                                <a:gd name="T17" fmla="*/ 1 h 9"/>
                                <a:gd name="T18" fmla="*/ 6 w 9"/>
                                <a:gd name="T19" fmla="*/ 1 h 9"/>
                                <a:gd name="T20" fmla="*/ 4 w 9"/>
                                <a:gd name="T21" fmla="*/ 0 h 9"/>
                                <a:gd name="T22" fmla="*/ 3 w 9"/>
                                <a:gd name="T23" fmla="*/ 0 h 9"/>
                                <a:gd name="T24" fmla="*/ 1 w 9"/>
                                <a:gd name="T25" fmla="*/ 1 h 9"/>
                                <a:gd name="T26" fmla="*/ 0 w 9"/>
                                <a:gd name="T27" fmla="*/ 3 h 9"/>
                                <a:gd name="T28" fmla="*/ 0 w 9"/>
                                <a:gd name="T29" fmla="*/ 4 h 9"/>
                                <a:gd name="T30" fmla="*/ 0 w 9"/>
                                <a:gd name="T31" fmla="*/ 6 h 9"/>
                                <a:gd name="T32" fmla="*/ 0 w 9"/>
                                <a:gd name="T33" fmla="*/ 7 h 9"/>
                                <a:gd name="T34" fmla="*/ 1 w 9"/>
                                <a:gd name="T35" fmla="*/ 9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1" y="9"/>
                                  </a:moveTo>
                                  <a:lnTo>
                                    <a:pt x="3" y="9"/>
                                  </a:lnTo>
                                  <a:lnTo>
                                    <a:pt x="4" y="9"/>
                                  </a:lnTo>
                                  <a:lnTo>
                                    <a:pt x="6" y="9"/>
                                  </a:lnTo>
                                  <a:lnTo>
                                    <a:pt x="7" y="7"/>
                                  </a:lnTo>
                                  <a:lnTo>
                                    <a:pt x="9" y="6"/>
                                  </a:lnTo>
                                  <a:lnTo>
                                    <a:pt x="9" y="4"/>
                                  </a:lnTo>
                                  <a:lnTo>
                                    <a:pt x="7" y="3"/>
                                  </a:lnTo>
                                  <a:lnTo>
                                    <a:pt x="6" y="1"/>
                                  </a:lnTo>
                                  <a:lnTo>
                                    <a:pt x="4" y="0"/>
                                  </a:lnTo>
                                  <a:lnTo>
                                    <a:pt x="3" y="0"/>
                                  </a:lnTo>
                                  <a:lnTo>
                                    <a:pt x="1" y="1"/>
                                  </a:lnTo>
                                  <a:lnTo>
                                    <a:pt x="0" y="3"/>
                                  </a:lnTo>
                                  <a:lnTo>
                                    <a:pt x="0" y="4"/>
                                  </a:lnTo>
                                  <a:lnTo>
                                    <a:pt x="0" y="6"/>
                                  </a:lnTo>
                                  <a:lnTo>
                                    <a:pt x="0" y="7"/>
                                  </a:lnTo>
                                  <a:lnTo>
                                    <a:pt x="1"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68" name="Freeform 319"/>
                            <p:cNvSpPr>
                              <a:spLocks/>
                            </p:cNvSpPr>
                            <p:nvPr/>
                          </p:nvSpPr>
                          <p:spPr bwMode="auto">
                            <a:xfrm>
                              <a:off x="3614" y="1966"/>
                              <a:ext cx="9" cy="9"/>
                            </a:xfrm>
                            <a:custGeom>
                              <a:avLst/>
                              <a:gdLst>
                                <a:gd name="T0" fmla="*/ 1 w 9"/>
                                <a:gd name="T1" fmla="*/ 9 h 9"/>
                                <a:gd name="T2" fmla="*/ 3 w 9"/>
                                <a:gd name="T3" fmla="*/ 9 h 9"/>
                                <a:gd name="T4" fmla="*/ 4 w 9"/>
                                <a:gd name="T5" fmla="*/ 9 h 9"/>
                                <a:gd name="T6" fmla="*/ 6 w 9"/>
                                <a:gd name="T7" fmla="*/ 9 h 9"/>
                                <a:gd name="T8" fmla="*/ 7 w 9"/>
                                <a:gd name="T9" fmla="*/ 8 h 9"/>
                                <a:gd name="T10" fmla="*/ 9 w 9"/>
                                <a:gd name="T11" fmla="*/ 6 h 9"/>
                                <a:gd name="T12" fmla="*/ 9 w 9"/>
                                <a:gd name="T13" fmla="*/ 5 h 9"/>
                                <a:gd name="T14" fmla="*/ 7 w 9"/>
                                <a:gd name="T15" fmla="*/ 3 h 9"/>
                                <a:gd name="T16" fmla="*/ 6 w 9"/>
                                <a:gd name="T17" fmla="*/ 2 h 9"/>
                                <a:gd name="T18" fmla="*/ 6 w 9"/>
                                <a:gd name="T19" fmla="*/ 2 h 9"/>
                                <a:gd name="T20" fmla="*/ 4 w 9"/>
                                <a:gd name="T21" fmla="*/ 0 h 9"/>
                                <a:gd name="T22" fmla="*/ 3 w 9"/>
                                <a:gd name="T23" fmla="*/ 0 h 9"/>
                                <a:gd name="T24" fmla="*/ 1 w 9"/>
                                <a:gd name="T25" fmla="*/ 2 h 9"/>
                                <a:gd name="T26" fmla="*/ 0 w 9"/>
                                <a:gd name="T27" fmla="*/ 3 h 9"/>
                                <a:gd name="T28" fmla="*/ 0 w 9"/>
                                <a:gd name="T29" fmla="*/ 5 h 9"/>
                                <a:gd name="T30" fmla="*/ 0 w 9"/>
                                <a:gd name="T31" fmla="*/ 6 h 9"/>
                                <a:gd name="T32" fmla="*/ 0 w 9"/>
                                <a:gd name="T33" fmla="*/ 8 h 9"/>
                                <a:gd name="T34" fmla="*/ 1 w 9"/>
                                <a:gd name="T35" fmla="*/ 9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9"/>
                                <a:gd name="T56" fmla="*/ 9 w 9"/>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9">
                                  <a:moveTo>
                                    <a:pt x="1" y="9"/>
                                  </a:moveTo>
                                  <a:lnTo>
                                    <a:pt x="3" y="9"/>
                                  </a:lnTo>
                                  <a:lnTo>
                                    <a:pt x="4" y="9"/>
                                  </a:lnTo>
                                  <a:lnTo>
                                    <a:pt x="6" y="9"/>
                                  </a:lnTo>
                                  <a:lnTo>
                                    <a:pt x="7" y="8"/>
                                  </a:lnTo>
                                  <a:lnTo>
                                    <a:pt x="9" y="6"/>
                                  </a:lnTo>
                                  <a:lnTo>
                                    <a:pt x="9" y="5"/>
                                  </a:lnTo>
                                  <a:lnTo>
                                    <a:pt x="7" y="3"/>
                                  </a:lnTo>
                                  <a:lnTo>
                                    <a:pt x="6" y="2"/>
                                  </a:lnTo>
                                  <a:lnTo>
                                    <a:pt x="4" y="0"/>
                                  </a:lnTo>
                                  <a:lnTo>
                                    <a:pt x="3" y="0"/>
                                  </a:lnTo>
                                  <a:lnTo>
                                    <a:pt x="1" y="2"/>
                                  </a:lnTo>
                                  <a:lnTo>
                                    <a:pt x="0" y="3"/>
                                  </a:lnTo>
                                  <a:lnTo>
                                    <a:pt x="0" y="5"/>
                                  </a:lnTo>
                                  <a:lnTo>
                                    <a:pt x="0" y="6"/>
                                  </a:lnTo>
                                  <a:lnTo>
                                    <a:pt x="0" y="8"/>
                                  </a:lnTo>
                                  <a:lnTo>
                                    <a:pt x="1"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69" name="Freeform 320"/>
                            <p:cNvSpPr>
                              <a:spLocks/>
                            </p:cNvSpPr>
                            <p:nvPr/>
                          </p:nvSpPr>
                          <p:spPr bwMode="auto">
                            <a:xfrm>
                              <a:off x="3601" y="1955"/>
                              <a:ext cx="9" cy="8"/>
                            </a:xfrm>
                            <a:custGeom>
                              <a:avLst/>
                              <a:gdLst>
                                <a:gd name="T0" fmla="*/ 1 w 9"/>
                                <a:gd name="T1" fmla="*/ 8 h 8"/>
                                <a:gd name="T2" fmla="*/ 3 w 9"/>
                                <a:gd name="T3" fmla="*/ 8 h 8"/>
                                <a:gd name="T4" fmla="*/ 4 w 9"/>
                                <a:gd name="T5" fmla="*/ 8 h 8"/>
                                <a:gd name="T6" fmla="*/ 6 w 9"/>
                                <a:gd name="T7" fmla="*/ 8 h 8"/>
                                <a:gd name="T8" fmla="*/ 7 w 9"/>
                                <a:gd name="T9" fmla="*/ 7 h 8"/>
                                <a:gd name="T10" fmla="*/ 9 w 9"/>
                                <a:gd name="T11" fmla="*/ 5 h 8"/>
                                <a:gd name="T12" fmla="*/ 9 w 9"/>
                                <a:gd name="T13" fmla="*/ 4 h 8"/>
                                <a:gd name="T14" fmla="*/ 7 w 9"/>
                                <a:gd name="T15" fmla="*/ 3 h 8"/>
                                <a:gd name="T16" fmla="*/ 6 w 9"/>
                                <a:gd name="T17" fmla="*/ 1 h 8"/>
                                <a:gd name="T18" fmla="*/ 6 w 9"/>
                                <a:gd name="T19" fmla="*/ 1 h 8"/>
                                <a:gd name="T20" fmla="*/ 4 w 9"/>
                                <a:gd name="T21" fmla="*/ 0 h 8"/>
                                <a:gd name="T22" fmla="*/ 3 w 9"/>
                                <a:gd name="T23" fmla="*/ 0 h 8"/>
                                <a:gd name="T24" fmla="*/ 1 w 9"/>
                                <a:gd name="T25" fmla="*/ 1 h 8"/>
                                <a:gd name="T26" fmla="*/ 0 w 9"/>
                                <a:gd name="T27" fmla="*/ 3 h 8"/>
                                <a:gd name="T28" fmla="*/ 0 w 9"/>
                                <a:gd name="T29" fmla="*/ 4 h 8"/>
                                <a:gd name="T30" fmla="*/ 0 w 9"/>
                                <a:gd name="T31" fmla="*/ 5 h 8"/>
                                <a:gd name="T32" fmla="*/ 0 w 9"/>
                                <a:gd name="T33" fmla="*/ 7 h 8"/>
                                <a:gd name="T34" fmla="*/ 1 w 9"/>
                                <a:gd name="T35" fmla="*/ 8 h 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
                                <a:gd name="T55" fmla="*/ 0 h 8"/>
                                <a:gd name="T56" fmla="*/ 9 w 9"/>
                                <a:gd name="T57" fmla="*/ 8 h 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 h="8">
                                  <a:moveTo>
                                    <a:pt x="1" y="8"/>
                                  </a:moveTo>
                                  <a:lnTo>
                                    <a:pt x="3" y="8"/>
                                  </a:lnTo>
                                  <a:lnTo>
                                    <a:pt x="4" y="8"/>
                                  </a:lnTo>
                                  <a:lnTo>
                                    <a:pt x="6" y="8"/>
                                  </a:lnTo>
                                  <a:lnTo>
                                    <a:pt x="7" y="7"/>
                                  </a:lnTo>
                                  <a:lnTo>
                                    <a:pt x="9" y="5"/>
                                  </a:lnTo>
                                  <a:lnTo>
                                    <a:pt x="9" y="4"/>
                                  </a:lnTo>
                                  <a:lnTo>
                                    <a:pt x="7" y="3"/>
                                  </a:lnTo>
                                  <a:lnTo>
                                    <a:pt x="6" y="1"/>
                                  </a:lnTo>
                                  <a:lnTo>
                                    <a:pt x="4" y="0"/>
                                  </a:lnTo>
                                  <a:lnTo>
                                    <a:pt x="3" y="0"/>
                                  </a:lnTo>
                                  <a:lnTo>
                                    <a:pt x="1" y="1"/>
                                  </a:lnTo>
                                  <a:lnTo>
                                    <a:pt x="0" y="3"/>
                                  </a:lnTo>
                                  <a:lnTo>
                                    <a:pt x="0" y="4"/>
                                  </a:lnTo>
                                  <a:lnTo>
                                    <a:pt x="0" y="5"/>
                                  </a:lnTo>
                                  <a:lnTo>
                                    <a:pt x="0" y="7"/>
                                  </a:lnTo>
                                  <a:lnTo>
                                    <a:pt x="1"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70" name="Freeform 321"/>
                            <p:cNvSpPr>
                              <a:spLocks/>
                            </p:cNvSpPr>
                            <p:nvPr/>
                          </p:nvSpPr>
                          <p:spPr bwMode="auto">
                            <a:xfrm>
                              <a:off x="3588" y="1943"/>
                              <a:ext cx="8" cy="9"/>
                            </a:xfrm>
                            <a:custGeom>
                              <a:avLst/>
                              <a:gdLst>
                                <a:gd name="T0" fmla="*/ 3 w 8"/>
                                <a:gd name="T1" fmla="*/ 9 h 9"/>
                                <a:gd name="T2" fmla="*/ 4 w 8"/>
                                <a:gd name="T3" fmla="*/ 9 h 9"/>
                                <a:gd name="T4" fmla="*/ 6 w 8"/>
                                <a:gd name="T5" fmla="*/ 9 h 9"/>
                                <a:gd name="T6" fmla="*/ 7 w 8"/>
                                <a:gd name="T7" fmla="*/ 9 h 9"/>
                                <a:gd name="T8" fmla="*/ 8 w 8"/>
                                <a:gd name="T9" fmla="*/ 7 h 9"/>
                                <a:gd name="T10" fmla="*/ 8 w 8"/>
                                <a:gd name="T11" fmla="*/ 6 h 9"/>
                                <a:gd name="T12" fmla="*/ 8 w 8"/>
                                <a:gd name="T13" fmla="*/ 4 h 9"/>
                                <a:gd name="T14" fmla="*/ 8 w 8"/>
                                <a:gd name="T15" fmla="*/ 3 h 9"/>
                                <a:gd name="T16" fmla="*/ 7 w 8"/>
                                <a:gd name="T17" fmla="*/ 1 h 9"/>
                                <a:gd name="T18" fmla="*/ 7 w 8"/>
                                <a:gd name="T19" fmla="*/ 1 h 9"/>
                                <a:gd name="T20" fmla="*/ 6 w 8"/>
                                <a:gd name="T21" fmla="*/ 0 h 9"/>
                                <a:gd name="T22" fmla="*/ 4 w 8"/>
                                <a:gd name="T23" fmla="*/ 0 h 9"/>
                                <a:gd name="T24" fmla="*/ 3 w 8"/>
                                <a:gd name="T25" fmla="*/ 1 h 9"/>
                                <a:gd name="T26" fmla="*/ 1 w 8"/>
                                <a:gd name="T27" fmla="*/ 3 h 9"/>
                                <a:gd name="T28" fmla="*/ 0 w 8"/>
                                <a:gd name="T29" fmla="*/ 4 h 9"/>
                                <a:gd name="T30" fmla="*/ 0 w 8"/>
                                <a:gd name="T31" fmla="*/ 6 h 9"/>
                                <a:gd name="T32" fmla="*/ 1 w 8"/>
                                <a:gd name="T33" fmla="*/ 7 h 9"/>
                                <a:gd name="T34" fmla="*/ 3 w 8"/>
                                <a:gd name="T35" fmla="*/ 9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3" y="9"/>
                                  </a:moveTo>
                                  <a:lnTo>
                                    <a:pt x="4" y="9"/>
                                  </a:lnTo>
                                  <a:lnTo>
                                    <a:pt x="6" y="9"/>
                                  </a:lnTo>
                                  <a:lnTo>
                                    <a:pt x="7" y="9"/>
                                  </a:lnTo>
                                  <a:lnTo>
                                    <a:pt x="8" y="7"/>
                                  </a:lnTo>
                                  <a:lnTo>
                                    <a:pt x="8" y="6"/>
                                  </a:lnTo>
                                  <a:lnTo>
                                    <a:pt x="8" y="4"/>
                                  </a:lnTo>
                                  <a:lnTo>
                                    <a:pt x="8" y="3"/>
                                  </a:lnTo>
                                  <a:lnTo>
                                    <a:pt x="7" y="1"/>
                                  </a:lnTo>
                                  <a:lnTo>
                                    <a:pt x="6" y="0"/>
                                  </a:lnTo>
                                  <a:lnTo>
                                    <a:pt x="4" y="0"/>
                                  </a:lnTo>
                                  <a:lnTo>
                                    <a:pt x="3" y="1"/>
                                  </a:lnTo>
                                  <a:lnTo>
                                    <a:pt x="1" y="3"/>
                                  </a:lnTo>
                                  <a:lnTo>
                                    <a:pt x="0" y="4"/>
                                  </a:lnTo>
                                  <a:lnTo>
                                    <a:pt x="0" y="6"/>
                                  </a:lnTo>
                                  <a:lnTo>
                                    <a:pt x="1" y="7"/>
                                  </a:lnTo>
                                  <a:lnTo>
                                    <a:pt x="3"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sp>
                          <p:nvSpPr>
                            <p:cNvPr id="71" name="Freeform 322"/>
                            <p:cNvSpPr>
                              <a:spLocks/>
                            </p:cNvSpPr>
                            <p:nvPr/>
                          </p:nvSpPr>
                          <p:spPr bwMode="auto">
                            <a:xfrm>
                              <a:off x="3575" y="1931"/>
                              <a:ext cx="8" cy="9"/>
                            </a:xfrm>
                            <a:custGeom>
                              <a:avLst/>
                              <a:gdLst>
                                <a:gd name="T0" fmla="*/ 1 w 8"/>
                                <a:gd name="T1" fmla="*/ 9 h 9"/>
                                <a:gd name="T2" fmla="*/ 3 w 8"/>
                                <a:gd name="T3" fmla="*/ 9 h 9"/>
                                <a:gd name="T4" fmla="*/ 4 w 8"/>
                                <a:gd name="T5" fmla="*/ 9 h 9"/>
                                <a:gd name="T6" fmla="*/ 5 w 8"/>
                                <a:gd name="T7" fmla="*/ 9 h 9"/>
                                <a:gd name="T8" fmla="*/ 7 w 8"/>
                                <a:gd name="T9" fmla="*/ 8 h 9"/>
                                <a:gd name="T10" fmla="*/ 8 w 8"/>
                                <a:gd name="T11" fmla="*/ 6 h 9"/>
                                <a:gd name="T12" fmla="*/ 8 w 8"/>
                                <a:gd name="T13" fmla="*/ 5 h 9"/>
                                <a:gd name="T14" fmla="*/ 7 w 8"/>
                                <a:gd name="T15" fmla="*/ 3 h 9"/>
                                <a:gd name="T16" fmla="*/ 5 w 8"/>
                                <a:gd name="T17" fmla="*/ 2 h 9"/>
                                <a:gd name="T18" fmla="*/ 5 w 8"/>
                                <a:gd name="T19" fmla="*/ 2 h 9"/>
                                <a:gd name="T20" fmla="*/ 4 w 8"/>
                                <a:gd name="T21" fmla="*/ 0 h 9"/>
                                <a:gd name="T22" fmla="*/ 3 w 8"/>
                                <a:gd name="T23" fmla="*/ 0 h 9"/>
                                <a:gd name="T24" fmla="*/ 1 w 8"/>
                                <a:gd name="T25" fmla="*/ 2 h 9"/>
                                <a:gd name="T26" fmla="*/ 0 w 8"/>
                                <a:gd name="T27" fmla="*/ 3 h 9"/>
                                <a:gd name="T28" fmla="*/ 0 w 8"/>
                                <a:gd name="T29" fmla="*/ 5 h 9"/>
                                <a:gd name="T30" fmla="*/ 0 w 8"/>
                                <a:gd name="T31" fmla="*/ 6 h 9"/>
                                <a:gd name="T32" fmla="*/ 0 w 8"/>
                                <a:gd name="T33" fmla="*/ 8 h 9"/>
                                <a:gd name="T34" fmla="*/ 1 w 8"/>
                                <a:gd name="T35" fmla="*/ 9 h 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
                                <a:gd name="T55" fmla="*/ 0 h 9"/>
                                <a:gd name="T56" fmla="*/ 8 w 8"/>
                                <a:gd name="T57" fmla="*/ 9 h 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 h="9">
                                  <a:moveTo>
                                    <a:pt x="1" y="9"/>
                                  </a:moveTo>
                                  <a:lnTo>
                                    <a:pt x="3" y="9"/>
                                  </a:lnTo>
                                  <a:lnTo>
                                    <a:pt x="4" y="9"/>
                                  </a:lnTo>
                                  <a:lnTo>
                                    <a:pt x="5" y="9"/>
                                  </a:lnTo>
                                  <a:lnTo>
                                    <a:pt x="7" y="8"/>
                                  </a:lnTo>
                                  <a:lnTo>
                                    <a:pt x="8" y="6"/>
                                  </a:lnTo>
                                  <a:lnTo>
                                    <a:pt x="8" y="5"/>
                                  </a:lnTo>
                                  <a:lnTo>
                                    <a:pt x="7" y="3"/>
                                  </a:lnTo>
                                  <a:lnTo>
                                    <a:pt x="5" y="2"/>
                                  </a:lnTo>
                                  <a:lnTo>
                                    <a:pt x="4" y="0"/>
                                  </a:lnTo>
                                  <a:lnTo>
                                    <a:pt x="3" y="0"/>
                                  </a:lnTo>
                                  <a:lnTo>
                                    <a:pt x="1" y="2"/>
                                  </a:lnTo>
                                  <a:lnTo>
                                    <a:pt x="0" y="3"/>
                                  </a:lnTo>
                                  <a:lnTo>
                                    <a:pt x="0" y="5"/>
                                  </a:lnTo>
                                  <a:lnTo>
                                    <a:pt x="0" y="6"/>
                                  </a:lnTo>
                                  <a:lnTo>
                                    <a:pt x="0" y="8"/>
                                  </a:lnTo>
                                  <a:lnTo>
                                    <a:pt x="1"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GB"/>
                            </a:p>
                          </p:txBody>
                        </p:sp>
                      </p:grpSp>
                    </p:grpSp>
                  </p:grpSp>
                </p:grpSp>
              </p:grpSp>
            </p:grpSp>
          </p:grpSp>
        </p:grpSp>
        <p:sp>
          <p:nvSpPr>
            <p:cNvPr id="10" name="Rectangle 9"/>
            <p:cNvSpPr/>
            <p:nvPr/>
          </p:nvSpPr>
          <p:spPr bwMode="auto">
            <a:xfrm rot="19109156">
              <a:off x="5980701" y="1246099"/>
              <a:ext cx="2267083" cy="574401"/>
            </a:xfrm>
            <a:prstGeom prst="rect">
              <a:avLst/>
            </a:prstGeom>
            <a:noFill/>
            <a:ln w="9525" cap="flat" cmpd="sng" algn="ctr">
              <a:solidFill>
                <a:srgbClr val="0070C0"/>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en-GB" sz="2400" b="1" i="0" u="none" strike="noStrike" cap="none" normalizeH="0" baseline="0">
                <a:ln>
                  <a:noFill/>
                </a:ln>
                <a:solidFill>
                  <a:schemeClr val="tx1"/>
                </a:solidFill>
                <a:effectLst/>
                <a:latin typeface="Arial" charset="0"/>
                <a:ea typeface="MS Gothic" pitchFamily="49" charset="-128"/>
              </a:endParaRPr>
            </a:p>
          </p:txBody>
        </p:sp>
        <p:sp>
          <p:nvSpPr>
            <p:cNvPr id="11" name="Rectangle 10"/>
            <p:cNvSpPr/>
            <p:nvPr/>
          </p:nvSpPr>
          <p:spPr bwMode="auto">
            <a:xfrm rot="19109156">
              <a:off x="9287571" y="5660988"/>
              <a:ext cx="1873626" cy="688666"/>
            </a:xfrm>
            <a:prstGeom prst="rect">
              <a:avLst/>
            </a:prstGeom>
            <a:noFill/>
            <a:ln w="9525" cap="flat" cmpd="sng" algn="ctr">
              <a:solidFill>
                <a:srgbClr val="FF0000"/>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en-GB" sz="2400" b="1" i="0" u="none" strike="noStrike" cap="none" normalizeH="0" baseline="0">
                <a:ln>
                  <a:noFill/>
                </a:ln>
                <a:solidFill>
                  <a:schemeClr val="tx1"/>
                </a:solidFill>
                <a:effectLst/>
                <a:latin typeface="Arial" charset="0"/>
                <a:ea typeface="MS Gothic" pitchFamily="49" charset="-128"/>
              </a:endParaRPr>
            </a:p>
          </p:txBody>
        </p:sp>
        <p:sp>
          <p:nvSpPr>
            <p:cNvPr id="12" name="Rectangle 324"/>
            <p:cNvSpPr>
              <a:spLocks noChangeArrowheads="1"/>
            </p:cNvSpPr>
            <p:nvPr/>
          </p:nvSpPr>
          <p:spPr bwMode="auto">
            <a:xfrm>
              <a:off x="6119114" y="2497009"/>
              <a:ext cx="713016"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defRPr kumimoji="1" sz="2000">
                  <a:solidFill>
                    <a:schemeClr val="tx1"/>
                  </a:solidFill>
                  <a:latin typeface="Arial" panose="020B0604020202020204" pitchFamily="34" charset="0"/>
                  <a:ea typeface="MS PGothic" panose="020B0600070205080204" pitchFamily="34" charset="-128"/>
                </a:defRPr>
              </a:lvl1pPr>
              <a:lvl2pPr marL="742950" indent="-285750">
                <a:spcBef>
                  <a:spcPct val="20000"/>
                </a:spcBef>
                <a:defRPr kumimoji="1" sz="1600">
                  <a:solidFill>
                    <a:schemeClr val="tx1"/>
                  </a:solidFill>
                  <a:latin typeface="Arial" panose="020B0604020202020204" pitchFamily="34" charset="0"/>
                  <a:ea typeface="MS PGothic" panose="020B0600070205080204" pitchFamily="34" charset="-128"/>
                </a:defRPr>
              </a:lvl2pPr>
              <a:lvl3pPr marL="1143000" indent="-228600">
                <a:spcBef>
                  <a:spcPct val="20000"/>
                </a:spcBef>
                <a:defRPr kumimoji="1" sz="1400">
                  <a:solidFill>
                    <a:schemeClr val="tx1"/>
                  </a:solidFill>
                  <a:latin typeface="Arial" panose="020B0604020202020204" pitchFamily="34" charset="0"/>
                  <a:ea typeface="MS PGothic" panose="020B0600070205080204" pitchFamily="34" charset="-128"/>
                </a:defRPr>
              </a:lvl3pPr>
              <a:lvl4pPr marL="1600200" indent="-228600">
                <a:spcBef>
                  <a:spcPct val="20000"/>
                </a:spcBef>
                <a:defRPr kumimoji="1" sz="1600">
                  <a:solidFill>
                    <a:schemeClr val="tx1"/>
                  </a:solidFill>
                  <a:latin typeface="Arial" panose="020B0604020202020204" pitchFamily="34" charset="0"/>
                  <a:ea typeface="MS PGothic" panose="020B0600070205080204" pitchFamily="34" charset="-128"/>
                </a:defRPr>
              </a:lvl4pPr>
              <a:lvl5pPr marL="2057400" indent="-228600">
                <a:spcBef>
                  <a:spcPct val="20000"/>
                </a:spcBef>
                <a:defRPr kumimoji="1" sz="16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defRPr kumimoji="1" sz="16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defRPr kumimoji="1" sz="16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defRPr kumimoji="1" sz="16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defRPr kumimoji="1" sz="1600">
                  <a:solidFill>
                    <a:schemeClr val="tx1"/>
                  </a:solidFill>
                  <a:latin typeface="Arial" panose="020B0604020202020204" pitchFamily="34" charset="0"/>
                  <a:ea typeface="MS PGothic" panose="020B0600070205080204" pitchFamily="34" charset="-128"/>
                </a:defRPr>
              </a:lvl9pPr>
            </a:lstStyle>
            <a:p>
              <a:pPr algn="ctr">
                <a:spcBef>
                  <a:spcPct val="0"/>
                </a:spcBef>
              </a:pPr>
              <a:r>
                <a:rPr kumimoji="0" lang="en-GB" altLang="en-US" sz="1600" dirty="0">
                  <a:solidFill>
                    <a:srgbClr val="00B0F0"/>
                  </a:solidFill>
                  <a:latin typeface="Calibri" panose="020F0502020204030204" pitchFamily="34" charset="0"/>
                </a:rPr>
                <a:t>Cathode</a:t>
              </a:r>
            </a:p>
            <a:p>
              <a:pPr algn="ctr">
                <a:spcBef>
                  <a:spcPct val="0"/>
                </a:spcBef>
              </a:pPr>
              <a:r>
                <a:rPr kumimoji="0" lang="en-GB" altLang="en-US" sz="1600" dirty="0">
                  <a:solidFill>
                    <a:srgbClr val="00B0F0"/>
                  </a:solidFill>
                  <a:latin typeface="Calibri" panose="020F0502020204030204" pitchFamily="34" charset="0"/>
                </a:rPr>
                <a:t>-225kV</a:t>
              </a:r>
            </a:p>
          </p:txBody>
        </p:sp>
        <p:sp>
          <p:nvSpPr>
            <p:cNvPr id="13" name="Rectangle 324"/>
            <p:cNvSpPr>
              <a:spLocks noChangeArrowheads="1"/>
            </p:cNvSpPr>
            <p:nvPr/>
          </p:nvSpPr>
          <p:spPr bwMode="auto">
            <a:xfrm>
              <a:off x="8926618" y="5633816"/>
              <a:ext cx="634790"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defRPr kumimoji="1" sz="2000">
                  <a:solidFill>
                    <a:schemeClr val="tx1"/>
                  </a:solidFill>
                  <a:latin typeface="Arial" panose="020B0604020202020204" pitchFamily="34" charset="0"/>
                  <a:ea typeface="MS PGothic" panose="020B0600070205080204" pitchFamily="34" charset="-128"/>
                </a:defRPr>
              </a:lvl1pPr>
              <a:lvl2pPr marL="742950" indent="-285750">
                <a:spcBef>
                  <a:spcPct val="20000"/>
                </a:spcBef>
                <a:defRPr kumimoji="1" sz="1600">
                  <a:solidFill>
                    <a:schemeClr val="tx1"/>
                  </a:solidFill>
                  <a:latin typeface="Arial" panose="020B0604020202020204" pitchFamily="34" charset="0"/>
                  <a:ea typeface="MS PGothic" panose="020B0600070205080204" pitchFamily="34" charset="-128"/>
                </a:defRPr>
              </a:lvl2pPr>
              <a:lvl3pPr marL="1143000" indent="-228600">
                <a:spcBef>
                  <a:spcPct val="20000"/>
                </a:spcBef>
                <a:defRPr kumimoji="1" sz="1400">
                  <a:solidFill>
                    <a:schemeClr val="tx1"/>
                  </a:solidFill>
                  <a:latin typeface="Arial" panose="020B0604020202020204" pitchFamily="34" charset="0"/>
                  <a:ea typeface="MS PGothic" panose="020B0600070205080204" pitchFamily="34" charset="-128"/>
                </a:defRPr>
              </a:lvl3pPr>
              <a:lvl4pPr marL="1600200" indent="-228600">
                <a:spcBef>
                  <a:spcPct val="20000"/>
                </a:spcBef>
                <a:defRPr kumimoji="1" sz="1600">
                  <a:solidFill>
                    <a:schemeClr val="tx1"/>
                  </a:solidFill>
                  <a:latin typeface="Arial" panose="020B0604020202020204" pitchFamily="34" charset="0"/>
                  <a:ea typeface="MS PGothic" panose="020B0600070205080204" pitchFamily="34" charset="-128"/>
                </a:defRPr>
              </a:lvl4pPr>
              <a:lvl5pPr marL="2057400" indent="-228600">
                <a:spcBef>
                  <a:spcPct val="20000"/>
                </a:spcBef>
                <a:defRPr kumimoji="1" sz="16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defRPr kumimoji="1" sz="16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defRPr kumimoji="1" sz="16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defRPr kumimoji="1" sz="16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defRPr kumimoji="1" sz="1600">
                  <a:solidFill>
                    <a:schemeClr val="tx1"/>
                  </a:solidFill>
                  <a:latin typeface="Arial" panose="020B0604020202020204" pitchFamily="34" charset="0"/>
                  <a:ea typeface="MS PGothic" panose="020B0600070205080204" pitchFamily="34" charset="-128"/>
                </a:defRPr>
              </a:lvl9pPr>
            </a:lstStyle>
            <a:p>
              <a:pPr algn="ctr">
                <a:spcBef>
                  <a:spcPct val="0"/>
                </a:spcBef>
              </a:pPr>
              <a:r>
                <a:rPr kumimoji="0" lang="en-GB" altLang="en-US" sz="1600" dirty="0">
                  <a:solidFill>
                    <a:srgbClr val="FF0000"/>
                  </a:solidFill>
                  <a:latin typeface="Calibri" panose="020F0502020204030204" pitchFamily="34" charset="0"/>
                </a:rPr>
                <a:t>Target</a:t>
              </a:r>
            </a:p>
            <a:p>
              <a:pPr algn="ctr">
                <a:spcBef>
                  <a:spcPct val="0"/>
                </a:spcBef>
              </a:pPr>
              <a:r>
                <a:rPr kumimoji="0" lang="en-GB" altLang="en-US" sz="1600" dirty="0">
                  <a:solidFill>
                    <a:srgbClr val="FF0000"/>
                  </a:solidFill>
                  <a:latin typeface="Calibri" panose="020F0502020204030204" pitchFamily="34" charset="0"/>
                </a:rPr>
                <a:t>+225kV</a:t>
              </a:r>
            </a:p>
          </p:txBody>
        </p:sp>
        <p:cxnSp>
          <p:nvCxnSpPr>
            <p:cNvPr id="14" name="Straight Arrow Connector 13"/>
            <p:cNvCxnSpPr>
              <a:stCxn id="12" idx="2"/>
            </p:cNvCxnSpPr>
            <p:nvPr/>
          </p:nvCxnSpPr>
          <p:spPr bwMode="auto">
            <a:xfrm>
              <a:off x="6475622" y="2989452"/>
              <a:ext cx="2442643" cy="2592631"/>
            </a:xfrm>
            <a:prstGeom prst="straightConnector1">
              <a:avLst/>
            </a:prstGeom>
            <a:solidFill>
              <a:schemeClr val="accent1"/>
            </a:solidFill>
            <a:ln w="28575" cap="flat" cmpd="sng" algn="ctr">
              <a:solidFill>
                <a:schemeClr val="accent2"/>
              </a:solidFill>
              <a:prstDash val="solid"/>
              <a:round/>
              <a:headEnd type="triangle"/>
              <a:tailEnd type="triangle"/>
            </a:ln>
            <a:effectLst/>
          </p:spPr>
        </p:cxnSp>
        <p:sp>
          <p:nvSpPr>
            <p:cNvPr id="15" name="Rectangle 324"/>
            <p:cNvSpPr>
              <a:spLocks noChangeArrowheads="1"/>
            </p:cNvSpPr>
            <p:nvPr/>
          </p:nvSpPr>
          <p:spPr bwMode="auto">
            <a:xfrm rot="2815117">
              <a:off x="7199163" y="4387733"/>
              <a:ext cx="977062"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defRPr kumimoji="1" sz="2000">
                  <a:solidFill>
                    <a:schemeClr val="tx1"/>
                  </a:solidFill>
                  <a:latin typeface="Arial" panose="020B0604020202020204" pitchFamily="34" charset="0"/>
                  <a:ea typeface="MS PGothic" panose="020B0600070205080204" pitchFamily="34" charset="-128"/>
                </a:defRPr>
              </a:lvl1pPr>
              <a:lvl2pPr marL="742950" indent="-285750">
                <a:spcBef>
                  <a:spcPct val="20000"/>
                </a:spcBef>
                <a:defRPr kumimoji="1" sz="1600">
                  <a:solidFill>
                    <a:schemeClr val="tx1"/>
                  </a:solidFill>
                  <a:latin typeface="Arial" panose="020B0604020202020204" pitchFamily="34" charset="0"/>
                  <a:ea typeface="MS PGothic" panose="020B0600070205080204" pitchFamily="34" charset="-128"/>
                </a:defRPr>
              </a:lvl2pPr>
              <a:lvl3pPr marL="1143000" indent="-228600">
                <a:spcBef>
                  <a:spcPct val="20000"/>
                </a:spcBef>
                <a:defRPr kumimoji="1" sz="1400">
                  <a:solidFill>
                    <a:schemeClr val="tx1"/>
                  </a:solidFill>
                  <a:latin typeface="Arial" panose="020B0604020202020204" pitchFamily="34" charset="0"/>
                  <a:ea typeface="MS PGothic" panose="020B0600070205080204" pitchFamily="34" charset="-128"/>
                </a:defRPr>
              </a:lvl3pPr>
              <a:lvl4pPr marL="1600200" indent="-228600">
                <a:spcBef>
                  <a:spcPct val="20000"/>
                </a:spcBef>
                <a:defRPr kumimoji="1" sz="1600">
                  <a:solidFill>
                    <a:schemeClr val="tx1"/>
                  </a:solidFill>
                  <a:latin typeface="Arial" panose="020B0604020202020204" pitchFamily="34" charset="0"/>
                  <a:ea typeface="MS PGothic" panose="020B0600070205080204" pitchFamily="34" charset="-128"/>
                </a:defRPr>
              </a:lvl4pPr>
              <a:lvl5pPr marL="2057400" indent="-228600">
                <a:spcBef>
                  <a:spcPct val="20000"/>
                </a:spcBef>
                <a:defRPr kumimoji="1" sz="16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defRPr kumimoji="1" sz="16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defRPr kumimoji="1" sz="16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defRPr kumimoji="1" sz="16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defRPr kumimoji="1" sz="1600">
                  <a:solidFill>
                    <a:schemeClr val="tx1"/>
                  </a:solidFill>
                  <a:latin typeface="Arial" panose="020B0604020202020204" pitchFamily="34" charset="0"/>
                  <a:ea typeface="MS PGothic" panose="020B0600070205080204" pitchFamily="34" charset="-128"/>
                </a:defRPr>
              </a:lvl9pPr>
            </a:lstStyle>
            <a:p>
              <a:pPr algn="ctr">
                <a:spcBef>
                  <a:spcPct val="0"/>
                </a:spcBef>
              </a:pPr>
              <a:r>
                <a:rPr kumimoji="0" lang="en-GB" altLang="en-US" sz="1600" dirty="0">
                  <a:latin typeface="Calibri" panose="020F0502020204030204" pitchFamily="34" charset="0"/>
                </a:rPr>
                <a:t>450kV total</a:t>
              </a:r>
            </a:p>
          </p:txBody>
        </p:sp>
      </p:grpSp>
      <p:pic>
        <p:nvPicPr>
          <p:cNvPr id="356" name="Picture 355"/>
          <p:cNvPicPr>
            <a:picLocks noChangeAspect="1"/>
          </p:cNvPicPr>
          <p:nvPr/>
        </p:nvPicPr>
        <p:blipFill rotWithShape="1">
          <a:blip r:embed="rId2" cstate="print">
            <a:extLst>
              <a:ext uri="{28A0092B-C50C-407E-A947-70E740481C1C}">
                <a14:useLocalDpi xmlns:a14="http://schemas.microsoft.com/office/drawing/2010/main" val="0"/>
              </a:ext>
            </a:extLst>
          </a:blip>
          <a:srcRect l="915" t="9052" r="1516" b="8315"/>
          <a:stretch/>
        </p:blipFill>
        <p:spPr>
          <a:xfrm rot="5400000">
            <a:off x="10066339" y="1025097"/>
            <a:ext cx="2614223" cy="1660530"/>
          </a:xfrm>
          <a:prstGeom prst="rect">
            <a:avLst/>
          </a:prstGeom>
          <a:effectLst>
            <a:softEdge rad="12700"/>
          </a:effectLst>
        </p:spPr>
      </p:pic>
      <p:sp>
        <p:nvSpPr>
          <p:cNvPr id="357" name="Curved Left Arrow 356"/>
          <p:cNvSpPr/>
          <p:nvPr/>
        </p:nvSpPr>
        <p:spPr bwMode="auto">
          <a:xfrm rot="19014073">
            <a:off x="9310715" y="5864404"/>
            <a:ext cx="1508084" cy="244823"/>
          </a:xfrm>
          <a:prstGeom prst="curvedLeftArrow">
            <a:avLst>
              <a:gd name="adj1" fmla="val 20127"/>
              <a:gd name="adj2" fmla="val 47405"/>
              <a:gd name="adj3" fmla="val 29611"/>
            </a:avLst>
          </a:prstGeom>
          <a:solidFill>
            <a:schemeClr val="accent2"/>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en-GB" sz="2400" b="1" i="0" u="none" strike="noStrike" cap="none" normalizeH="0" baseline="0">
              <a:ln>
                <a:noFill/>
              </a:ln>
              <a:solidFill>
                <a:schemeClr val="tx1"/>
              </a:solidFill>
              <a:effectLst/>
              <a:latin typeface="Arial" charset="0"/>
              <a:ea typeface="MS Gothic" pitchFamily="49" charset="-128"/>
            </a:endParaRPr>
          </a:p>
        </p:txBody>
      </p:sp>
      <p:sp>
        <p:nvSpPr>
          <p:cNvPr id="3" name="Trapezoid 2"/>
          <p:cNvSpPr/>
          <p:nvPr/>
        </p:nvSpPr>
        <p:spPr bwMode="auto">
          <a:xfrm rot="19047825">
            <a:off x="9431737" y="6046974"/>
            <a:ext cx="1674634" cy="162399"/>
          </a:xfrm>
          <a:prstGeom prst="trapezoid">
            <a:avLst>
              <a:gd name="adj" fmla="val 68087"/>
            </a:avLst>
          </a:prstGeom>
          <a:solidFill>
            <a:schemeClr val="accent6"/>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en-GB" sz="2400" b="1" i="0" u="none" strike="noStrike" cap="none" normalizeH="0" baseline="0">
              <a:ln>
                <a:noFill/>
              </a:ln>
              <a:solidFill>
                <a:schemeClr val="tx1"/>
              </a:solidFill>
              <a:effectLst/>
              <a:latin typeface="Arial" charset="0"/>
              <a:ea typeface="MS Gothic" pitchFamily="49" charset="-128"/>
            </a:endParaRPr>
          </a:p>
        </p:txBody>
      </p:sp>
    </p:spTree>
    <p:extLst>
      <p:ext uri="{BB962C8B-B14F-4D97-AF65-F5344CB8AC3E}">
        <p14:creationId xmlns:p14="http://schemas.microsoft.com/office/powerpoint/2010/main" val="1460711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bwMode="auto">
          <a:xfrm>
            <a:off x="0" y="0"/>
            <a:ext cx="12192000" cy="6858000"/>
          </a:xfrm>
          <a:prstGeom prst="rect">
            <a:avLst/>
          </a:prstGeom>
          <a:solidFill>
            <a:schemeClr val="accent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en-US" sz="2400" b="1" i="0" u="none" strike="noStrike" cap="none" normalizeH="0" baseline="0" dirty="0">
              <a:ln>
                <a:noFill/>
              </a:ln>
              <a:solidFill>
                <a:schemeClr val="tx1"/>
              </a:solidFill>
              <a:effectLst/>
              <a:latin typeface="Arial" charset="0"/>
              <a:ea typeface="MS Gothic" pitchFamily="49" charset="-128"/>
            </a:endParaRPr>
          </a:p>
        </p:txBody>
      </p:sp>
      <p:sp>
        <p:nvSpPr>
          <p:cNvPr id="4" name="Slide Number Placeholder 3"/>
          <p:cNvSpPr>
            <a:spLocks noGrp="1"/>
          </p:cNvSpPr>
          <p:nvPr>
            <p:ph type="sldNum" sz="quarter" idx="10"/>
          </p:nvPr>
        </p:nvSpPr>
        <p:spPr/>
        <p:txBody>
          <a:bodyPr/>
          <a:lstStyle/>
          <a:p>
            <a:pPr>
              <a:defRPr/>
            </a:pPr>
            <a:fld id="{C0335DDC-D7BD-499D-8620-A8CC6675656F}" type="slidenum">
              <a:rPr lang="en-US" altLang="ja-JP" smtClean="0"/>
              <a:pPr>
                <a:defRPr/>
              </a:pPr>
              <a:t>12</a:t>
            </a:fld>
            <a:endParaRPr lang="en-US" altLang="ja-JP" dirty="0"/>
          </a:p>
        </p:txBody>
      </p:sp>
      <p:sp>
        <p:nvSpPr>
          <p:cNvPr id="5" name="Rectangle 4"/>
          <p:cNvSpPr/>
          <p:nvPr/>
        </p:nvSpPr>
        <p:spPr bwMode="auto">
          <a:xfrm>
            <a:off x="0" y="3063397"/>
            <a:ext cx="12192000" cy="804231"/>
          </a:xfrm>
          <a:prstGeom prst="rect">
            <a:avLst/>
          </a:prstGeom>
          <a:solidFill>
            <a:srgbClr val="666666"/>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628650" marR="0" defTabSz="914400" rtl="0" eaLnBrk="1" fontAlgn="base" latinLnBrk="0" hangingPunct="1">
              <a:lnSpc>
                <a:spcPct val="100000"/>
              </a:lnSpc>
              <a:spcBef>
                <a:spcPct val="0"/>
              </a:spcBef>
              <a:spcAft>
                <a:spcPct val="0"/>
              </a:spcAft>
              <a:buClrTx/>
              <a:buSzTx/>
              <a:buFontTx/>
              <a:buNone/>
              <a:tabLst/>
            </a:pPr>
            <a:r>
              <a:rPr lang="en-US" sz="2800" dirty="0">
                <a:solidFill>
                  <a:schemeClr val="bg1"/>
                </a:solidFill>
                <a:latin typeface="Calibri" panose="020F0502020204030204" pitchFamily="34" charset="0"/>
              </a:rPr>
              <a:t>Generating X-rays: Production Mechanisms</a:t>
            </a:r>
            <a:endParaRPr kumimoji="1" lang="en-US" sz="2800" b="1" i="0" u="none" strike="noStrike" cap="none" normalizeH="0" baseline="0" dirty="0">
              <a:ln>
                <a:noFill/>
              </a:ln>
              <a:solidFill>
                <a:schemeClr val="bg1"/>
              </a:solidFill>
              <a:effectLst/>
              <a:latin typeface="Calibri" panose="020F0502020204030204" pitchFamily="34" charset="0"/>
            </a:endParaRPr>
          </a:p>
        </p:txBody>
      </p:sp>
    </p:spTree>
    <p:extLst>
      <p:ext uri="{BB962C8B-B14F-4D97-AF65-F5344CB8AC3E}">
        <p14:creationId xmlns:p14="http://schemas.microsoft.com/office/powerpoint/2010/main" val="3630158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Generating X-Rays: </a:t>
            </a:r>
            <a:r>
              <a:rPr lang="en-GB" b="1" dirty="0"/>
              <a:t>Bremsstrahlung Radiation</a:t>
            </a:r>
          </a:p>
        </p:txBody>
      </p:sp>
      <p:sp>
        <p:nvSpPr>
          <p:cNvPr id="4" name="Slide Number Placeholder 3"/>
          <p:cNvSpPr>
            <a:spLocks noGrp="1"/>
          </p:cNvSpPr>
          <p:nvPr>
            <p:ph type="sldNum" sz="quarter" idx="10"/>
          </p:nvPr>
        </p:nvSpPr>
        <p:spPr/>
        <p:txBody>
          <a:bodyPr/>
          <a:lstStyle/>
          <a:p>
            <a:pPr>
              <a:defRPr/>
            </a:pPr>
            <a:fld id="{C0335DDC-D7BD-499D-8620-A8CC6675656F}" type="slidenum">
              <a:rPr lang="en-US" altLang="ja-JP" smtClean="0"/>
              <a:pPr>
                <a:defRPr/>
              </a:pPr>
              <a:t>13</a:t>
            </a:fld>
            <a:endParaRPr lang="en-US" altLang="ja-JP"/>
          </a:p>
        </p:txBody>
      </p:sp>
      <p:sp>
        <p:nvSpPr>
          <p:cNvPr id="22" name="TextBox 21"/>
          <p:cNvSpPr txBox="1"/>
          <p:nvPr/>
        </p:nvSpPr>
        <p:spPr>
          <a:xfrm>
            <a:off x="155959" y="1725791"/>
            <a:ext cx="5148595" cy="2862322"/>
          </a:xfrm>
          <a:prstGeom prst="rect">
            <a:avLst/>
          </a:prstGeom>
          <a:noFill/>
        </p:spPr>
        <p:txBody>
          <a:bodyPr wrap="square" rtlCol="0">
            <a:spAutoFit/>
          </a:bodyPr>
          <a:lstStyle/>
          <a:p>
            <a:pPr marL="285750" indent="-285750" algn="just">
              <a:buFont typeface="Arial" panose="020B0604020202020204" pitchFamily="34" charset="0"/>
              <a:buChar char="•"/>
            </a:pPr>
            <a:r>
              <a:rPr lang="en-GB" sz="1800" b="0" dirty="0">
                <a:latin typeface="Calibri" panose="020F0502020204030204" pitchFamily="34" charset="0"/>
                <a:cs typeface="Calibri" panose="020F0502020204030204" pitchFamily="34" charset="0"/>
              </a:rPr>
              <a:t>A high speed electron is </a:t>
            </a:r>
            <a:r>
              <a:rPr lang="en-GB" sz="1800" dirty="0">
                <a:latin typeface="Calibri" panose="020F0502020204030204" pitchFamily="34" charset="0"/>
                <a:cs typeface="Calibri" panose="020F0502020204030204" pitchFamily="34" charset="0"/>
              </a:rPr>
              <a:t>deflected</a:t>
            </a:r>
            <a:r>
              <a:rPr lang="en-GB" sz="1800" b="0" dirty="0">
                <a:latin typeface="Calibri" panose="020F0502020204030204" pitchFamily="34" charset="0"/>
                <a:cs typeface="Calibri" panose="020F0502020204030204" pitchFamily="34" charset="0"/>
              </a:rPr>
              <a:t> by the atoms in the target and </a:t>
            </a:r>
            <a:r>
              <a:rPr lang="en-GB" sz="1800" dirty="0">
                <a:latin typeface="Calibri" panose="020F0502020204030204" pitchFamily="34" charset="0"/>
                <a:cs typeface="Calibri" panose="020F0502020204030204" pitchFamily="34" charset="0"/>
              </a:rPr>
              <a:t>loses energy</a:t>
            </a:r>
            <a:endParaRPr lang="en-GB" sz="1800" b="0" dirty="0">
              <a:latin typeface="Calibri" panose="020F0502020204030204" pitchFamily="34" charset="0"/>
              <a:cs typeface="Calibri" panose="020F0502020204030204" pitchFamily="34" charset="0"/>
            </a:endParaRPr>
          </a:p>
          <a:p>
            <a:pPr marL="285750" indent="-285750" algn="just">
              <a:buFont typeface="Arial" panose="020B0604020202020204" pitchFamily="34" charset="0"/>
              <a:buChar char="•"/>
            </a:pPr>
            <a:endParaRPr lang="en-GB" sz="1800" b="0" dirty="0">
              <a:latin typeface="Calibri" panose="020F0502020204030204" pitchFamily="34" charset="0"/>
              <a:cs typeface="Calibri" panose="020F0502020204030204" pitchFamily="34" charset="0"/>
            </a:endParaRPr>
          </a:p>
          <a:p>
            <a:pPr marL="285750" indent="-285750" algn="just">
              <a:buFont typeface="Arial" panose="020B0604020202020204" pitchFamily="34" charset="0"/>
              <a:buChar char="•"/>
            </a:pPr>
            <a:r>
              <a:rPr lang="en-GB" sz="1800" b="0" dirty="0">
                <a:latin typeface="Calibri" panose="020F0502020204030204" pitchFamily="34" charset="0"/>
                <a:cs typeface="Calibri" panose="020F0502020204030204" pitchFamily="34" charset="0"/>
              </a:rPr>
              <a:t>This energy is released as an </a:t>
            </a:r>
            <a:r>
              <a:rPr lang="en-GB" sz="1800" dirty="0">
                <a:latin typeface="Calibri" panose="020F0502020204030204" pitchFamily="34" charset="0"/>
                <a:cs typeface="Calibri" panose="020F0502020204030204" pitchFamily="34" charset="0"/>
              </a:rPr>
              <a:t>X-ray</a:t>
            </a:r>
          </a:p>
          <a:p>
            <a:pPr marL="285750" indent="-285750" algn="just">
              <a:buFont typeface="Arial" panose="020B0604020202020204" pitchFamily="34" charset="0"/>
              <a:buChar char="•"/>
            </a:pPr>
            <a:endParaRPr lang="en-GB" sz="1800" dirty="0">
              <a:latin typeface="Calibri" panose="020F0502020204030204" pitchFamily="34" charset="0"/>
              <a:cs typeface="Calibri" panose="020F0502020204030204" pitchFamily="34" charset="0"/>
            </a:endParaRPr>
          </a:p>
          <a:p>
            <a:pPr marL="285750" indent="-285750" algn="just">
              <a:buFont typeface="Arial" panose="020B0604020202020204" pitchFamily="34" charset="0"/>
              <a:buChar char="•"/>
            </a:pPr>
            <a:endParaRPr lang="en-GB" sz="1800" dirty="0">
              <a:latin typeface="Calibri" panose="020F0502020204030204" pitchFamily="34" charset="0"/>
              <a:cs typeface="Calibri" panose="020F0502020204030204" pitchFamily="34" charset="0"/>
            </a:endParaRPr>
          </a:p>
          <a:p>
            <a:pPr marL="285750" indent="-285750" algn="just">
              <a:buFont typeface="Arial" panose="020B0604020202020204" pitchFamily="34" charset="0"/>
              <a:buChar char="•"/>
            </a:pPr>
            <a:endParaRPr lang="en-GB" sz="1800" dirty="0">
              <a:latin typeface="Calibri" panose="020F0502020204030204" pitchFamily="34" charset="0"/>
              <a:cs typeface="Calibri" panose="020F0502020204030204" pitchFamily="34" charset="0"/>
            </a:endParaRPr>
          </a:p>
          <a:p>
            <a:pPr algn="just"/>
            <a:r>
              <a:rPr lang="en-GB" sz="1800" b="0" dirty="0">
                <a:latin typeface="Calibri" panose="020F0502020204030204" pitchFamily="34" charset="0"/>
                <a:cs typeface="Calibri" panose="020F0502020204030204" pitchFamily="34" charset="0"/>
              </a:rPr>
              <a:t>As electrons may be deflected by different amounts, Bremsstrahlung releases </a:t>
            </a:r>
            <a:r>
              <a:rPr lang="en-GB" sz="1800" dirty="0">
                <a:latin typeface="Calibri" panose="020F0502020204030204" pitchFamily="34" charset="0"/>
                <a:cs typeface="Calibri" panose="020F0502020204030204" pitchFamily="34" charset="0"/>
              </a:rPr>
              <a:t>a continuous spectrum</a:t>
            </a:r>
            <a:r>
              <a:rPr lang="en-GB" sz="1800" b="0" dirty="0">
                <a:latin typeface="Calibri" panose="020F0502020204030204" pitchFamily="34" charset="0"/>
                <a:cs typeface="Calibri" panose="020F0502020204030204" pitchFamily="34" charset="0"/>
              </a:rPr>
              <a:t> of X-ray energies </a:t>
            </a:r>
            <a:r>
              <a:rPr lang="en-GB" sz="1800" dirty="0">
                <a:latin typeface="Calibri" panose="020F0502020204030204" pitchFamily="34" charset="0"/>
                <a:cs typeface="Calibri" panose="020F0502020204030204" pitchFamily="34" charset="0"/>
              </a:rPr>
              <a:t>up to </a:t>
            </a:r>
            <a:r>
              <a:rPr lang="en-GB" sz="1800" b="0" dirty="0">
                <a:latin typeface="Calibri" panose="020F0502020204030204" pitchFamily="34" charset="0"/>
                <a:cs typeface="Calibri" panose="020F0502020204030204" pitchFamily="34" charset="0"/>
              </a:rPr>
              <a:t>the electron beam energy</a:t>
            </a:r>
          </a:p>
        </p:txBody>
      </p:sp>
      <p:grpSp>
        <p:nvGrpSpPr>
          <p:cNvPr id="29" name="Group 28"/>
          <p:cNvGrpSpPr/>
          <p:nvPr/>
        </p:nvGrpSpPr>
        <p:grpSpPr>
          <a:xfrm>
            <a:off x="4059583" y="1140344"/>
            <a:ext cx="8397914" cy="6479656"/>
            <a:chOff x="4236278" y="1506987"/>
            <a:chExt cx="7205219" cy="5252971"/>
          </a:xfrm>
        </p:grpSpPr>
        <p:grpSp>
          <p:nvGrpSpPr>
            <p:cNvPr id="21" name="Group 20"/>
            <p:cNvGrpSpPr/>
            <p:nvPr/>
          </p:nvGrpSpPr>
          <p:grpSpPr>
            <a:xfrm>
              <a:off x="4236278" y="1506987"/>
              <a:ext cx="7205219" cy="5252971"/>
              <a:chOff x="5173598" y="1255197"/>
              <a:chExt cx="6080594" cy="4433062"/>
            </a:xfrm>
          </p:grpSpPr>
          <p:sp>
            <p:nvSpPr>
              <p:cNvPr id="6" name="Oval 30"/>
              <p:cNvSpPr>
                <a:spLocks noChangeArrowheads="1"/>
              </p:cNvSpPr>
              <p:nvPr/>
            </p:nvSpPr>
            <p:spPr bwMode="auto">
              <a:xfrm>
                <a:off x="7191414" y="2353762"/>
                <a:ext cx="1144304" cy="1080000"/>
              </a:xfrm>
              <a:prstGeom prst="ellipse">
                <a:avLst/>
              </a:prstGeom>
              <a:noFill/>
              <a:ln w="9525">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kumimoji="1" sz="20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defRPr kumimoji="1" sz="16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defRPr kumimoji="1" sz="1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defRPr kumimoji="1" sz="16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defRPr kumimoji="1" sz="16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defRPr kumimoji="1" sz="16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defRPr kumimoji="1" sz="16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defRPr kumimoji="1" sz="16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defRPr kumimoji="1" sz="16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pPr>
                <a:r>
                  <a:rPr lang="en-GB" altLang="en-US" sz="1200" b="0" dirty="0"/>
                  <a:t>Target</a:t>
                </a:r>
                <a:br>
                  <a:rPr lang="en-GB" altLang="en-US" sz="1200" b="0" dirty="0"/>
                </a:br>
                <a:r>
                  <a:rPr lang="en-GB" altLang="en-US" dirty="0">
                    <a:solidFill>
                      <a:srgbClr val="FF0000"/>
                    </a:solidFill>
                  </a:rPr>
                  <a:t>+</a:t>
                </a:r>
                <a:br>
                  <a:rPr lang="en-GB" altLang="en-US" sz="1600" dirty="0">
                    <a:solidFill>
                      <a:srgbClr val="FF0000"/>
                    </a:solidFill>
                  </a:rPr>
                </a:br>
                <a:r>
                  <a:rPr lang="en-GB" altLang="en-US" sz="1200" b="0" dirty="0"/>
                  <a:t>Atom</a:t>
                </a:r>
              </a:p>
            </p:txBody>
          </p:sp>
          <p:sp>
            <p:nvSpPr>
              <p:cNvPr id="7" name="Line 36"/>
              <p:cNvSpPr>
                <a:spLocks noChangeShapeType="1"/>
              </p:cNvSpPr>
              <p:nvPr/>
            </p:nvSpPr>
            <p:spPr bwMode="auto">
              <a:xfrm>
                <a:off x="7664477" y="1635640"/>
                <a:ext cx="2335055" cy="510141"/>
              </a:xfrm>
              <a:prstGeom prst="line">
                <a:avLst/>
              </a:prstGeom>
              <a:noFill/>
              <a:ln w="9525">
                <a:solidFill>
                  <a:srgbClr val="000000"/>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2" name="Freeform 55"/>
              <p:cNvSpPr>
                <a:spLocks/>
              </p:cNvSpPr>
              <p:nvPr/>
            </p:nvSpPr>
            <p:spPr bwMode="auto">
              <a:xfrm rot="1643783">
                <a:off x="8125308" y="2262490"/>
                <a:ext cx="2429209" cy="160569"/>
              </a:xfrm>
              <a:custGeom>
                <a:avLst/>
                <a:gdLst>
                  <a:gd name="T0" fmla="*/ 0 w 1418"/>
                  <a:gd name="T1" fmla="*/ 3 h 261"/>
                  <a:gd name="T2" fmla="*/ 963 w 1418"/>
                  <a:gd name="T3" fmla="*/ 3 h 261"/>
                  <a:gd name="T4" fmla="*/ 2314 w 1418"/>
                  <a:gd name="T5" fmla="*/ 6 h 261"/>
                  <a:gd name="T6" fmla="*/ 3707 w 1418"/>
                  <a:gd name="T7" fmla="*/ 1 h 261"/>
                  <a:gd name="T8" fmla="*/ 5019 w 1418"/>
                  <a:gd name="T9" fmla="*/ 6 h 261"/>
                  <a:gd name="T10" fmla="*/ 6177 w 1418"/>
                  <a:gd name="T11" fmla="*/ 0 h 261"/>
                  <a:gd name="T12" fmla="*/ 7328 w 1418"/>
                  <a:gd name="T13" fmla="*/ 6 h 261"/>
                  <a:gd name="T14" fmla="*/ 8488 w 1418"/>
                  <a:gd name="T15" fmla="*/ 0 h 261"/>
                  <a:gd name="T16" fmla="*/ 9641 w 1418"/>
                  <a:gd name="T17" fmla="*/ 6 h 261"/>
                  <a:gd name="T18" fmla="*/ 10343 w 1418"/>
                  <a:gd name="T19" fmla="*/ 3 h 261"/>
                  <a:gd name="T20" fmla="*/ 11401 w 1418"/>
                  <a:gd name="T21" fmla="*/ 3 h 26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418" h="261">
                    <a:moveTo>
                      <a:pt x="0" y="107"/>
                    </a:moveTo>
                    <a:cubicBezTo>
                      <a:pt x="20" y="109"/>
                      <a:pt x="72" y="101"/>
                      <a:pt x="120" y="123"/>
                    </a:cubicBezTo>
                    <a:cubicBezTo>
                      <a:pt x="168" y="145"/>
                      <a:pt x="231" y="259"/>
                      <a:pt x="288" y="240"/>
                    </a:cubicBezTo>
                    <a:cubicBezTo>
                      <a:pt x="345" y="221"/>
                      <a:pt x="406" y="6"/>
                      <a:pt x="462" y="6"/>
                    </a:cubicBezTo>
                    <a:cubicBezTo>
                      <a:pt x="518" y="6"/>
                      <a:pt x="573" y="241"/>
                      <a:pt x="624" y="240"/>
                    </a:cubicBezTo>
                    <a:cubicBezTo>
                      <a:pt x="675" y="239"/>
                      <a:pt x="720" y="0"/>
                      <a:pt x="768" y="0"/>
                    </a:cubicBezTo>
                    <a:cubicBezTo>
                      <a:pt x="816" y="0"/>
                      <a:pt x="864" y="240"/>
                      <a:pt x="912" y="240"/>
                    </a:cubicBezTo>
                    <a:cubicBezTo>
                      <a:pt x="960" y="240"/>
                      <a:pt x="1008" y="0"/>
                      <a:pt x="1056" y="0"/>
                    </a:cubicBezTo>
                    <a:cubicBezTo>
                      <a:pt x="1104" y="0"/>
                      <a:pt x="1162" y="219"/>
                      <a:pt x="1200" y="240"/>
                    </a:cubicBezTo>
                    <a:cubicBezTo>
                      <a:pt x="1238" y="261"/>
                      <a:pt x="1250" y="146"/>
                      <a:pt x="1286" y="126"/>
                    </a:cubicBezTo>
                    <a:cubicBezTo>
                      <a:pt x="1322" y="106"/>
                      <a:pt x="1391" y="119"/>
                      <a:pt x="1418" y="117"/>
                    </a:cubicBezTo>
                  </a:path>
                </a:pathLst>
              </a:custGeom>
              <a:noFill/>
              <a:ln w="9525" cap="flat" cmpd="sng">
                <a:solidFill>
                  <a:srgbClr val="FF0000"/>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3" name="Text Box 56"/>
              <p:cNvSpPr txBox="1">
                <a:spLocks noChangeArrowheads="1"/>
              </p:cNvSpPr>
              <p:nvPr/>
            </p:nvSpPr>
            <p:spPr bwMode="auto">
              <a:xfrm>
                <a:off x="9828994" y="2864470"/>
                <a:ext cx="1425198" cy="33855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defRPr kumimoji="1" sz="20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defRPr kumimoji="1" sz="16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defRPr kumimoji="1" sz="1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defRPr kumimoji="1" sz="16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defRPr kumimoji="1" sz="16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defRPr kumimoji="1" sz="16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defRPr kumimoji="1" sz="16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defRPr kumimoji="1" sz="16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defRPr kumimoji="1" sz="16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pPr>
                <a:r>
                  <a:rPr lang="en-GB" altLang="en-US" sz="1600" dirty="0">
                    <a:latin typeface="Calibri" panose="020F0502020204030204" pitchFamily="34" charset="0"/>
                    <a:cs typeface="Calibri" panose="020F0502020204030204" pitchFamily="34" charset="0"/>
                  </a:rPr>
                  <a:t>X-ray emission</a:t>
                </a:r>
              </a:p>
            </p:txBody>
          </p:sp>
          <p:sp>
            <p:nvSpPr>
              <p:cNvPr id="14" name="Oval 26"/>
              <p:cNvSpPr>
                <a:spLocks noChangeArrowheads="1"/>
              </p:cNvSpPr>
              <p:nvPr/>
            </p:nvSpPr>
            <p:spPr bwMode="auto">
              <a:xfrm>
                <a:off x="6212508" y="1255197"/>
                <a:ext cx="200025" cy="190500"/>
              </a:xfrm>
              <a:prstGeom prst="ellipse">
                <a:avLst/>
              </a:prstGeom>
              <a:solidFill>
                <a:schemeClr val="accent2"/>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kumimoji="1" sz="20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defRPr kumimoji="1" sz="16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defRPr kumimoji="1" sz="1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defRPr kumimoji="1" sz="16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defRPr kumimoji="1" sz="16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defRPr kumimoji="1" sz="16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defRPr kumimoji="1" sz="16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defRPr kumimoji="1" sz="16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defRPr kumimoji="1" sz="16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pPr>
                <a:r>
                  <a:rPr lang="en-GB" altLang="en-US" sz="1200" dirty="0">
                    <a:solidFill>
                      <a:srgbClr val="00B0F0"/>
                    </a:solidFill>
                  </a:rPr>
                  <a:t>e-</a:t>
                </a:r>
              </a:p>
            </p:txBody>
          </p:sp>
          <p:sp>
            <p:nvSpPr>
              <p:cNvPr id="17" name="Arc 16"/>
              <p:cNvSpPr/>
              <p:nvPr/>
            </p:nvSpPr>
            <p:spPr bwMode="auto">
              <a:xfrm rot="719269">
                <a:off x="5173598" y="1594090"/>
                <a:ext cx="4093200" cy="4094169"/>
              </a:xfrm>
              <a:prstGeom prst="arc">
                <a:avLst>
                  <a:gd name="adj1" fmla="val 16189028"/>
                  <a:gd name="adj2" fmla="val 18888890"/>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en-GB" sz="2400" b="1" i="0" u="none" strike="noStrike" cap="none" normalizeH="0" baseline="0">
                  <a:ln>
                    <a:noFill/>
                  </a:ln>
                  <a:solidFill>
                    <a:schemeClr val="tx1"/>
                  </a:solidFill>
                  <a:effectLst/>
                  <a:latin typeface="Arial" charset="0"/>
                  <a:ea typeface="MS Gothic" pitchFamily="49" charset="-128"/>
                </a:endParaRPr>
              </a:p>
            </p:txBody>
          </p:sp>
          <p:sp>
            <p:nvSpPr>
              <p:cNvPr id="18" name="Line 36"/>
              <p:cNvSpPr>
                <a:spLocks noChangeShapeType="1"/>
              </p:cNvSpPr>
              <p:nvPr/>
            </p:nvSpPr>
            <p:spPr bwMode="auto">
              <a:xfrm>
                <a:off x="6459471" y="1373945"/>
                <a:ext cx="1205006" cy="263258"/>
              </a:xfrm>
              <a:prstGeom prst="line">
                <a:avLst/>
              </a:prstGeom>
              <a:noFill/>
              <a:ln w="9525" cap="flat">
                <a:solidFill>
                  <a:srgbClr val="000000"/>
                </a:solidFill>
                <a:prstDash val="solid"/>
                <a:round/>
                <a:headEn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9" name="Line 36"/>
              <p:cNvSpPr>
                <a:spLocks noChangeShapeType="1"/>
              </p:cNvSpPr>
              <p:nvPr/>
            </p:nvSpPr>
            <p:spPr bwMode="auto">
              <a:xfrm>
                <a:off x="8974650" y="2539767"/>
                <a:ext cx="1065919" cy="1565756"/>
              </a:xfrm>
              <a:prstGeom prst="line">
                <a:avLst/>
              </a:prstGeom>
              <a:noFill/>
              <a:ln w="9525">
                <a:solidFill>
                  <a:srgbClr val="000000"/>
                </a:solidFill>
                <a:prstDash val="solid"/>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grpSp>
          <p:nvGrpSpPr>
            <p:cNvPr id="28" name="Group 27"/>
            <p:cNvGrpSpPr/>
            <p:nvPr/>
          </p:nvGrpSpPr>
          <p:grpSpPr>
            <a:xfrm>
              <a:off x="5704358" y="2537178"/>
              <a:ext cx="2741580" cy="2794613"/>
              <a:chOff x="5704358" y="2537178"/>
              <a:chExt cx="2741580" cy="2794613"/>
            </a:xfrm>
          </p:grpSpPr>
          <p:sp>
            <p:nvSpPr>
              <p:cNvPr id="24" name="Oval 26"/>
              <p:cNvSpPr>
                <a:spLocks noChangeArrowheads="1"/>
              </p:cNvSpPr>
              <p:nvPr/>
            </p:nvSpPr>
            <p:spPr bwMode="auto">
              <a:xfrm>
                <a:off x="5704358" y="4604264"/>
                <a:ext cx="237020" cy="225734"/>
              </a:xfrm>
              <a:prstGeom prst="ellipse">
                <a:avLst/>
              </a:prstGeom>
              <a:solidFill>
                <a:schemeClr val="bg1">
                  <a:lumMod val="85000"/>
                </a:schemeClr>
              </a:solidFill>
              <a:ln w="9525">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kumimoji="1" sz="20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defRPr kumimoji="1" sz="16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defRPr kumimoji="1" sz="1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defRPr kumimoji="1" sz="16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defRPr kumimoji="1" sz="16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defRPr kumimoji="1" sz="16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defRPr kumimoji="1" sz="16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defRPr kumimoji="1" sz="16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defRPr kumimoji="1" sz="16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pPr>
                <a:r>
                  <a:rPr lang="en-GB" altLang="en-US" sz="1200" dirty="0">
                    <a:solidFill>
                      <a:schemeClr val="bg1">
                        <a:lumMod val="50000"/>
                      </a:schemeClr>
                    </a:solidFill>
                  </a:rPr>
                  <a:t>e-</a:t>
                </a:r>
              </a:p>
            </p:txBody>
          </p:sp>
          <p:sp>
            <p:nvSpPr>
              <p:cNvPr id="25" name="Arc 24"/>
              <p:cNvSpPr/>
              <p:nvPr/>
            </p:nvSpPr>
            <p:spPr bwMode="auto">
              <a:xfrm rot="719269">
                <a:off x="6336086" y="2537178"/>
                <a:ext cx="1930380" cy="1930837"/>
              </a:xfrm>
              <a:prstGeom prst="arc">
                <a:avLst>
                  <a:gd name="adj1" fmla="val 11462665"/>
                  <a:gd name="adj2" fmla="val 20635704"/>
                </a:avLst>
              </a:prstGeom>
              <a:noFill/>
              <a:ln w="9525" cap="flat" cmpd="sng" algn="ctr">
                <a:solidFill>
                  <a:schemeClr val="bg1">
                    <a:lumMod val="75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en-GB" sz="2400" b="1" i="0" u="none" strike="noStrike" cap="none" normalizeH="0" baseline="0">
                  <a:ln>
                    <a:noFill/>
                  </a:ln>
                  <a:solidFill>
                    <a:schemeClr val="tx1"/>
                  </a:solidFill>
                  <a:effectLst/>
                  <a:latin typeface="Arial" charset="0"/>
                  <a:ea typeface="MS Gothic" pitchFamily="49" charset="-128"/>
                </a:endParaRPr>
              </a:p>
            </p:txBody>
          </p:sp>
          <p:sp>
            <p:nvSpPr>
              <p:cNvPr id="26" name="Line 36"/>
              <p:cNvSpPr>
                <a:spLocks noChangeShapeType="1"/>
              </p:cNvSpPr>
              <p:nvPr/>
            </p:nvSpPr>
            <p:spPr bwMode="auto">
              <a:xfrm>
                <a:off x="8266719" y="3431542"/>
                <a:ext cx="179219" cy="1900249"/>
              </a:xfrm>
              <a:prstGeom prst="line">
                <a:avLst/>
              </a:prstGeom>
              <a:noFill/>
              <a:ln w="9525">
                <a:solidFill>
                  <a:schemeClr val="bg1">
                    <a:lumMod val="75000"/>
                  </a:schemeClr>
                </a:solidFill>
                <a:prstDash val="solid"/>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7" name="Line 36"/>
              <p:cNvSpPr>
                <a:spLocks noChangeShapeType="1"/>
              </p:cNvSpPr>
              <p:nvPr/>
            </p:nvSpPr>
            <p:spPr bwMode="auto">
              <a:xfrm flipV="1">
                <a:off x="5871614" y="3127513"/>
                <a:ext cx="543498" cy="1400315"/>
              </a:xfrm>
              <a:prstGeom prst="line">
                <a:avLst/>
              </a:prstGeom>
              <a:noFill/>
              <a:ln w="9525" cap="flat">
                <a:solidFill>
                  <a:schemeClr val="bg1">
                    <a:lumMod val="75000"/>
                  </a:schemeClr>
                </a:solidFill>
                <a:prstDash val="solid"/>
                <a:round/>
                <a:headEn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grpSp>
    </p:spTree>
    <p:extLst>
      <p:ext uri="{BB962C8B-B14F-4D97-AF65-F5344CB8AC3E}">
        <p14:creationId xmlns:p14="http://schemas.microsoft.com/office/powerpoint/2010/main" val="38682190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Generating X-rays: </a:t>
            </a:r>
            <a:r>
              <a:rPr lang="en-GB" b="1" dirty="0"/>
              <a:t>Characteristic Emission</a:t>
            </a:r>
          </a:p>
        </p:txBody>
      </p:sp>
      <p:sp>
        <p:nvSpPr>
          <p:cNvPr id="4" name="Slide Number Placeholder 3"/>
          <p:cNvSpPr>
            <a:spLocks noGrp="1"/>
          </p:cNvSpPr>
          <p:nvPr>
            <p:ph type="sldNum" sz="quarter" idx="10"/>
          </p:nvPr>
        </p:nvSpPr>
        <p:spPr/>
        <p:txBody>
          <a:bodyPr/>
          <a:lstStyle/>
          <a:p>
            <a:pPr>
              <a:defRPr/>
            </a:pPr>
            <a:fld id="{C0335DDC-D7BD-499D-8620-A8CC6675656F}" type="slidenum">
              <a:rPr lang="en-US" altLang="ja-JP" smtClean="0"/>
              <a:pPr>
                <a:defRPr/>
              </a:pPr>
              <a:t>14</a:t>
            </a:fld>
            <a:endParaRPr lang="en-US" altLang="ja-JP"/>
          </a:p>
        </p:txBody>
      </p:sp>
      <p:grpSp>
        <p:nvGrpSpPr>
          <p:cNvPr id="16" name="Group 15"/>
          <p:cNvGrpSpPr/>
          <p:nvPr/>
        </p:nvGrpSpPr>
        <p:grpSpPr>
          <a:xfrm>
            <a:off x="5619832" y="812070"/>
            <a:ext cx="5522006" cy="5510241"/>
            <a:chOff x="4984243" y="1333476"/>
            <a:chExt cx="4917464" cy="4897586"/>
          </a:xfrm>
        </p:grpSpPr>
        <p:sp>
          <p:nvSpPr>
            <p:cNvPr id="6" name="Oval 5"/>
            <p:cNvSpPr/>
            <p:nvPr/>
          </p:nvSpPr>
          <p:spPr bwMode="auto">
            <a:xfrm>
              <a:off x="6635921" y="2142070"/>
              <a:ext cx="2178423" cy="2174839"/>
            </a:xfrm>
            <a:prstGeom prst="ellipse">
              <a:avLst/>
            </a:prstGeom>
            <a:no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en-GB" sz="2400" b="1" i="0" u="none" strike="noStrike" cap="none" normalizeH="0" baseline="0">
                <a:ln>
                  <a:noFill/>
                </a:ln>
                <a:solidFill>
                  <a:schemeClr val="tx1"/>
                </a:solidFill>
                <a:effectLst/>
                <a:latin typeface="Arial" charset="0"/>
                <a:ea typeface="MS Gothic" pitchFamily="49" charset="-128"/>
              </a:endParaRPr>
            </a:p>
          </p:txBody>
        </p:sp>
        <p:sp>
          <p:nvSpPr>
            <p:cNvPr id="7" name="Oval 6"/>
            <p:cNvSpPr/>
            <p:nvPr/>
          </p:nvSpPr>
          <p:spPr bwMode="auto">
            <a:xfrm>
              <a:off x="5833415" y="1333476"/>
              <a:ext cx="3778931" cy="3783493"/>
            </a:xfrm>
            <a:prstGeom prst="ellipse">
              <a:avLst/>
            </a:prstGeom>
            <a:noFill/>
            <a:ln w="9525" cap="flat" cmpd="sng" algn="ctr">
              <a:solidFill>
                <a:srgbClr val="0070C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en-GB" sz="2400" b="1" i="0" u="none" strike="noStrike" cap="none" normalizeH="0" baseline="0">
                <a:ln>
                  <a:noFill/>
                </a:ln>
                <a:solidFill>
                  <a:schemeClr val="tx1"/>
                </a:solidFill>
                <a:effectLst/>
                <a:latin typeface="Arial" charset="0"/>
                <a:ea typeface="MS Gothic" pitchFamily="49" charset="-128"/>
              </a:endParaRPr>
            </a:p>
          </p:txBody>
        </p:sp>
        <p:sp>
          <p:nvSpPr>
            <p:cNvPr id="9" name="Oval 26"/>
            <p:cNvSpPr>
              <a:spLocks noChangeArrowheads="1"/>
            </p:cNvSpPr>
            <p:nvPr/>
          </p:nvSpPr>
          <p:spPr bwMode="auto">
            <a:xfrm>
              <a:off x="6963494" y="3977731"/>
              <a:ext cx="276255" cy="278447"/>
            </a:xfrm>
            <a:prstGeom prst="ellipse">
              <a:avLst/>
            </a:prstGeom>
            <a:solidFill>
              <a:srgbClr val="FFBDBD"/>
            </a:solidFill>
            <a:ln w="9525">
              <a:solidFill>
                <a:srgbClr val="000000"/>
              </a:solidFill>
              <a:prstDash val="lgDashDotDot"/>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kumimoji="1" sz="20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defRPr kumimoji="1" sz="16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defRPr kumimoji="1" sz="1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defRPr kumimoji="1" sz="16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defRPr kumimoji="1" sz="16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defRPr kumimoji="1" sz="16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defRPr kumimoji="1" sz="16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defRPr kumimoji="1" sz="16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defRPr kumimoji="1" sz="16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pPr>
              <a:r>
                <a:rPr lang="en-GB" altLang="en-US" sz="1200" dirty="0">
                  <a:solidFill>
                    <a:srgbClr val="00B0F0"/>
                  </a:solidFill>
                </a:rPr>
                <a:t>e-</a:t>
              </a:r>
            </a:p>
          </p:txBody>
        </p:sp>
        <p:sp>
          <p:nvSpPr>
            <p:cNvPr id="10" name="Oval 26"/>
            <p:cNvSpPr>
              <a:spLocks noChangeArrowheads="1"/>
            </p:cNvSpPr>
            <p:nvPr/>
          </p:nvSpPr>
          <p:spPr bwMode="auto">
            <a:xfrm>
              <a:off x="4984243" y="2576698"/>
              <a:ext cx="276255" cy="278447"/>
            </a:xfrm>
            <a:prstGeom prst="ellipse">
              <a:avLst/>
            </a:prstGeom>
            <a:solidFill>
              <a:schemeClr val="accent2"/>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kumimoji="1" sz="20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defRPr kumimoji="1" sz="16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defRPr kumimoji="1" sz="1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defRPr kumimoji="1" sz="16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defRPr kumimoji="1" sz="16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defRPr kumimoji="1" sz="16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defRPr kumimoji="1" sz="16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defRPr kumimoji="1" sz="16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defRPr kumimoji="1" sz="16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pPr>
              <a:r>
                <a:rPr lang="en-GB" altLang="en-US" sz="1200" dirty="0">
                  <a:solidFill>
                    <a:srgbClr val="00B0F0"/>
                  </a:solidFill>
                </a:rPr>
                <a:t>e-</a:t>
              </a:r>
            </a:p>
          </p:txBody>
        </p:sp>
        <p:sp>
          <p:nvSpPr>
            <p:cNvPr id="11" name="Oval 26"/>
            <p:cNvSpPr>
              <a:spLocks noChangeArrowheads="1"/>
            </p:cNvSpPr>
            <p:nvPr/>
          </p:nvSpPr>
          <p:spPr bwMode="auto">
            <a:xfrm>
              <a:off x="9625452" y="4558671"/>
              <a:ext cx="276255" cy="278447"/>
            </a:xfrm>
            <a:prstGeom prst="ellipse">
              <a:avLst/>
            </a:prstGeom>
            <a:solidFill>
              <a:srgbClr val="FFBDBD"/>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kumimoji="1" sz="20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defRPr kumimoji="1" sz="16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defRPr kumimoji="1" sz="1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defRPr kumimoji="1" sz="16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defRPr kumimoji="1" sz="16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defRPr kumimoji="1" sz="16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defRPr kumimoji="1" sz="16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defRPr kumimoji="1" sz="16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defRPr kumimoji="1" sz="16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pPr>
              <a:r>
                <a:rPr lang="en-GB" altLang="en-US" sz="1200" dirty="0">
                  <a:solidFill>
                    <a:srgbClr val="00B0F0"/>
                  </a:solidFill>
                </a:rPr>
                <a:t>e-</a:t>
              </a:r>
            </a:p>
          </p:txBody>
        </p:sp>
        <p:sp>
          <p:nvSpPr>
            <p:cNvPr id="12" name="Oval 26"/>
            <p:cNvSpPr>
              <a:spLocks noChangeArrowheads="1"/>
            </p:cNvSpPr>
            <p:nvPr/>
          </p:nvSpPr>
          <p:spPr bwMode="auto">
            <a:xfrm>
              <a:off x="6963493" y="5952615"/>
              <a:ext cx="276255" cy="278447"/>
            </a:xfrm>
            <a:prstGeom prst="ellipse">
              <a:avLst/>
            </a:prstGeom>
            <a:solidFill>
              <a:schemeClr val="accent2"/>
            </a:solidFill>
            <a:ln w="952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kumimoji="1" sz="20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defRPr kumimoji="1" sz="16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defRPr kumimoji="1" sz="1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defRPr kumimoji="1" sz="16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defRPr kumimoji="1" sz="16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defRPr kumimoji="1" sz="16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defRPr kumimoji="1" sz="16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defRPr kumimoji="1" sz="16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defRPr kumimoji="1" sz="16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pPr>
              <a:r>
                <a:rPr lang="en-GB" altLang="en-US" sz="1200" dirty="0">
                  <a:solidFill>
                    <a:srgbClr val="00B0F0"/>
                  </a:solidFill>
                </a:rPr>
                <a:t>e-</a:t>
              </a:r>
            </a:p>
          </p:txBody>
        </p:sp>
        <p:sp>
          <p:nvSpPr>
            <p:cNvPr id="13" name="Line 36"/>
            <p:cNvSpPr>
              <a:spLocks noChangeShapeType="1"/>
            </p:cNvSpPr>
            <p:nvPr/>
          </p:nvSpPr>
          <p:spPr bwMode="auto">
            <a:xfrm>
              <a:off x="5249741" y="2778524"/>
              <a:ext cx="1713751" cy="1267598"/>
            </a:xfrm>
            <a:prstGeom prst="line">
              <a:avLst/>
            </a:prstGeom>
            <a:noFill/>
            <a:ln w="9525">
              <a:solidFill>
                <a:srgbClr val="000000"/>
              </a:solidFill>
              <a:prstDash val="solid"/>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4" name="Line 36"/>
            <p:cNvSpPr>
              <a:spLocks noChangeShapeType="1"/>
            </p:cNvSpPr>
            <p:nvPr/>
          </p:nvSpPr>
          <p:spPr bwMode="auto">
            <a:xfrm>
              <a:off x="7100593" y="4279722"/>
              <a:ext cx="1029" cy="1646610"/>
            </a:xfrm>
            <a:prstGeom prst="line">
              <a:avLst/>
            </a:prstGeom>
            <a:noFill/>
            <a:ln w="9525">
              <a:solidFill>
                <a:srgbClr val="000000"/>
              </a:solidFill>
              <a:prstDash val="solid"/>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5" name="Line 36"/>
            <p:cNvSpPr>
              <a:spLocks noChangeShapeType="1"/>
            </p:cNvSpPr>
            <p:nvPr/>
          </p:nvSpPr>
          <p:spPr bwMode="auto">
            <a:xfrm>
              <a:off x="7252856" y="4166093"/>
              <a:ext cx="2346382" cy="523954"/>
            </a:xfrm>
            <a:prstGeom prst="line">
              <a:avLst/>
            </a:prstGeom>
            <a:noFill/>
            <a:ln w="9525">
              <a:solidFill>
                <a:srgbClr val="000000"/>
              </a:solidFill>
              <a:prstDash val="solid"/>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5" name="Oval 30"/>
            <p:cNvSpPr>
              <a:spLocks noChangeArrowheads="1"/>
            </p:cNvSpPr>
            <p:nvPr/>
          </p:nvSpPr>
          <p:spPr bwMode="auto">
            <a:xfrm>
              <a:off x="7101622" y="2604554"/>
              <a:ext cx="1242754" cy="1241339"/>
            </a:xfrm>
            <a:prstGeom prst="ellipse">
              <a:avLst/>
            </a:prstGeom>
            <a:solidFill>
              <a:schemeClr val="bg1">
                <a:lumMod val="95000"/>
              </a:schemeClr>
            </a:solidFill>
            <a:ln w="9525">
              <a:solidFill>
                <a:schemeClr val="bg1">
                  <a:lumMod val="75000"/>
                </a:schemeClr>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kumimoji="1" sz="20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defRPr kumimoji="1" sz="16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defRPr kumimoji="1" sz="1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defRPr kumimoji="1" sz="16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defRPr kumimoji="1" sz="16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defRPr kumimoji="1" sz="16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defRPr kumimoji="1" sz="16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defRPr kumimoji="1" sz="16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defRPr kumimoji="1" sz="16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pPr>
              <a:r>
                <a:rPr lang="en-GB" altLang="en-US" sz="1200" b="0" dirty="0"/>
                <a:t>Target</a:t>
              </a:r>
            </a:p>
            <a:p>
              <a:pPr algn="ctr" eaLnBrk="1" hangingPunct="1">
                <a:spcBef>
                  <a:spcPct val="50000"/>
                </a:spcBef>
              </a:pPr>
              <a:r>
                <a:rPr lang="en-GB" altLang="en-US" sz="1200" b="0" dirty="0"/>
                <a:t>Nucleus</a:t>
              </a:r>
            </a:p>
          </p:txBody>
        </p:sp>
      </p:grpSp>
      <p:sp>
        <p:nvSpPr>
          <p:cNvPr id="17" name="TextBox 16"/>
          <p:cNvSpPr txBox="1"/>
          <p:nvPr/>
        </p:nvSpPr>
        <p:spPr>
          <a:xfrm>
            <a:off x="155959" y="1725791"/>
            <a:ext cx="5148595" cy="1200329"/>
          </a:xfrm>
          <a:prstGeom prst="rect">
            <a:avLst/>
          </a:prstGeom>
          <a:noFill/>
        </p:spPr>
        <p:txBody>
          <a:bodyPr wrap="square" rtlCol="0">
            <a:spAutoFit/>
          </a:bodyPr>
          <a:lstStyle/>
          <a:p>
            <a:pPr marL="342900" indent="-342900" algn="just">
              <a:buFont typeface="+mj-lt"/>
              <a:buAutoNum type="arabicPeriod"/>
            </a:pPr>
            <a:r>
              <a:rPr lang="en-GB" sz="1800" b="0" dirty="0">
                <a:latin typeface="Calibri" panose="020F0502020204030204" pitchFamily="34" charset="0"/>
                <a:cs typeface="Calibri" panose="020F0502020204030204" pitchFamily="34" charset="0"/>
              </a:rPr>
              <a:t>A high speed electron collides with an electron </a:t>
            </a:r>
            <a:r>
              <a:rPr lang="en-GB" sz="1800" dirty="0">
                <a:latin typeface="Calibri" panose="020F0502020204030204" pitchFamily="34" charset="0"/>
                <a:cs typeface="Calibri" panose="020F0502020204030204" pitchFamily="34" charset="0"/>
              </a:rPr>
              <a:t>in the target atom</a:t>
            </a:r>
            <a:r>
              <a:rPr lang="en-GB" sz="1800" b="0" dirty="0">
                <a:latin typeface="Calibri" panose="020F0502020204030204" pitchFamily="34" charset="0"/>
                <a:cs typeface="Calibri" panose="020F0502020204030204" pitchFamily="34" charset="0"/>
              </a:rPr>
              <a:t> and knocks it out of its orbital. This leaves a hole behind</a:t>
            </a:r>
          </a:p>
          <a:p>
            <a:pPr marL="342900" indent="-342900" algn="just">
              <a:buFont typeface="+mj-lt"/>
              <a:buAutoNum type="arabicPeriod"/>
            </a:pPr>
            <a:endParaRPr lang="en-GB" sz="1800" b="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8573030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Generating X-rays: </a:t>
            </a:r>
            <a:r>
              <a:rPr lang="en-GB" b="1" dirty="0"/>
              <a:t>Characteristic Emission</a:t>
            </a:r>
          </a:p>
        </p:txBody>
      </p:sp>
      <p:sp>
        <p:nvSpPr>
          <p:cNvPr id="4" name="Slide Number Placeholder 3"/>
          <p:cNvSpPr>
            <a:spLocks noGrp="1"/>
          </p:cNvSpPr>
          <p:nvPr>
            <p:ph type="sldNum" sz="quarter" idx="10"/>
          </p:nvPr>
        </p:nvSpPr>
        <p:spPr/>
        <p:txBody>
          <a:bodyPr/>
          <a:lstStyle/>
          <a:p>
            <a:pPr>
              <a:defRPr/>
            </a:pPr>
            <a:fld id="{C0335DDC-D7BD-499D-8620-A8CC6675656F}" type="slidenum">
              <a:rPr lang="en-US" altLang="ja-JP" smtClean="0"/>
              <a:pPr>
                <a:defRPr/>
              </a:pPr>
              <a:t>15</a:t>
            </a:fld>
            <a:endParaRPr lang="en-US" altLang="ja-JP"/>
          </a:p>
        </p:txBody>
      </p:sp>
      <p:grpSp>
        <p:nvGrpSpPr>
          <p:cNvPr id="16" name="Group 15"/>
          <p:cNvGrpSpPr/>
          <p:nvPr/>
        </p:nvGrpSpPr>
        <p:grpSpPr>
          <a:xfrm>
            <a:off x="5619832" y="812070"/>
            <a:ext cx="5522006" cy="5510241"/>
            <a:chOff x="4984243" y="1333476"/>
            <a:chExt cx="4917464" cy="4897586"/>
          </a:xfrm>
        </p:grpSpPr>
        <p:sp>
          <p:nvSpPr>
            <p:cNvPr id="5" name="Oval 30"/>
            <p:cNvSpPr>
              <a:spLocks noChangeArrowheads="1"/>
            </p:cNvSpPr>
            <p:nvPr/>
          </p:nvSpPr>
          <p:spPr bwMode="auto">
            <a:xfrm>
              <a:off x="7101622" y="2604554"/>
              <a:ext cx="1242754" cy="1241339"/>
            </a:xfrm>
            <a:prstGeom prst="ellipse">
              <a:avLst/>
            </a:prstGeom>
            <a:solidFill>
              <a:schemeClr val="bg1">
                <a:lumMod val="95000"/>
              </a:schemeClr>
            </a:solidFill>
            <a:ln w="9525">
              <a:solidFill>
                <a:schemeClr val="bg1">
                  <a:lumMod val="75000"/>
                </a:schemeClr>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kumimoji="1" sz="20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defRPr kumimoji="1" sz="16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defRPr kumimoji="1" sz="1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defRPr kumimoji="1" sz="16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defRPr kumimoji="1" sz="16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defRPr kumimoji="1" sz="16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defRPr kumimoji="1" sz="16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defRPr kumimoji="1" sz="16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defRPr kumimoji="1" sz="16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pPr>
              <a:r>
                <a:rPr lang="en-GB" altLang="en-US" sz="1200" b="0" dirty="0"/>
                <a:t>Target</a:t>
              </a:r>
            </a:p>
            <a:p>
              <a:pPr algn="ctr" eaLnBrk="1" hangingPunct="1">
                <a:spcBef>
                  <a:spcPct val="50000"/>
                </a:spcBef>
              </a:pPr>
              <a:r>
                <a:rPr lang="en-GB" altLang="en-US" sz="1200" b="0" dirty="0"/>
                <a:t>Nucleus</a:t>
              </a:r>
            </a:p>
          </p:txBody>
        </p:sp>
        <p:sp>
          <p:nvSpPr>
            <p:cNvPr id="6" name="Oval 5"/>
            <p:cNvSpPr/>
            <p:nvPr/>
          </p:nvSpPr>
          <p:spPr bwMode="auto">
            <a:xfrm>
              <a:off x="6635921" y="2142070"/>
              <a:ext cx="2178423" cy="2174839"/>
            </a:xfrm>
            <a:prstGeom prst="ellipse">
              <a:avLst/>
            </a:prstGeom>
            <a:no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en-GB" sz="2400" b="1" i="0" u="none" strike="noStrike" cap="none" normalizeH="0" baseline="0">
                <a:ln>
                  <a:noFill/>
                </a:ln>
                <a:solidFill>
                  <a:schemeClr val="tx1"/>
                </a:solidFill>
                <a:effectLst/>
                <a:latin typeface="Arial" charset="0"/>
                <a:ea typeface="MS Gothic" pitchFamily="49" charset="-128"/>
              </a:endParaRPr>
            </a:p>
          </p:txBody>
        </p:sp>
        <p:sp>
          <p:nvSpPr>
            <p:cNvPr id="7" name="Oval 6"/>
            <p:cNvSpPr/>
            <p:nvPr/>
          </p:nvSpPr>
          <p:spPr bwMode="auto">
            <a:xfrm>
              <a:off x="5833415" y="1333476"/>
              <a:ext cx="3778931" cy="3783493"/>
            </a:xfrm>
            <a:prstGeom prst="ellipse">
              <a:avLst/>
            </a:prstGeom>
            <a:noFill/>
            <a:ln w="9525" cap="flat" cmpd="sng" algn="ctr">
              <a:solidFill>
                <a:srgbClr val="0070C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en-GB" sz="2400" b="1" i="0" u="none" strike="noStrike" cap="none" normalizeH="0" baseline="0">
                <a:ln>
                  <a:noFill/>
                </a:ln>
                <a:solidFill>
                  <a:schemeClr val="tx1"/>
                </a:solidFill>
                <a:effectLst/>
                <a:latin typeface="Arial" charset="0"/>
                <a:ea typeface="MS Gothic" pitchFamily="49" charset="-128"/>
              </a:endParaRPr>
            </a:p>
          </p:txBody>
        </p:sp>
        <p:sp>
          <p:nvSpPr>
            <p:cNvPr id="9" name="Oval 26"/>
            <p:cNvSpPr>
              <a:spLocks noChangeArrowheads="1"/>
            </p:cNvSpPr>
            <p:nvPr/>
          </p:nvSpPr>
          <p:spPr bwMode="auto">
            <a:xfrm>
              <a:off x="6963494" y="3977731"/>
              <a:ext cx="276255" cy="278447"/>
            </a:xfrm>
            <a:prstGeom prst="ellipse">
              <a:avLst/>
            </a:prstGeom>
            <a:solidFill>
              <a:schemeClr val="bg1"/>
            </a:solidFill>
            <a:ln w="9525">
              <a:solidFill>
                <a:srgbClr val="000000"/>
              </a:solidFill>
              <a:prstDash val="lgDashDotDot"/>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kumimoji="1" sz="20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defRPr kumimoji="1" sz="16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defRPr kumimoji="1" sz="1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defRPr kumimoji="1" sz="16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defRPr kumimoji="1" sz="16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defRPr kumimoji="1" sz="16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defRPr kumimoji="1" sz="16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defRPr kumimoji="1" sz="16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defRPr kumimoji="1" sz="16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pPr>
              <a:endParaRPr lang="en-GB" altLang="en-US" sz="1200" dirty="0">
                <a:solidFill>
                  <a:srgbClr val="00B0F0"/>
                </a:solidFill>
              </a:endParaRPr>
            </a:p>
          </p:txBody>
        </p:sp>
        <p:sp>
          <p:nvSpPr>
            <p:cNvPr id="10" name="Oval 26"/>
            <p:cNvSpPr>
              <a:spLocks noChangeArrowheads="1"/>
            </p:cNvSpPr>
            <p:nvPr/>
          </p:nvSpPr>
          <p:spPr bwMode="auto">
            <a:xfrm>
              <a:off x="4984243" y="2576698"/>
              <a:ext cx="276255" cy="278447"/>
            </a:xfrm>
            <a:prstGeom prst="ellipse">
              <a:avLst/>
            </a:prstGeom>
            <a:solidFill>
              <a:schemeClr val="bg1">
                <a:lumMod val="85000"/>
              </a:schemeClr>
            </a:solidFill>
            <a:ln w="9525">
              <a:solidFill>
                <a:schemeClr val="bg1">
                  <a:lumMod val="85000"/>
                </a:schemeClr>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kumimoji="1" sz="20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defRPr kumimoji="1" sz="16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defRPr kumimoji="1" sz="1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defRPr kumimoji="1" sz="16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defRPr kumimoji="1" sz="16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defRPr kumimoji="1" sz="16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defRPr kumimoji="1" sz="16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defRPr kumimoji="1" sz="16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defRPr kumimoji="1" sz="16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pPr>
              <a:r>
                <a:rPr lang="en-GB" altLang="en-US" sz="1200" dirty="0">
                  <a:solidFill>
                    <a:schemeClr val="bg1">
                      <a:lumMod val="50000"/>
                    </a:schemeClr>
                  </a:solidFill>
                </a:rPr>
                <a:t>e-</a:t>
              </a:r>
            </a:p>
          </p:txBody>
        </p:sp>
        <p:sp>
          <p:nvSpPr>
            <p:cNvPr id="11" name="Oval 26"/>
            <p:cNvSpPr>
              <a:spLocks noChangeArrowheads="1"/>
            </p:cNvSpPr>
            <p:nvPr/>
          </p:nvSpPr>
          <p:spPr bwMode="auto">
            <a:xfrm>
              <a:off x="9625452" y="4558671"/>
              <a:ext cx="276255" cy="278447"/>
            </a:xfrm>
            <a:prstGeom prst="ellipse">
              <a:avLst/>
            </a:prstGeom>
            <a:solidFill>
              <a:schemeClr val="bg1">
                <a:lumMod val="85000"/>
              </a:schemeClr>
            </a:solidFill>
            <a:ln w="9525">
              <a:solidFill>
                <a:schemeClr val="bg1">
                  <a:lumMod val="85000"/>
                </a:schemeClr>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kumimoji="1" sz="20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defRPr kumimoji="1" sz="16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defRPr kumimoji="1" sz="1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defRPr kumimoji="1" sz="16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defRPr kumimoji="1" sz="16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defRPr kumimoji="1" sz="16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defRPr kumimoji="1" sz="16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defRPr kumimoji="1" sz="16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defRPr kumimoji="1" sz="16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pPr>
              <a:r>
                <a:rPr lang="en-GB" altLang="en-US" sz="1200" dirty="0">
                  <a:solidFill>
                    <a:schemeClr val="bg1">
                      <a:lumMod val="50000"/>
                    </a:schemeClr>
                  </a:solidFill>
                </a:rPr>
                <a:t>e-</a:t>
              </a:r>
            </a:p>
          </p:txBody>
        </p:sp>
        <p:sp>
          <p:nvSpPr>
            <p:cNvPr id="12" name="Oval 26"/>
            <p:cNvSpPr>
              <a:spLocks noChangeArrowheads="1"/>
            </p:cNvSpPr>
            <p:nvPr/>
          </p:nvSpPr>
          <p:spPr bwMode="auto">
            <a:xfrm>
              <a:off x="6963493" y="5952615"/>
              <a:ext cx="276255" cy="278447"/>
            </a:xfrm>
            <a:prstGeom prst="ellipse">
              <a:avLst/>
            </a:prstGeom>
            <a:solidFill>
              <a:schemeClr val="bg1">
                <a:lumMod val="85000"/>
              </a:schemeClr>
            </a:solidFill>
            <a:ln w="9525">
              <a:solidFill>
                <a:schemeClr val="bg1">
                  <a:lumMod val="85000"/>
                </a:schemeClr>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kumimoji="1" sz="20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defRPr kumimoji="1" sz="16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defRPr kumimoji="1" sz="1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defRPr kumimoji="1" sz="16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defRPr kumimoji="1" sz="16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defRPr kumimoji="1" sz="16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defRPr kumimoji="1" sz="16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defRPr kumimoji="1" sz="16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defRPr kumimoji="1" sz="16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pPr>
              <a:r>
                <a:rPr lang="en-GB" altLang="en-US" sz="1200" dirty="0">
                  <a:solidFill>
                    <a:schemeClr val="bg1">
                      <a:lumMod val="50000"/>
                    </a:schemeClr>
                  </a:solidFill>
                </a:rPr>
                <a:t>e-</a:t>
              </a:r>
            </a:p>
          </p:txBody>
        </p:sp>
        <p:sp>
          <p:nvSpPr>
            <p:cNvPr id="13" name="Line 36"/>
            <p:cNvSpPr>
              <a:spLocks noChangeShapeType="1"/>
            </p:cNvSpPr>
            <p:nvPr/>
          </p:nvSpPr>
          <p:spPr bwMode="auto">
            <a:xfrm>
              <a:off x="5249741" y="2778524"/>
              <a:ext cx="1713751" cy="1267598"/>
            </a:xfrm>
            <a:prstGeom prst="line">
              <a:avLst/>
            </a:prstGeom>
            <a:noFill/>
            <a:ln w="9525">
              <a:solidFill>
                <a:schemeClr val="bg1">
                  <a:lumMod val="85000"/>
                </a:schemeClr>
              </a:solidFill>
              <a:prstDash val="solid"/>
              <a:round/>
              <a:headEn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solidFill>
                  <a:schemeClr val="bg1">
                    <a:lumMod val="50000"/>
                  </a:schemeClr>
                </a:solidFill>
              </a:endParaRPr>
            </a:p>
          </p:txBody>
        </p:sp>
        <p:sp>
          <p:nvSpPr>
            <p:cNvPr id="14" name="Line 36"/>
            <p:cNvSpPr>
              <a:spLocks noChangeShapeType="1"/>
            </p:cNvSpPr>
            <p:nvPr/>
          </p:nvSpPr>
          <p:spPr bwMode="auto">
            <a:xfrm>
              <a:off x="7100593" y="4279722"/>
              <a:ext cx="1029" cy="1646610"/>
            </a:xfrm>
            <a:prstGeom prst="line">
              <a:avLst/>
            </a:prstGeom>
            <a:noFill/>
            <a:ln w="9525">
              <a:solidFill>
                <a:schemeClr val="bg1">
                  <a:lumMod val="85000"/>
                </a:schemeClr>
              </a:solidFill>
              <a:prstDash val="solid"/>
              <a:round/>
              <a:headEn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solidFill>
                  <a:schemeClr val="bg1">
                    <a:lumMod val="50000"/>
                  </a:schemeClr>
                </a:solidFill>
              </a:endParaRPr>
            </a:p>
          </p:txBody>
        </p:sp>
      </p:grpSp>
      <p:sp>
        <p:nvSpPr>
          <p:cNvPr id="17" name="Line 36"/>
          <p:cNvSpPr>
            <a:spLocks noChangeShapeType="1"/>
          </p:cNvSpPr>
          <p:nvPr/>
        </p:nvSpPr>
        <p:spPr bwMode="auto">
          <a:xfrm>
            <a:off x="8167343" y="3999028"/>
            <a:ext cx="2634841" cy="589497"/>
          </a:xfrm>
          <a:prstGeom prst="line">
            <a:avLst/>
          </a:prstGeom>
          <a:noFill/>
          <a:ln w="9525">
            <a:solidFill>
              <a:schemeClr val="bg1">
                <a:lumMod val="85000"/>
              </a:schemeClr>
            </a:solidFill>
            <a:prstDash val="solid"/>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8" name="Oval 26"/>
          <p:cNvSpPr>
            <a:spLocks noChangeArrowheads="1"/>
          </p:cNvSpPr>
          <p:nvPr/>
        </p:nvSpPr>
        <p:spPr bwMode="auto">
          <a:xfrm>
            <a:off x="7383994" y="4544800"/>
            <a:ext cx="276255" cy="278447"/>
          </a:xfrm>
          <a:prstGeom prst="ellipse">
            <a:avLst/>
          </a:prstGeom>
          <a:solidFill>
            <a:srgbClr val="AFD3F7"/>
          </a:solidFill>
          <a:ln w="9525">
            <a:solidFill>
              <a:srgbClr val="000000"/>
            </a:solidFill>
            <a:round/>
            <a:headEnd/>
            <a:tailEnd/>
          </a:ln>
          <a:effectLst/>
        </p:spPr>
        <p:txBody>
          <a:bodyPr wrap="none" anchor="ctr"/>
          <a:lstStyle>
            <a:lvl1pPr>
              <a:spcBef>
                <a:spcPct val="20000"/>
              </a:spcBef>
              <a:defRPr kumimoji="1" sz="20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defRPr kumimoji="1" sz="16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defRPr kumimoji="1" sz="1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defRPr kumimoji="1" sz="16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defRPr kumimoji="1" sz="16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defRPr kumimoji="1" sz="16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defRPr kumimoji="1" sz="16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defRPr kumimoji="1" sz="16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defRPr kumimoji="1" sz="16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pPr>
            <a:r>
              <a:rPr lang="en-GB" altLang="en-US" sz="1200" dirty="0">
                <a:solidFill>
                  <a:srgbClr val="00B0F0"/>
                </a:solidFill>
              </a:rPr>
              <a:t>e-</a:t>
            </a:r>
          </a:p>
        </p:txBody>
      </p:sp>
      <p:sp>
        <p:nvSpPr>
          <p:cNvPr id="19" name="Line 36"/>
          <p:cNvSpPr>
            <a:spLocks noChangeShapeType="1"/>
          </p:cNvSpPr>
          <p:nvPr/>
        </p:nvSpPr>
        <p:spPr bwMode="auto">
          <a:xfrm flipV="1">
            <a:off x="7621309" y="4100382"/>
            <a:ext cx="270788" cy="444418"/>
          </a:xfrm>
          <a:prstGeom prst="line">
            <a:avLst/>
          </a:prstGeom>
          <a:noFill/>
          <a:ln w="9525">
            <a:solidFill>
              <a:srgbClr val="000000"/>
            </a:solidFill>
            <a:prstDash val="solid"/>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0" name="Freeform 55"/>
          <p:cNvSpPr>
            <a:spLocks/>
          </p:cNvSpPr>
          <p:nvPr/>
        </p:nvSpPr>
        <p:spPr bwMode="auto">
          <a:xfrm rot="1878087">
            <a:off x="7535322" y="5126152"/>
            <a:ext cx="3365243" cy="234698"/>
          </a:xfrm>
          <a:custGeom>
            <a:avLst/>
            <a:gdLst>
              <a:gd name="T0" fmla="*/ 0 w 1418"/>
              <a:gd name="T1" fmla="*/ 3 h 261"/>
              <a:gd name="T2" fmla="*/ 963 w 1418"/>
              <a:gd name="T3" fmla="*/ 3 h 261"/>
              <a:gd name="T4" fmla="*/ 2314 w 1418"/>
              <a:gd name="T5" fmla="*/ 6 h 261"/>
              <a:gd name="T6" fmla="*/ 3707 w 1418"/>
              <a:gd name="T7" fmla="*/ 1 h 261"/>
              <a:gd name="T8" fmla="*/ 5019 w 1418"/>
              <a:gd name="T9" fmla="*/ 6 h 261"/>
              <a:gd name="T10" fmla="*/ 6177 w 1418"/>
              <a:gd name="T11" fmla="*/ 0 h 261"/>
              <a:gd name="T12" fmla="*/ 7328 w 1418"/>
              <a:gd name="T13" fmla="*/ 6 h 261"/>
              <a:gd name="T14" fmla="*/ 8488 w 1418"/>
              <a:gd name="T15" fmla="*/ 0 h 261"/>
              <a:gd name="T16" fmla="*/ 9641 w 1418"/>
              <a:gd name="T17" fmla="*/ 6 h 261"/>
              <a:gd name="T18" fmla="*/ 10343 w 1418"/>
              <a:gd name="T19" fmla="*/ 3 h 261"/>
              <a:gd name="T20" fmla="*/ 11401 w 1418"/>
              <a:gd name="T21" fmla="*/ 3 h 26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418" h="261">
                <a:moveTo>
                  <a:pt x="0" y="107"/>
                </a:moveTo>
                <a:cubicBezTo>
                  <a:pt x="20" y="109"/>
                  <a:pt x="72" y="101"/>
                  <a:pt x="120" y="123"/>
                </a:cubicBezTo>
                <a:cubicBezTo>
                  <a:pt x="168" y="145"/>
                  <a:pt x="231" y="259"/>
                  <a:pt x="288" y="240"/>
                </a:cubicBezTo>
                <a:cubicBezTo>
                  <a:pt x="345" y="221"/>
                  <a:pt x="406" y="6"/>
                  <a:pt x="462" y="6"/>
                </a:cubicBezTo>
                <a:cubicBezTo>
                  <a:pt x="518" y="6"/>
                  <a:pt x="573" y="241"/>
                  <a:pt x="624" y="240"/>
                </a:cubicBezTo>
                <a:cubicBezTo>
                  <a:pt x="675" y="239"/>
                  <a:pt x="720" y="0"/>
                  <a:pt x="768" y="0"/>
                </a:cubicBezTo>
                <a:cubicBezTo>
                  <a:pt x="816" y="0"/>
                  <a:pt x="864" y="240"/>
                  <a:pt x="912" y="240"/>
                </a:cubicBezTo>
                <a:cubicBezTo>
                  <a:pt x="960" y="240"/>
                  <a:pt x="1008" y="0"/>
                  <a:pt x="1056" y="0"/>
                </a:cubicBezTo>
                <a:cubicBezTo>
                  <a:pt x="1104" y="0"/>
                  <a:pt x="1162" y="219"/>
                  <a:pt x="1200" y="240"/>
                </a:cubicBezTo>
                <a:cubicBezTo>
                  <a:pt x="1238" y="261"/>
                  <a:pt x="1250" y="146"/>
                  <a:pt x="1286" y="126"/>
                </a:cubicBezTo>
                <a:cubicBezTo>
                  <a:pt x="1322" y="106"/>
                  <a:pt x="1391" y="119"/>
                  <a:pt x="1418" y="117"/>
                </a:cubicBezTo>
              </a:path>
            </a:pathLst>
          </a:custGeom>
          <a:noFill/>
          <a:ln w="9525" cap="flat" cmpd="sng">
            <a:solidFill>
              <a:srgbClr val="FF0000"/>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1" name="Text Box 56"/>
          <p:cNvSpPr txBox="1">
            <a:spLocks noChangeArrowheads="1"/>
          </p:cNvSpPr>
          <p:nvPr/>
        </p:nvSpPr>
        <p:spPr bwMode="auto">
          <a:xfrm>
            <a:off x="10616221" y="5918244"/>
            <a:ext cx="1968342" cy="49485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defRPr kumimoji="1" sz="20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defRPr kumimoji="1" sz="16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defRPr kumimoji="1" sz="1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defRPr kumimoji="1" sz="16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defRPr kumimoji="1" sz="16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defRPr kumimoji="1" sz="16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defRPr kumimoji="1" sz="16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defRPr kumimoji="1" sz="16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defRPr kumimoji="1" sz="1600">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pPr>
            <a:r>
              <a:rPr lang="en-GB" altLang="en-US" sz="1600" dirty="0">
                <a:latin typeface="Calibri" panose="020F0502020204030204" pitchFamily="34" charset="0"/>
                <a:cs typeface="Calibri" panose="020F0502020204030204" pitchFamily="34" charset="0"/>
              </a:rPr>
              <a:t>X-ray emission</a:t>
            </a:r>
          </a:p>
        </p:txBody>
      </p:sp>
      <p:sp>
        <p:nvSpPr>
          <p:cNvPr id="22" name="TextBox 21"/>
          <p:cNvSpPr txBox="1"/>
          <p:nvPr/>
        </p:nvSpPr>
        <p:spPr>
          <a:xfrm>
            <a:off x="176564" y="1498725"/>
            <a:ext cx="5148595" cy="3693319"/>
          </a:xfrm>
          <a:prstGeom prst="rect">
            <a:avLst/>
          </a:prstGeom>
          <a:noFill/>
        </p:spPr>
        <p:txBody>
          <a:bodyPr wrap="square" rtlCol="0">
            <a:spAutoFit/>
          </a:bodyPr>
          <a:lstStyle/>
          <a:p>
            <a:pPr marL="342900" indent="-342900" algn="just">
              <a:buFont typeface="+mj-lt"/>
              <a:buAutoNum type="arabicPeriod"/>
            </a:pPr>
            <a:r>
              <a:rPr lang="en-GB" sz="1800" b="0" dirty="0">
                <a:latin typeface="Calibri" panose="020F0502020204030204" pitchFamily="34" charset="0"/>
                <a:cs typeface="Calibri" panose="020F0502020204030204" pitchFamily="34" charset="0"/>
              </a:rPr>
              <a:t>A high speed electron collides with an electron </a:t>
            </a:r>
            <a:r>
              <a:rPr lang="en-GB" sz="1800" dirty="0">
                <a:latin typeface="Calibri" panose="020F0502020204030204" pitchFamily="34" charset="0"/>
                <a:cs typeface="Calibri" panose="020F0502020204030204" pitchFamily="34" charset="0"/>
              </a:rPr>
              <a:t>in the target atom</a:t>
            </a:r>
            <a:r>
              <a:rPr lang="en-GB" sz="1800" b="0" dirty="0">
                <a:latin typeface="Calibri" panose="020F0502020204030204" pitchFamily="34" charset="0"/>
                <a:cs typeface="Calibri" panose="020F0502020204030204" pitchFamily="34" charset="0"/>
              </a:rPr>
              <a:t> and knocks it out of its orbital. This leaves a hole behind</a:t>
            </a:r>
          </a:p>
          <a:p>
            <a:pPr marL="342900" indent="-342900" algn="just">
              <a:buFont typeface="+mj-lt"/>
              <a:buAutoNum type="arabicPeriod"/>
            </a:pPr>
            <a:endParaRPr lang="en-GB" sz="1800" b="0" dirty="0">
              <a:latin typeface="Calibri" panose="020F0502020204030204" pitchFamily="34" charset="0"/>
              <a:cs typeface="Calibri" panose="020F0502020204030204" pitchFamily="34" charset="0"/>
            </a:endParaRPr>
          </a:p>
          <a:p>
            <a:pPr marL="342900" indent="-342900" algn="just">
              <a:buFont typeface="+mj-lt"/>
              <a:buAutoNum type="arabicPeriod"/>
            </a:pPr>
            <a:r>
              <a:rPr lang="en-GB" sz="1800" b="0" dirty="0">
                <a:latin typeface="Calibri" panose="020F0502020204030204" pitchFamily="34" charset="0"/>
                <a:cs typeface="Calibri" panose="020F0502020204030204" pitchFamily="34" charset="0"/>
              </a:rPr>
              <a:t>An electron in a higher-energy shell “falls down” to fill the lower-energy shell. This transition </a:t>
            </a:r>
            <a:r>
              <a:rPr lang="en-GB" sz="1800" dirty="0">
                <a:latin typeface="Calibri" panose="020F0502020204030204" pitchFamily="34" charset="0"/>
                <a:cs typeface="Calibri" panose="020F0502020204030204" pitchFamily="34" charset="0"/>
              </a:rPr>
              <a:t>releases energy as an X-ray</a:t>
            </a:r>
            <a:endParaRPr lang="en-GB" sz="1800" b="0" dirty="0">
              <a:latin typeface="Calibri" panose="020F0502020204030204" pitchFamily="34" charset="0"/>
              <a:cs typeface="Calibri" panose="020F0502020204030204" pitchFamily="34" charset="0"/>
            </a:endParaRPr>
          </a:p>
          <a:p>
            <a:pPr marL="342900" indent="-342900" algn="just">
              <a:buFont typeface="+mj-lt"/>
              <a:buAutoNum type="arabicPeriod"/>
            </a:pPr>
            <a:endParaRPr lang="en-GB" sz="1800" dirty="0">
              <a:latin typeface="Calibri" panose="020F0502020204030204" pitchFamily="34" charset="0"/>
              <a:cs typeface="Calibri" panose="020F0502020204030204" pitchFamily="34" charset="0"/>
            </a:endParaRPr>
          </a:p>
          <a:p>
            <a:pPr algn="just"/>
            <a:endParaRPr lang="en-GB" sz="1800" b="0" dirty="0">
              <a:latin typeface="Calibri" panose="020F0502020204030204" pitchFamily="34" charset="0"/>
              <a:cs typeface="Calibri" panose="020F0502020204030204" pitchFamily="34" charset="0"/>
            </a:endParaRPr>
          </a:p>
          <a:p>
            <a:pPr algn="just"/>
            <a:r>
              <a:rPr lang="en-GB" sz="1800" b="0" dirty="0">
                <a:latin typeface="Calibri" panose="020F0502020204030204" pitchFamily="34" charset="0"/>
                <a:cs typeface="Calibri" panose="020F0502020204030204" pitchFamily="34" charset="0"/>
              </a:rPr>
              <a:t>As there are only specific energy levels that the orbital electrons can be in, there are </a:t>
            </a:r>
            <a:r>
              <a:rPr lang="en-GB" sz="1800" dirty="0">
                <a:latin typeface="Calibri" panose="020F0502020204030204" pitchFamily="34" charset="0"/>
                <a:cs typeface="Calibri" panose="020F0502020204030204" pitchFamily="34" charset="0"/>
              </a:rPr>
              <a:t>only specific transitions </a:t>
            </a:r>
            <a:r>
              <a:rPr lang="en-GB" sz="1800" b="0" dirty="0">
                <a:latin typeface="Calibri" panose="020F0502020204030204" pitchFamily="34" charset="0"/>
                <a:cs typeface="Calibri" panose="020F0502020204030204" pitchFamily="34" charset="0"/>
              </a:rPr>
              <a:t>possible – these are </a:t>
            </a:r>
            <a:r>
              <a:rPr lang="en-GB" sz="1800" dirty="0">
                <a:latin typeface="Calibri" panose="020F0502020204030204" pitchFamily="34" charset="0"/>
                <a:cs typeface="Calibri" panose="020F0502020204030204" pitchFamily="34" charset="0"/>
              </a:rPr>
              <a:t>characteristic of the target </a:t>
            </a:r>
            <a:r>
              <a:rPr lang="en-GB" sz="1800" b="0" dirty="0">
                <a:latin typeface="Calibri" panose="020F0502020204030204" pitchFamily="34" charset="0"/>
                <a:cs typeface="Calibri" panose="020F0502020204030204" pitchFamily="34" charset="0"/>
              </a:rPr>
              <a:t>material</a:t>
            </a:r>
          </a:p>
        </p:txBody>
      </p:sp>
    </p:spTree>
    <p:extLst>
      <p:ext uri="{BB962C8B-B14F-4D97-AF65-F5344CB8AC3E}">
        <p14:creationId xmlns:p14="http://schemas.microsoft.com/office/powerpoint/2010/main" val="31143448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Generating X-rays: </a:t>
            </a:r>
            <a:r>
              <a:rPr lang="en-GB" b="1" dirty="0"/>
              <a:t>The X-ray Spectrum</a:t>
            </a:r>
            <a:endParaRPr lang="en-GB" dirty="0"/>
          </a:p>
        </p:txBody>
      </p:sp>
      <p:sp>
        <p:nvSpPr>
          <p:cNvPr id="4" name="Slide Number Placeholder 3"/>
          <p:cNvSpPr>
            <a:spLocks noGrp="1"/>
          </p:cNvSpPr>
          <p:nvPr>
            <p:ph type="sldNum" sz="quarter" idx="10"/>
          </p:nvPr>
        </p:nvSpPr>
        <p:spPr/>
        <p:txBody>
          <a:bodyPr/>
          <a:lstStyle/>
          <a:p>
            <a:pPr>
              <a:defRPr/>
            </a:pPr>
            <a:fld id="{C0335DDC-D7BD-499D-8620-A8CC6675656F}" type="slidenum">
              <a:rPr lang="en-US" altLang="ja-JP" smtClean="0"/>
              <a:pPr>
                <a:defRPr/>
              </a:pPr>
              <a:t>16</a:t>
            </a:fld>
            <a:endParaRPr lang="en-US" altLang="ja-JP"/>
          </a:p>
        </p:txBody>
      </p:sp>
      <p:grpSp>
        <p:nvGrpSpPr>
          <p:cNvPr id="27" name="Group 26"/>
          <p:cNvGrpSpPr/>
          <p:nvPr/>
        </p:nvGrpSpPr>
        <p:grpSpPr>
          <a:xfrm>
            <a:off x="4043790" y="868481"/>
            <a:ext cx="7693248" cy="4736827"/>
            <a:chOff x="1750311" y="1181263"/>
            <a:chExt cx="6110390" cy="4344382"/>
          </a:xfrm>
        </p:grpSpPr>
        <p:sp>
          <p:nvSpPr>
            <p:cNvPr id="20" name="Freeform 19"/>
            <p:cNvSpPr/>
            <p:nvPr/>
          </p:nvSpPr>
          <p:spPr bwMode="auto">
            <a:xfrm>
              <a:off x="1864120" y="2822053"/>
              <a:ext cx="5596285" cy="2699666"/>
            </a:xfrm>
            <a:custGeom>
              <a:avLst/>
              <a:gdLst>
                <a:gd name="connsiteX0" fmla="*/ 0 w 5596285"/>
                <a:gd name="connsiteY0" fmla="*/ 2307584 h 2307584"/>
                <a:gd name="connsiteX1" fmla="*/ 1503070 w 5596285"/>
                <a:gd name="connsiteY1" fmla="*/ 0 h 2307584"/>
                <a:gd name="connsiteX2" fmla="*/ 5596285 w 5596285"/>
                <a:gd name="connsiteY2" fmla="*/ 2307584 h 2307584"/>
                <a:gd name="connsiteX0" fmla="*/ 0 w 5596285"/>
                <a:gd name="connsiteY0" fmla="*/ 2637238 h 2637238"/>
                <a:gd name="connsiteX1" fmla="*/ 1153792 w 5596285"/>
                <a:gd name="connsiteY1" fmla="*/ 0 h 2637238"/>
                <a:gd name="connsiteX2" fmla="*/ 5596285 w 5596285"/>
                <a:gd name="connsiteY2" fmla="*/ 2637238 h 2637238"/>
                <a:gd name="connsiteX0" fmla="*/ 0 w 5596285"/>
                <a:gd name="connsiteY0" fmla="*/ 2648703 h 2648703"/>
                <a:gd name="connsiteX1" fmla="*/ 1153792 w 5596285"/>
                <a:gd name="connsiteY1" fmla="*/ 11465 h 2648703"/>
                <a:gd name="connsiteX2" fmla="*/ 5596285 w 5596285"/>
                <a:gd name="connsiteY2" fmla="*/ 2648703 h 2648703"/>
                <a:gd name="connsiteX0" fmla="*/ 0 w 5596285"/>
                <a:gd name="connsiteY0" fmla="*/ 2699404 h 2699404"/>
                <a:gd name="connsiteX1" fmla="*/ 1208735 w 5596285"/>
                <a:gd name="connsiteY1" fmla="*/ 11148 h 2699404"/>
                <a:gd name="connsiteX2" fmla="*/ 5596285 w 5596285"/>
                <a:gd name="connsiteY2" fmla="*/ 2699404 h 2699404"/>
                <a:gd name="connsiteX0" fmla="*/ 0 w 5596285"/>
                <a:gd name="connsiteY0" fmla="*/ 2699666 h 2699666"/>
                <a:gd name="connsiteX1" fmla="*/ 1208735 w 5596285"/>
                <a:gd name="connsiteY1" fmla="*/ 11410 h 2699666"/>
                <a:gd name="connsiteX2" fmla="*/ 5596285 w 5596285"/>
                <a:gd name="connsiteY2" fmla="*/ 2699666 h 2699666"/>
                <a:gd name="connsiteX0" fmla="*/ 0 w 5596285"/>
                <a:gd name="connsiteY0" fmla="*/ 2699666 h 2699666"/>
                <a:gd name="connsiteX1" fmla="*/ 1208735 w 5596285"/>
                <a:gd name="connsiteY1" fmla="*/ 11410 h 2699666"/>
                <a:gd name="connsiteX2" fmla="*/ 5596285 w 5596285"/>
                <a:gd name="connsiteY2" fmla="*/ 2699666 h 2699666"/>
                <a:gd name="connsiteX0" fmla="*/ 0 w 5596285"/>
                <a:gd name="connsiteY0" fmla="*/ 2699666 h 2699666"/>
                <a:gd name="connsiteX1" fmla="*/ 1208735 w 5596285"/>
                <a:gd name="connsiteY1" fmla="*/ 11410 h 2699666"/>
                <a:gd name="connsiteX2" fmla="*/ 5596285 w 5596285"/>
                <a:gd name="connsiteY2" fmla="*/ 2699666 h 2699666"/>
              </a:gdLst>
              <a:ahLst/>
              <a:cxnLst>
                <a:cxn ang="0">
                  <a:pos x="connsiteX0" y="connsiteY0"/>
                </a:cxn>
                <a:cxn ang="0">
                  <a:pos x="connsiteX1" y="connsiteY1"/>
                </a:cxn>
                <a:cxn ang="0">
                  <a:pos x="connsiteX2" y="connsiteY2"/>
                </a:cxn>
              </a:cxnLst>
              <a:rect l="l" t="t" r="r" b="b"/>
              <a:pathLst>
                <a:path w="5596285" h="2699666">
                  <a:moveTo>
                    <a:pt x="0" y="2699666"/>
                  </a:moveTo>
                  <a:cubicBezTo>
                    <a:pt x="187066" y="1502705"/>
                    <a:pt x="283870" y="-153418"/>
                    <a:pt x="1208735" y="11410"/>
                  </a:cubicBezTo>
                  <a:cubicBezTo>
                    <a:pt x="2133600" y="176238"/>
                    <a:pt x="4854563" y="2221535"/>
                    <a:pt x="5596285" y="2699666"/>
                  </a:cubicBezTo>
                </a:path>
              </a:pathLst>
            </a:custGeom>
            <a:solidFill>
              <a:schemeClr val="accent2">
                <a:lumMod val="40000"/>
                <a:lumOff val="6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en-GB" sz="2400" b="1" i="0" u="none" strike="noStrike" cap="none" normalizeH="0" baseline="0">
                <a:ln>
                  <a:noFill/>
                </a:ln>
                <a:solidFill>
                  <a:schemeClr val="tx1"/>
                </a:solidFill>
                <a:effectLst/>
                <a:latin typeface="Arial" charset="0"/>
                <a:ea typeface="MS Gothic" pitchFamily="49" charset="-128"/>
              </a:endParaRPr>
            </a:p>
          </p:txBody>
        </p:sp>
        <p:grpSp>
          <p:nvGrpSpPr>
            <p:cNvPr id="13" name="Group 12"/>
            <p:cNvGrpSpPr/>
            <p:nvPr/>
          </p:nvGrpSpPr>
          <p:grpSpPr>
            <a:xfrm>
              <a:off x="1750311" y="1181263"/>
              <a:ext cx="6110390" cy="4344382"/>
              <a:chOff x="1593332" y="961494"/>
              <a:chExt cx="5506023" cy="4344382"/>
            </a:xfrm>
          </p:grpSpPr>
          <p:cxnSp>
            <p:nvCxnSpPr>
              <p:cNvPr id="6" name="Straight Arrow Connector 5"/>
              <p:cNvCxnSpPr/>
              <p:nvPr/>
            </p:nvCxnSpPr>
            <p:spPr bwMode="auto">
              <a:xfrm>
                <a:off x="1593332" y="5305875"/>
                <a:ext cx="5506023" cy="0"/>
              </a:xfrm>
              <a:prstGeom prst="straightConnector1">
                <a:avLst/>
              </a:prstGeom>
              <a:solidFill>
                <a:schemeClr val="accent1"/>
              </a:solidFill>
              <a:ln w="28575" cap="flat" cmpd="sng" algn="ctr">
                <a:solidFill>
                  <a:schemeClr val="tx1"/>
                </a:solidFill>
                <a:prstDash val="solid"/>
                <a:round/>
                <a:headEnd type="none" w="med" len="med"/>
                <a:tailEnd type="triangle"/>
              </a:ln>
              <a:effectLst/>
            </p:spPr>
          </p:cxnSp>
          <p:cxnSp>
            <p:nvCxnSpPr>
              <p:cNvPr id="7" name="Straight Arrow Connector 6"/>
              <p:cNvCxnSpPr/>
              <p:nvPr/>
            </p:nvCxnSpPr>
            <p:spPr bwMode="auto">
              <a:xfrm flipV="1">
                <a:off x="1593332" y="961494"/>
                <a:ext cx="0" cy="4344382"/>
              </a:xfrm>
              <a:prstGeom prst="straightConnector1">
                <a:avLst/>
              </a:prstGeom>
              <a:solidFill>
                <a:schemeClr val="accent1"/>
              </a:solidFill>
              <a:ln w="28575" cap="flat" cmpd="sng" algn="ctr">
                <a:solidFill>
                  <a:schemeClr val="tx1"/>
                </a:solidFill>
                <a:prstDash val="solid"/>
                <a:round/>
                <a:headEnd type="none" w="med" len="med"/>
                <a:tailEnd type="triangle"/>
              </a:ln>
              <a:effectLst/>
            </p:spPr>
          </p:cxnSp>
        </p:grpSp>
        <p:cxnSp>
          <p:nvCxnSpPr>
            <p:cNvPr id="15" name="Straight Connector 14"/>
            <p:cNvCxnSpPr/>
            <p:nvPr/>
          </p:nvCxnSpPr>
          <p:spPr bwMode="auto">
            <a:xfrm>
              <a:off x="1750311" y="1353940"/>
              <a:ext cx="5714019" cy="4167780"/>
            </a:xfrm>
            <a:prstGeom prst="line">
              <a:avLst/>
            </a:prstGeom>
            <a:solidFill>
              <a:schemeClr val="accent1"/>
            </a:solidFill>
            <a:ln w="9525" cap="flat" cmpd="sng" algn="ctr">
              <a:solidFill>
                <a:schemeClr val="bg1">
                  <a:lumMod val="75000"/>
                </a:schemeClr>
              </a:solidFill>
              <a:prstDash val="dash"/>
              <a:round/>
              <a:headEnd type="none" w="med" len="med"/>
              <a:tailEnd type="none" w="med" len="med"/>
            </a:ln>
            <a:effectLst/>
          </p:spPr>
        </p:cxnSp>
        <p:cxnSp>
          <p:nvCxnSpPr>
            <p:cNvPr id="22" name="Straight Connector 21"/>
            <p:cNvCxnSpPr/>
            <p:nvPr/>
          </p:nvCxnSpPr>
          <p:spPr bwMode="auto">
            <a:xfrm flipV="1">
              <a:off x="2935499" y="1267602"/>
              <a:ext cx="0" cy="1554451"/>
            </a:xfrm>
            <a:prstGeom prst="line">
              <a:avLst/>
            </a:prstGeom>
            <a:solidFill>
              <a:schemeClr val="accent1"/>
            </a:solidFill>
            <a:ln w="28575" cap="flat" cmpd="sng" algn="ctr">
              <a:solidFill>
                <a:schemeClr val="tx1"/>
              </a:solidFill>
              <a:prstDash val="solid"/>
              <a:round/>
              <a:headEnd type="none" w="med" len="med"/>
              <a:tailEnd type="none" w="med" len="med"/>
            </a:ln>
            <a:effectLst/>
          </p:spPr>
        </p:cxnSp>
        <p:cxnSp>
          <p:nvCxnSpPr>
            <p:cNvPr id="23" name="Straight Connector 22"/>
            <p:cNvCxnSpPr/>
            <p:nvPr/>
          </p:nvCxnSpPr>
          <p:spPr bwMode="auto">
            <a:xfrm flipV="1">
              <a:off x="3111446" y="1353940"/>
              <a:ext cx="0" cy="1479886"/>
            </a:xfrm>
            <a:prstGeom prst="line">
              <a:avLst/>
            </a:prstGeom>
            <a:solidFill>
              <a:schemeClr val="accent1"/>
            </a:solidFill>
            <a:ln w="28575" cap="flat" cmpd="sng" algn="ctr">
              <a:solidFill>
                <a:schemeClr val="tx1"/>
              </a:solidFill>
              <a:prstDash val="solid"/>
              <a:round/>
              <a:headEnd type="none" w="med" len="med"/>
              <a:tailEnd type="none" w="med" len="med"/>
            </a:ln>
            <a:effectLst/>
          </p:spPr>
        </p:cxnSp>
      </p:grpSp>
      <p:sp>
        <p:nvSpPr>
          <p:cNvPr id="28" name="TextBox 27"/>
          <p:cNvSpPr txBox="1"/>
          <p:nvPr/>
        </p:nvSpPr>
        <p:spPr>
          <a:xfrm>
            <a:off x="6831856" y="5608559"/>
            <a:ext cx="2472412" cy="338554"/>
          </a:xfrm>
          <a:prstGeom prst="rect">
            <a:avLst/>
          </a:prstGeom>
          <a:noFill/>
        </p:spPr>
        <p:txBody>
          <a:bodyPr wrap="square" rtlCol="0">
            <a:spAutoFit/>
          </a:bodyPr>
          <a:lstStyle/>
          <a:p>
            <a:r>
              <a:rPr lang="en-GB" sz="1600" dirty="0">
                <a:latin typeface="Calibri" panose="020F0502020204030204" pitchFamily="34" charset="0"/>
                <a:cs typeface="Calibri" panose="020F0502020204030204" pitchFamily="34" charset="0"/>
              </a:rPr>
              <a:t>X-ray energy / keV</a:t>
            </a:r>
          </a:p>
        </p:txBody>
      </p:sp>
      <p:sp>
        <p:nvSpPr>
          <p:cNvPr id="29" name="TextBox 28"/>
          <p:cNvSpPr txBox="1"/>
          <p:nvPr/>
        </p:nvSpPr>
        <p:spPr>
          <a:xfrm rot="16200000">
            <a:off x="3053159" y="3228197"/>
            <a:ext cx="1707767" cy="338554"/>
          </a:xfrm>
          <a:prstGeom prst="rect">
            <a:avLst/>
          </a:prstGeom>
          <a:noFill/>
        </p:spPr>
        <p:txBody>
          <a:bodyPr wrap="square" rtlCol="0">
            <a:spAutoFit/>
          </a:bodyPr>
          <a:lstStyle/>
          <a:p>
            <a:r>
              <a:rPr lang="en-GB" sz="1600" dirty="0">
                <a:latin typeface="Calibri" panose="020F0502020204030204" pitchFamily="34" charset="0"/>
                <a:cs typeface="Calibri" panose="020F0502020204030204" pitchFamily="34" charset="0"/>
              </a:rPr>
              <a:t>Relative intensity</a:t>
            </a:r>
          </a:p>
        </p:txBody>
      </p:sp>
      <p:sp>
        <p:nvSpPr>
          <p:cNvPr id="30" name="TextBox 29"/>
          <p:cNvSpPr txBox="1"/>
          <p:nvPr/>
        </p:nvSpPr>
        <p:spPr>
          <a:xfrm>
            <a:off x="8348567" y="6040202"/>
            <a:ext cx="2884481" cy="584775"/>
          </a:xfrm>
          <a:prstGeom prst="rect">
            <a:avLst/>
          </a:prstGeom>
          <a:noFill/>
        </p:spPr>
        <p:txBody>
          <a:bodyPr wrap="square" rtlCol="0">
            <a:spAutoFit/>
          </a:bodyPr>
          <a:lstStyle/>
          <a:p>
            <a:pPr algn="r"/>
            <a:r>
              <a:rPr lang="en-GB" sz="1600" b="0" dirty="0">
                <a:latin typeface="Calibri" panose="020F0502020204030204" pitchFamily="34" charset="0"/>
                <a:cs typeface="Calibri" panose="020F0502020204030204" pitchFamily="34" charset="0"/>
              </a:rPr>
              <a:t>Accelerating voltage</a:t>
            </a:r>
          </a:p>
          <a:p>
            <a:pPr algn="r"/>
            <a:r>
              <a:rPr lang="en-GB" sz="1600" b="0" dirty="0">
                <a:latin typeface="Calibri" panose="020F0502020204030204" pitchFamily="34" charset="0"/>
                <a:cs typeface="Calibri" panose="020F0502020204030204" pitchFamily="34" charset="0"/>
              </a:rPr>
              <a:t>controls maximum X-ray energy</a:t>
            </a:r>
          </a:p>
        </p:txBody>
      </p:sp>
      <p:cxnSp>
        <p:nvCxnSpPr>
          <p:cNvPr id="32" name="Straight Arrow Connector 31"/>
          <p:cNvCxnSpPr/>
          <p:nvPr/>
        </p:nvCxnSpPr>
        <p:spPr bwMode="auto">
          <a:xfrm flipV="1">
            <a:off x="10698088" y="5660692"/>
            <a:ext cx="534960" cy="409174"/>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34" name="Straight Arrow Connector 33"/>
          <p:cNvCxnSpPr/>
          <p:nvPr/>
        </p:nvCxnSpPr>
        <p:spPr bwMode="auto">
          <a:xfrm>
            <a:off x="3688033" y="2148421"/>
            <a:ext cx="1205775" cy="739984"/>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36" name="TextBox 35"/>
          <p:cNvSpPr txBox="1"/>
          <p:nvPr/>
        </p:nvSpPr>
        <p:spPr>
          <a:xfrm>
            <a:off x="472527" y="1938141"/>
            <a:ext cx="3657600" cy="338554"/>
          </a:xfrm>
          <a:prstGeom prst="rect">
            <a:avLst/>
          </a:prstGeom>
          <a:noFill/>
        </p:spPr>
        <p:txBody>
          <a:bodyPr wrap="square" rtlCol="0">
            <a:spAutoFit/>
          </a:bodyPr>
          <a:lstStyle/>
          <a:p>
            <a:r>
              <a:rPr lang="en-GB" sz="1600" b="0" dirty="0">
                <a:latin typeface="Calibri" panose="020F0502020204030204" pitchFamily="34" charset="0"/>
                <a:cs typeface="Calibri" panose="020F0502020204030204" pitchFamily="34" charset="0"/>
              </a:rPr>
              <a:t>Continuous Bremsstrahlung emission</a:t>
            </a:r>
          </a:p>
        </p:txBody>
      </p:sp>
      <p:cxnSp>
        <p:nvCxnSpPr>
          <p:cNvPr id="37" name="Straight Arrow Connector 36"/>
          <p:cNvCxnSpPr/>
          <p:nvPr/>
        </p:nvCxnSpPr>
        <p:spPr bwMode="auto">
          <a:xfrm>
            <a:off x="3636191" y="5494692"/>
            <a:ext cx="545948" cy="1133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38" name="TextBox 37"/>
          <p:cNvSpPr txBox="1"/>
          <p:nvPr/>
        </p:nvSpPr>
        <p:spPr>
          <a:xfrm>
            <a:off x="993808" y="5308639"/>
            <a:ext cx="2672510" cy="584775"/>
          </a:xfrm>
          <a:prstGeom prst="rect">
            <a:avLst/>
          </a:prstGeom>
          <a:noFill/>
        </p:spPr>
        <p:txBody>
          <a:bodyPr wrap="square" rtlCol="0">
            <a:spAutoFit/>
          </a:bodyPr>
          <a:lstStyle/>
          <a:p>
            <a:pPr algn="r"/>
            <a:r>
              <a:rPr lang="en-GB" sz="1600" b="0" dirty="0">
                <a:latin typeface="Calibri" panose="020F0502020204030204" pitchFamily="34" charset="0"/>
                <a:cs typeface="Calibri" panose="020F0502020204030204" pitchFamily="34" charset="0"/>
              </a:rPr>
              <a:t>Lowest energy X-rays don’t make it out of the source</a:t>
            </a:r>
          </a:p>
        </p:txBody>
      </p:sp>
      <p:cxnSp>
        <p:nvCxnSpPr>
          <p:cNvPr id="46" name="Straight Arrow Connector 45"/>
          <p:cNvCxnSpPr/>
          <p:nvPr/>
        </p:nvCxnSpPr>
        <p:spPr bwMode="auto">
          <a:xfrm>
            <a:off x="3641904" y="1594293"/>
            <a:ext cx="1805254" cy="18346"/>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54" name="TextBox 53"/>
          <p:cNvSpPr txBox="1"/>
          <p:nvPr/>
        </p:nvSpPr>
        <p:spPr>
          <a:xfrm>
            <a:off x="1183256" y="1425837"/>
            <a:ext cx="2539441" cy="338554"/>
          </a:xfrm>
          <a:prstGeom prst="rect">
            <a:avLst/>
          </a:prstGeom>
          <a:noFill/>
        </p:spPr>
        <p:txBody>
          <a:bodyPr wrap="square" rtlCol="0">
            <a:spAutoFit/>
          </a:bodyPr>
          <a:lstStyle/>
          <a:p>
            <a:r>
              <a:rPr lang="en-GB" sz="1600" b="0" dirty="0">
                <a:latin typeface="Calibri" panose="020F0502020204030204" pitchFamily="34" charset="0"/>
                <a:cs typeface="Calibri" panose="020F0502020204030204" pitchFamily="34" charset="0"/>
              </a:rPr>
              <a:t>Characteristic emission lines</a:t>
            </a:r>
          </a:p>
        </p:txBody>
      </p:sp>
      <p:sp>
        <p:nvSpPr>
          <p:cNvPr id="24" name="TextBox 23"/>
          <p:cNvSpPr txBox="1"/>
          <p:nvPr/>
        </p:nvSpPr>
        <p:spPr>
          <a:xfrm>
            <a:off x="7890414" y="639453"/>
            <a:ext cx="4452868" cy="646331"/>
          </a:xfrm>
          <a:prstGeom prst="rect">
            <a:avLst/>
          </a:prstGeom>
          <a:noFill/>
        </p:spPr>
        <p:txBody>
          <a:bodyPr wrap="square" rtlCol="0">
            <a:spAutoFit/>
          </a:bodyPr>
          <a:lstStyle/>
          <a:p>
            <a:r>
              <a:rPr lang="en-GB" sz="1800" b="0" i="1" dirty="0">
                <a:latin typeface="Calibri" panose="020F0502020204030204" pitchFamily="34" charset="0"/>
                <a:cs typeface="Calibri" panose="020F0502020204030204" pitchFamily="34" charset="0"/>
              </a:rPr>
              <a:t>Bremsstrahlung </a:t>
            </a:r>
            <a:r>
              <a:rPr lang="en-GB" sz="1800" i="1" dirty="0">
                <a:latin typeface="Calibri" panose="020F0502020204030204" pitchFamily="34" charset="0"/>
                <a:cs typeface="Calibri" panose="020F0502020204030204" pitchFamily="34" charset="0"/>
              </a:rPr>
              <a:t>and</a:t>
            </a:r>
            <a:r>
              <a:rPr lang="en-GB" sz="1800" b="0" i="1" dirty="0">
                <a:latin typeface="Calibri" panose="020F0502020204030204" pitchFamily="34" charset="0"/>
                <a:cs typeface="Calibri" panose="020F0502020204030204" pitchFamily="34" charset="0"/>
              </a:rPr>
              <a:t> Characteristic Emission </a:t>
            </a:r>
            <a:r>
              <a:rPr lang="en-GB" sz="1800" i="1" dirty="0">
                <a:latin typeface="Calibri" panose="020F0502020204030204" pitchFamily="34" charset="0"/>
                <a:cs typeface="Calibri" panose="020F0502020204030204" pitchFamily="34" charset="0"/>
              </a:rPr>
              <a:t>both</a:t>
            </a:r>
            <a:r>
              <a:rPr lang="en-GB" sz="1800" b="0" i="1" dirty="0">
                <a:latin typeface="Calibri" panose="020F0502020204030204" pitchFamily="34" charset="0"/>
                <a:cs typeface="Calibri" panose="020F0502020204030204" pitchFamily="34" charset="0"/>
              </a:rPr>
              <a:t> occur when electrons hit the target</a:t>
            </a:r>
          </a:p>
        </p:txBody>
      </p:sp>
    </p:spTree>
    <p:extLst>
      <p:ext uri="{BB962C8B-B14F-4D97-AF65-F5344CB8AC3E}">
        <p14:creationId xmlns:p14="http://schemas.microsoft.com/office/powerpoint/2010/main" val="3374320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Multi-metal reflection target</a:t>
            </a:r>
          </a:p>
        </p:txBody>
      </p:sp>
      <p:pic>
        <p:nvPicPr>
          <p:cNvPr id="5" name="Content Placeholder 4"/>
          <p:cNvPicPr>
            <a:picLocks noGrp="1" noChangeAspect="1"/>
          </p:cNvPicPr>
          <p:nvPr>
            <p:ph idx="1"/>
          </p:nvPr>
        </p:nvPicPr>
        <p:blipFill rotWithShape="1">
          <a:blip r:embed="rId2" cstate="print">
            <a:extLst>
              <a:ext uri="{28A0092B-C50C-407E-A947-70E740481C1C}">
                <a14:useLocalDpi xmlns:a14="http://schemas.microsoft.com/office/drawing/2010/main" val="0"/>
              </a:ext>
            </a:extLst>
          </a:blip>
          <a:srcRect t="17902" b="14997"/>
          <a:stretch/>
        </p:blipFill>
        <p:spPr>
          <a:xfrm rot="16200000">
            <a:off x="7670037" y="2151805"/>
            <a:ext cx="5715696" cy="2876479"/>
          </a:xfrm>
          <a:effectLst>
            <a:softEdge rad="12700"/>
          </a:effectLst>
        </p:spPr>
      </p:pic>
      <p:sp>
        <p:nvSpPr>
          <p:cNvPr id="4" name="Slide Number Placeholder 3"/>
          <p:cNvSpPr>
            <a:spLocks noGrp="1"/>
          </p:cNvSpPr>
          <p:nvPr>
            <p:ph type="sldNum" sz="quarter" idx="10"/>
          </p:nvPr>
        </p:nvSpPr>
        <p:spPr/>
        <p:txBody>
          <a:bodyPr/>
          <a:lstStyle/>
          <a:p>
            <a:pPr>
              <a:defRPr/>
            </a:pPr>
            <a:fld id="{C0335DDC-D7BD-499D-8620-A8CC6675656F}" type="slidenum">
              <a:rPr lang="en-US" altLang="ja-JP" smtClean="0"/>
              <a:pPr>
                <a:defRPr/>
              </a:pPr>
              <a:t>17</a:t>
            </a:fld>
            <a:endParaRPr lang="en-US" altLang="ja-JP"/>
          </a:p>
        </p:txBody>
      </p:sp>
      <p:cxnSp>
        <p:nvCxnSpPr>
          <p:cNvPr id="6" name="Straight Arrow Connector 5"/>
          <p:cNvCxnSpPr>
            <a:stCxn id="7" idx="3"/>
          </p:cNvCxnSpPr>
          <p:nvPr/>
        </p:nvCxnSpPr>
        <p:spPr bwMode="auto">
          <a:xfrm>
            <a:off x="8920887" y="5117626"/>
            <a:ext cx="454652" cy="3799"/>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7" name="TextBox 6"/>
          <p:cNvSpPr txBox="1"/>
          <p:nvPr/>
        </p:nvSpPr>
        <p:spPr>
          <a:xfrm>
            <a:off x="6568014" y="4948349"/>
            <a:ext cx="2352873" cy="338554"/>
          </a:xfrm>
          <a:prstGeom prst="rect">
            <a:avLst/>
          </a:prstGeom>
          <a:noFill/>
        </p:spPr>
        <p:txBody>
          <a:bodyPr wrap="square" rtlCol="0">
            <a:spAutoFit/>
          </a:bodyPr>
          <a:lstStyle/>
          <a:p>
            <a:pPr algn="r"/>
            <a:r>
              <a:rPr lang="en-GB" sz="1600" b="0" dirty="0">
                <a:latin typeface="Calibri" panose="020F0502020204030204" pitchFamily="34" charset="0"/>
                <a:cs typeface="Calibri" panose="020F0502020204030204" pitchFamily="34" charset="0"/>
              </a:rPr>
              <a:t>Tungsten reflection target</a:t>
            </a:r>
          </a:p>
        </p:txBody>
      </p:sp>
      <p:cxnSp>
        <p:nvCxnSpPr>
          <p:cNvPr id="8" name="Straight Arrow Connector 7"/>
          <p:cNvCxnSpPr>
            <a:stCxn id="9" idx="3"/>
          </p:cNvCxnSpPr>
          <p:nvPr/>
        </p:nvCxnSpPr>
        <p:spPr bwMode="auto">
          <a:xfrm flipV="1">
            <a:off x="8920887" y="5690474"/>
            <a:ext cx="1690858" cy="7847"/>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9" name="TextBox 8"/>
          <p:cNvSpPr txBox="1"/>
          <p:nvPr/>
        </p:nvSpPr>
        <p:spPr>
          <a:xfrm>
            <a:off x="6204572" y="5529044"/>
            <a:ext cx="2716315" cy="338554"/>
          </a:xfrm>
          <a:prstGeom prst="rect">
            <a:avLst/>
          </a:prstGeom>
          <a:noFill/>
        </p:spPr>
        <p:txBody>
          <a:bodyPr wrap="square" rtlCol="0">
            <a:spAutoFit/>
          </a:bodyPr>
          <a:lstStyle/>
          <a:p>
            <a:pPr algn="r"/>
            <a:r>
              <a:rPr lang="en-GB" sz="1600" b="0" dirty="0">
                <a:latin typeface="Calibri" panose="020F0502020204030204" pitchFamily="34" charset="0"/>
                <a:cs typeface="Calibri" panose="020F0502020204030204" pitchFamily="34" charset="0"/>
              </a:rPr>
              <a:t>Multi-metal reflection target</a:t>
            </a:r>
          </a:p>
        </p:txBody>
      </p:sp>
      <p:sp>
        <p:nvSpPr>
          <p:cNvPr id="29" name="TextBox 28"/>
          <p:cNvSpPr txBox="1"/>
          <p:nvPr/>
        </p:nvSpPr>
        <p:spPr>
          <a:xfrm>
            <a:off x="234449" y="889880"/>
            <a:ext cx="8501407" cy="4524315"/>
          </a:xfrm>
          <a:prstGeom prst="rect">
            <a:avLst/>
          </a:prstGeom>
          <a:noFill/>
        </p:spPr>
        <p:txBody>
          <a:bodyPr wrap="square" rtlCol="0">
            <a:spAutoFit/>
          </a:bodyPr>
          <a:lstStyle/>
          <a:p>
            <a:r>
              <a:rPr lang="en-GB" sz="1800" b="0" dirty="0">
                <a:latin typeface="Calibri" panose="020F0502020204030204" pitchFamily="34" charset="0"/>
                <a:cs typeface="Calibri" panose="020F0502020204030204" pitchFamily="34" charset="0"/>
              </a:rPr>
              <a:t>The standard reflection target is made from </a:t>
            </a:r>
            <a:r>
              <a:rPr lang="en-GB" sz="1800" dirty="0">
                <a:latin typeface="Calibri" panose="020F0502020204030204" pitchFamily="34" charset="0"/>
                <a:cs typeface="Calibri" panose="020F0502020204030204" pitchFamily="34" charset="0"/>
              </a:rPr>
              <a:t>Tungsten (W) </a:t>
            </a:r>
            <a:r>
              <a:rPr lang="en-GB" sz="1800" b="0" dirty="0">
                <a:latin typeface="Calibri" panose="020F0502020204030204" pitchFamily="34" charset="0"/>
                <a:cs typeface="Calibri" panose="020F0502020204030204" pitchFamily="34" charset="0"/>
              </a:rPr>
              <a:t>because it has intense </a:t>
            </a:r>
            <a:r>
              <a:rPr lang="en-GB" sz="1800" dirty="0">
                <a:latin typeface="Calibri" panose="020F0502020204030204" pitchFamily="34" charset="0"/>
                <a:cs typeface="Calibri" panose="020F0502020204030204" pitchFamily="34" charset="0"/>
              </a:rPr>
              <a:t>characteristic</a:t>
            </a:r>
            <a:r>
              <a:rPr lang="en-GB" sz="1800" b="0" dirty="0">
                <a:latin typeface="Calibri" panose="020F0502020204030204" pitchFamily="34" charset="0"/>
                <a:cs typeface="Calibri" panose="020F0502020204030204" pitchFamily="34" charset="0"/>
              </a:rPr>
              <a:t> emission around ~60keV.</a:t>
            </a:r>
          </a:p>
          <a:p>
            <a:endParaRPr lang="en-GB" sz="1800" b="0" dirty="0">
              <a:latin typeface="Calibri" panose="020F0502020204030204" pitchFamily="34" charset="0"/>
              <a:cs typeface="Calibri" panose="020F0502020204030204" pitchFamily="34" charset="0"/>
            </a:endParaRPr>
          </a:p>
          <a:p>
            <a:r>
              <a:rPr lang="en-GB" sz="1800" b="0" dirty="0">
                <a:latin typeface="Calibri" panose="020F0502020204030204" pitchFamily="34" charset="0"/>
                <a:cs typeface="Calibri" panose="020F0502020204030204" pitchFamily="34" charset="0"/>
              </a:rPr>
              <a:t>At accelerating voltages below that, the characteristic emission no longer occurs.</a:t>
            </a:r>
          </a:p>
          <a:p>
            <a:endParaRPr lang="en-GB" sz="1800" b="0" dirty="0">
              <a:latin typeface="Calibri" panose="020F0502020204030204" pitchFamily="34" charset="0"/>
              <a:cs typeface="Calibri" panose="020F0502020204030204" pitchFamily="34" charset="0"/>
            </a:endParaRPr>
          </a:p>
          <a:p>
            <a:endParaRPr lang="en-GB" sz="1800" b="0" dirty="0">
              <a:latin typeface="Calibri" panose="020F0502020204030204" pitchFamily="34" charset="0"/>
              <a:cs typeface="Calibri" panose="020F0502020204030204" pitchFamily="34" charset="0"/>
            </a:endParaRPr>
          </a:p>
          <a:p>
            <a:r>
              <a:rPr lang="en-GB" sz="1800" b="0" dirty="0">
                <a:latin typeface="Calibri" panose="020F0502020204030204" pitchFamily="34" charset="0"/>
                <a:cs typeface="Calibri" panose="020F0502020204030204" pitchFamily="34" charset="0"/>
              </a:rPr>
              <a:t>The multi-metal reflection target offers a choice of 4 metals. The </a:t>
            </a:r>
            <a:r>
              <a:rPr lang="en-GB" sz="1800" dirty="0">
                <a:latin typeface="Calibri" panose="020F0502020204030204" pitchFamily="34" charset="0"/>
                <a:cs typeface="Calibri" panose="020F0502020204030204" pitchFamily="34" charset="0"/>
              </a:rPr>
              <a:t>characteristic emission peaks </a:t>
            </a:r>
            <a:r>
              <a:rPr lang="en-GB" sz="1800" b="0" dirty="0">
                <a:latin typeface="Calibri" panose="020F0502020204030204" pitchFamily="34" charset="0"/>
                <a:cs typeface="Calibri" panose="020F0502020204030204" pitchFamily="34" charset="0"/>
              </a:rPr>
              <a:t>of these are:</a:t>
            </a:r>
          </a:p>
          <a:p>
            <a:pPr marL="285750" indent="-285750">
              <a:buFont typeface="Arial" panose="020B0604020202020204" pitchFamily="34" charset="0"/>
              <a:buChar char="•"/>
            </a:pPr>
            <a:r>
              <a:rPr lang="en-GB" sz="1800" dirty="0">
                <a:latin typeface="Calibri" panose="020F0502020204030204" pitchFamily="34" charset="0"/>
                <a:cs typeface="Calibri" panose="020F0502020204030204" pitchFamily="34" charset="0"/>
              </a:rPr>
              <a:t>Tungsten (W): 		58-69 keV</a:t>
            </a:r>
            <a:endParaRPr lang="en-GB" sz="1800" b="0" dirty="0">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GB" sz="1800" dirty="0">
                <a:latin typeface="Calibri" panose="020F0502020204030204" pitchFamily="34" charset="0"/>
                <a:cs typeface="Calibri" panose="020F0502020204030204" pitchFamily="34" charset="0"/>
              </a:rPr>
              <a:t>Silver (Ag): 		22-26 keV</a:t>
            </a:r>
            <a:endParaRPr lang="en-GB" sz="1800" b="0" dirty="0">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GB" sz="1800" dirty="0">
                <a:latin typeface="Calibri" panose="020F0502020204030204" pitchFamily="34" charset="0"/>
                <a:cs typeface="Calibri" panose="020F0502020204030204" pitchFamily="34" charset="0"/>
              </a:rPr>
              <a:t>Molybdenum (Mo): 	18-20 keV</a:t>
            </a:r>
            <a:endParaRPr lang="en-GB" sz="1800" b="0" dirty="0">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GB" sz="1800" dirty="0">
                <a:latin typeface="Calibri" panose="020F0502020204030204" pitchFamily="34" charset="0"/>
                <a:cs typeface="Calibri" panose="020F0502020204030204" pitchFamily="34" charset="0"/>
              </a:rPr>
              <a:t>Copper (Cu): 		8-9 keV</a:t>
            </a:r>
            <a:endParaRPr lang="en-GB" sz="1800" b="0" dirty="0">
              <a:latin typeface="Calibri" panose="020F0502020204030204" pitchFamily="34" charset="0"/>
              <a:cs typeface="Calibri" panose="020F0502020204030204" pitchFamily="34" charset="0"/>
            </a:endParaRPr>
          </a:p>
          <a:p>
            <a:endParaRPr lang="en-GB" sz="1800" b="0" dirty="0">
              <a:latin typeface="Calibri" panose="020F0502020204030204" pitchFamily="34" charset="0"/>
              <a:cs typeface="Calibri" panose="020F0502020204030204" pitchFamily="34" charset="0"/>
            </a:endParaRPr>
          </a:p>
          <a:p>
            <a:endParaRPr lang="en-GB" sz="1800" b="0" dirty="0">
              <a:latin typeface="Calibri" panose="020F0502020204030204" pitchFamily="34" charset="0"/>
              <a:cs typeface="Calibri" panose="020F0502020204030204" pitchFamily="34" charset="0"/>
            </a:endParaRPr>
          </a:p>
          <a:p>
            <a:r>
              <a:rPr lang="en-GB" sz="1800" b="0" dirty="0">
                <a:latin typeface="Calibri" panose="020F0502020204030204" pitchFamily="34" charset="0"/>
                <a:cs typeface="Calibri" panose="020F0502020204030204" pitchFamily="34" charset="0"/>
              </a:rPr>
              <a:t>Mo is the most commonly used alternative to W.</a:t>
            </a:r>
          </a:p>
          <a:p>
            <a:endParaRPr lang="en-GB" sz="1800" b="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2152323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bwMode="auto">
          <a:xfrm>
            <a:off x="0" y="0"/>
            <a:ext cx="12192000" cy="6858000"/>
          </a:xfrm>
          <a:prstGeom prst="rect">
            <a:avLst/>
          </a:prstGeom>
          <a:solidFill>
            <a:schemeClr val="accent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en-US" sz="2400" b="1" i="0" u="none" strike="noStrike" cap="none" normalizeH="0" baseline="0" dirty="0">
              <a:ln>
                <a:noFill/>
              </a:ln>
              <a:solidFill>
                <a:schemeClr val="tx1"/>
              </a:solidFill>
              <a:effectLst/>
              <a:latin typeface="Arial" charset="0"/>
              <a:ea typeface="MS Gothic" pitchFamily="49" charset="-128"/>
            </a:endParaRPr>
          </a:p>
        </p:txBody>
      </p:sp>
      <p:sp>
        <p:nvSpPr>
          <p:cNvPr id="4" name="Slide Number Placeholder 3"/>
          <p:cNvSpPr>
            <a:spLocks noGrp="1"/>
          </p:cNvSpPr>
          <p:nvPr>
            <p:ph type="sldNum" sz="quarter" idx="10"/>
          </p:nvPr>
        </p:nvSpPr>
        <p:spPr/>
        <p:txBody>
          <a:bodyPr/>
          <a:lstStyle/>
          <a:p>
            <a:pPr>
              <a:defRPr/>
            </a:pPr>
            <a:fld id="{C0335DDC-D7BD-499D-8620-A8CC6675656F}" type="slidenum">
              <a:rPr lang="en-US" altLang="ja-JP" smtClean="0"/>
              <a:pPr>
                <a:defRPr/>
              </a:pPr>
              <a:t>18</a:t>
            </a:fld>
            <a:endParaRPr lang="en-US" altLang="ja-JP" dirty="0"/>
          </a:p>
        </p:txBody>
      </p:sp>
      <p:sp>
        <p:nvSpPr>
          <p:cNvPr id="5" name="Rectangle 4"/>
          <p:cNvSpPr/>
          <p:nvPr/>
        </p:nvSpPr>
        <p:spPr bwMode="auto">
          <a:xfrm>
            <a:off x="0" y="3063397"/>
            <a:ext cx="12192000" cy="804231"/>
          </a:xfrm>
          <a:prstGeom prst="rect">
            <a:avLst/>
          </a:prstGeom>
          <a:solidFill>
            <a:srgbClr val="666666"/>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628650" marR="0" defTabSz="914400" rtl="0" eaLnBrk="1" fontAlgn="base" latinLnBrk="0" hangingPunct="1">
              <a:lnSpc>
                <a:spcPct val="100000"/>
              </a:lnSpc>
              <a:spcBef>
                <a:spcPct val="0"/>
              </a:spcBef>
              <a:spcAft>
                <a:spcPct val="0"/>
              </a:spcAft>
              <a:buClrTx/>
              <a:buSzTx/>
              <a:buFontTx/>
              <a:buNone/>
              <a:tabLst/>
            </a:pPr>
            <a:r>
              <a:rPr lang="en-US" sz="2800" dirty="0">
                <a:solidFill>
                  <a:schemeClr val="bg1"/>
                </a:solidFill>
                <a:latin typeface="Calibri" panose="020F0502020204030204" pitchFamily="34" charset="0"/>
              </a:rPr>
              <a:t>Casting A Shadow</a:t>
            </a:r>
            <a:endParaRPr kumimoji="1" lang="en-US" sz="2800" b="1" i="0" u="none" strike="noStrike" cap="none" normalizeH="0" baseline="0" dirty="0">
              <a:ln>
                <a:noFill/>
              </a:ln>
              <a:solidFill>
                <a:schemeClr val="bg1"/>
              </a:solidFill>
              <a:effectLst/>
              <a:latin typeface="Calibri" panose="020F0502020204030204" pitchFamily="34" charset="0"/>
            </a:endParaRPr>
          </a:p>
        </p:txBody>
      </p:sp>
    </p:spTree>
    <p:extLst>
      <p:ext uri="{BB962C8B-B14F-4D97-AF65-F5344CB8AC3E}">
        <p14:creationId xmlns:p14="http://schemas.microsoft.com/office/powerpoint/2010/main" val="37536425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Picture 21"/>
          <p:cNvPicPr>
            <a:picLocks noChangeAspect="1"/>
          </p:cNvPicPr>
          <p:nvPr/>
        </p:nvPicPr>
        <p:blipFill rotWithShape="1">
          <a:blip r:embed="rId2">
            <a:extLst>
              <a:ext uri="{28A0092B-C50C-407E-A947-70E740481C1C}">
                <a14:useLocalDpi xmlns:a14="http://schemas.microsoft.com/office/drawing/2010/main" val="0"/>
              </a:ext>
            </a:extLst>
          </a:blip>
          <a:srcRect l="3210" t="5282" b="12045"/>
          <a:stretch/>
        </p:blipFill>
        <p:spPr>
          <a:xfrm>
            <a:off x="1875750" y="2164016"/>
            <a:ext cx="8285353" cy="4381990"/>
          </a:xfrm>
          <a:prstGeom prst="rect">
            <a:avLst/>
          </a:prstGeom>
        </p:spPr>
      </p:pic>
      <p:sp>
        <p:nvSpPr>
          <p:cNvPr id="2" name="Title 1"/>
          <p:cNvSpPr>
            <a:spLocks noGrp="1"/>
          </p:cNvSpPr>
          <p:nvPr>
            <p:ph type="title"/>
          </p:nvPr>
        </p:nvSpPr>
        <p:spPr/>
        <p:txBody>
          <a:bodyPr/>
          <a:lstStyle/>
          <a:p>
            <a:r>
              <a:rPr lang="en-GB" dirty="0"/>
              <a:t>Casting A Shadow</a:t>
            </a:r>
          </a:p>
        </p:txBody>
      </p:sp>
      <p:sp>
        <p:nvSpPr>
          <p:cNvPr id="4" name="Slide Number Placeholder 3"/>
          <p:cNvSpPr>
            <a:spLocks noGrp="1"/>
          </p:cNvSpPr>
          <p:nvPr>
            <p:ph type="sldNum" sz="quarter" idx="10"/>
          </p:nvPr>
        </p:nvSpPr>
        <p:spPr/>
        <p:txBody>
          <a:bodyPr/>
          <a:lstStyle/>
          <a:p>
            <a:pPr>
              <a:defRPr/>
            </a:pPr>
            <a:fld id="{C0335DDC-D7BD-499D-8620-A8CC6675656F}" type="slidenum">
              <a:rPr lang="en-US" altLang="ja-JP" smtClean="0"/>
              <a:pPr>
                <a:defRPr/>
              </a:pPr>
              <a:t>19</a:t>
            </a:fld>
            <a:endParaRPr lang="en-US" altLang="ja-JP"/>
          </a:p>
        </p:txBody>
      </p:sp>
      <p:sp>
        <p:nvSpPr>
          <p:cNvPr id="23" name="Content Placeholder 2"/>
          <p:cNvSpPr>
            <a:spLocks noGrp="1"/>
          </p:cNvSpPr>
          <p:nvPr>
            <p:ph idx="1"/>
          </p:nvPr>
        </p:nvSpPr>
        <p:spPr>
          <a:xfrm>
            <a:off x="510180" y="601587"/>
            <a:ext cx="11244678" cy="3271858"/>
          </a:xfrm>
        </p:spPr>
        <p:txBody>
          <a:bodyPr anchor="t"/>
          <a:lstStyle/>
          <a:p>
            <a:pPr marL="0" indent="0" algn="just"/>
            <a:r>
              <a:rPr lang="en-GB" sz="1800" b="0" dirty="0"/>
              <a:t>Just like light, X-rays travel in </a:t>
            </a:r>
            <a:r>
              <a:rPr lang="en-GB" sz="1800" dirty="0"/>
              <a:t>straight lines </a:t>
            </a:r>
            <a:r>
              <a:rPr lang="en-GB" sz="1800" b="0" dirty="0"/>
              <a:t>from the source. Where X-rays are absorbed by the sample, they leave a </a:t>
            </a:r>
            <a:r>
              <a:rPr lang="en-GB" sz="1800" dirty="0"/>
              <a:t>shadow</a:t>
            </a:r>
            <a:r>
              <a:rPr lang="en-GB" sz="1800" b="0" dirty="0"/>
              <a:t> image.</a:t>
            </a:r>
          </a:p>
          <a:p>
            <a:pPr marL="0" indent="0" algn="just"/>
            <a:endParaRPr lang="en-GB" sz="1800" b="0" dirty="0"/>
          </a:p>
          <a:p>
            <a:pPr marL="0" indent="0" algn="just"/>
            <a:r>
              <a:rPr lang="en-GB" sz="1800" b="0" dirty="0"/>
              <a:t>Unlike light, </a:t>
            </a:r>
            <a:r>
              <a:rPr lang="en-GB" sz="1800" dirty="0"/>
              <a:t>some X-rays will always penetrate the sample</a:t>
            </a:r>
            <a:r>
              <a:rPr lang="en-GB" sz="1800" b="0" dirty="0"/>
              <a:t>. Denser and thicker parts of the sample absorb more X-rays, so </a:t>
            </a:r>
            <a:r>
              <a:rPr lang="en-GB" sz="1800" dirty="0"/>
              <a:t>the darkness of the shadow tells us how much material </a:t>
            </a:r>
            <a:r>
              <a:rPr lang="en-GB" sz="1800" b="0" dirty="0"/>
              <a:t>is in the path of the X-rays.</a:t>
            </a:r>
          </a:p>
          <a:p>
            <a:pPr indent="0" algn="just"/>
            <a:endParaRPr lang="en-GB" sz="1800" b="0" dirty="0"/>
          </a:p>
        </p:txBody>
      </p:sp>
    </p:spTree>
    <p:extLst>
      <p:ext uri="{BB962C8B-B14F-4D97-AF65-F5344CB8AC3E}">
        <p14:creationId xmlns:p14="http://schemas.microsoft.com/office/powerpoint/2010/main" val="1266384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Casting A Shadow: Attenuation</a:t>
            </a:r>
          </a:p>
        </p:txBody>
      </p:sp>
      <p:sp>
        <p:nvSpPr>
          <p:cNvPr id="4" name="Slide Number Placeholder 3"/>
          <p:cNvSpPr>
            <a:spLocks noGrp="1"/>
          </p:cNvSpPr>
          <p:nvPr>
            <p:ph type="sldNum" sz="quarter" idx="10"/>
          </p:nvPr>
        </p:nvSpPr>
        <p:spPr/>
        <p:txBody>
          <a:bodyPr/>
          <a:lstStyle/>
          <a:p>
            <a:pPr>
              <a:defRPr/>
            </a:pPr>
            <a:fld id="{C0335DDC-D7BD-499D-8620-A8CC6675656F}" type="slidenum">
              <a:rPr lang="en-US" altLang="ja-JP" smtClean="0"/>
              <a:pPr>
                <a:defRPr/>
              </a:pPr>
              <a:t>20</a:t>
            </a:fld>
            <a:endParaRPr lang="en-US" altLang="ja-JP"/>
          </a:p>
        </p:txBody>
      </p:sp>
      <p:graphicFrame>
        <p:nvGraphicFramePr>
          <p:cNvPr id="5" name="Chart 4"/>
          <p:cNvGraphicFramePr>
            <a:graphicFrameLocks/>
          </p:cNvGraphicFramePr>
          <p:nvPr>
            <p:extLst>
              <p:ext uri="{D42A27DB-BD31-4B8C-83A1-F6EECF244321}">
                <p14:modId xmlns:p14="http://schemas.microsoft.com/office/powerpoint/2010/main" val="2520792594"/>
              </p:ext>
            </p:extLst>
          </p:nvPr>
        </p:nvGraphicFramePr>
        <p:xfrm>
          <a:off x="5274365" y="631687"/>
          <a:ext cx="6763248" cy="5685183"/>
        </p:xfrm>
        <a:graphic>
          <a:graphicData uri="http://schemas.openxmlformats.org/drawingml/2006/chart">
            <c:chart xmlns:c="http://schemas.openxmlformats.org/drawingml/2006/chart" xmlns:r="http://schemas.openxmlformats.org/officeDocument/2006/relationships" r:id="rId2"/>
          </a:graphicData>
        </a:graphic>
      </p:graphicFrame>
      <p:sp>
        <p:nvSpPr>
          <p:cNvPr id="6" name="TextBox 5"/>
          <p:cNvSpPr txBox="1"/>
          <p:nvPr/>
        </p:nvSpPr>
        <p:spPr>
          <a:xfrm>
            <a:off x="257559" y="1827390"/>
            <a:ext cx="5016806" cy="3139321"/>
          </a:xfrm>
          <a:prstGeom prst="rect">
            <a:avLst/>
          </a:prstGeom>
          <a:noFill/>
        </p:spPr>
        <p:txBody>
          <a:bodyPr wrap="square" rtlCol="0">
            <a:spAutoFit/>
          </a:bodyPr>
          <a:lstStyle/>
          <a:p>
            <a:pPr algn="just"/>
            <a:r>
              <a:rPr lang="en-GB" sz="1800" dirty="0">
                <a:latin typeface="Calibri" panose="020F0502020204030204" pitchFamily="34" charset="0"/>
                <a:cs typeface="Calibri" panose="020F0502020204030204" pitchFamily="34" charset="0"/>
              </a:rPr>
              <a:t>X-rays are absorbed as an exponential decay.</a:t>
            </a:r>
            <a:endParaRPr lang="en-GB" sz="1800" b="0" dirty="0">
              <a:latin typeface="Calibri" panose="020F0502020204030204" pitchFamily="34" charset="0"/>
              <a:cs typeface="Calibri" panose="020F0502020204030204" pitchFamily="34" charset="0"/>
            </a:endParaRPr>
          </a:p>
          <a:p>
            <a:pPr algn="just"/>
            <a:r>
              <a:rPr lang="en-GB" sz="1800" b="0" dirty="0">
                <a:latin typeface="Calibri" panose="020F0502020204030204" pitchFamily="34" charset="0"/>
                <a:cs typeface="Calibri" panose="020F0502020204030204" pitchFamily="34" charset="0"/>
              </a:rPr>
              <a:t>I.e., if one millimetre of a material absorbs half of the X-rays, then the next millimetre will absorb half of what remains: one quarter of the original beam.</a:t>
            </a:r>
          </a:p>
          <a:p>
            <a:pPr algn="just"/>
            <a:endParaRPr lang="en-GB" sz="1800" b="0" dirty="0">
              <a:latin typeface="Calibri" panose="020F0502020204030204" pitchFamily="34" charset="0"/>
              <a:cs typeface="Calibri" panose="020F0502020204030204" pitchFamily="34" charset="0"/>
            </a:endParaRPr>
          </a:p>
          <a:p>
            <a:pPr algn="just"/>
            <a:r>
              <a:rPr lang="en-GB" sz="1800" b="0" dirty="0">
                <a:latin typeface="Calibri" panose="020F0502020204030204" pitchFamily="34" charset="0"/>
                <a:cs typeface="Calibri" panose="020F0502020204030204" pitchFamily="34" charset="0"/>
              </a:rPr>
              <a:t>The </a:t>
            </a:r>
            <a:r>
              <a:rPr lang="en-GB" sz="1800" dirty="0">
                <a:latin typeface="Calibri" panose="020F0502020204030204" pitchFamily="34" charset="0"/>
                <a:cs typeface="Calibri" panose="020F0502020204030204" pitchFamily="34" charset="0"/>
              </a:rPr>
              <a:t>density of electrons</a:t>
            </a:r>
            <a:r>
              <a:rPr lang="en-GB" sz="1800" b="0" dirty="0">
                <a:latin typeface="Calibri" panose="020F0502020204030204" pitchFamily="34" charset="0"/>
                <a:cs typeface="Calibri" panose="020F0502020204030204" pitchFamily="34" charset="0"/>
              </a:rPr>
              <a:t> in the sample material affects how quickly X-rays are absorbed; samples with a higher </a:t>
            </a:r>
            <a:r>
              <a:rPr lang="en-GB" sz="1800" dirty="0">
                <a:latin typeface="Calibri" panose="020F0502020204030204" pitchFamily="34" charset="0"/>
                <a:cs typeface="Calibri" panose="020F0502020204030204" pitchFamily="34" charset="0"/>
              </a:rPr>
              <a:t>atomic (Z) number</a:t>
            </a:r>
            <a:r>
              <a:rPr lang="en-GB" sz="1800" b="0" dirty="0">
                <a:latin typeface="Calibri" panose="020F0502020204030204" pitchFamily="34" charset="0"/>
                <a:cs typeface="Calibri" panose="020F0502020204030204" pitchFamily="34" charset="0"/>
              </a:rPr>
              <a:t> or higher </a:t>
            </a:r>
            <a:r>
              <a:rPr lang="en-GB" sz="1800" dirty="0">
                <a:latin typeface="Calibri" panose="020F0502020204030204" pitchFamily="34" charset="0"/>
                <a:cs typeface="Calibri" panose="020F0502020204030204" pitchFamily="34" charset="0"/>
              </a:rPr>
              <a:t>density</a:t>
            </a:r>
            <a:r>
              <a:rPr lang="en-GB" sz="1800" b="0" dirty="0">
                <a:latin typeface="Calibri" panose="020F0502020204030204" pitchFamily="34" charset="0"/>
                <a:cs typeface="Calibri" panose="020F0502020204030204" pitchFamily="34" charset="0"/>
              </a:rPr>
              <a:t> will absorb more X-rays.</a:t>
            </a:r>
          </a:p>
          <a:p>
            <a:pPr algn="just"/>
            <a:endParaRPr lang="en-GB" sz="1800" b="0" dirty="0">
              <a:latin typeface="Calibri" panose="020F0502020204030204" pitchFamily="34" charset="0"/>
              <a:cs typeface="Calibri" panose="020F0502020204030204" pitchFamily="34" charset="0"/>
            </a:endParaRPr>
          </a:p>
          <a:p>
            <a:pPr algn="just"/>
            <a:endParaRPr lang="en-GB" sz="1800" b="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62554041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5"/>
          <p:cNvGrpSpPr/>
          <p:nvPr/>
        </p:nvGrpSpPr>
        <p:grpSpPr>
          <a:xfrm>
            <a:off x="2735164" y="1115884"/>
            <a:ext cx="9071941" cy="5335047"/>
            <a:chOff x="2735164" y="1115884"/>
            <a:chExt cx="9071941" cy="5335047"/>
          </a:xfrm>
        </p:grpSpPr>
        <p:grpSp>
          <p:nvGrpSpPr>
            <p:cNvPr id="3" name="Group 2"/>
            <p:cNvGrpSpPr/>
            <p:nvPr/>
          </p:nvGrpSpPr>
          <p:grpSpPr>
            <a:xfrm>
              <a:off x="2735164" y="1115884"/>
              <a:ext cx="9071941" cy="5007645"/>
              <a:chOff x="3882681" y="1139483"/>
              <a:chExt cx="8166297" cy="4507736"/>
            </a:xfrm>
          </p:grpSpPr>
          <p:grpSp>
            <p:nvGrpSpPr>
              <p:cNvPr id="25" name="Group 24"/>
              <p:cNvGrpSpPr/>
              <p:nvPr/>
            </p:nvGrpSpPr>
            <p:grpSpPr>
              <a:xfrm flipV="1">
                <a:off x="3882681" y="1543964"/>
                <a:ext cx="8002169" cy="3893200"/>
                <a:chOff x="-1491175" y="1712776"/>
                <a:chExt cx="8002169" cy="2817021"/>
              </a:xfrm>
            </p:grpSpPr>
            <p:sp>
              <p:nvSpPr>
                <p:cNvPr id="9" name="Rectangle 8"/>
                <p:cNvSpPr/>
                <p:nvPr/>
              </p:nvSpPr>
              <p:spPr bwMode="auto">
                <a:xfrm>
                  <a:off x="4346917" y="1712776"/>
                  <a:ext cx="1861551" cy="2817021"/>
                </a:xfrm>
                <a:prstGeom prst="rect">
                  <a:avLst/>
                </a:prstGeom>
                <a:solidFill>
                  <a:schemeClr val="accent1">
                    <a:lumMod val="5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en-GB" sz="2400" b="1" i="0" u="none" strike="noStrike" cap="none" normalizeH="0" baseline="0">
                    <a:ln>
                      <a:noFill/>
                    </a:ln>
                    <a:solidFill>
                      <a:schemeClr val="tx1"/>
                    </a:solidFill>
                    <a:effectLst/>
                    <a:latin typeface="Arial" charset="0"/>
                    <a:ea typeface="MS Gothic" pitchFamily="49" charset="-128"/>
                  </a:endParaRPr>
                </a:p>
              </p:txBody>
            </p:sp>
            <p:sp>
              <p:nvSpPr>
                <p:cNvPr id="8" name="Freeform 55"/>
                <p:cNvSpPr>
                  <a:spLocks/>
                </p:cNvSpPr>
                <p:nvPr/>
              </p:nvSpPr>
              <p:spPr bwMode="auto">
                <a:xfrm>
                  <a:off x="-1434905" y="1970866"/>
                  <a:ext cx="5964702" cy="211508"/>
                </a:xfrm>
                <a:custGeom>
                  <a:avLst/>
                  <a:gdLst>
                    <a:gd name="T0" fmla="*/ 0 w 1418"/>
                    <a:gd name="T1" fmla="*/ 3 h 261"/>
                    <a:gd name="T2" fmla="*/ 963 w 1418"/>
                    <a:gd name="T3" fmla="*/ 3 h 261"/>
                    <a:gd name="T4" fmla="*/ 2314 w 1418"/>
                    <a:gd name="T5" fmla="*/ 6 h 261"/>
                    <a:gd name="T6" fmla="*/ 3707 w 1418"/>
                    <a:gd name="T7" fmla="*/ 1 h 261"/>
                    <a:gd name="T8" fmla="*/ 5019 w 1418"/>
                    <a:gd name="T9" fmla="*/ 6 h 261"/>
                    <a:gd name="T10" fmla="*/ 6177 w 1418"/>
                    <a:gd name="T11" fmla="*/ 0 h 261"/>
                    <a:gd name="T12" fmla="*/ 7328 w 1418"/>
                    <a:gd name="T13" fmla="*/ 6 h 261"/>
                    <a:gd name="T14" fmla="*/ 8488 w 1418"/>
                    <a:gd name="T15" fmla="*/ 0 h 261"/>
                    <a:gd name="T16" fmla="*/ 9641 w 1418"/>
                    <a:gd name="T17" fmla="*/ 6 h 261"/>
                    <a:gd name="T18" fmla="*/ 10343 w 1418"/>
                    <a:gd name="T19" fmla="*/ 3 h 261"/>
                    <a:gd name="T20" fmla="*/ 11401 w 1418"/>
                    <a:gd name="T21" fmla="*/ 3 h 26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418" h="261">
                      <a:moveTo>
                        <a:pt x="0" y="107"/>
                      </a:moveTo>
                      <a:cubicBezTo>
                        <a:pt x="20" y="109"/>
                        <a:pt x="72" y="101"/>
                        <a:pt x="120" y="123"/>
                      </a:cubicBezTo>
                      <a:cubicBezTo>
                        <a:pt x="168" y="145"/>
                        <a:pt x="231" y="259"/>
                        <a:pt x="288" y="240"/>
                      </a:cubicBezTo>
                      <a:cubicBezTo>
                        <a:pt x="345" y="221"/>
                        <a:pt x="406" y="6"/>
                        <a:pt x="462" y="6"/>
                      </a:cubicBezTo>
                      <a:cubicBezTo>
                        <a:pt x="518" y="6"/>
                        <a:pt x="573" y="241"/>
                        <a:pt x="624" y="240"/>
                      </a:cubicBezTo>
                      <a:cubicBezTo>
                        <a:pt x="675" y="239"/>
                        <a:pt x="720" y="0"/>
                        <a:pt x="768" y="0"/>
                      </a:cubicBezTo>
                      <a:cubicBezTo>
                        <a:pt x="816" y="0"/>
                        <a:pt x="864" y="240"/>
                        <a:pt x="912" y="240"/>
                      </a:cubicBezTo>
                      <a:cubicBezTo>
                        <a:pt x="960" y="240"/>
                        <a:pt x="1008" y="0"/>
                        <a:pt x="1056" y="0"/>
                      </a:cubicBezTo>
                      <a:cubicBezTo>
                        <a:pt x="1104" y="0"/>
                        <a:pt x="1162" y="219"/>
                        <a:pt x="1200" y="240"/>
                      </a:cubicBezTo>
                      <a:cubicBezTo>
                        <a:pt x="1238" y="261"/>
                        <a:pt x="1250" y="146"/>
                        <a:pt x="1286" y="126"/>
                      </a:cubicBezTo>
                      <a:cubicBezTo>
                        <a:pt x="1322" y="106"/>
                        <a:pt x="1391" y="119"/>
                        <a:pt x="1418" y="117"/>
                      </a:cubicBezTo>
                    </a:path>
                  </a:pathLst>
                </a:custGeom>
                <a:noFill/>
                <a:ln w="28575" cap="flat" cmpd="sng">
                  <a:solidFill>
                    <a:srgbClr val="FF0000"/>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7" name="Freeform 55"/>
                <p:cNvSpPr>
                  <a:spLocks/>
                </p:cNvSpPr>
                <p:nvPr/>
              </p:nvSpPr>
              <p:spPr bwMode="auto">
                <a:xfrm>
                  <a:off x="1" y="2308450"/>
                  <a:ext cx="4804116" cy="211508"/>
                </a:xfrm>
                <a:custGeom>
                  <a:avLst/>
                  <a:gdLst>
                    <a:gd name="T0" fmla="*/ 0 w 1418"/>
                    <a:gd name="T1" fmla="*/ 3 h 261"/>
                    <a:gd name="T2" fmla="*/ 963 w 1418"/>
                    <a:gd name="T3" fmla="*/ 3 h 261"/>
                    <a:gd name="T4" fmla="*/ 2314 w 1418"/>
                    <a:gd name="T5" fmla="*/ 6 h 261"/>
                    <a:gd name="T6" fmla="*/ 3707 w 1418"/>
                    <a:gd name="T7" fmla="*/ 1 h 261"/>
                    <a:gd name="T8" fmla="*/ 5019 w 1418"/>
                    <a:gd name="T9" fmla="*/ 6 h 261"/>
                    <a:gd name="T10" fmla="*/ 6177 w 1418"/>
                    <a:gd name="T11" fmla="*/ 0 h 261"/>
                    <a:gd name="T12" fmla="*/ 7328 w 1418"/>
                    <a:gd name="T13" fmla="*/ 6 h 261"/>
                    <a:gd name="T14" fmla="*/ 8488 w 1418"/>
                    <a:gd name="T15" fmla="*/ 0 h 261"/>
                    <a:gd name="T16" fmla="*/ 9641 w 1418"/>
                    <a:gd name="T17" fmla="*/ 6 h 261"/>
                    <a:gd name="T18" fmla="*/ 10343 w 1418"/>
                    <a:gd name="T19" fmla="*/ 3 h 261"/>
                    <a:gd name="T20" fmla="*/ 11401 w 1418"/>
                    <a:gd name="T21" fmla="*/ 3 h 26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418" h="261">
                      <a:moveTo>
                        <a:pt x="0" y="107"/>
                      </a:moveTo>
                      <a:cubicBezTo>
                        <a:pt x="20" y="109"/>
                        <a:pt x="72" y="101"/>
                        <a:pt x="120" y="123"/>
                      </a:cubicBezTo>
                      <a:cubicBezTo>
                        <a:pt x="168" y="145"/>
                        <a:pt x="231" y="259"/>
                        <a:pt x="288" y="240"/>
                      </a:cubicBezTo>
                      <a:cubicBezTo>
                        <a:pt x="345" y="221"/>
                        <a:pt x="406" y="6"/>
                        <a:pt x="462" y="6"/>
                      </a:cubicBezTo>
                      <a:cubicBezTo>
                        <a:pt x="518" y="6"/>
                        <a:pt x="573" y="241"/>
                        <a:pt x="624" y="240"/>
                      </a:cubicBezTo>
                      <a:cubicBezTo>
                        <a:pt x="675" y="239"/>
                        <a:pt x="720" y="0"/>
                        <a:pt x="768" y="0"/>
                      </a:cubicBezTo>
                      <a:cubicBezTo>
                        <a:pt x="816" y="0"/>
                        <a:pt x="864" y="240"/>
                        <a:pt x="912" y="240"/>
                      </a:cubicBezTo>
                      <a:cubicBezTo>
                        <a:pt x="960" y="240"/>
                        <a:pt x="1008" y="0"/>
                        <a:pt x="1056" y="0"/>
                      </a:cubicBezTo>
                      <a:cubicBezTo>
                        <a:pt x="1104" y="0"/>
                        <a:pt x="1162" y="219"/>
                        <a:pt x="1200" y="240"/>
                      </a:cubicBezTo>
                      <a:cubicBezTo>
                        <a:pt x="1238" y="261"/>
                        <a:pt x="1250" y="146"/>
                        <a:pt x="1286" y="126"/>
                      </a:cubicBezTo>
                      <a:cubicBezTo>
                        <a:pt x="1322" y="106"/>
                        <a:pt x="1391" y="119"/>
                        <a:pt x="1418" y="117"/>
                      </a:cubicBezTo>
                    </a:path>
                  </a:pathLst>
                </a:custGeom>
                <a:noFill/>
                <a:ln w="28575" cap="flat" cmpd="sng">
                  <a:solidFill>
                    <a:srgbClr val="FFC000"/>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8" name="Freeform 55"/>
                <p:cNvSpPr>
                  <a:spLocks/>
                </p:cNvSpPr>
                <p:nvPr/>
              </p:nvSpPr>
              <p:spPr bwMode="auto">
                <a:xfrm>
                  <a:off x="1252023" y="2659164"/>
                  <a:ext cx="3896751" cy="211508"/>
                </a:xfrm>
                <a:custGeom>
                  <a:avLst/>
                  <a:gdLst>
                    <a:gd name="T0" fmla="*/ 0 w 1418"/>
                    <a:gd name="T1" fmla="*/ 3 h 261"/>
                    <a:gd name="T2" fmla="*/ 963 w 1418"/>
                    <a:gd name="T3" fmla="*/ 3 h 261"/>
                    <a:gd name="T4" fmla="*/ 2314 w 1418"/>
                    <a:gd name="T5" fmla="*/ 6 h 261"/>
                    <a:gd name="T6" fmla="*/ 3707 w 1418"/>
                    <a:gd name="T7" fmla="*/ 1 h 261"/>
                    <a:gd name="T8" fmla="*/ 5019 w 1418"/>
                    <a:gd name="T9" fmla="*/ 6 h 261"/>
                    <a:gd name="T10" fmla="*/ 6177 w 1418"/>
                    <a:gd name="T11" fmla="*/ 0 h 261"/>
                    <a:gd name="T12" fmla="*/ 7328 w 1418"/>
                    <a:gd name="T13" fmla="*/ 6 h 261"/>
                    <a:gd name="T14" fmla="*/ 8488 w 1418"/>
                    <a:gd name="T15" fmla="*/ 0 h 261"/>
                    <a:gd name="T16" fmla="*/ 9641 w 1418"/>
                    <a:gd name="T17" fmla="*/ 6 h 261"/>
                    <a:gd name="T18" fmla="*/ 10343 w 1418"/>
                    <a:gd name="T19" fmla="*/ 3 h 261"/>
                    <a:gd name="T20" fmla="*/ 11401 w 1418"/>
                    <a:gd name="T21" fmla="*/ 3 h 26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418" h="261">
                      <a:moveTo>
                        <a:pt x="0" y="107"/>
                      </a:moveTo>
                      <a:cubicBezTo>
                        <a:pt x="20" y="109"/>
                        <a:pt x="72" y="101"/>
                        <a:pt x="120" y="123"/>
                      </a:cubicBezTo>
                      <a:cubicBezTo>
                        <a:pt x="168" y="145"/>
                        <a:pt x="231" y="259"/>
                        <a:pt x="288" y="240"/>
                      </a:cubicBezTo>
                      <a:cubicBezTo>
                        <a:pt x="345" y="221"/>
                        <a:pt x="406" y="6"/>
                        <a:pt x="462" y="6"/>
                      </a:cubicBezTo>
                      <a:cubicBezTo>
                        <a:pt x="518" y="6"/>
                        <a:pt x="573" y="241"/>
                        <a:pt x="624" y="240"/>
                      </a:cubicBezTo>
                      <a:cubicBezTo>
                        <a:pt x="675" y="239"/>
                        <a:pt x="720" y="0"/>
                        <a:pt x="768" y="0"/>
                      </a:cubicBezTo>
                      <a:cubicBezTo>
                        <a:pt x="816" y="0"/>
                        <a:pt x="864" y="240"/>
                        <a:pt x="912" y="240"/>
                      </a:cubicBezTo>
                      <a:cubicBezTo>
                        <a:pt x="960" y="240"/>
                        <a:pt x="1008" y="0"/>
                        <a:pt x="1056" y="0"/>
                      </a:cubicBezTo>
                      <a:cubicBezTo>
                        <a:pt x="1104" y="0"/>
                        <a:pt x="1162" y="219"/>
                        <a:pt x="1200" y="240"/>
                      </a:cubicBezTo>
                      <a:cubicBezTo>
                        <a:pt x="1238" y="261"/>
                        <a:pt x="1250" y="146"/>
                        <a:pt x="1286" y="126"/>
                      </a:cubicBezTo>
                      <a:cubicBezTo>
                        <a:pt x="1322" y="106"/>
                        <a:pt x="1391" y="119"/>
                        <a:pt x="1418" y="117"/>
                      </a:cubicBezTo>
                    </a:path>
                  </a:pathLst>
                </a:custGeom>
                <a:noFill/>
                <a:ln w="28575" cap="flat" cmpd="sng">
                  <a:solidFill>
                    <a:srgbClr val="FFFF00"/>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19" name="Freeform 55"/>
                <p:cNvSpPr>
                  <a:spLocks/>
                </p:cNvSpPr>
                <p:nvPr/>
              </p:nvSpPr>
              <p:spPr bwMode="auto">
                <a:xfrm>
                  <a:off x="2053884" y="3009878"/>
                  <a:ext cx="3432517" cy="211508"/>
                </a:xfrm>
                <a:custGeom>
                  <a:avLst/>
                  <a:gdLst>
                    <a:gd name="T0" fmla="*/ 0 w 1418"/>
                    <a:gd name="T1" fmla="*/ 3 h 261"/>
                    <a:gd name="T2" fmla="*/ 963 w 1418"/>
                    <a:gd name="T3" fmla="*/ 3 h 261"/>
                    <a:gd name="T4" fmla="*/ 2314 w 1418"/>
                    <a:gd name="T5" fmla="*/ 6 h 261"/>
                    <a:gd name="T6" fmla="*/ 3707 w 1418"/>
                    <a:gd name="T7" fmla="*/ 1 h 261"/>
                    <a:gd name="T8" fmla="*/ 5019 w 1418"/>
                    <a:gd name="T9" fmla="*/ 6 h 261"/>
                    <a:gd name="T10" fmla="*/ 6177 w 1418"/>
                    <a:gd name="T11" fmla="*/ 0 h 261"/>
                    <a:gd name="T12" fmla="*/ 7328 w 1418"/>
                    <a:gd name="T13" fmla="*/ 6 h 261"/>
                    <a:gd name="T14" fmla="*/ 8488 w 1418"/>
                    <a:gd name="T15" fmla="*/ 0 h 261"/>
                    <a:gd name="T16" fmla="*/ 9641 w 1418"/>
                    <a:gd name="T17" fmla="*/ 6 h 261"/>
                    <a:gd name="T18" fmla="*/ 10343 w 1418"/>
                    <a:gd name="T19" fmla="*/ 3 h 261"/>
                    <a:gd name="T20" fmla="*/ 11401 w 1418"/>
                    <a:gd name="T21" fmla="*/ 3 h 26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418" h="261">
                      <a:moveTo>
                        <a:pt x="0" y="107"/>
                      </a:moveTo>
                      <a:cubicBezTo>
                        <a:pt x="20" y="109"/>
                        <a:pt x="72" y="101"/>
                        <a:pt x="120" y="123"/>
                      </a:cubicBezTo>
                      <a:cubicBezTo>
                        <a:pt x="168" y="145"/>
                        <a:pt x="231" y="259"/>
                        <a:pt x="288" y="240"/>
                      </a:cubicBezTo>
                      <a:cubicBezTo>
                        <a:pt x="345" y="221"/>
                        <a:pt x="406" y="6"/>
                        <a:pt x="462" y="6"/>
                      </a:cubicBezTo>
                      <a:cubicBezTo>
                        <a:pt x="518" y="6"/>
                        <a:pt x="573" y="241"/>
                        <a:pt x="624" y="240"/>
                      </a:cubicBezTo>
                      <a:cubicBezTo>
                        <a:pt x="675" y="239"/>
                        <a:pt x="720" y="0"/>
                        <a:pt x="768" y="0"/>
                      </a:cubicBezTo>
                      <a:cubicBezTo>
                        <a:pt x="816" y="0"/>
                        <a:pt x="864" y="240"/>
                        <a:pt x="912" y="240"/>
                      </a:cubicBezTo>
                      <a:cubicBezTo>
                        <a:pt x="960" y="240"/>
                        <a:pt x="1008" y="0"/>
                        <a:pt x="1056" y="0"/>
                      </a:cubicBezTo>
                      <a:cubicBezTo>
                        <a:pt x="1104" y="0"/>
                        <a:pt x="1162" y="219"/>
                        <a:pt x="1200" y="240"/>
                      </a:cubicBezTo>
                      <a:cubicBezTo>
                        <a:pt x="1238" y="261"/>
                        <a:pt x="1250" y="146"/>
                        <a:pt x="1286" y="126"/>
                      </a:cubicBezTo>
                      <a:cubicBezTo>
                        <a:pt x="1322" y="106"/>
                        <a:pt x="1391" y="119"/>
                        <a:pt x="1418" y="117"/>
                      </a:cubicBezTo>
                    </a:path>
                  </a:pathLst>
                </a:custGeom>
                <a:noFill/>
                <a:ln w="28575" cap="flat" cmpd="sng">
                  <a:solidFill>
                    <a:srgbClr val="92D050"/>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0" name="Freeform 55"/>
                <p:cNvSpPr>
                  <a:spLocks/>
                </p:cNvSpPr>
                <p:nvPr/>
              </p:nvSpPr>
              <p:spPr bwMode="auto">
                <a:xfrm>
                  <a:off x="2651762" y="3466346"/>
                  <a:ext cx="3341077" cy="211508"/>
                </a:xfrm>
                <a:custGeom>
                  <a:avLst/>
                  <a:gdLst>
                    <a:gd name="T0" fmla="*/ 0 w 1418"/>
                    <a:gd name="T1" fmla="*/ 3 h 261"/>
                    <a:gd name="T2" fmla="*/ 963 w 1418"/>
                    <a:gd name="T3" fmla="*/ 3 h 261"/>
                    <a:gd name="T4" fmla="*/ 2314 w 1418"/>
                    <a:gd name="T5" fmla="*/ 6 h 261"/>
                    <a:gd name="T6" fmla="*/ 3707 w 1418"/>
                    <a:gd name="T7" fmla="*/ 1 h 261"/>
                    <a:gd name="T8" fmla="*/ 5019 w 1418"/>
                    <a:gd name="T9" fmla="*/ 6 h 261"/>
                    <a:gd name="T10" fmla="*/ 6177 w 1418"/>
                    <a:gd name="T11" fmla="*/ 0 h 261"/>
                    <a:gd name="T12" fmla="*/ 7328 w 1418"/>
                    <a:gd name="T13" fmla="*/ 6 h 261"/>
                    <a:gd name="T14" fmla="*/ 8488 w 1418"/>
                    <a:gd name="T15" fmla="*/ 0 h 261"/>
                    <a:gd name="T16" fmla="*/ 9641 w 1418"/>
                    <a:gd name="T17" fmla="*/ 6 h 261"/>
                    <a:gd name="T18" fmla="*/ 10343 w 1418"/>
                    <a:gd name="T19" fmla="*/ 3 h 261"/>
                    <a:gd name="T20" fmla="*/ 11401 w 1418"/>
                    <a:gd name="T21" fmla="*/ 3 h 26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418" h="261">
                      <a:moveTo>
                        <a:pt x="0" y="107"/>
                      </a:moveTo>
                      <a:cubicBezTo>
                        <a:pt x="20" y="109"/>
                        <a:pt x="72" y="101"/>
                        <a:pt x="120" y="123"/>
                      </a:cubicBezTo>
                      <a:cubicBezTo>
                        <a:pt x="168" y="145"/>
                        <a:pt x="231" y="259"/>
                        <a:pt x="288" y="240"/>
                      </a:cubicBezTo>
                      <a:cubicBezTo>
                        <a:pt x="345" y="221"/>
                        <a:pt x="406" y="6"/>
                        <a:pt x="462" y="6"/>
                      </a:cubicBezTo>
                      <a:cubicBezTo>
                        <a:pt x="518" y="6"/>
                        <a:pt x="573" y="241"/>
                        <a:pt x="624" y="240"/>
                      </a:cubicBezTo>
                      <a:cubicBezTo>
                        <a:pt x="675" y="239"/>
                        <a:pt x="720" y="0"/>
                        <a:pt x="768" y="0"/>
                      </a:cubicBezTo>
                      <a:cubicBezTo>
                        <a:pt x="816" y="0"/>
                        <a:pt x="864" y="240"/>
                        <a:pt x="912" y="240"/>
                      </a:cubicBezTo>
                      <a:cubicBezTo>
                        <a:pt x="960" y="240"/>
                        <a:pt x="1008" y="0"/>
                        <a:pt x="1056" y="0"/>
                      </a:cubicBezTo>
                      <a:cubicBezTo>
                        <a:pt x="1104" y="0"/>
                        <a:pt x="1162" y="219"/>
                        <a:pt x="1200" y="240"/>
                      </a:cubicBezTo>
                      <a:cubicBezTo>
                        <a:pt x="1238" y="261"/>
                        <a:pt x="1250" y="146"/>
                        <a:pt x="1286" y="126"/>
                      </a:cubicBezTo>
                      <a:cubicBezTo>
                        <a:pt x="1322" y="106"/>
                        <a:pt x="1391" y="119"/>
                        <a:pt x="1418" y="117"/>
                      </a:cubicBezTo>
                    </a:path>
                  </a:pathLst>
                </a:custGeom>
                <a:noFill/>
                <a:ln w="28575" cap="flat" cmpd="sng">
                  <a:solidFill>
                    <a:srgbClr val="00B0F0"/>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1" name="Freeform 55"/>
                <p:cNvSpPr>
                  <a:spLocks/>
                </p:cNvSpPr>
                <p:nvPr/>
              </p:nvSpPr>
              <p:spPr bwMode="auto">
                <a:xfrm>
                  <a:off x="3256669" y="3873908"/>
                  <a:ext cx="3254325" cy="196553"/>
                </a:xfrm>
                <a:custGeom>
                  <a:avLst/>
                  <a:gdLst>
                    <a:gd name="T0" fmla="*/ 0 w 1418"/>
                    <a:gd name="T1" fmla="*/ 3 h 261"/>
                    <a:gd name="T2" fmla="*/ 963 w 1418"/>
                    <a:gd name="T3" fmla="*/ 3 h 261"/>
                    <a:gd name="T4" fmla="*/ 2314 w 1418"/>
                    <a:gd name="T5" fmla="*/ 6 h 261"/>
                    <a:gd name="T6" fmla="*/ 3707 w 1418"/>
                    <a:gd name="T7" fmla="*/ 1 h 261"/>
                    <a:gd name="T8" fmla="*/ 5019 w 1418"/>
                    <a:gd name="T9" fmla="*/ 6 h 261"/>
                    <a:gd name="T10" fmla="*/ 6177 w 1418"/>
                    <a:gd name="T11" fmla="*/ 0 h 261"/>
                    <a:gd name="T12" fmla="*/ 7328 w 1418"/>
                    <a:gd name="T13" fmla="*/ 6 h 261"/>
                    <a:gd name="T14" fmla="*/ 8488 w 1418"/>
                    <a:gd name="T15" fmla="*/ 0 h 261"/>
                    <a:gd name="T16" fmla="*/ 9641 w 1418"/>
                    <a:gd name="T17" fmla="*/ 6 h 261"/>
                    <a:gd name="T18" fmla="*/ 10343 w 1418"/>
                    <a:gd name="T19" fmla="*/ 3 h 261"/>
                    <a:gd name="T20" fmla="*/ 11401 w 1418"/>
                    <a:gd name="T21" fmla="*/ 3 h 26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connsiteX0" fmla="*/ 0 w 10000"/>
                    <a:gd name="connsiteY0" fmla="*/ 669 h 9292"/>
                    <a:gd name="connsiteX1" fmla="*/ 846 w 10000"/>
                    <a:gd name="connsiteY1" fmla="*/ 4713 h 9292"/>
                    <a:gd name="connsiteX2" fmla="*/ 2031 w 10000"/>
                    <a:gd name="connsiteY2" fmla="*/ 9195 h 9292"/>
                    <a:gd name="connsiteX3" fmla="*/ 3258 w 10000"/>
                    <a:gd name="connsiteY3" fmla="*/ 230 h 9292"/>
                    <a:gd name="connsiteX4" fmla="*/ 4401 w 10000"/>
                    <a:gd name="connsiteY4" fmla="*/ 9195 h 9292"/>
                    <a:gd name="connsiteX5" fmla="*/ 5416 w 10000"/>
                    <a:gd name="connsiteY5" fmla="*/ 0 h 9292"/>
                    <a:gd name="connsiteX6" fmla="*/ 6432 w 10000"/>
                    <a:gd name="connsiteY6" fmla="*/ 9195 h 9292"/>
                    <a:gd name="connsiteX7" fmla="*/ 7447 w 10000"/>
                    <a:gd name="connsiteY7" fmla="*/ 0 h 9292"/>
                    <a:gd name="connsiteX8" fmla="*/ 8463 w 10000"/>
                    <a:gd name="connsiteY8" fmla="*/ 9195 h 9292"/>
                    <a:gd name="connsiteX9" fmla="*/ 9069 w 10000"/>
                    <a:gd name="connsiteY9" fmla="*/ 4828 h 9292"/>
                    <a:gd name="connsiteX10" fmla="*/ 10000 w 10000"/>
                    <a:gd name="connsiteY10" fmla="*/ 4483 h 9292"/>
                    <a:gd name="connsiteX0" fmla="*/ 0 w 10000"/>
                    <a:gd name="connsiteY0" fmla="*/ 720 h 10061"/>
                    <a:gd name="connsiteX1" fmla="*/ 792 w 10000"/>
                    <a:gd name="connsiteY1" fmla="*/ 5941 h 10061"/>
                    <a:gd name="connsiteX2" fmla="*/ 2031 w 10000"/>
                    <a:gd name="connsiteY2" fmla="*/ 9896 h 10061"/>
                    <a:gd name="connsiteX3" fmla="*/ 3258 w 10000"/>
                    <a:gd name="connsiteY3" fmla="*/ 248 h 10061"/>
                    <a:gd name="connsiteX4" fmla="*/ 4401 w 10000"/>
                    <a:gd name="connsiteY4" fmla="*/ 9896 h 10061"/>
                    <a:gd name="connsiteX5" fmla="*/ 5416 w 10000"/>
                    <a:gd name="connsiteY5" fmla="*/ 0 h 10061"/>
                    <a:gd name="connsiteX6" fmla="*/ 6432 w 10000"/>
                    <a:gd name="connsiteY6" fmla="*/ 9896 h 10061"/>
                    <a:gd name="connsiteX7" fmla="*/ 7447 w 10000"/>
                    <a:gd name="connsiteY7" fmla="*/ 0 h 10061"/>
                    <a:gd name="connsiteX8" fmla="*/ 8463 w 10000"/>
                    <a:gd name="connsiteY8" fmla="*/ 9896 h 10061"/>
                    <a:gd name="connsiteX9" fmla="*/ 9069 w 10000"/>
                    <a:gd name="connsiteY9" fmla="*/ 5196 h 10061"/>
                    <a:gd name="connsiteX10" fmla="*/ 10000 w 10000"/>
                    <a:gd name="connsiteY10" fmla="*/ 4825 h 10061"/>
                    <a:gd name="connsiteX0" fmla="*/ 0 w 10000"/>
                    <a:gd name="connsiteY0" fmla="*/ 720 h 10001"/>
                    <a:gd name="connsiteX1" fmla="*/ 846 w 10000"/>
                    <a:gd name="connsiteY1" fmla="*/ 945 h 10001"/>
                    <a:gd name="connsiteX2" fmla="*/ 2031 w 10000"/>
                    <a:gd name="connsiteY2" fmla="*/ 9896 h 10001"/>
                    <a:gd name="connsiteX3" fmla="*/ 3258 w 10000"/>
                    <a:gd name="connsiteY3" fmla="*/ 248 h 10001"/>
                    <a:gd name="connsiteX4" fmla="*/ 4401 w 10000"/>
                    <a:gd name="connsiteY4" fmla="*/ 9896 h 10001"/>
                    <a:gd name="connsiteX5" fmla="*/ 5416 w 10000"/>
                    <a:gd name="connsiteY5" fmla="*/ 0 h 10001"/>
                    <a:gd name="connsiteX6" fmla="*/ 6432 w 10000"/>
                    <a:gd name="connsiteY6" fmla="*/ 9896 h 10001"/>
                    <a:gd name="connsiteX7" fmla="*/ 7447 w 10000"/>
                    <a:gd name="connsiteY7" fmla="*/ 0 h 10001"/>
                    <a:gd name="connsiteX8" fmla="*/ 8463 w 10000"/>
                    <a:gd name="connsiteY8" fmla="*/ 9896 h 10001"/>
                    <a:gd name="connsiteX9" fmla="*/ 9069 w 10000"/>
                    <a:gd name="connsiteY9" fmla="*/ 5196 h 10001"/>
                    <a:gd name="connsiteX10" fmla="*/ 10000 w 10000"/>
                    <a:gd name="connsiteY10" fmla="*/ 4825 h 10001"/>
                    <a:gd name="connsiteX0" fmla="*/ 0 w 10000"/>
                    <a:gd name="connsiteY0" fmla="*/ 720 h 10001"/>
                    <a:gd name="connsiteX1" fmla="*/ 846 w 10000"/>
                    <a:gd name="connsiteY1" fmla="*/ 945 h 10001"/>
                    <a:gd name="connsiteX2" fmla="*/ 2031 w 10000"/>
                    <a:gd name="connsiteY2" fmla="*/ 9896 h 10001"/>
                    <a:gd name="connsiteX3" fmla="*/ 3258 w 10000"/>
                    <a:gd name="connsiteY3" fmla="*/ 248 h 10001"/>
                    <a:gd name="connsiteX4" fmla="*/ 4401 w 10000"/>
                    <a:gd name="connsiteY4" fmla="*/ 9896 h 10001"/>
                    <a:gd name="connsiteX5" fmla="*/ 5416 w 10000"/>
                    <a:gd name="connsiteY5" fmla="*/ 0 h 10001"/>
                    <a:gd name="connsiteX6" fmla="*/ 6432 w 10000"/>
                    <a:gd name="connsiteY6" fmla="*/ 9896 h 10001"/>
                    <a:gd name="connsiteX7" fmla="*/ 7447 w 10000"/>
                    <a:gd name="connsiteY7" fmla="*/ 0 h 10001"/>
                    <a:gd name="connsiteX8" fmla="*/ 8463 w 10000"/>
                    <a:gd name="connsiteY8" fmla="*/ 9896 h 10001"/>
                    <a:gd name="connsiteX9" fmla="*/ 9069 w 10000"/>
                    <a:gd name="connsiteY9" fmla="*/ 5196 h 10001"/>
                    <a:gd name="connsiteX10" fmla="*/ 10000 w 10000"/>
                    <a:gd name="connsiteY10" fmla="*/ 4825 h 10001"/>
                    <a:gd name="connsiteX0" fmla="*/ 0 w 10000"/>
                    <a:gd name="connsiteY0" fmla="*/ 2458 h 10001"/>
                    <a:gd name="connsiteX1" fmla="*/ 846 w 10000"/>
                    <a:gd name="connsiteY1" fmla="*/ 945 h 10001"/>
                    <a:gd name="connsiteX2" fmla="*/ 2031 w 10000"/>
                    <a:gd name="connsiteY2" fmla="*/ 9896 h 10001"/>
                    <a:gd name="connsiteX3" fmla="*/ 3258 w 10000"/>
                    <a:gd name="connsiteY3" fmla="*/ 248 h 10001"/>
                    <a:gd name="connsiteX4" fmla="*/ 4401 w 10000"/>
                    <a:gd name="connsiteY4" fmla="*/ 9896 h 10001"/>
                    <a:gd name="connsiteX5" fmla="*/ 5416 w 10000"/>
                    <a:gd name="connsiteY5" fmla="*/ 0 h 10001"/>
                    <a:gd name="connsiteX6" fmla="*/ 6432 w 10000"/>
                    <a:gd name="connsiteY6" fmla="*/ 9896 h 10001"/>
                    <a:gd name="connsiteX7" fmla="*/ 7447 w 10000"/>
                    <a:gd name="connsiteY7" fmla="*/ 0 h 10001"/>
                    <a:gd name="connsiteX8" fmla="*/ 8463 w 10000"/>
                    <a:gd name="connsiteY8" fmla="*/ 9896 h 10001"/>
                    <a:gd name="connsiteX9" fmla="*/ 9069 w 10000"/>
                    <a:gd name="connsiteY9" fmla="*/ 5196 h 10001"/>
                    <a:gd name="connsiteX10" fmla="*/ 10000 w 10000"/>
                    <a:gd name="connsiteY10" fmla="*/ 4825 h 10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000" h="10001">
                      <a:moveTo>
                        <a:pt x="0" y="2458"/>
                      </a:moveTo>
                      <a:cubicBezTo>
                        <a:pt x="141" y="2540"/>
                        <a:pt x="508" y="-295"/>
                        <a:pt x="846" y="945"/>
                      </a:cubicBezTo>
                      <a:cubicBezTo>
                        <a:pt x="1184" y="2185"/>
                        <a:pt x="1629" y="10012"/>
                        <a:pt x="2031" y="9896"/>
                      </a:cubicBezTo>
                      <a:cubicBezTo>
                        <a:pt x="2433" y="9780"/>
                        <a:pt x="2863" y="248"/>
                        <a:pt x="3258" y="248"/>
                      </a:cubicBezTo>
                      <a:cubicBezTo>
                        <a:pt x="3653" y="248"/>
                        <a:pt x="4041" y="9938"/>
                        <a:pt x="4401" y="9896"/>
                      </a:cubicBezTo>
                      <a:cubicBezTo>
                        <a:pt x="4760" y="9855"/>
                        <a:pt x="5078" y="0"/>
                        <a:pt x="5416" y="0"/>
                      </a:cubicBezTo>
                      <a:cubicBezTo>
                        <a:pt x="5755" y="0"/>
                        <a:pt x="6093" y="9896"/>
                        <a:pt x="6432" y="9896"/>
                      </a:cubicBezTo>
                      <a:cubicBezTo>
                        <a:pt x="6770" y="9896"/>
                        <a:pt x="7109" y="0"/>
                        <a:pt x="7447" y="0"/>
                      </a:cubicBezTo>
                      <a:cubicBezTo>
                        <a:pt x="7786" y="0"/>
                        <a:pt x="8195" y="9030"/>
                        <a:pt x="8463" y="9896"/>
                      </a:cubicBezTo>
                      <a:cubicBezTo>
                        <a:pt x="8731" y="10762"/>
                        <a:pt x="8815" y="6020"/>
                        <a:pt x="9069" y="5196"/>
                      </a:cubicBezTo>
                      <a:cubicBezTo>
                        <a:pt x="9323" y="4370"/>
                        <a:pt x="9810" y="4906"/>
                        <a:pt x="10000" y="4825"/>
                      </a:cubicBezTo>
                    </a:path>
                  </a:pathLst>
                </a:custGeom>
                <a:noFill/>
                <a:ln w="28575" cap="flat" cmpd="sng">
                  <a:solidFill>
                    <a:srgbClr val="7030A0"/>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sp>
              <p:nvSpPr>
                <p:cNvPr id="24" name="Rectangle 23"/>
                <p:cNvSpPr/>
                <p:nvPr/>
              </p:nvSpPr>
              <p:spPr bwMode="auto">
                <a:xfrm>
                  <a:off x="-1491175" y="1828800"/>
                  <a:ext cx="4818181" cy="2152357"/>
                </a:xfrm>
                <a:prstGeom prst="rect">
                  <a:avLst/>
                </a:prstGeom>
                <a:solidFill>
                  <a:schemeClr val="accent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en-GB" sz="2400" b="1" i="0" u="none" strike="noStrike" cap="none" normalizeH="0" baseline="0">
                    <a:ln>
                      <a:noFill/>
                    </a:ln>
                    <a:solidFill>
                      <a:schemeClr val="tx1"/>
                    </a:solidFill>
                    <a:effectLst/>
                    <a:latin typeface="Arial" charset="0"/>
                    <a:ea typeface="MS Gothic" pitchFamily="49" charset="-128"/>
                  </a:endParaRPr>
                </a:p>
              </p:txBody>
            </p:sp>
          </p:grpSp>
          <p:grpSp>
            <p:nvGrpSpPr>
              <p:cNvPr id="33" name="Group 32"/>
              <p:cNvGrpSpPr/>
              <p:nvPr/>
            </p:nvGrpSpPr>
            <p:grpSpPr>
              <a:xfrm>
                <a:off x="8679764" y="1139483"/>
                <a:ext cx="3369214" cy="4507736"/>
                <a:chOff x="8679764" y="1139483"/>
                <a:chExt cx="3369214" cy="4507736"/>
              </a:xfrm>
            </p:grpSpPr>
            <p:cxnSp>
              <p:nvCxnSpPr>
                <p:cNvPr id="27" name="Straight Arrow Connector 26"/>
                <p:cNvCxnSpPr/>
                <p:nvPr/>
              </p:nvCxnSpPr>
              <p:spPr bwMode="auto">
                <a:xfrm flipV="1">
                  <a:off x="8679764" y="1139483"/>
                  <a:ext cx="0" cy="4507736"/>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28" name="Straight Arrow Connector 27"/>
                <p:cNvCxnSpPr/>
                <p:nvPr/>
              </p:nvCxnSpPr>
              <p:spPr bwMode="auto">
                <a:xfrm>
                  <a:off x="8679764" y="5647219"/>
                  <a:ext cx="3369214" cy="0"/>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grpSp>
        </p:grpSp>
        <p:sp>
          <p:nvSpPr>
            <p:cNvPr id="5" name="TextBox 4"/>
            <p:cNvSpPr txBox="1"/>
            <p:nvPr/>
          </p:nvSpPr>
          <p:spPr>
            <a:xfrm>
              <a:off x="9032983" y="6081599"/>
              <a:ext cx="1805382" cy="369332"/>
            </a:xfrm>
            <a:prstGeom prst="rect">
              <a:avLst/>
            </a:prstGeom>
            <a:noFill/>
          </p:spPr>
          <p:txBody>
            <a:bodyPr wrap="square" rtlCol="0">
              <a:spAutoFit/>
            </a:bodyPr>
            <a:lstStyle/>
            <a:p>
              <a:pPr algn="ctr"/>
              <a:r>
                <a:rPr lang="en-GB" sz="1800" b="0" i="1" dirty="0">
                  <a:latin typeface="Calibri" panose="020F0502020204030204" pitchFamily="34" charset="0"/>
                  <a:cs typeface="Calibri" panose="020F0502020204030204" pitchFamily="34" charset="0"/>
                </a:rPr>
                <a:t>Penetration</a:t>
              </a:r>
            </a:p>
          </p:txBody>
        </p:sp>
        <p:sp>
          <p:nvSpPr>
            <p:cNvPr id="23" name="TextBox 22"/>
            <p:cNvSpPr txBox="1"/>
            <p:nvPr/>
          </p:nvSpPr>
          <p:spPr>
            <a:xfrm rot="16200000">
              <a:off x="6976887" y="3551715"/>
              <a:ext cx="1805382" cy="369332"/>
            </a:xfrm>
            <a:prstGeom prst="rect">
              <a:avLst/>
            </a:prstGeom>
            <a:noFill/>
          </p:spPr>
          <p:txBody>
            <a:bodyPr wrap="square" rtlCol="0">
              <a:spAutoFit/>
            </a:bodyPr>
            <a:lstStyle/>
            <a:p>
              <a:pPr algn="ctr"/>
              <a:r>
                <a:rPr lang="en-GB" sz="1800" b="0" i="1" dirty="0">
                  <a:latin typeface="Calibri" panose="020F0502020204030204" pitchFamily="34" charset="0"/>
                  <a:cs typeface="Calibri" panose="020F0502020204030204" pitchFamily="34" charset="0"/>
                </a:rPr>
                <a:t>X-ray energy</a:t>
              </a:r>
            </a:p>
          </p:txBody>
        </p:sp>
      </p:grpSp>
      <p:sp>
        <p:nvSpPr>
          <p:cNvPr id="2" name="Title 1"/>
          <p:cNvSpPr>
            <a:spLocks noGrp="1"/>
          </p:cNvSpPr>
          <p:nvPr>
            <p:ph type="title"/>
          </p:nvPr>
        </p:nvSpPr>
        <p:spPr/>
        <p:txBody>
          <a:bodyPr/>
          <a:lstStyle/>
          <a:p>
            <a:r>
              <a:rPr lang="en-GB" dirty="0"/>
              <a:t>Casting A Shadow: Attenuation</a:t>
            </a:r>
          </a:p>
        </p:txBody>
      </p:sp>
      <p:sp>
        <p:nvSpPr>
          <p:cNvPr id="4" name="Slide Number Placeholder 3"/>
          <p:cNvSpPr>
            <a:spLocks noGrp="1"/>
          </p:cNvSpPr>
          <p:nvPr>
            <p:ph type="sldNum" sz="quarter" idx="10"/>
          </p:nvPr>
        </p:nvSpPr>
        <p:spPr/>
        <p:txBody>
          <a:bodyPr/>
          <a:lstStyle/>
          <a:p>
            <a:pPr>
              <a:defRPr/>
            </a:pPr>
            <a:fld id="{C0335DDC-D7BD-499D-8620-A8CC6675656F}" type="slidenum">
              <a:rPr lang="en-US" altLang="ja-JP" smtClean="0"/>
              <a:pPr>
                <a:defRPr/>
              </a:pPr>
              <a:t>21</a:t>
            </a:fld>
            <a:endParaRPr lang="en-US" altLang="ja-JP"/>
          </a:p>
        </p:txBody>
      </p:sp>
      <p:sp>
        <p:nvSpPr>
          <p:cNvPr id="16" name="TextBox 15"/>
          <p:cNvSpPr txBox="1"/>
          <p:nvPr/>
        </p:nvSpPr>
        <p:spPr>
          <a:xfrm>
            <a:off x="541074" y="1565222"/>
            <a:ext cx="6499733" cy="3693319"/>
          </a:xfrm>
          <a:prstGeom prst="rect">
            <a:avLst/>
          </a:prstGeom>
          <a:noFill/>
        </p:spPr>
        <p:txBody>
          <a:bodyPr wrap="square" rtlCol="0">
            <a:spAutoFit/>
          </a:bodyPr>
          <a:lstStyle/>
          <a:p>
            <a:pPr algn="just"/>
            <a:r>
              <a:rPr lang="en-GB" sz="1800" dirty="0">
                <a:latin typeface="Calibri" panose="020F0502020204030204" pitchFamily="34" charset="0"/>
                <a:cs typeface="Calibri" panose="020F0502020204030204" pitchFamily="34" charset="0"/>
              </a:rPr>
              <a:t>Higher energy X-rays penetrate further</a:t>
            </a:r>
            <a:endParaRPr lang="en-GB" sz="1800" b="0" dirty="0">
              <a:latin typeface="Calibri" panose="020F0502020204030204" pitchFamily="34" charset="0"/>
              <a:cs typeface="Calibri" panose="020F0502020204030204" pitchFamily="34" charset="0"/>
            </a:endParaRPr>
          </a:p>
          <a:p>
            <a:pPr algn="just"/>
            <a:endParaRPr lang="en-GB" sz="1800" b="0" dirty="0">
              <a:latin typeface="Calibri" panose="020F0502020204030204" pitchFamily="34" charset="0"/>
              <a:cs typeface="Calibri" panose="020F0502020204030204" pitchFamily="34" charset="0"/>
            </a:endParaRPr>
          </a:p>
          <a:p>
            <a:pPr algn="just"/>
            <a:r>
              <a:rPr lang="en-GB" sz="1800" b="0" dirty="0">
                <a:latin typeface="Calibri" panose="020F0502020204030204" pitchFamily="34" charset="0"/>
                <a:cs typeface="Calibri" panose="020F0502020204030204" pitchFamily="34" charset="0"/>
              </a:rPr>
              <a:t>By </a:t>
            </a:r>
            <a:r>
              <a:rPr lang="en-GB" sz="1800" dirty="0">
                <a:latin typeface="Calibri" panose="020F0502020204030204" pitchFamily="34" charset="0"/>
                <a:cs typeface="Calibri" panose="020F0502020204030204" pitchFamily="34" charset="0"/>
              </a:rPr>
              <a:t>increasing </a:t>
            </a:r>
            <a:r>
              <a:rPr lang="en-GB" sz="1800" b="0" dirty="0">
                <a:latin typeface="Calibri" panose="020F0502020204030204" pitchFamily="34" charset="0"/>
                <a:cs typeface="Calibri" panose="020F0502020204030204" pitchFamily="34" charset="0"/>
              </a:rPr>
              <a:t>the</a:t>
            </a:r>
            <a:r>
              <a:rPr lang="en-GB" sz="1800" dirty="0">
                <a:latin typeface="Calibri" panose="020F0502020204030204" pitchFamily="34" charset="0"/>
                <a:cs typeface="Calibri" panose="020F0502020204030204" pitchFamily="34" charset="0"/>
              </a:rPr>
              <a:t> beam energy</a:t>
            </a:r>
            <a:r>
              <a:rPr lang="en-GB" sz="1800" b="0" dirty="0">
                <a:latin typeface="Calibri" panose="020F0502020204030204" pitchFamily="34" charset="0"/>
                <a:cs typeface="Calibri" panose="020F0502020204030204" pitchFamily="34" charset="0"/>
              </a:rPr>
              <a:t>, we get higher energy X-rays which are </a:t>
            </a:r>
            <a:r>
              <a:rPr lang="en-GB" sz="1800" dirty="0">
                <a:latin typeface="Calibri" panose="020F0502020204030204" pitchFamily="34" charset="0"/>
                <a:cs typeface="Calibri" panose="020F0502020204030204" pitchFamily="34" charset="0"/>
              </a:rPr>
              <a:t>more penetrating</a:t>
            </a:r>
            <a:r>
              <a:rPr lang="en-GB" sz="1800" b="0" dirty="0">
                <a:latin typeface="Calibri" panose="020F0502020204030204" pitchFamily="34" charset="0"/>
                <a:cs typeface="Calibri" panose="020F0502020204030204" pitchFamily="34" charset="0"/>
              </a:rPr>
              <a:t>.</a:t>
            </a:r>
          </a:p>
          <a:p>
            <a:pPr algn="just"/>
            <a:endParaRPr lang="en-GB" sz="1800" b="0" dirty="0">
              <a:latin typeface="Calibri" panose="020F0502020204030204" pitchFamily="34" charset="0"/>
              <a:cs typeface="Calibri" panose="020F0502020204030204" pitchFamily="34" charset="0"/>
            </a:endParaRPr>
          </a:p>
          <a:p>
            <a:pPr algn="just"/>
            <a:r>
              <a:rPr lang="en-GB" sz="1800" b="0" dirty="0">
                <a:latin typeface="Calibri" panose="020F0502020204030204" pitchFamily="34" charset="0"/>
                <a:cs typeface="Calibri" panose="020F0502020204030204" pitchFamily="34" charset="0"/>
              </a:rPr>
              <a:t>By </a:t>
            </a:r>
            <a:r>
              <a:rPr lang="en-GB" sz="1800" dirty="0">
                <a:latin typeface="Calibri" panose="020F0502020204030204" pitchFamily="34" charset="0"/>
                <a:cs typeface="Calibri" panose="020F0502020204030204" pitchFamily="34" charset="0"/>
              </a:rPr>
              <a:t>reducing </a:t>
            </a:r>
            <a:r>
              <a:rPr lang="en-GB" sz="1800" b="0" dirty="0">
                <a:latin typeface="Calibri" panose="020F0502020204030204" pitchFamily="34" charset="0"/>
                <a:cs typeface="Calibri" panose="020F0502020204030204" pitchFamily="34" charset="0"/>
              </a:rPr>
              <a:t>the</a:t>
            </a:r>
            <a:r>
              <a:rPr lang="en-GB" sz="1800" dirty="0">
                <a:latin typeface="Calibri" panose="020F0502020204030204" pitchFamily="34" charset="0"/>
                <a:cs typeface="Calibri" panose="020F0502020204030204" pitchFamily="34" charset="0"/>
              </a:rPr>
              <a:t> beam energy</a:t>
            </a:r>
            <a:r>
              <a:rPr lang="en-GB" sz="1800" b="0" dirty="0">
                <a:latin typeface="Calibri" panose="020F0502020204030204" pitchFamily="34" charset="0"/>
                <a:cs typeface="Calibri" panose="020F0502020204030204" pitchFamily="34" charset="0"/>
              </a:rPr>
              <a:t>, we get only lower energy X-rays which are absorbed easier and give </a:t>
            </a:r>
            <a:r>
              <a:rPr lang="en-GB" sz="1800" dirty="0">
                <a:latin typeface="Calibri" panose="020F0502020204030204" pitchFamily="34" charset="0"/>
                <a:cs typeface="Calibri" panose="020F0502020204030204" pitchFamily="34" charset="0"/>
              </a:rPr>
              <a:t>better contrast</a:t>
            </a:r>
            <a:r>
              <a:rPr lang="en-GB" sz="1800" b="0" dirty="0">
                <a:latin typeface="Calibri" panose="020F0502020204030204" pitchFamily="34" charset="0"/>
                <a:cs typeface="Calibri" panose="020F0502020204030204" pitchFamily="34" charset="0"/>
              </a:rPr>
              <a:t>.</a:t>
            </a:r>
          </a:p>
          <a:p>
            <a:pPr algn="just"/>
            <a:endParaRPr lang="en-GB" sz="1800" b="0" dirty="0">
              <a:latin typeface="Calibri" panose="020F0502020204030204" pitchFamily="34" charset="0"/>
              <a:cs typeface="Calibri" panose="020F0502020204030204" pitchFamily="34" charset="0"/>
            </a:endParaRPr>
          </a:p>
          <a:p>
            <a:pPr algn="just"/>
            <a:endParaRPr lang="en-GB" sz="1800" b="0" dirty="0">
              <a:latin typeface="Calibri" panose="020F0502020204030204" pitchFamily="34" charset="0"/>
              <a:cs typeface="Calibri" panose="020F0502020204030204" pitchFamily="34" charset="0"/>
            </a:endParaRPr>
          </a:p>
          <a:p>
            <a:pPr algn="just"/>
            <a:endParaRPr lang="en-GB" sz="1800" b="0" dirty="0">
              <a:latin typeface="Calibri" panose="020F0502020204030204" pitchFamily="34" charset="0"/>
              <a:cs typeface="Calibri" panose="020F0502020204030204" pitchFamily="34" charset="0"/>
            </a:endParaRPr>
          </a:p>
          <a:p>
            <a:pPr algn="just"/>
            <a:r>
              <a:rPr lang="en-GB" sz="1800" b="0" dirty="0">
                <a:latin typeface="Calibri" panose="020F0502020204030204" pitchFamily="34" charset="0"/>
                <a:cs typeface="Calibri" panose="020F0502020204030204" pitchFamily="34" charset="0"/>
              </a:rPr>
              <a:t>We can also adjust the beam </a:t>
            </a:r>
            <a:r>
              <a:rPr lang="en-GB" sz="1800" dirty="0">
                <a:latin typeface="Calibri" panose="020F0502020204030204" pitchFamily="34" charset="0"/>
                <a:cs typeface="Calibri" panose="020F0502020204030204" pitchFamily="34" charset="0"/>
              </a:rPr>
              <a:t>current</a:t>
            </a:r>
            <a:r>
              <a:rPr lang="en-GB" sz="1800" b="0" dirty="0">
                <a:latin typeface="Calibri" panose="020F0502020204030204" pitchFamily="34" charset="0"/>
                <a:cs typeface="Calibri" panose="020F0502020204030204" pitchFamily="34" charset="0"/>
              </a:rPr>
              <a:t>, which gives us more or fewer X-rays </a:t>
            </a:r>
            <a:r>
              <a:rPr lang="en-GB" sz="1800" dirty="0">
                <a:latin typeface="Calibri" panose="020F0502020204030204" pitchFamily="34" charset="0"/>
                <a:cs typeface="Calibri" panose="020F0502020204030204" pitchFamily="34" charset="0"/>
              </a:rPr>
              <a:t>of the same energy</a:t>
            </a:r>
            <a:r>
              <a:rPr lang="en-GB" sz="1800" b="0" dirty="0">
                <a:latin typeface="Calibri" panose="020F0502020204030204" pitchFamily="34" charset="0"/>
                <a:cs typeface="Calibri" panose="020F0502020204030204" pitchFamily="34" charset="0"/>
              </a:rPr>
              <a:t>. This affects brightness but not penetration.</a:t>
            </a:r>
          </a:p>
        </p:txBody>
      </p:sp>
    </p:spTree>
    <p:extLst>
      <p:ext uri="{BB962C8B-B14F-4D97-AF65-F5344CB8AC3E}">
        <p14:creationId xmlns:p14="http://schemas.microsoft.com/office/powerpoint/2010/main" val="4757799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2" name="Freeform 41"/>
          <p:cNvSpPr/>
          <p:nvPr/>
        </p:nvSpPr>
        <p:spPr bwMode="auto">
          <a:xfrm>
            <a:off x="4182139" y="2653212"/>
            <a:ext cx="7729999" cy="2943537"/>
          </a:xfrm>
          <a:custGeom>
            <a:avLst/>
            <a:gdLst>
              <a:gd name="connsiteX0" fmla="*/ 0 w 5596285"/>
              <a:gd name="connsiteY0" fmla="*/ 2307584 h 2307584"/>
              <a:gd name="connsiteX1" fmla="*/ 1503070 w 5596285"/>
              <a:gd name="connsiteY1" fmla="*/ 0 h 2307584"/>
              <a:gd name="connsiteX2" fmla="*/ 5596285 w 5596285"/>
              <a:gd name="connsiteY2" fmla="*/ 2307584 h 2307584"/>
              <a:gd name="connsiteX0" fmla="*/ 0 w 5596285"/>
              <a:gd name="connsiteY0" fmla="*/ 2637238 h 2637238"/>
              <a:gd name="connsiteX1" fmla="*/ 1153792 w 5596285"/>
              <a:gd name="connsiteY1" fmla="*/ 0 h 2637238"/>
              <a:gd name="connsiteX2" fmla="*/ 5596285 w 5596285"/>
              <a:gd name="connsiteY2" fmla="*/ 2637238 h 2637238"/>
              <a:gd name="connsiteX0" fmla="*/ 0 w 5596285"/>
              <a:gd name="connsiteY0" fmla="*/ 2648703 h 2648703"/>
              <a:gd name="connsiteX1" fmla="*/ 1153792 w 5596285"/>
              <a:gd name="connsiteY1" fmla="*/ 11465 h 2648703"/>
              <a:gd name="connsiteX2" fmla="*/ 5596285 w 5596285"/>
              <a:gd name="connsiteY2" fmla="*/ 2648703 h 2648703"/>
              <a:gd name="connsiteX0" fmla="*/ 0 w 5596285"/>
              <a:gd name="connsiteY0" fmla="*/ 2699404 h 2699404"/>
              <a:gd name="connsiteX1" fmla="*/ 1208735 w 5596285"/>
              <a:gd name="connsiteY1" fmla="*/ 11148 h 2699404"/>
              <a:gd name="connsiteX2" fmla="*/ 5596285 w 5596285"/>
              <a:gd name="connsiteY2" fmla="*/ 2699404 h 2699404"/>
              <a:gd name="connsiteX0" fmla="*/ 0 w 5596285"/>
              <a:gd name="connsiteY0" fmla="*/ 2699666 h 2699666"/>
              <a:gd name="connsiteX1" fmla="*/ 1208735 w 5596285"/>
              <a:gd name="connsiteY1" fmla="*/ 11410 h 2699666"/>
              <a:gd name="connsiteX2" fmla="*/ 5596285 w 5596285"/>
              <a:gd name="connsiteY2" fmla="*/ 2699666 h 2699666"/>
              <a:gd name="connsiteX0" fmla="*/ 0 w 5596285"/>
              <a:gd name="connsiteY0" fmla="*/ 2699666 h 2699666"/>
              <a:gd name="connsiteX1" fmla="*/ 1208735 w 5596285"/>
              <a:gd name="connsiteY1" fmla="*/ 11410 h 2699666"/>
              <a:gd name="connsiteX2" fmla="*/ 5596285 w 5596285"/>
              <a:gd name="connsiteY2" fmla="*/ 2699666 h 2699666"/>
              <a:gd name="connsiteX0" fmla="*/ 0 w 5596285"/>
              <a:gd name="connsiteY0" fmla="*/ 2699666 h 2699666"/>
              <a:gd name="connsiteX1" fmla="*/ 1208735 w 5596285"/>
              <a:gd name="connsiteY1" fmla="*/ 11410 h 2699666"/>
              <a:gd name="connsiteX2" fmla="*/ 5596285 w 5596285"/>
              <a:gd name="connsiteY2" fmla="*/ 2699666 h 2699666"/>
            </a:gdLst>
            <a:ahLst/>
            <a:cxnLst>
              <a:cxn ang="0">
                <a:pos x="connsiteX0" y="connsiteY0"/>
              </a:cxn>
              <a:cxn ang="0">
                <a:pos x="connsiteX1" y="connsiteY1"/>
              </a:cxn>
              <a:cxn ang="0">
                <a:pos x="connsiteX2" y="connsiteY2"/>
              </a:cxn>
            </a:cxnLst>
            <a:rect l="l" t="t" r="r" b="b"/>
            <a:pathLst>
              <a:path w="5596285" h="2699666">
                <a:moveTo>
                  <a:pt x="0" y="2699666"/>
                </a:moveTo>
                <a:cubicBezTo>
                  <a:pt x="187066" y="1502705"/>
                  <a:pt x="283870" y="-153418"/>
                  <a:pt x="1208735" y="11410"/>
                </a:cubicBezTo>
                <a:cubicBezTo>
                  <a:pt x="2133600" y="176238"/>
                  <a:pt x="4854563" y="2221535"/>
                  <a:pt x="5596285" y="2699666"/>
                </a:cubicBezTo>
              </a:path>
            </a:pathLst>
          </a:custGeom>
          <a:solidFill>
            <a:srgbClr val="FFC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en-GB" sz="2400" b="1" i="0" u="none" strike="noStrike" cap="none" normalizeH="0" baseline="0">
              <a:ln>
                <a:noFill/>
              </a:ln>
              <a:solidFill>
                <a:srgbClr val="FFC000"/>
              </a:solidFill>
              <a:effectLst/>
              <a:latin typeface="Arial" charset="0"/>
              <a:ea typeface="MS Gothic" pitchFamily="49" charset="-128"/>
            </a:endParaRPr>
          </a:p>
        </p:txBody>
      </p:sp>
      <p:sp>
        <p:nvSpPr>
          <p:cNvPr id="2" name="Title 1"/>
          <p:cNvSpPr>
            <a:spLocks noGrp="1"/>
          </p:cNvSpPr>
          <p:nvPr>
            <p:ph type="title"/>
          </p:nvPr>
        </p:nvSpPr>
        <p:spPr/>
        <p:txBody>
          <a:bodyPr/>
          <a:lstStyle/>
          <a:p>
            <a:r>
              <a:rPr lang="en-GB" dirty="0"/>
              <a:t>Casting A Shadow: </a:t>
            </a:r>
            <a:r>
              <a:rPr lang="en-GB" b="1" dirty="0"/>
              <a:t>Effect of changing kV</a:t>
            </a:r>
            <a:endParaRPr lang="en-GB" dirty="0"/>
          </a:p>
        </p:txBody>
      </p:sp>
      <p:sp>
        <p:nvSpPr>
          <p:cNvPr id="4" name="Slide Number Placeholder 3"/>
          <p:cNvSpPr>
            <a:spLocks noGrp="1"/>
          </p:cNvSpPr>
          <p:nvPr>
            <p:ph type="sldNum" sz="quarter" idx="10"/>
          </p:nvPr>
        </p:nvSpPr>
        <p:spPr/>
        <p:txBody>
          <a:bodyPr/>
          <a:lstStyle/>
          <a:p>
            <a:pPr>
              <a:defRPr/>
            </a:pPr>
            <a:fld id="{C0335DDC-D7BD-499D-8620-A8CC6675656F}" type="slidenum">
              <a:rPr lang="en-US" altLang="ja-JP" smtClean="0"/>
              <a:pPr>
                <a:defRPr/>
              </a:pPr>
              <a:t>22</a:t>
            </a:fld>
            <a:endParaRPr lang="en-US" altLang="ja-JP"/>
          </a:p>
        </p:txBody>
      </p:sp>
      <p:sp>
        <p:nvSpPr>
          <p:cNvPr id="20" name="Freeform 19"/>
          <p:cNvSpPr/>
          <p:nvPr/>
        </p:nvSpPr>
        <p:spPr bwMode="auto">
          <a:xfrm>
            <a:off x="4187081" y="2657490"/>
            <a:ext cx="7045967" cy="2943537"/>
          </a:xfrm>
          <a:custGeom>
            <a:avLst/>
            <a:gdLst>
              <a:gd name="connsiteX0" fmla="*/ 0 w 5596285"/>
              <a:gd name="connsiteY0" fmla="*/ 2307584 h 2307584"/>
              <a:gd name="connsiteX1" fmla="*/ 1503070 w 5596285"/>
              <a:gd name="connsiteY1" fmla="*/ 0 h 2307584"/>
              <a:gd name="connsiteX2" fmla="*/ 5596285 w 5596285"/>
              <a:gd name="connsiteY2" fmla="*/ 2307584 h 2307584"/>
              <a:gd name="connsiteX0" fmla="*/ 0 w 5596285"/>
              <a:gd name="connsiteY0" fmla="*/ 2637238 h 2637238"/>
              <a:gd name="connsiteX1" fmla="*/ 1153792 w 5596285"/>
              <a:gd name="connsiteY1" fmla="*/ 0 h 2637238"/>
              <a:gd name="connsiteX2" fmla="*/ 5596285 w 5596285"/>
              <a:gd name="connsiteY2" fmla="*/ 2637238 h 2637238"/>
              <a:gd name="connsiteX0" fmla="*/ 0 w 5596285"/>
              <a:gd name="connsiteY0" fmla="*/ 2648703 h 2648703"/>
              <a:gd name="connsiteX1" fmla="*/ 1153792 w 5596285"/>
              <a:gd name="connsiteY1" fmla="*/ 11465 h 2648703"/>
              <a:gd name="connsiteX2" fmla="*/ 5596285 w 5596285"/>
              <a:gd name="connsiteY2" fmla="*/ 2648703 h 2648703"/>
              <a:gd name="connsiteX0" fmla="*/ 0 w 5596285"/>
              <a:gd name="connsiteY0" fmla="*/ 2699404 h 2699404"/>
              <a:gd name="connsiteX1" fmla="*/ 1208735 w 5596285"/>
              <a:gd name="connsiteY1" fmla="*/ 11148 h 2699404"/>
              <a:gd name="connsiteX2" fmla="*/ 5596285 w 5596285"/>
              <a:gd name="connsiteY2" fmla="*/ 2699404 h 2699404"/>
              <a:gd name="connsiteX0" fmla="*/ 0 w 5596285"/>
              <a:gd name="connsiteY0" fmla="*/ 2699666 h 2699666"/>
              <a:gd name="connsiteX1" fmla="*/ 1208735 w 5596285"/>
              <a:gd name="connsiteY1" fmla="*/ 11410 h 2699666"/>
              <a:gd name="connsiteX2" fmla="*/ 5596285 w 5596285"/>
              <a:gd name="connsiteY2" fmla="*/ 2699666 h 2699666"/>
              <a:gd name="connsiteX0" fmla="*/ 0 w 5596285"/>
              <a:gd name="connsiteY0" fmla="*/ 2699666 h 2699666"/>
              <a:gd name="connsiteX1" fmla="*/ 1208735 w 5596285"/>
              <a:gd name="connsiteY1" fmla="*/ 11410 h 2699666"/>
              <a:gd name="connsiteX2" fmla="*/ 5596285 w 5596285"/>
              <a:gd name="connsiteY2" fmla="*/ 2699666 h 2699666"/>
              <a:gd name="connsiteX0" fmla="*/ 0 w 5596285"/>
              <a:gd name="connsiteY0" fmla="*/ 2699666 h 2699666"/>
              <a:gd name="connsiteX1" fmla="*/ 1208735 w 5596285"/>
              <a:gd name="connsiteY1" fmla="*/ 11410 h 2699666"/>
              <a:gd name="connsiteX2" fmla="*/ 5596285 w 5596285"/>
              <a:gd name="connsiteY2" fmla="*/ 2699666 h 2699666"/>
            </a:gdLst>
            <a:ahLst/>
            <a:cxnLst>
              <a:cxn ang="0">
                <a:pos x="connsiteX0" y="connsiteY0"/>
              </a:cxn>
              <a:cxn ang="0">
                <a:pos x="connsiteX1" y="connsiteY1"/>
              </a:cxn>
              <a:cxn ang="0">
                <a:pos x="connsiteX2" y="connsiteY2"/>
              </a:cxn>
            </a:cxnLst>
            <a:rect l="l" t="t" r="r" b="b"/>
            <a:pathLst>
              <a:path w="5596285" h="2699666">
                <a:moveTo>
                  <a:pt x="0" y="2699666"/>
                </a:moveTo>
                <a:cubicBezTo>
                  <a:pt x="187066" y="1502705"/>
                  <a:pt x="283870" y="-153418"/>
                  <a:pt x="1208735" y="11410"/>
                </a:cubicBezTo>
                <a:cubicBezTo>
                  <a:pt x="2133600" y="176238"/>
                  <a:pt x="4854563" y="2221535"/>
                  <a:pt x="5596285" y="2699666"/>
                </a:cubicBezTo>
              </a:path>
            </a:pathLst>
          </a:custGeom>
          <a:solidFill>
            <a:schemeClr val="accent2">
              <a:lumMod val="40000"/>
              <a:lumOff val="6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en-GB" sz="2400" b="1" i="0" u="none" strike="noStrike" cap="none" normalizeH="0" baseline="0">
              <a:ln>
                <a:noFill/>
              </a:ln>
              <a:solidFill>
                <a:schemeClr val="tx1"/>
              </a:solidFill>
              <a:effectLst/>
              <a:latin typeface="Arial" charset="0"/>
              <a:ea typeface="MS Gothic" pitchFamily="49" charset="-128"/>
            </a:endParaRPr>
          </a:p>
        </p:txBody>
      </p:sp>
      <p:grpSp>
        <p:nvGrpSpPr>
          <p:cNvPr id="13" name="Group 12"/>
          <p:cNvGrpSpPr/>
          <p:nvPr/>
        </p:nvGrpSpPr>
        <p:grpSpPr>
          <a:xfrm>
            <a:off x="4043790" y="868481"/>
            <a:ext cx="8009665" cy="4736827"/>
            <a:chOff x="1593332" y="961494"/>
            <a:chExt cx="5732481" cy="4344382"/>
          </a:xfrm>
        </p:grpSpPr>
        <p:cxnSp>
          <p:nvCxnSpPr>
            <p:cNvPr id="6" name="Straight Arrow Connector 5"/>
            <p:cNvCxnSpPr/>
            <p:nvPr/>
          </p:nvCxnSpPr>
          <p:spPr bwMode="auto">
            <a:xfrm>
              <a:off x="1593332" y="5305875"/>
              <a:ext cx="5732481" cy="0"/>
            </a:xfrm>
            <a:prstGeom prst="straightConnector1">
              <a:avLst/>
            </a:prstGeom>
            <a:solidFill>
              <a:schemeClr val="accent1"/>
            </a:solidFill>
            <a:ln w="28575" cap="flat" cmpd="sng" algn="ctr">
              <a:solidFill>
                <a:schemeClr val="tx1"/>
              </a:solidFill>
              <a:prstDash val="solid"/>
              <a:round/>
              <a:headEnd type="none" w="med" len="med"/>
              <a:tailEnd type="triangle"/>
            </a:ln>
            <a:effectLst/>
          </p:spPr>
        </p:cxnSp>
        <p:cxnSp>
          <p:nvCxnSpPr>
            <p:cNvPr id="7" name="Straight Arrow Connector 6"/>
            <p:cNvCxnSpPr/>
            <p:nvPr/>
          </p:nvCxnSpPr>
          <p:spPr bwMode="auto">
            <a:xfrm flipV="1">
              <a:off x="1593332" y="961494"/>
              <a:ext cx="0" cy="4344382"/>
            </a:xfrm>
            <a:prstGeom prst="straightConnector1">
              <a:avLst/>
            </a:prstGeom>
            <a:solidFill>
              <a:schemeClr val="accent1"/>
            </a:solidFill>
            <a:ln w="28575" cap="flat" cmpd="sng" algn="ctr">
              <a:solidFill>
                <a:schemeClr val="tx1"/>
              </a:solidFill>
              <a:prstDash val="solid"/>
              <a:round/>
              <a:headEnd type="none" w="med" len="med"/>
              <a:tailEnd type="triangle"/>
            </a:ln>
            <a:effectLst/>
          </p:spPr>
        </p:cxnSp>
      </p:grpSp>
      <p:sp>
        <p:nvSpPr>
          <p:cNvPr id="29" name="TextBox 28"/>
          <p:cNvSpPr txBox="1"/>
          <p:nvPr/>
        </p:nvSpPr>
        <p:spPr>
          <a:xfrm rot="16200000">
            <a:off x="3053159" y="3228197"/>
            <a:ext cx="1707767" cy="338554"/>
          </a:xfrm>
          <a:prstGeom prst="rect">
            <a:avLst/>
          </a:prstGeom>
          <a:noFill/>
        </p:spPr>
        <p:txBody>
          <a:bodyPr wrap="square" rtlCol="0">
            <a:spAutoFit/>
          </a:bodyPr>
          <a:lstStyle/>
          <a:p>
            <a:r>
              <a:rPr lang="en-GB" sz="1600" dirty="0">
                <a:latin typeface="Calibri" panose="020F0502020204030204" pitchFamily="34" charset="0"/>
                <a:cs typeface="Calibri" panose="020F0502020204030204" pitchFamily="34" charset="0"/>
              </a:rPr>
              <a:t>Relative intensity</a:t>
            </a:r>
          </a:p>
        </p:txBody>
      </p:sp>
      <p:sp>
        <p:nvSpPr>
          <p:cNvPr id="30" name="TextBox 29"/>
          <p:cNvSpPr txBox="1"/>
          <p:nvPr/>
        </p:nvSpPr>
        <p:spPr>
          <a:xfrm>
            <a:off x="10937253" y="5825387"/>
            <a:ext cx="591589" cy="338554"/>
          </a:xfrm>
          <a:prstGeom prst="rect">
            <a:avLst/>
          </a:prstGeom>
          <a:noFill/>
        </p:spPr>
        <p:txBody>
          <a:bodyPr wrap="square" rtlCol="0">
            <a:spAutoFit/>
          </a:bodyPr>
          <a:lstStyle/>
          <a:p>
            <a:pPr algn="ctr"/>
            <a:r>
              <a:rPr lang="en-GB" sz="1600" b="0" dirty="0">
                <a:latin typeface="Calibri" panose="020F0502020204030204" pitchFamily="34" charset="0"/>
                <a:cs typeface="Calibri" panose="020F0502020204030204" pitchFamily="34" charset="0"/>
              </a:rPr>
              <a:t>200</a:t>
            </a:r>
          </a:p>
        </p:txBody>
      </p:sp>
      <p:sp>
        <p:nvSpPr>
          <p:cNvPr id="26" name="TextBox 25"/>
          <p:cNvSpPr txBox="1"/>
          <p:nvPr/>
        </p:nvSpPr>
        <p:spPr>
          <a:xfrm>
            <a:off x="74815" y="851086"/>
            <a:ext cx="3662950" cy="4031873"/>
          </a:xfrm>
          <a:prstGeom prst="rect">
            <a:avLst/>
          </a:prstGeom>
          <a:noFill/>
        </p:spPr>
        <p:txBody>
          <a:bodyPr wrap="square" rtlCol="0">
            <a:spAutoFit/>
          </a:bodyPr>
          <a:lstStyle/>
          <a:p>
            <a:pPr algn="just"/>
            <a:r>
              <a:rPr lang="en-GB" sz="1600" b="0" dirty="0">
                <a:latin typeface="Calibri" panose="020F0502020204030204" pitchFamily="34" charset="0"/>
                <a:cs typeface="Calibri" panose="020F0502020204030204" pitchFamily="34" charset="0"/>
              </a:rPr>
              <a:t>The energy of </a:t>
            </a:r>
            <a:r>
              <a:rPr lang="en-GB" sz="1600" b="0" i="1" dirty="0">
                <a:latin typeface="Calibri" panose="020F0502020204030204" pitchFamily="34" charset="0"/>
                <a:cs typeface="Calibri" panose="020F0502020204030204" pitchFamily="34" charset="0"/>
              </a:rPr>
              <a:t>each individual X-ray</a:t>
            </a:r>
            <a:r>
              <a:rPr lang="en-GB" sz="1600" b="0" dirty="0">
                <a:latin typeface="Calibri" panose="020F0502020204030204" pitchFamily="34" charset="0"/>
                <a:cs typeface="Calibri" panose="020F0502020204030204" pitchFamily="34" charset="0"/>
              </a:rPr>
              <a:t> is measured in keV (kilo electron-volts).</a:t>
            </a:r>
          </a:p>
          <a:p>
            <a:pPr algn="just"/>
            <a:endParaRPr lang="en-GB" sz="1600" b="0" dirty="0">
              <a:latin typeface="Calibri" panose="020F0502020204030204" pitchFamily="34" charset="0"/>
              <a:cs typeface="Calibri" panose="020F0502020204030204" pitchFamily="34" charset="0"/>
            </a:endParaRPr>
          </a:p>
          <a:p>
            <a:pPr algn="just"/>
            <a:r>
              <a:rPr lang="en-GB" sz="1600" b="0" dirty="0">
                <a:latin typeface="Calibri" panose="020F0502020204030204" pitchFamily="34" charset="0"/>
                <a:cs typeface="Calibri" panose="020F0502020204030204" pitchFamily="34" charset="0"/>
              </a:rPr>
              <a:t>A 200kV accelerating voltage produces X-rays with energies up to </a:t>
            </a:r>
            <a:r>
              <a:rPr lang="en-GB" sz="1600" dirty="0">
                <a:latin typeface="Calibri" panose="020F0502020204030204" pitchFamily="34" charset="0"/>
                <a:cs typeface="Calibri" panose="020F0502020204030204" pitchFamily="34" charset="0"/>
              </a:rPr>
              <a:t>but never more than</a:t>
            </a:r>
            <a:r>
              <a:rPr lang="en-GB" sz="1600" b="0" dirty="0">
                <a:latin typeface="Calibri" panose="020F0502020204030204" pitchFamily="34" charset="0"/>
                <a:cs typeface="Calibri" panose="020F0502020204030204" pitchFamily="34" charset="0"/>
              </a:rPr>
              <a:t> 200keV. The beam is described as 200kV</a:t>
            </a:r>
            <a:r>
              <a:rPr lang="en-GB" sz="1600" b="0" u="sng" dirty="0">
                <a:latin typeface="Calibri" panose="020F0502020204030204" pitchFamily="34" charset="0"/>
                <a:cs typeface="Calibri" panose="020F0502020204030204" pitchFamily="34" charset="0"/>
              </a:rPr>
              <a:t>p</a:t>
            </a:r>
            <a:r>
              <a:rPr lang="en-GB" sz="1600" dirty="0">
                <a:latin typeface="Calibri" panose="020F0502020204030204" pitchFamily="34" charset="0"/>
                <a:cs typeface="Calibri" panose="020F0502020204030204" pitchFamily="34" charset="0"/>
              </a:rPr>
              <a:t> </a:t>
            </a:r>
            <a:r>
              <a:rPr lang="en-GB" sz="1600" b="0" dirty="0">
                <a:latin typeface="Calibri" panose="020F0502020204030204" pitchFamily="34" charset="0"/>
                <a:cs typeface="Calibri" panose="020F0502020204030204" pitchFamily="34" charset="0"/>
              </a:rPr>
              <a:t>(</a:t>
            </a:r>
            <a:r>
              <a:rPr lang="en-GB" sz="1600" b="0" u="sng" dirty="0">
                <a:latin typeface="Calibri" panose="020F0502020204030204" pitchFamily="34" charset="0"/>
                <a:cs typeface="Calibri" panose="020F0502020204030204" pitchFamily="34" charset="0"/>
              </a:rPr>
              <a:t>p</a:t>
            </a:r>
            <a:r>
              <a:rPr lang="en-GB" sz="1600" b="0" dirty="0">
                <a:latin typeface="Calibri" panose="020F0502020204030204" pitchFamily="34" charset="0"/>
                <a:cs typeface="Calibri" panose="020F0502020204030204" pitchFamily="34" charset="0"/>
              </a:rPr>
              <a:t>eak).</a:t>
            </a:r>
            <a:endParaRPr lang="en-GB" sz="1600" dirty="0">
              <a:latin typeface="Calibri" panose="020F0502020204030204" pitchFamily="34" charset="0"/>
              <a:cs typeface="Calibri" panose="020F0502020204030204" pitchFamily="34" charset="0"/>
            </a:endParaRPr>
          </a:p>
          <a:p>
            <a:pPr algn="just"/>
            <a:endParaRPr lang="en-GB" sz="1600" b="0" i="1" dirty="0">
              <a:latin typeface="Calibri" panose="020F0502020204030204" pitchFamily="34" charset="0"/>
              <a:cs typeface="Calibri" panose="020F0502020204030204" pitchFamily="34" charset="0"/>
            </a:endParaRPr>
          </a:p>
          <a:p>
            <a:pPr algn="just"/>
            <a:r>
              <a:rPr lang="en-GB" sz="1600" b="0" dirty="0">
                <a:latin typeface="Calibri" panose="020F0502020204030204" pitchFamily="34" charset="0"/>
                <a:cs typeface="Calibri" panose="020F0502020204030204" pitchFamily="34" charset="0"/>
              </a:rPr>
              <a:t>Most X-ray emission is at lower energies. </a:t>
            </a:r>
            <a:endParaRPr lang="en-GB" sz="1600" dirty="0">
              <a:latin typeface="Calibri" panose="020F0502020204030204" pitchFamily="34" charset="0"/>
              <a:cs typeface="Calibri" panose="020F0502020204030204" pitchFamily="34" charset="0"/>
            </a:endParaRPr>
          </a:p>
          <a:p>
            <a:pPr algn="just"/>
            <a:endParaRPr lang="en-GB" sz="1600" b="0" dirty="0">
              <a:latin typeface="Calibri" panose="020F0502020204030204" pitchFamily="34" charset="0"/>
              <a:cs typeface="Calibri" panose="020F0502020204030204" pitchFamily="34" charset="0"/>
            </a:endParaRPr>
          </a:p>
          <a:p>
            <a:pPr algn="just"/>
            <a:endParaRPr lang="en-GB" sz="1600" b="0" dirty="0">
              <a:latin typeface="Calibri" panose="020F0502020204030204" pitchFamily="34" charset="0"/>
              <a:cs typeface="Calibri" panose="020F0502020204030204" pitchFamily="34" charset="0"/>
            </a:endParaRPr>
          </a:p>
          <a:p>
            <a:pPr algn="just"/>
            <a:r>
              <a:rPr lang="en-GB" sz="1600" b="0" dirty="0">
                <a:latin typeface="Calibri" panose="020F0502020204030204" pitchFamily="34" charset="0"/>
                <a:cs typeface="Calibri" panose="020F0502020204030204" pitchFamily="34" charset="0"/>
              </a:rPr>
              <a:t>Although increasing the accelerating voltage (kV) does produce more high-energy X-rays, it doesn’t affect penetration  as much as you might expect.</a:t>
            </a:r>
          </a:p>
        </p:txBody>
      </p:sp>
      <p:cxnSp>
        <p:nvCxnSpPr>
          <p:cNvPr id="5" name="Straight Connector 4"/>
          <p:cNvCxnSpPr/>
          <p:nvPr/>
        </p:nvCxnSpPr>
        <p:spPr bwMode="auto">
          <a:xfrm>
            <a:off x="11233048" y="5608559"/>
            <a:ext cx="4942" cy="268539"/>
          </a:xfrm>
          <a:prstGeom prst="line">
            <a:avLst/>
          </a:prstGeom>
          <a:solidFill>
            <a:schemeClr val="accent1"/>
          </a:solidFill>
          <a:ln w="38100" cap="flat" cmpd="sng" algn="ctr">
            <a:solidFill>
              <a:schemeClr val="tx1"/>
            </a:solidFill>
            <a:prstDash val="solid"/>
            <a:round/>
            <a:headEnd type="none" w="med" len="med"/>
            <a:tailEnd type="none" w="med" len="med"/>
          </a:ln>
          <a:effectLst/>
        </p:spPr>
      </p:cxnSp>
      <p:sp>
        <p:nvSpPr>
          <p:cNvPr id="33" name="TextBox 32"/>
          <p:cNvSpPr txBox="1"/>
          <p:nvPr/>
        </p:nvSpPr>
        <p:spPr>
          <a:xfrm>
            <a:off x="6309194" y="3420676"/>
            <a:ext cx="1091521" cy="338554"/>
          </a:xfrm>
          <a:prstGeom prst="rect">
            <a:avLst/>
          </a:prstGeom>
          <a:noFill/>
        </p:spPr>
        <p:txBody>
          <a:bodyPr wrap="square" rtlCol="0">
            <a:spAutoFit/>
          </a:bodyPr>
          <a:lstStyle/>
          <a:p>
            <a:pPr algn="ctr"/>
            <a:r>
              <a:rPr lang="en-GB" sz="1600" b="0" dirty="0">
                <a:latin typeface="Calibri" panose="020F0502020204030204" pitchFamily="34" charset="0"/>
                <a:cs typeface="Calibri" panose="020F0502020204030204" pitchFamily="34" charset="0"/>
              </a:rPr>
              <a:t>200kVp</a:t>
            </a:r>
          </a:p>
        </p:txBody>
      </p:sp>
      <p:cxnSp>
        <p:nvCxnSpPr>
          <p:cNvPr id="10" name="Straight Connector 9"/>
          <p:cNvCxnSpPr/>
          <p:nvPr/>
        </p:nvCxnSpPr>
        <p:spPr bwMode="auto">
          <a:xfrm>
            <a:off x="5960228" y="2732812"/>
            <a:ext cx="0" cy="3860870"/>
          </a:xfrm>
          <a:prstGeom prst="line">
            <a:avLst/>
          </a:prstGeom>
          <a:solidFill>
            <a:schemeClr val="accent1"/>
          </a:solidFill>
          <a:ln w="28575" cap="flat" cmpd="sng" algn="ctr">
            <a:solidFill>
              <a:schemeClr val="tx1"/>
            </a:solidFill>
            <a:prstDash val="sysDot"/>
            <a:round/>
            <a:headEnd type="none" w="med" len="med"/>
            <a:tailEnd type="none" w="med" len="med"/>
          </a:ln>
          <a:effectLst/>
        </p:spPr>
      </p:cxnSp>
      <p:sp>
        <p:nvSpPr>
          <p:cNvPr id="39" name="TextBox 38"/>
          <p:cNvSpPr txBox="1"/>
          <p:nvPr/>
        </p:nvSpPr>
        <p:spPr>
          <a:xfrm>
            <a:off x="4852081" y="5949089"/>
            <a:ext cx="1091521" cy="646986"/>
          </a:xfrm>
          <a:prstGeom prst="roundRect">
            <a:avLst/>
          </a:prstGeom>
          <a:solidFill>
            <a:schemeClr val="accent2">
              <a:lumMod val="40000"/>
              <a:lumOff val="60000"/>
            </a:schemeClr>
          </a:solidFill>
        </p:spPr>
        <p:txBody>
          <a:bodyPr wrap="square" rtlCol="0">
            <a:spAutoFit/>
          </a:bodyPr>
          <a:lstStyle/>
          <a:p>
            <a:pPr algn="ctr"/>
            <a:r>
              <a:rPr lang="en-GB" sz="1600" b="0" dirty="0">
                <a:latin typeface="Calibri" panose="020F0502020204030204" pitchFamily="34" charset="0"/>
                <a:cs typeface="Calibri" panose="020F0502020204030204" pitchFamily="34" charset="0"/>
              </a:rPr>
              <a:t>61keV</a:t>
            </a:r>
            <a:br>
              <a:rPr lang="en-GB" sz="1600" b="0" dirty="0">
                <a:latin typeface="Calibri" panose="020F0502020204030204" pitchFamily="34" charset="0"/>
                <a:cs typeface="Calibri" panose="020F0502020204030204" pitchFamily="34" charset="0"/>
              </a:rPr>
            </a:br>
            <a:r>
              <a:rPr lang="en-GB" sz="1600" b="0" dirty="0">
                <a:latin typeface="Calibri" panose="020F0502020204030204" pitchFamily="34" charset="0"/>
                <a:cs typeface="Calibri" panose="020F0502020204030204" pitchFamily="34" charset="0"/>
              </a:rPr>
              <a:t>mean</a:t>
            </a:r>
          </a:p>
        </p:txBody>
      </p:sp>
      <p:cxnSp>
        <p:nvCxnSpPr>
          <p:cNvPr id="40" name="Straight Connector 39"/>
          <p:cNvCxnSpPr/>
          <p:nvPr/>
        </p:nvCxnSpPr>
        <p:spPr bwMode="auto">
          <a:xfrm>
            <a:off x="6140946" y="2732812"/>
            <a:ext cx="0" cy="3860870"/>
          </a:xfrm>
          <a:prstGeom prst="line">
            <a:avLst/>
          </a:prstGeom>
          <a:solidFill>
            <a:schemeClr val="accent1"/>
          </a:solidFill>
          <a:ln w="28575" cap="flat" cmpd="sng" algn="ctr">
            <a:solidFill>
              <a:schemeClr val="tx1"/>
            </a:solidFill>
            <a:prstDash val="sysDot"/>
            <a:round/>
            <a:headEnd type="none" w="med" len="med"/>
            <a:tailEnd type="none" w="med" len="med"/>
          </a:ln>
          <a:effectLst/>
        </p:spPr>
      </p:cxnSp>
      <p:sp>
        <p:nvSpPr>
          <p:cNvPr id="41" name="TextBox 40"/>
          <p:cNvSpPr txBox="1"/>
          <p:nvPr/>
        </p:nvSpPr>
        <p:spPr>
          <a:xfrm>
            <a:off x="6169671" y="5952185"/>
            <a:ext cx="1091521" cy="646986"/>
          </a:xfrm>
          <a:prstGeom prst="roundRect">
            <a:avLst/>
          </a:prstGeom>
          <a:solidFill>
            <a:srgbClr val="FFC000"/>
          </a:solidFill>
        </p:spPr>
        <p:txBody>
          <a:bodyPr wrap="square" rtlCol="0">
            <a:spAutoFit/>
          </a:bodyPr>
          <a:lstStyle/>
          <a:p>
            <a:pPr algn="ctr"/>
            <a:r>
              <a:rPr lang="en-GB" sz="1600" b="0" dirty="0">
                <a:latin typeface="Calibri" panose="020F0502020204030204" pitchFamily="34" charset="0"/>
                <a:cs typeface="Calibri" panose="020F0502020204030204" pitchFamily="34" charset="0"/>
              </a:rPr>
              <a:t>66keV</a:t>
            </a:r>
            <a:br>
              <a:rPr lang="en-GB" sz="1600" b="0" dirty="0">
                <a:latin typeface="Calibri" panose="020F0502020204030204" pitchFamily="34" charset="0"/>
                <a:cs typeface="Calibri" panose="020F0502020204030204" pitchFamily="34" charset="0"/>
              </a:rPr>
            </a:br>
            <a:r>
              <a:rPr lang="en-GB" sz="1600" b="0" dirty="0">
                <a:latin typeface="Calibri" panose="020F0502020204030204" pitchFamily="34" charset="0"/>
                <a:cs typeface="Calibri" panose="020F0502020204030204" pitchFamily="34" charset="0"/>
              </a:rPr>
              <a:t>mean</a:t>
            </a:r>
          </a:p>
        </p:txBody>
      </p:sp>
      <p:cxnSp>
        <p:nvCxnSpPr>
          <p:cNvPr id="19" name="Straight Arrow Connector 18"/>
          <p:cNvCxnSpPr>
            <a:stCxn id="44" idx="2"/>
          </p:cNvCxnSpPr>
          <p:nvPr/>
        </p:nvCxnSpPr>
        <p:spPr bwMode="auto">
          <a:xfrm flipH="1">
            <a:off x="10075025" y="4097784"/>
            <a:ext cx="201814" cy="408734"/>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44" name="TextBox 43"/>
          <p:cNvSpPr txBox="1"/>
          <p:nvPr/>
        </p:nvSpPr>
        <p:spPr>
          <a:xfrm>
            <a:off x="9731078" y="3759230"/>
            <a:ext cx="1091521" cy="338554"/>
          </a:xfrm>
          <a:prstGeom prst="rect">
            <a:avLst/>
          </a:prstGeom>
          <a:noFill/>
        </p:spPr>
        <p:txBody>
          <a:bodyPr wrap="square" rtlCol="0">
            <a:spAutoFit/>
          </a:bodyPr>
          <a:lstStyle/>
          <a:p>
            <a:pPr algn="ctr"/>
            <a:r>
              <a:rPr lang="en-GB" sz="1600" b="0" dirty="0">
                <a:latin typeface="Calibri" panose="020F0502020204030204" pitchFamily="34" charset="0"/>
                <a:cs typeface="Calibri" panose="020F0502020204030204" pitchFamily="34" charset="0"/>
              </a:rPr>
              <a:t>225kVp</a:t>
            </a:r>
          </a:p>
        </p:txBody>
      </p:sp>
      <p:cxnSp>
        <p:nvCxnSpPr>
          <p:cNvPr id="32" name="Straight Connector 31"/>
          <p:cNvCxnSpPr/>
          <p:nvPr/>
        </p:nvCxnSpPr>
        <p:spPr bwMode="auto">
          <a:xfrm>
            <a:off x="11912138" y="5612943"/>
            <a:ext cx="4942" cy="268539"/>
          </a:xfrm>
          <a:prstGeom prst="line">
            <a:avLst/>
          </a:prstGeom>
          <a:solidFill>
            <a:schemeClr val="accent1"/>
          </a:solidFill>
          <a:ln w="38100" cap="flat" cmpd="sng" algn="ctr">
            <a:solidFill>
              <a:schemeClr val="tx1"/>
            </a:solidFill>
            <a:prstDash val="solid"/>
            <a:round/>
            <a:headEnd type="none" w="med" len="med"/>
            <a:tailEnd type="none" w="med" len="med"/>
          </a:ln>
          <a:effectLst/>
        </p:spPr>
      </p:cxnSp>
      <p:sp>
        <p:nvSpPr>
          <p:cNvPr id="34" name="TextBox 33"/>
          <p:cNvSpPr txBox="1"/>
          <p:nvPr/>
        </p:nvSpPr>
        <p:spPr>
          <a:xfrm>
            <a:off x="11639004" y="5829597"/>
            <a:ext cx="546267" cy="338554"/>
          </a:xfrm>
          <a:prstGeom prst="rect">
            <a:avLst/>
          </a:prstGeom>
          <a:noFill/>
        </p:spPr>
        <p:txBody>
          <a:bodyPr wrap="square" rtlCol="0">
            <a:spAutoFit/>
          </a:bodyPr>
          <a:lstStyle/>
          <a:p>
            <a:pPr algn="ctr"/>
            <a:r>
              <a:rPr lang="en-GB" sz="1600" b="0" dirty="0">
                <a:latin typeface="Calibri" panose="020F0502020204030204" pitchFamily="34" charset="0"/>
                <a:cs typeface="Calibri" panose="020F0502020204030204" pitchFamily="34" charset="0"/>
              </a:rPr>
              <a:t>225</a:t>
            </a:r>
          </a:p>
        </p:txBody>
      </p:sp>
      <p:sp>
        <p:nvSpPr>
          <p:cNvPr id="36" name="TextBox 35"/>
          <p:cNvSpPr txBox="1"/>
          <p:nvPr/>
        </p:nvSpPr>
        <p:spPr>
          <a:xfrm>
            <a:off x="8882927" y="5573551"/>
            <a:ext cx="1843225" cy="338554"/>
          </a:xfrm>
          <a:prstGeom prst="rect">
            <a:avLst/>
          </a:prstGeom>
          <a:noFill/>
        </p:spPr>
        <p:txBody>
          <a:bodyPr wrap="square" rtlCol="0">
            <a:spAutoFit/>
          </a:bodyPr>
          <a:lstStyle/>
          <a:p>
            <a:r>
              <a:rPr lang="en-GB" sz="1600" dirty="0">
                <a:latin typeface="Calibri" panose="020F0502020204030204" pitchFamily="34" charset="0"/>
                <a:cs typeface="Calibri" panose="020F0502020204030204" pitchFamily="34" charset="0"/>
              </a:rPr>
              <a:t>X-ray energy / keV</a:t>
            </a:r>
          </a:p>
        </p:txBody>
      </p:sp>
    </p:spTree>
    <p:extLst>
      <p:ext uri="{BB962C8B-B14F-4D97-AF65-F5344CB8AC3E}">
        <p14:creationId xmlns:p14="http://schemas.microsoft.com/office/powerpoint/2010/main" val="428982004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Casting A Shadow: </a:t>
            </a:r>
            <a:r>
              <a:rPr lang="en-GB" b="1" dirty="0"/>
              <a:t>Effect of filters</a:t>
            </a:r>
            <a:endParaRPr lang="en-GB" dirty="0"/>
          </a:p>
        </p:txBody>
      </p:sp>
      <p:sp>
        <p:nvSpPr>
          <p:cNvPr id="4" name="Slide Number Placeholder 3"/>
          <p:cNvSpPr>
            <a:spLocks noGrp="1"/>
          </p:cNvSpPr>
          <p:nvPr>
            <p:ph type="sldNum" sz="quarter" idx="10"/>
          </p:nvPr>
        </p:nvSpPr>
        <p:spPr/>
        <p:txBody>
          <a:bodyPr/>
          <a:lstStyle/>
          <a:p>
            <a:pPr>
              <a:defRPr/>
            </a:pPr>
            <a:fld id="{C0335DDC-D7BD-499D-8620-A8CC6675656F}" type="slidenum">
              <a:rPr lang="en-US" altLang="ja-JP" smtClean="0"/>
              <a:pPr>
                <a:defRPr/>
              </a:pPr>
              <a:t>23</a:t>
            </a:fld>
            <a:endParaRPr lang="en-US" altLang="ja-JP"/>
          </a:p>
        </p:txBody>
      </p:sp>
      <p:sp>
        <p:nvSpPr>
          <p:cNvPr id="20" name="Freeform 19"/>
          <p:cNvSpPr/>
          <p:nvPr/>
        </p:nvSpPr>
        <p:spPr bwMode="auto">
          <a:xfrm>
            <a:off x="4187081" y="2657490"/>
            <a:ext cx="7045967" cy="2943537"/>
          </a:xfrm>
          <a:custGeom>
            <a:avLst/>
            <a:gdLst>
              <a:gd name="connsiteX0" fmla="*/ 0 w 5596285"/>
              <a:gd name="connsiteY0" fmla="*/ 2307584 h 2307584"/>
              <a:gd name="connsiteX1" fmla="*/ 1503070 w 5596285"/>
              <a:gd name="connsiteY1" fmla="*/ 0 h 2307584"/>
              <a:gd name="connsiteX2" fmla="*/ 5596285 w 5596285"/>
              <a:gd name="connsiteY2" fmla="*/ 2307584 h 2307584"/>
              <a:gd name="connsiteX0" fmla="*/ 0 w 5596285"/>
              <a:gd name="connsiteY0" fmla="*/ 2637238 h 2637238"/>
              <a:gd name="connsiteX1" fmla="*/ 1153792 w 5596285"/>
              <a:gd name="connsiteY1" fmla="*/ 0 h 2637238"/>
              <a:gd name="connsiteX2" fmla="*/ 5596285 w 5596285"/>
              <a:gd name="connsiteY2" fmla="*/ 2637238 h 2637238"/>
              <a:gd name="connsiteX0" fmla="*/ 0 w 5596285"/>
              <a:gd name="connsiteY0" fmla="*/ 2648703 h 2648703"/>
              <a:gd name="connsiteX1" fmla="*/ 1153792 w 5596285"/>
              <a:gd name="connsiteY1" fmla="*/ 11465 h 2648703"/>
              <a:gd name="connsiteX2" fmla="*/ 5596285 w 5596285"/>
              <a:gd name="connsiteY2" fmla="*/ 2648703 h 2648703"/>
              <a:gd name="connsiteX0" fmla="*/ 0 w 5596285"/>
              <a:gd name="connsiteY0" fmla="*/ 2699404 h 2699404"/>
              <a:gd name="connsiteX1" fmla="*/ 1208735 w 5596285"/>
              <a:gd name="connsiteY1" fmla="*/ 11148 h 2699404"/>
              <a:gd name="connsiteX2" fmla="*/ 5596285 w 5596285"/>
              <a:gd name="connsiteY2" fmla="*/ 2699404 h 2699404"/>
              <a:gd name="connsiteX0" fmla="*/ 0 w 5596285"/>
              <a:gd name="connsiteY0" fmla="*/ 2699666 h 2699666"/>
              <a:gd name="connsiteX1" fmla="*/ 1208735 w 5596285"/>
              <a:gd name="connsiteY1" fmla="*/ 11410 h 2699666"/>
              <a:gd name="connsiteX2" fmla="*/ 5596285 w 5596285"/>
              <a:gd name="connsiteY2" fmla="*/ 2699666 h 2699666"/>
              <a:gd name="connsiteX0" fmla="*/ 0 w 5596285"/>
              <a:gd name="connsiteY0" fmla="*/ 2699666 h 2699666"/>
              <a:gd name="connsiteX1" fmla="*/ 1208735 w 5596285"/>
              <a:gd name="connsiteY1" fmla="*/ 11410 h 2699666"/>
              <a:gd name="connsiteX2" fmla="*/ 5596285 w 5596285"/>
              <a:gd name="connsiteY2" fmla="*/ 2699666 h 2699666"/>
              <a:gd name="connsiteX0" fmla="*/ 0 w 5596285"/>
              <a:gd name="connsiteY0" fmla="*/ 2699666 h 2699666"/>
              <a:gd name="connsiteX1" fmla="*/ 1208735 w 5596285"/>
              <a:gd name="connsiteY1" fmla="*/ 11410 h 2699666"/>
              <a:gd name="connsiteX2" fmla="*/ 5596285 w 5596285"/>
              <a:gd name="connsiteY2" fmla="*/ 2699666 h 2699666"/>
            </a:gdLst>
            <a:ahLst/>
            <a:cxnLst>
              <a:cxn ang="0">
                <a:pos x="connsiteX0" y="connsiteY0"/>
              </a:cxn>
              <a:cxn ang="0">
                <a:pos x="connsiteX1" y="connsiteY1"/>
              </a:cxn>
              <a:cxn ang="0">
                <a:pos x="connsiteX2" y="connsiteY2"/>
              </a:cxn>
            </a:cxnLst>
            <a:rect l="l" t="t" r="r" b="b"/>
            <a:pathLst>
              <a:path w="5596285" h="2699666">
                <a:moveTo>
                  <a:pt x="0" y="2699666"/>
                </a:moveTo>
                <a:cubicBezTo>
                  <a:pt x="187066" y="1502705"/>
                  <a:pt x="283870" y="-153418"/>
                  <a:pt x="1208735" y="11410"/>
                </a:cubicBezTo>
                <a:cubicBezTo>
                  <a:pt x="2133600" y="176238"/>
                  <a:pt x="4854563" y="2221535"/>
                  <a:pt x="5596285" y="2699666"/>
                </a:cubicBezTo>
              </a:path>
            </a:pathLst>
          </a:custGeom>
          <a:solidFill>
            <a:schemeClr val="accent2">
              <a:lumMod val="40000"/>
              <a:lumOff val="6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en-GB" sz="2400" b="1" i="0" u="none" strike="noStrike" cap="none" normalizeH="0" baseline="0">
              <a:ln>
                <a:noFill/>
              </a:ln>
              <a:solidFill>
                <a:schemeClr val="tx1"/>
              </a:solidFill>
              <a:effectLst/>
              <a:latin typeface="Arial" charset="0"/>
              <a:ea typeface="MS Gothic" pitchFamily="49" charset="-128"/>
            </a:endParaRPr>
          </a:p>
        </p:txBody>
      </p:sp>
      <p:grpSp>
        <p:nvGrpSpPr>
          <p:cNvPr id="13" name="Group 12"/>
          <p:cNvGrpSpPr/>
          <p:nvPr/>
        </p:nvGrpSpPr>
        <p:grpSpPr>
          <a:xfrm>
            <a:off x="4043790" y="868481"/>
            <a:ext cx="8009665" cy="4736827"/>
            <a:chOff x="1593332" y="961494"/>
            <a:chExt cx="5732481" cy="4344382"/>
          </a:xfrm>
        </p:grpSpPr>
        <p:cxnSp>
          <p:nvCxnSpPr>
            <p:cNvPr id="6" name="Straight Arrow Connector 5"/>
            <p:cNvCxnSpPr/>
            <p:nvPr/>
          </p:nvCxnSpPr>
          <p:spPr bwMode="auto">
            <a:xfrm>
              <a:off x="1593332" y="5305875"/>
              <a:ext cx="5732481" cy="0"/>
            </a:xfrm>
            <a:prstGeom prst="straightConnector1">
              <a:avLst/>
            </a:prstGeom>
            <a:solidFill>
              <a:schemeClr val="accent1"/>
            </a:solidFill>
            <a:ln w="28575" cap="flat" cmpd="sng" algn="ctr">
              <a:solidFill>
                <a:schemeClr val="tx1"/>
              </a:solidFill>
              <a:prstDash val="solid"/>
              <a:round/>
              <a:headEnd type="none" w="med" len="med"/>
              <a:tailEnd type="triangle"/>
            </a:ln>
            <a:effectLst/>
          </p:spPr>
        </p:cxnSp>
        <p:cxnSp>
          <p:nvCxnSpPr>
            <p:cNvPr id="7" name="Straight Arrow Connector 6"/>
            <p:cNvCxnSpPr/>
            <p:nvPr/>
          </p:nvCxnSpPr>
          <p:spPr bwMode="auto">
            <a:xfrm flipV="1">
              <a:off x="1593332" y="961494"/>
              <a:ext cx="0" cy="4344382"/>
            </a:xfrm>
            <a:prstGeom prst="straightConnector1">
              <a:avLst/>
            </a:prstGeom>
            <a:solidFill>
              <a:schemeClr val="accent1"/>
            </a:solidFill>
            <a:ln w="28575" cap="flat" cmpd="sng" algn="ctr">
              <a:solidFill>
                <a:schemeClr val="tx1"/>
              </a:solidFill>
              <a:prstDash val="solid"/>
              <a:round/>
              <a:headEnd type="none" w="med" len="med"/>
              <a:tailEnd type="triangle"/>
            </a:ln>
            <a:effectLst/>
          </p:spPr>
        </p:cxnSp>
      </p:grpSp>
      <p:sp>
        <p:nvSpPr>
          <p:cNvPr id="28" name="TextBox 27"/>
          <p:cNvSpPr txBox="1"/>
          <p:nvPr/>
        </p:nvSpPr>
        <p:spPr>
          <a:xfrm>
            <a:off x="8882927" y="5573551"/>
            <a:ext cx="1843225" cy="338554"/>
          </a:xfrm>
          <a:prstGeom prst="rect">
            <a:avLst/>
          </a:prstGeom>
          <a:noFill/>
        </p:spPr>
        <p:txBody>
          <a:bodyPr wrap="square" rtlCol="0">
            <a:spAutoFit/>
          </a:bodyPr>
          <a:lstStyle/>
          <a:p>
            <a:r>
              <a:rPr lang="en-GB" sz="1600" dirty="0">
                <a:latin typeface="Calibri" panose="020F0502020204030204" pitchFamily="34" charset="0"/>
                <a:cs typeface="Calibri" panose="020F0502020204030204" pitchFamily="34" charset="0"/>
              </a:rPr>
              <a:t>X-ray energy / keV</a:t>
            </a:r>
          </a:p>
        </p:txBody>
      </p:sp>
      <p:sp>
        <p:nvSpPr>
          <p:cNvPr id="29" name="TextBox 28"/>
          <p:cNvSpPr txBox="1"/>
          <p:nvPr/>
        </p:nvSpPr>
        <p:spPr>
          <a:xfrm rot="16200000">
            <a:off x="3053159" y="3228197"/>
            <a:ext cx="1707767" cy="338554"/>
          </a:xfrm>
          <a:prstGeom prst="rect">
            <a:avLst/>
          </a:prstGeom>
          <a:noFill/>
        </p:spPr>
        <p:txBody>
          <a:bodyPr wrap="square" rtlCol="0">
            <a:spAutoFit/>
          </a:bodyPr>
          <a:lstStyle/>
          <a:p>
            <a:r>
              <a:rPr lang="en-GB" sz="1600" dirty="0">
                <a:latin typeface="Calibri" panose="020F0502020204030204" pitchFamily="34" charset="0"/>
                <a:cs typeface="Calibri" panose="020F0502020204030204" pitchFamily="34" charset="0"/>
              </a:rPr>
              <a:t>Relative intensity</a:t>
            </a:r>
          </a:p>
        </p:txBody>
      </p:sp>
      <p:sp>
        <p:nvSpPr>
          <p:cNvPr id="26" name="TextBox 25"/>
          <p:cNvSpPr txBox="1"/>
          <p:nvPr/>
        </p:nvSpPr>
        <p:spPr>
          <a:xfrm>
            <a:off x="74815" y="851086"/>
            <a:ext cx="3662950" cy="2062103"/>
          </a:xfrm>
          <a:prstGeom prst="rect">
            <a:avLst/>
          </a:prstGeom>
          <a:noFill/>
        </p:spPr>
        <p:txBody>
          <a:bodyPr wrap="square" rtlCol="0">
            <a:spAutoFit/>
          </a:bodyPr>
          <a:lstStyle/>
          <a:p>
            <a:pPr algn="just"/>
            <a:r>
              <a:rPr lang="en-GB" sz="1600" b="0" dirty="0">
                <a:latin typeface="Calibri" panose="020F0502020204030204" pitchFamily="34" charset="0"/>
                <a:cs typeface="Calibri" panose="020F0502020204030204" pitchFamily="34" charset="0"/>
              </a:rPr>
              <a:t>Adding a metal filter in front of the X-ray source will remove low-energy X-rays from the beam, increasing the mean energy and therefore penetration.</a:t>
            </a:r>
          </a:p>
          <a:p>
            <a:pPr algn="just"/>
            <a:endParaRPr lang="en-GB" sz="1600" b="0" dirty="0">
              <a:latin typeface="Calibri" panose="020F0502020204030204" pitchFamily="34" charset="0"/>
              <a:cs typeface="Calibri" panose="020F0502020204030204" pitchFamily="34" charset="0"/>
            </a:endParaRPr>
          </a:p>
          <a:p>
            <a:pPr algn="just"/>
            <a:r>
              <a:rPr lang="en-GB" sz="1600" b="0" dirty="0">
                <a:latin typeface="Calibri" panose="020F0502020204030204" pitchFamily="34" charset="0"/>
                <a:cs typeface="Calibri" panose="020F0502020204030204" pitchFamily="34" charset="0"/>
              </a:rPr>
              <a:t>Because filters remove X-rays, they also make the beam significantly darker (increasing noise).</a:t>
            </a:r>
          </a:p>
        </p:txBody>
      </p:sp>
      <p:sp>
        <p:nvSpPr>
          <p:cNvPr id="31" name="Freeform 30"/>
          <p:cNvSpPr/>
          <p:nvPr/>
        </p:nvSpPr>
        <p:spPr bwMode="auto">
          <a:xfrm>
            <a:off x="5686741" y="4552373"/>
            <a:ext cx="5541365" cy="1044376"/>
          </a:xfrm>
          <a:custGeom>
            <a:avLst/>
            <a:gdLst>
              <a:gd name="connsiteX0" fmla="*/ 0 w 5596285"/>
              <a:gd name="connsiteY0" fmla="*/ 2307584 h 2307584"/>
              <a:gd name="connsiteX1" fmla="*/ 1503070 w 5596285"/>
              <a:gd name="connsiteY1" fmla="*/ 0 h 2307584"/>
              <a:gd name="connsiteX2" fmla="*/ 5596285 w 5596285"/>
              <a:gd name="connsiteY2" fmla="*/ 2307584 h 2307584"/>
              <a:gd name="connsiteX0" fmla="*/ 0 w 5596285"/>
              <a:gd name="connsiteY0" fmla="*/ 2637238 h 2637238"/>
              <a:gd name="connsiteX1" fmla="*/ 1153792 w 5596285"/>
              <a:gd name="connsiteY1" fmla="*/ 0 h 2637238"/>
              <a:gd name="connsiteX2" fmla="*/ 5596285 w 5596285"/>
              <a:gd name="connsiteY2" fmla="*/ 2637238 h 2637238"/>
              <a:gd name="connsiteX0" fmla="*/ 0 w 5596285"/>
              <a:gd name="connsiteY0" fmla="*/ 2648703 h 2648703"/>
              <a:gd name="connsiteX1" fmla="*/ 1153792 w 5596285"/>
              <a:gd name="connsiteY1" fmla="*/ 11465 h 2648703"/>
              <a:gd name="connsiteX2" fmla="*/ 5596285 w 5596285"/>
              <a:gd name="connsiteY2" fmla="*/ 2648703 h 2648703"/>
              <a:gd name="connsiteX0" fmla="*/ 0 w 5596285"/>
              <a:gd name="connsiteY0" fmla="*/ 2699404 h 2699404"/>
              <a:gd name="connsiteX1" fmla="*/ 1208735 w 5596285"/>
              <a:gd name="connsiteY1" fmla="*/ 11148 h 2699404"/>
              <a:gd name="connsiteX2" fmla="*/ 5596285 w 5596285"/>
              <a:gd name="connsiteY2" fmla="*/ 2699404 h 2699404"/>
              <a:gd name="connsiteX0" fmla="*/ 0 w 5596285"/>
              <a:gd name="connsiteY0" fmla="*/ 2699666 h 2699666"/>
              <a:gd name="connsiteX1" fmla="*/ 1208735 w 5596285"/>
              <a:gd name="connsiteY1" fmla="*/ 11410 h 2699666"/>
              <a:gd name="connsiteX2" fmla="*/ 5596285 w 5596285"/>
              <a:gd name="connsiteY2" fmla="*/ 2699666 h 2699666"/>
              <a:gd name="connsiteX0" fmla="*/ 0 w 5596285"/>
              <a:gd name="connsiteY0" fmla="*/ 2699666 h 2699666"/>
              <a:gd name="connsiteX1" fmla="*/ 1208735 w 5596285"/>
              <a:gd name="connsiteY1" fmla="*/ 11410 h 2699666"/>
              <a:gd name="connsiteX2" fmla="*/ 5596285 w 5596285"/>
              <a:gd name="connsiteY2" fmla="*/ 2699666 h 2699666"/>
              <a:gd name="connsiteX0" fmla="*/ 0 w 5596285"/>
              <a:gd name="connsiteY0" fmla="*/ 2699666 h 2699666"/>
              <a:gd name="connsiteX1" fmla="*/ 1208735 w 5596285"/>
              <a:gd name="connsiteY1" fmla="*/ 11410 h 2699666"/>
              <a:gd name="connsiteX2" fmla="*/ 5596285 w 5596285"/>
              <a:gd name="connsiteY2" fmla="*/ 2699666 h 2699666"/>
              <a:gd name="connsiteX0" fmla="*/ 0 w 5596285"/>
              <a:gd name="connsiteY0" fmla="*/ 1181252 h 1181252"/>
              <a:gd name="connsiteX1" fmla="*/ 2931965 w 5596285"/>
              <a:gd name="connsiteY1" fmla="*/ 63545 h 1181252"/>
              <a:gd name="connsiteX2" fmla="*/ 5596285 w 5596285"/>
              <a:gd name="connsiteY2" fmla="*/ 1181252 h 1181252"/>
              <a:gd name="connsiteX0" fmla="*/ 0 w 5596285"/>
              <a:gd name="connsiteY0" fmla="*/ 1181252 h 1181252"/>
              <a:gd name="connsiteX1" fmla="*/ 2931965 w 5596285"/>
              <a:gd name="connsiteY1" fmla="*/ 63545 h 1181252"/>
              <a:gd name="connsiteX2" fmla="*/ 5596285 w 5596285"/>
              <a:gd name="connsiteY2" fmla="*/ 1181252 h 1181252"/>
              <a:gd name="connsiteX0" fmla="*/ 0 w 5596285"/>
              <a:gd name="connsiteY0" fmla="*/ 1117717 h 1117717"/>
              <a:gd name="connsiteX1" fmla="*/ 2931965 w 5596285"/>
              <a:gd name="connsiteY1" fmla="*/ 10 h 1117717"/>
              <a:gd name="connsiteX2" fmla="*/ 5596285 w 5596285"/>
              <a:gd name="connsiteY2" fmla="*/ 1117717 h 1117717"/>
              <a:gd name="connsiteX0" fmla="*/ 0 w 4401249"/>
              <a:gd name="connsiteY0" fmla="*/ 1125341 h 1125341"/>
              <a:gd name="connsiteX1" fmla="*/ 1736929 w 4401249"/>
              <a:gd name="connsiteY1" fmla="*/ 10 h 1125341"/>
              <a:gd name="connsiteX2" fmla="*/ 4401249 w 4401249"/>
              <a:gd name="connsiteY2" fmla="*/ 1117717 h 1125341"/>
              <a:gd name="connsiteX0" fmla="*/ 0 w 4401249"/>
              <a:gd name="connsiteY0" fmla="*/ 1125341 h 1125341"/>
              <a:gd name="connsiteX1" fmla="*/ 1736929 w 4401249"/>
              <a:gd name="connsiteY1" fmla="*/ 10 h 1125341"/>
              <a:gd name="connsiteX2" fmla="*/ 4401249 w 4401249"/>
              <a:gd name="connsiteY2" fmla="*/ 1117717 h 1125341"/>
              <a:gd name="connsiteX0" fmla="*/ 0 w 4401249"/>
              <a:gd name="connsiteY0" fmla="*/ 1125341 h 1125341"/>
              <a:gd name="connsiteX1" fmla="*/ 1736929 w 4401249"/>
              <a:gd name="connsiteY1" fmla="*/ 10 h 1125341"/>
              <a:gd name="connsiteX2" fmla="*/ 4401249 w 4401249"/>
              <a:gd name="connsiteY2" fmla="*/ 1117717 h 1125341"/>
              <a:gd name="connsiteX0" fmla="*/ 0 w 4401249"/>
              <a:gd name="connsiteY0" fmla="*/ 1018607 h 1018607"/>
              <a:gd name="connsiteX1" fmla="*/ 1895387 w 4401249"/>
              <a:gd name="connsiteY1" fmla="*/ 12 h 1018607"/>
              <a:gd name="connsiteX2" fmla="*/ 4401249 w 4401249"/>
              <a:gd name="connsiteY2" fmla="*/ 1010983 h 1018607"/>
              <a:gd name="connsiteX0" fmla="*/ 0 w 4401249"/>
              <a:gd name="connsiteY0" fmla="*/ 896626 h 896626"/>
              <a:gd name="connsiteX1" fmla="*/ 2205700 w 4401249"/>
              <a:gd name="connsiteY1" fmla="*/ 16 h 896626"/>
              <a:gd name="connsiteX2" fmla="*/ 4401249 w 4401249"/>
              <a:gd name="connsiteY2" fmla="*/ 889002 h 896626"/>
              <a:gd name="connsiteX0" fmla="*/ 0 w 4401249"/>
              <a:gd name="connsiteY0" fmla="*/ 957616 h 957616"/>
              <a:gd name="connsiteX1" fmla="*/ 2113267 w 4401249"/>
              <a:gd name="connsiteY1" fmla="*/ 13 h 957616"/>
              <a:gd name="connsiteX2" fmla="*/ 4401249 w 4401249"/>
              <a:gd name="connsiteY2" fmla="*/ 949992 h 957616"/>
              <a:gd name="connsiteX0" fmla="*/ 0 w 4401249"/>
              <a:gd name="connsiteY0" fmla="*/ 957616 h 957616"/>
              <a:gd name="connsiteX1" fmla="*/ 2113267 w 4401249"/>
              <a:gd name="connsiteY1" fmla="*/ 13 h 957616"/>
              <a:gd name="connsiteX2" fmla="*/ 4401249 w 4401249"/>
              <a:gd name="connsiteY2" fmla="*/ 949992 h 957616"/>
              <a:gd name="connsiteX0" fmla="*/ 0 w 4401249"/>
              <a:gd name="connsiteY0" fmla="*/ 957616 h 957616"/>
              <a:gd name="connsiteX1" fmla="*/ 2113267 w 4401249"/>
              <a:gd name="connsiteY1" fmla="*/ 13 h 957616"/>
              <a:gd name="connsiteX2" fmla="*/ 4401249 w 4401249"/>
              <a:gd name="connsiteY2" fmla="*/ 949992 h 957616"/>
              <a:gd name="connsiteX0" fmla="*/ 0 w 4401249"/>
              <a:gd name="connsiteY0" fmla="*/ 957616 h 957616"/>
              <a:gd name="connsiteX1" fmla="*/ 2113267 w 4401249"/>
              <a:gd name="connsiteY1" fmla="*/ 13 h 957616"/>
              <a:gd name="connsiteX2" fmla="*/ 4401249 w 4401249"/>
              <a:gd name="connsiteY2" fmla="*/ 949992 h 957616"/>
              <a:gd name="connsiteX0" fmla="*/ 0 w 4401249"/>
              <a:gd name="connsiteY0" fmla="*/ 957616 h 957616"/>
              <a:gd name="connsiteX1" fmla="*/ 2113267 w 4401249"/>
              <a:gd name="connsiteY1" fmla="*/ 13 h 957616"/>
              <a:gd name="connsiteX2" fmla="*/ 4401249 w 4401249"/>
              <a:gd name="connsiteY2" fmla="*/ 949992 h 957616"/>
              <a:gd name="connsiteX0" fmla="*/ 0 w 4401249"/>
              <a:gd name="connsiteY0" fmla="*/ 957850 h 957850"/>
              <a:gd name="connsiteX1" fmla="*/ 2113267 w 4401249"/>
              <a:gd name="connsiteY1" fmla="*/ 247 h 957850"/>
              <a:gd name="connsiteX2" fmla="*/ 4401249 w 4401249"/>
              <a:gd name="connsiteY2" fmla="*/ 950226 h 957850"/>
            </a:gdLst>
            <a:ahLst/>
            <a:cxnLst>
              <a:cxn ang="0">
                <a:pos x="connsiteX0" y="connsiteY0"/>
              </a:cxn>
              <a:cxn ang="0">
                <a:pos x="connsiteX1" y="connsiteY1"/>
              </a:cxn>
              <a:cxn ang="0">
                <a:pos x="connsiteX2" y="connsiteY2"/>
              </a:cxn>
            </a:cxnLst>
            <a:rect l="l" t="t" r="r" b="b"/>
            <a:pathLst>
              <a:path w="4401249" h="957850">
                <a:moveTo>
                  <a:pt x="0" y="957850"/>
                </a:moveTo>
                <a:cubicBezTo>
                  <a:pt x="391740" y="439426"/>
                  <a:pt x="1472307" y="-12102"/>
                  <a:pt x="2113267" y="247"/>
                </a:cubicBezTo>
                <a:cubicBezTo>
                  <a:pt x="3051337" y="-2653"/>
                  <a:pt x="3659527" y="472095"/>
                  <a:pt x="4401249" y="950226"/>
                </a:cubicBezTo>
              </a:path>
            </a:pathLst>
          </a:custGeom>
          <a:solidFill>
            <a:srgbClr val="FFC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en-GB" sz="2400" b="1" i="0" u="none" strike="noStrike" cap="none" normalizeH="0" baseline="0">
              <a:ln>
                <a:noFill/>
              </a:ln>
              <a:solidFill>
                <a:schemeClr val="tx1"/>
              </a:solidFill>
              <a:effectLst/>
              <a:latin typeface="Arial" charset="0"/>
              <a:ea typeface="MS Gothic" pitchFamily="49" charset="-128"/>
            </a:endParaRPr>
          </a:p>
        </p:txBody>
      </p:sp>
      <p:cxnSp>
        <p:nvCxnSpPr>
          <p:cNvPr id="5" name="Straight Connector 4"/>
          <p:cNvCxnSpPr/>
          <p:nvPr/>
        </p:nvCxnSpPr>
        <p:spPr bwMode="auto">
          <a:xfrm>
            <a:off x="11233048" y="5608559"/>
            <a:ext cx="4942" cy="268539"/>
          </a:xfrm>
          <a:prstGeom prst="line">
            <a:avLst/>
          </a:prstGeom>
          <a:solidFill>
            <a:schemeClr val="accent1"/>
          </a:solidFill>
          <a:ln w="38100" cap="flat" cmpd="sng" algn="ctr">
            <a:solidFill>
              <a:schemeClr val="tx1"/>
            </a:solidFill>
            <a:prstDash val="solid"/>
            <a:round/>
            <a:headEnd type="none" w="med" len="med"/>
            <a:tailEnd type="none" w="med" len="med"/>
          </a:ln>
          <a:effectLst/>
        </p:spPr>
      </p:cxnSp>
      <p:sp>
        <p:nvSpPr>
          <p:cNvPr id="33" name="TextBox 32"/>
          <p:cNvSpPr txBox="1"/>
          <p:nvPr/>
        </p:nvSpPr>
        <p:spPr>
          <a:xfrm>
            <a:off x="6309194" y="3420676"/>
            <a:ext cx="1091521" cy="584775"/>
          </a:xfrm>
          <a:prstGeom prst="rect">
            <a:avLst/>
          </a:prstGeom>
          <a:noFill/>
        </p:spPr>
        <p:txBody>
          <a:bodyPr wrap="square" rtlCol="0">
            <a:spAutoFit/>
          </a:bodyPr>
          <a:lstStyle/>
          <a:p>
            <a:pPr algn="ctr"/>
            <a:r>
              <a:rPr lang="en-GB" sz="1600" b="0" dirty="0">
                <a:latin typeface="Calibri" panose="020F0502020204030204" pitchFamily="34" charset="0"/>
                <a:cs typeface="Calibri" panose="020F0502020204030204" pitchFamily="34" charset="0"/>
              </a:rPr>
              <a:t>200kVp</a:t>
            </a:r>
          </a:p>
          <a:p>
            <a:pPr algn="ctr"/>
            <a:r>
              <a:rPr lang="en-GB" sz="1600" b="0" dirty="0">
                <a:latin typeface="Calibri" panose="020F0502020204030204" pitchFamily="34" charset="0"/>
                <a:cs typeface="Calibri" panose="020F0502020204030204" pitchFamily="34" charset="0"/>
              </a:rPr>
              <a:t>no filter</a:t>
            </a:r>
          </a:p>
        </p:txBody>
      </p:sp>
      <p:sp>
        <p:nvSpPr>
          <p:cNvPr id="35" name="TextBox 34"/>
          <p:cNvSpPr txBox="1"/>
          <p:nvPr/>
        </p:nvSpPr>
        <p:spPr>
          <a:xfrm>
            <a:off x="8794865" y="4947131"/>
            <a:ext cx="1452367" cy="584775"/>
          </a:xfrm>
          <a:prstGeom prst="rect">
            <a:avLst/>
          </a:prstGeom>
          <a:noFill/>
        </p:spPr>
        <p:txBody>
          <a:bodyPr wrap="square" rtlCol="0">
            <a:spAutoFit/>
          </a:bodyPr>
          <a:lstStyle/>
          <a:p>
            <a:pPr algn="ctr"/>
            <a:r>
              <a:rPr lang="en-GB" sz="1600" b="0" dirty="0">
                <a:latin typeface="Calibri" panose="020F0502020204030204" pitchFamily="34" charset="0"/>
                <a:cs typeface="Calibri" panose="020F0502020204030204" pitchFamily="34" charset="0"/>
              </a:rPr>
              <a:t>200kVp</a:t>
            </a:r>
          </a:p>
          <a:p>
            <a:pPr algn="ctr"/>
            <a:r>
              <a:rPr lang="en-GB" sz="1600" b="0" dirty="0">
                <a:latin typeface="Calibri" panose="020F0502020204030204" pitchFamily="34" charset="0"/>
                <a:cs typeface="Calibri" panose="020F0502020204030204" pitchFamily="34" charset="0"/>
              </a:rPr>
              <a:t>2mm Copper</a:t>
            </a:r>
          </a:p>
        </p:txBody>
      </p:sp>
      <p:cxnSp>
        <p:nvCxnSpPr>
          <p:cNvPr id="10" name="Straight Connector 9"/>
          <p:cNvCxnSpPr/>
          <p:nvPr/>
        </p:nvCxnSpPr>
        <p:spPr bwMode="auto">
          <a:xfrm>
            <a:off x="5960228" y="2732812"/>
            <a:ext cx="0" cy="3383857"/>
          </a:xfrm>
          <a:prstGeom prst="line">
            <a:avLst/>
          </a:prstGeom>
          <a:solidFill>
            <a:schemeClr val="accent1"/>
          </a:solidFill>
          <a:ln w="28575" cap="flat" cmpd="sng" algn="ctr">
            <a:solidFill>
              <a:schemeClr val="tx1"/>
            </a:solidFill>
            <a:prstDash val="sysDot"/>
            <a:round/>
            <a:headEnd type="none" w="med" len="med"/>
            <a:tailEnd type="none" w="med" len="med"/>
          </a:ln>
          <a:effectLst/>
        </p:spPr>
      </p:cxnSp>
      <p:sp>
        <p:nvSpPr>
          <p:cNvPr id="39" name="TextBox 38"/>
          <p:cNvSpPr txBox="1"/>
          <p:nvPr/>
        </p:nvSpPr>
        <p:spPr>
          <a:xfrm>
            <a:off x="5414467" y="6116669"/>
            <a:ext cx="1091521" cy="646986"/>
          </a:xfrm>
          <a:prstGeom prst="roundRect">
            <a:avLst/>
          </a:prstGeom>
          <a:solidFill>
            <a:schemeClr val="accent2">
              <a:lumMod val="40000"/>
              <a:lumOff val="60000"/>
            </a:schemeClr>
          </a:solidFill>
        </p:spPr>
        <p:txBody>
          <a:bodyPr wrap="square" rtlCol="0">
            <a:spAutoFit/>
          </a:bodyPr>
          <a:lstStyle/>
          <a:p>
            <a:pPr algn="ctr"/>
            <a:r>
              <a:rPr lang="en-GB" sz="1600" b="0" dirty="0">
                <a:latin typeface="Calibri" panose="020F0502020204030204" pitchFamily="34" charset="0"/>
                <a:cs typeface="Calibri" panose="020F0502020204030204" pitchFamily="34" charset="0"/>
              </a:rPr>
              <a:t>65keV</a:t>
            </a:r>
            <a:br>
              <a:rPr lang="en-GB" sz="1600" b="0" dirty="0">
                <a:latin typeface="Calibri" panose="020F0502020204030204" pitchFamily="34" charset="0"/>
                <a:cs typeface="Calibri" panose="020F0502020204030204" pitchFamily="34" charset="0"/>
              </a:rPr>
            </a:br>
            <a:r>
              <a:rPr lang="en-GB" sz="1600" b="0" dirty="0">
                <a:latin typeface="Calibri" panose="020F0502020204030204" pitchFamily="34" charset="0"/>
                <a:cs typeface="Calibri" panose="020F0502020204030204" pitchFamily="34" charset="0"/>
              </a:rPr>
              <a:t>mean</a:t>
            </a:r>
          </a:p>
        </p:txBody>
      </p:sp>
      <p:cxnSp>
        <p:nvCxnSpPr>
          <p:cNvPr id="40" name="Straight Connector 39"/>
          <p:cNvCxnSpPr/>
          <p:nvPr/>
        </p:nvCxnSpPr>
        <p:spPr bwMode="auto">
          <a:xfrm>
            <a:off x="8435258" y="4552373"/>
            <a:ext cx="0" cy="1558613"/>
          </a:xfrm>
          <a:prstGeom prst="line">
            <a:avLst/>
          </a:prstGeom>
          <a:solidFill>
            <a:schemeClr val="accent1"/>
          </a:solidFill>
          <a:ln w="28575" cap="flat" cmpd="sng" algn="ctr">
            <a:solidFill>
              <a:schemeClr val="tx1"/>
            </a:solidFill>
            <a:prstDash val="sysDot"/>
            <a:round/>
            <a:headEnd type="none" w="med" len="med"/>
            <a:tailEnd type="none" w="med" len="med"/>
          </a:ln>
          <a:effectLst/>
        </p:spPr>
      </p:cxnSp>
      <p:sp>
        <p:nvSpPr>
          <p:cNvPr id="41" name="TextBox 40"/>
          <p:cNvSpPr txBox="1"/>
          <p:nvPr/>
        </p:nvSpPr>
        <p:spPr>
          <a:xfrm>
            <a:off x="7889497" y="6110986"/>
            <a:ext cx="1091521" cy="646986"/>
          </a:xfrm>
          <a:prstGeom prst="roundRect">
            <a:avLst/>
          </a:prstGeom>
          <a:solidFill>
            <a:srgbClr val="FFC000"/>
          </a:solidFill>
        </p:spPr>
        <p:txBody>
          <a:bodyPr wrap="square" rtlCol="0">
            <a:spAutoFit/>
          </a:bodyPr>
          <a:lstStyle/>
          <a:p>
            <a:pPr algn="ctr"/>
            <a:r>
              <a:rPr lang="en-GB" sz="1600" b="0" dirty="0">
                <a:latin typeface="Calibri" panose="020F0502020204030204" pitchFamily="34" charset="0"/>
                <a:cs typeface="Calibri" panose="020F0502020204030204" pitchFamily="34" charset="0"/>
              </a:rPr>
              <a:t>112keV</a:t>
            </a:r>
            <a:br>
              <a:rPr lang="en-GB" sz="1600" b="0" dirty="0">
                <a:latin typeface="Calibri" panose="020F0502020204030204" pitchFamily="34" charset="0"/>
                <a:cs typeface="Calibri" panose="020F0502020204030204" pitchFamily="34" charset="0"/>
              </a:rPr>
            </a:br>
            <a:r>
              <a:rPr lang="en-GB" sz="1600" b="0" dirty="0">
                <a:latin typeface="Calibri" panose="020F0502020204030204" pitchFamily="34" charset="0"/>
                <a:cs typeface="Calibri" panose="020F0502020204030204" pitchFamily="34" charset="0"/>
              </a:rPr>
              <a:t>mean</a:t>
            </a:r>
          </a:p>
        </p:txBody>
      </p:sp>
      <p:sp>
        <p:nvSpPr>
          <p:cNvPr id="23" name="TextBox 22"/>
          <p:cNvSpPr txBox="1"/>
          <p:nvPr/>
        </p:nvSpPr>
        <p:spPr>
          <a:xfrm>
            <a:off x="10937253" y="5825387"/>
            <a:ext cx="591589" cy="338554"/>
          </a:xfrm>
          <a:prstGeom prst="rect">
            <a:avLst/>
          </a:prstGeom>
          <a:noFill/>
        </p:spPr>
        <p:txBody>
          <a:bodyPr wrap="square" rtlCol="0">
            <a:spAutoFit/>
          </a:bodyPr>
          <a:lstStyle/>
          <a:p>
            <a:pPr algn="ctr"/>
            <a:r>
              <a:rPr lang="en-GB" sz="1600" b="0" dirty="0">
                <a:latin typeface="Calibri" panose="020F0502020204030204" pitchFamily="34" charset="0"/>
                <a:cs typeface="Calibri" panose="020F0502020204030204" pitchFamily="34" charset="0"/>
              </a:rPr>
              <a:t>200</a:t>
            </a:r>
          </a:p>
        </p:txBody>
      </p:sp>
    </p:spTree>
    <p:extLst>
      <p:ext uri="{BB962C8B-B14F-4D97-AF65-F5344CB8AC3E}">
        <p14:creationId xmlns:p14="http://schemas.microsoft.com/office/powerpoint/2010/main" val="137865606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Casting A Shadow: Geometric Magnification</a:t>
            </a:r>
          </a:p>
        </p:txBody>
      </p:sp>
      <p:sp>
        <p:nvSpPr>
          <p:cNvPr id="4" name="Slide Number Placeholder 3"/>
          <p:cNvSpPr>
            <a:spLocks noGrp="1"/>
          </p:cNvSpPr>
          <p:nvPr>
            <p:ph type="sldNum" sz="quarter" idx="10"/>
          </p:nvPr>
        </p:nvSpPr>
        <p:spPr/>
        <p:txBody>
          <a:bodyPr/>
          <a:lstStyle/>
          <a:p>
            <a:pPr>
              <a:defRPr/>
            </a:pPr>
            <a:fld id="{C0335DDC-D7BD-499D-8620-A8CC6675656F}" type="slidenum">
              <a:rPr lang="en-US" altLang="ja-JP" smtClean="0"/>
              <a:pPr>
                <a:defRPr/>
              </a:pPr>
              <a:t>24</a:t>
            </a:fld>
            <a:endParaRPr lang="en-US" altLang="ja-JP"/>
          </a:p>
        </p:txBody>
      </p:sp>
      <p:pic>
        <p:nvPicPr>
          <p:cNvPr id="10" name="Picture 9"/>
          <p:cNvPicPr>
            <a:picLocks noChangeAspect="1"/>
          </p:cNvPicPr>
          <p:nvPr/>
        </p:nvPicPr>
        <p:blipFill>
          <a:blip r:embed="rId2"/>
          <a:stretch>
            <a:fillRect/>
          </a:stretch>
        </p:blipFill>
        <p:spPr>
          <a:xfrm>
            <a:off x="10481846" y="865303"/>
            <a:ext cx="2374900" cy="2374900"/>
          </a:xfrm>
          <a:prstGeom prst="rect">
            <a:avLst/>
          </a:prstGeom>
          <a:ln>
            <a:solidFill>
              <a:schemeClr val="tx1"/>
            </a:solidFill>
          </a:ln>
          <a:scene3d>
            <a:camera prst="isometricOffAxis1Left"/>
            <a:lightRig rig="threePt" dir="t"/>
          </a:scene3d>
        </p:spPr>
      </p:pic>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81846" y="3682288"/>
            <a:ext cx="2376000" cy="2376000"/>
          </a:xfrm>
          <a:prstGeom prst="rect">
            <a:avLst/>
          </a:prstGeom>
          <a:ln>
            <a:solidFill>
              <a:schemeClr val="tx1"/>
            </a:solidFill>
          </a:ln>
          <a:scene3d>
            <a:camera prst="isometricOffAxis1Left"/>
            <a:lightRig rig="threePt" dir="t"/>
          </a:scene3d>
        </p:spPr>
      </p:pic>
      <p:grpSp>
        <p:nvGrpSpPr>
          <p:cNvPr id="21" name="Group 20"/>
          <p:cNvGrpSpPr/>
          <p:nvPr/>
        </p:nvGrpSpPr>
        <p:grpSpPr>
          <a:xfrm>
            <a:off x="5305960" y="1900940"/>
            <a:ext cx="971876" cy="303626"/>
            <a:chOff x="2139313" y="2128357"/>
            <a:chExt cx="971876" cy="303626"/>
          </a:xfrm>
        </p:grpSpPr>
        <p:grpSp>
          <p:nvGrpSpPr>
            <p:cNvPr id="17" name="Group 16"/>
            <p:cNvGrpSpPr/>
            <p:nvPr/>
          </p:nvGrpSpPr>
          <p:grpSpPr>
            <a:xfrm rot="5400000">
              <a:off x="2473438" y="1794232"/>
              <a:ext cx="303626" cy="971876"/>
              <a:chOff x="970059" y="3762956"/>
              <a:chExt cx="230588" cy="554602"/>
            </a:xfrm>
          </p:grpSpPr>
          <p:sp>
            <p:nvSpPr>
              <p:cNvPr id="18" name="Rectangle 17"/>
              <p:cNvSpPr/>
              <p:nvPr/>
            </p:nvSpPr>
            <p:spPr bwMode="auto">
              <a:xfrm>
                <a:off x="970059" y="3808675"/>
                <a:ext cx="230588" cy="508883"/>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en-GB" sz="2400" b="1" i="0" u="none" strike="noStrike" cap="none" normalizeH="0" baseline="0">
                  <a:ln>
                    <a:noFill/>
                  </a:ln>
                  <a:solidFill>
                    <a:schemeClr val="tx1"/>
                  </a:solidFill>
                  <a:effectLst/>
                  <a:latin typeface="Arial" charset="0"/>
                  <a:ea typeface="MS Gothic" pitchFamily="49" charset="-128"/>
                </a:endParaRPr>
              </a:p>
            </p:txBody>
          </p:sp>
          <p:sp>
            <p:nvSpPr>
              <p:cNvPr id="19" name="Rectangle 18"/>
              <p:cNvSpPr/>
              <p:nvPr/>
            </p:nvSpPr>
            <p:spPr bwMode="auto">
              <a:xfrm>
                <a:off x="1029393" y="3762956"/>
                <a:ext cx="111919" cy="45719"/>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en-GB" sz="2400" b="1" i="0" u="none" strike="noStrike" cap="none" normalizeH="0" baseline="0">
                  <a:ln>
                    <a:noFill/>
                  </a:ln>
                  <a:solidFill>
                    <a:schemeClr val="tx1"/>
                  </a:solidFill>
                  <a:effectLst/>
                  <a:latin typeface="Arial" charset="0"/>
                  <a:ea typeface="MS Gothic" pitchFamily="49" charset="-128"/>
                </a:endParaRPr>
              </a:p>
            </p:txBody>
          </p:sp>
        </p:grpSp>
        <p:pic>
          <p:nvPicPr>
            <p:cNvPr id="20" name="Picture 19"/>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585190" y="2307553"/>
              <a:ext cx="431392" cy="113160"/>
            </a:xfrm>
            <a:prstGeom prst="rect">
              <a:avLst/>
            </a:prstGeom>
          </p:spPr>
        </p:pic>
      </p:grpSp>
      <p:grpSp>
        <p:nvGrpSpPr>
          <p:cNvPr id="22" name="Group 21"/>
          <p:cNvGrpSpPr/>
          <p:nvPr/>
        </p:nvGrpSpPr>
        <p:grpSpPr>
          <a:xfrm>
            <a:off x="5302701" y="4634512"/>
            <a:ext cx="971876" cy="303626"/>
            <a:chOff x="2139313" y="2128357"/>
            <a:chExt cx="971876" cy="303626"/>
          </a:xfrm>
        </p:grpSpPr>
        <p:grpSp>
          <p:nvGrpSpPr>
            <p:cNvPr id="23" name="Group 22"/>
            <p:cNvGrpSpPr/>
            <p:nvPr/>
          </p:nvGrpSpPr>
          <p:grpSpPr>
            <a:xfrm rot="5400000">
              <a:off x="2473438" y="1794232"/>
              <a:ext cx="303626" cy="971876"/>
              <a:chOff x="970059" y="3762956"/>
              <a:chExt cx="230588" cy="554602"/>
            </a:xfrm>
          </p:grpSpPr>
          <p:sp>
            <p:nvSpPr>
              <p:cNvPr id="25" name="Rectangle 24"/>
              <p:cNvSpPr/>
              <p:nvPr/>
            </p:nvSpPr>
            <p:spPr bwMode="auto">
              <a:xfrm>
                <a:off x="970059" y="3808675"/>
                <a:ext cx="230588" cy="508883"/>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en-GB" sz="2400" b="1" i="0" u="none" strike="noStrike" cap="none" normalizeH="0" baseline="0">
                  <a:ln>
                    <a:noFill/>
                  </a:ln>
                  <a:solidFill>
                    <a:schemeClr val="tx1"/>
                  </a:solidFill>
                  <a:effectLst/>
                  <a:latin typeface="Arial" charset="0"/>
                  <a:ea typeface="MS Gothic" pitchFamily="49" charset="-128"/>
                </a:endParaRPr>
              </a:p>
            </p:txBody>
          </p:sp>
          <p:sp>
            <p:nvSpPr>
              <p:cNvPr id="26" name="Rectangle 25"/>
              <p:cNvSpPr/>
              <p:nvPr/>
            </p:nvSpPr>
            <p:spPr bwMode="auto">
              <a:xfrm>
                <a:off x="1029393" y="3762956"/>
                <a:ext cx="111919" cy="45719"/>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en-GB" sz="2400" b="1" i="0" u="none" strike="noStrike" cap="none" normalizeH="0" baseline="0">
                  <a:ln>
                    <a:noFill/>
                  </a:ln>
                  <a:solidFill>
                    <a:schemeClr val="tx1"/>
                  </a:solidFill>
                  <a:effectLst/>
                  <a:latin typeface="Arial" charset="0"/>
                  <a:ea typeface="MS Gothic" pitchFamily="49" charset="-128"/>
                </a:endParaRPr>
              </a:p>
            </p:txBody>
          </p:sp>
        </p:grpSp>
        <p:pic>
          <p:nvPicPr>
            <p:cNvPr id="24" name="Picture 2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585190" y="2307553"/>
              <a:ext cx="431392" cy="113160"/>
            </a:xfrm>
            <a:prstGeom prst="rect">
              <a:avLst/>
            </a:prstGeom>
          </p:spPr>
        </p:pic>
      </p:grpSp>
      <p:sp>
        <p:nvSpPr>
          <p:cNvPr id="37" name="Isosceles Triangle 36"/>
          <p:cNvSpPr/>
          <p:nvPr/>
        </p:nvSpPr>
        <p:spPr bwMode="auto">
          <a:xfrm rot="16200000">
            <a:off x="8006177" y="-660552"/>
            <a:ext cx="1998907" cy="5426608"/>
          </a:xfrm>
          <a:prstGeom prst="triangl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en-GB" sz="2400" b="1" i="0" u="none" strike="noStrike" cap="none" normalizeH="0" baseline="0">
              <a:ln>
                <a:noFill/>
              </a:ln>
              <a:solidFill>
                <a:schemeClr val="tx1"/>
              </a:solidFill>
              <a:effectLst/>
              <a:latin typeface="Arial" charset="0"/>
              <a:ea typeface="MS Gothic" pitchFamily="49" charset="-128"/>
            </a:endParaRPr>
          </a:p>
        </p:txBody>
      </p:sp>
      <p:sp>
        <p:nvSpPr>
          <p:cNvPr id="31" name="Isosceles Triangle 30"/>
          <p:cNvSpPr/>
          <p:nvPr/>
        </p:nvSpPr>
        <p:spPr bwMode="auto">
          <a:xfrm rot="16200000">
            <a:off x="8793617" y="-603011"/>
            <a:ext cx="311044" cy="5311526"/>
          </a:xfrm>
          <a:prstGeom prst="triangle">
            <a:avLst/>
          </a:prstGeom>
          <a:solidFill>
            <a:srgbClr val="FFF363">
              <a:alpha val="69804"/>
            </a:srgb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en-GB" sz="2400" b="1" i="0" u="none" strike="noStrike" cap="none" normalizeH="0" baseline="0">
              <a:ln>
                <a:noFill/>
              </a:ln>
              <a:solidFill>
                <a:schemeClr val="tx1"/>
              </a:solidFill>
              <a:effectLst/>
              <a:latin typeface="Arial" charset="0"/>
              <a:ea typeface="MS Gothic" pitchFamily="49" charset="-128"/>
            </a:endParaRPr>
          </a:p>
        </p:txBody>
      </p:sp>
      <p:pic>
        <p:nvPicPr>
          <p:cNvPr id="3" name="Picture 2"/>
          <p:cNvPicPr>
            <a:picLocks noChangeAspect="1"/>
          </p:cNvPicPr>
          <p:nvPr/>
        </p:nvPicPr>
        <p:blipFill rotWithShape="1">
          <a:blip r:embed="rId5" cstate="print">
            <a:extLst>
              <a:ext uri="{BEBA8EAE-BF5A-486C-A8C5-ECC9F3942E4B}">
                <a14:imgProps xmlns:a14="http://schemas.microsoft.com/office/drawing/2010/main">
                  <a14:imgLayer r:embed="rId6">
                    <a14:imgEffect>
                      <a14:backgroundRemoval t="10000" b="90000" l="10000" r="90000">
                        <a14:foregroundMark x1="56101" y1="70536" x2="56101" y2="70536"/>
                        <a14:backgroundMark x1="42386" y1="77116" x2="42386" y2="77116"/>
                        <a14:backgroundMark x1="51513" y1="78472" x2="51513" y2="78472"/>
                        <a14:backgroundMark x1="57788" y1="68452" x2="57788" y2="68452"/>
                      </a14:backgroundRemoval>
                    </a14:imgEffect>
                  </a14:imgLayer>
                </a14:imgProps>
              </a:ext>
              <a:ext uri="{28A0092B-C50C-407E-A947-70E740481C1C}">
                <a14:useLocalDpi xmlns:a14="http://schemas.microsoft.com/office/drawing/2010/main" val="0"/>
              </a:ext>
            </a:extLst>
          </a:blip>
          <a:srcRect l="34328" t="18648" r="35334" b="15766"/>
          <a:stretch/>
        </p:blipFill>
        <p:spPr>
          <a:xfrm>
            <a:off x="10822660" y="1865674"/>
            <a:ext cx="230764" cy="374156"/>
          </a:xfrm>
          <a:prstGeom prst="rect">
            <a:avLst/>
          </a:prstGeom>
        </p:spPr>
      </p:pic>
      <p:sp>
        <p:nvSpPr>
          <p:cNvPr id="35" name="Isosceles Triangle 34"/>
          <p:cNvSpPr/>
          <p:nvPr/>
        </p:nvSpPr>
        <p:spPr bwMode="auto">
          <a:xfrm rot="16200000">
            <a:off x="7861665" y="2222614"/>
            <a:ext cx="1982225" cy="5127420"/>
          </a:xfrm>
          <a:prstGeom prst="triangle">
            <a:avLst/>
          </a:prstGeom>
          <a:solidFill>
            <a:srgbClr val="FFF363">
              <a:alpha val="69804"/>
            </a:srgb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en-GB" sz="2400" b="1" i="0" u="none" strike="noStrike" cap="none" normalizeH="0" baseline="0">
              <a:ln>
                <a:noFill/>
              </a:ln>
              <a:solidFill>
                <a:schemeClr val="tx1"/>
              </a:solidFill>
              <a:effectLst/>
              <a:latin typeface="Arial" charset="0"/>
              <a:ea typeface="MS Gothic" pitchFamily="49" charset="-128"/>
            </a:endParaRPr>
          </a:p>
        </p:txBody>
      </p:sp>
      <p:pic>
        <p:nvPicPr>
          <p:cNvPr id="36" name="Picture 35"/>
          <p:cNvPicPr>
            <a:picLocks noChangeAspect="1"/>
          </p:cNvPicPr>
          <p:nvPr/>
        </p:nvPicPr>
        <p:blipFill rotWithShape="1">
          <a:blip r:embed="rId5" cstate="print">
            <a:extLst>
              <a:ext uri="{BEBA8EAE-BF5A-486C-A8C5-ECC9F3942E4B}">
                <a14:imgProps xmlns:a14="http://schemas.microsoft.com/office/drawing/2010/main">
                  <a14:imgLayer r:embed="rId6">
                    <a14:imgEffect>
                      <a14:backgroundRemoval t="10000" b="90000" l="10000" r="90000">
                        <a14:foregroundMark x1="56101" y1="70536" x2="56101" y2="70536"/>
                        <a14:backgroundMark x1="42386" y1="77116" x2="42386" y2="77116"/>
                        <a14:backgroundMark x1="51513" y1="78472" x2="51513" y2="78472"/>
                        <a14:backgroundMark x1="57788" y1="68452" x2="57788" y2="68452"/>
                      </a14:backgroundRemoval>
                    </a14:imgEffect>
                  </a14:imgLayer>
                </a14:imgProps>
              </a:ext>
              <a:ext uri="{28A0092B-C50C-407E-A947-70E740481C1C}">
                <a14:useLocalDpi xmlns:a14="http://schemas.microsoft.com/office/drawing/2010/main" val="0"/>
              </a:ext>
            </a:extLst>
          </a:blip>
          <a:srcRect l="34328" t="18648" r="35334" b="15766"/>
          <a:stretch/>
        </p:blipFill>
        <p:spPr>
          <a:xfrm>
            <a:off x="7050955" y="4599246"/>
            <a:ext cx="230764" cy="374156"/>
          </a:xfrm>
          <a:prstGeom prst="rect">
            <a:avLst/>
          </a:prstGeom>
        </p:spPr>
      </p:pic>
      <p:sp>
        <p:nvSpPr>
          <p:cNvPr id="39" name="TextBox 38"/>
          <p:cNvSpPr txBox="1"/>
          <p:nvPr/>
        </p:nvSpPr>
        <p:spPr>
          <a:xfrm>
            <a:off x="139615" y="1181209"/>
            <a:ext cx="5148595" cy="4524315"/>
          </a:xfrm>
          <a:prstGeom prst="rect">
            <a:avLst/>
          </a:prstGeom>
          <a:noFill/>
        </p:spPr>
        <p:txBody>
          <a:bodyPr wrap="square" rtlCol="0">
            <a:spAutoFit/>
          </a:bodyPr>
          <a:lstStyle/>
          <a:p>
            <a:pPr algn="just"/>
            <a:r>
              <a:rPr lang="en-GB" sz="1800" b="0" dirty="0">
                <a:latin typeface="Calibri" panose="020F0502020204030204" pitchFamily="34" charset="0"/>
                <a:cs typeface="Calibri" panose="020F0502020204030204" pitchFamily="34" charset="0"/>
              </a:rPr>
              <a:t>The X-ray beam starts as a point, and spreads out as a cone to the detector.</a:t>
            </a:r>
          </a:p>
          <a:p>
            <a:pPr algn="just"/>
            <a:endParaRPr lang="en-GB" sz="1800" b="0" dirty="0">
              <a:latin typeface="Calibri" panose="020F0502020204030204" pitchFamily="34" charset="0"/>
              <a:cs typeface="Calibri" panose="020F0502020204030204" pitchFamily="34" charset="0"/>
            </a:endParaRPr>
          </a:p>
          <a:p>
            <a:pPr algn="just"/>
            <a:r>
              <a:rPr lang="en-GB" sz="1800" b="0" dirty="0">
                <a:latin typeface="Calibri" panose="020F0502020204030204" pitchFamily="34" charset="0"/>
                <a:cs typeface="Calibri" panose="020F0502020204030204" pitchFamily="34" charset="0"/>
              </a:rPr>
              <a:t>X-rays are extremely hard to bend, so we don’t use a lens like with visible light. Instead, we move the sample within the cone beam to take advantage of </a:t>
            </a:r>
            <a:r>
              <a:rPr lang="en-GB" sz="1800" dirty="0">
                <a:latin typeface="Calibri" panose="020F0502020204030204" pitchFamily="34" charset="0"/>
                <a:cs typeface="Calibri" panose="020F0502020204030204" pitchFamily="34" charset="0"/>
              </a:rPr>
              <a:t>geometric magnification</a:t>
            </a:r>
            <a:r>
              <a:rPr lang="en-GB" sz="1800" b="0" dirty="0">
                <a:latin typeface="Calibri" panose="020F0502020204030204" pitchFamily="34" charset="0"/>
                <a:cs typeface="Calibri" panose="020F0502020204030204" pitchFamily="34" charset="0"/>
              </a:rPr>
              <a:t>.</a:t>
            </a:r>
          </a:p>
          <a:p>
            <a:pPr algn="just"/>
            <a:endParaRPr lang="en-GB" sz="1800" b="0" dirty="0">
              <a:latin typeface="Calibri" panose="020F0502020204030204" pitchFamily="34" charset="0"/>
              <a:cs typeface="Calibri" panose="020F0502020204030204" pitchFamily="34" charset="0"/>
            </a:endParaRPr>
          </a:p>
          <a:p>
            <a:pPr marL="285750" indent="-285750" algn="just">
              <a:buFont typeface="Arial" panose="020B0604020202020204" pitchFamily="34" charset="0"/>
              <a:buChar char="•"/>
            </a:pPr>
            <a:r>
              <a:rPr lang="en-GB" sz="1800" b="0" dirty="0">
                <a:latin typeface="Calibri" panose="020F0502020204030204" pitchFamily="34" charset="0"/>
                <a:cs typeface="Calibri" panose="020F0502020204030204" pitchFamily="34" charset="0"/>
              </a:rPr>
              <a:t>A sample placed close to the detector will not be magnified much</a:t>
            </a:r>
          </a:p>
          <a:p>
            <a:pPr marL="285750" indent="-285750" algn="just">
              <a:buFont typeface="Arial" panose="020B0604020202020204" pitchFamily="34" charset="0"/>
              <a:buChar char="•"/>
            </a:pPr>
            <a:r>
              <a:rPr lang="en-GB" sz="1800" b="0" dirty="0">
                <a:latin typeface="Calibri" panose="020F0502020204030204" pitchFamily="34" charset="0"/>
                <a:cs typeface="Calibri" panose="020F0502020204030204" pitchFamily="34" charset="0"/>
              </a:rPr>
              <a:t>A sample placed close to the X-ray source will be highly magnified</a:t>
            </a:r>
          </a:p>
          <a:p>
            <a:pPr marL="285750" indent="-285750" algn="just">
              <a:buFont typeface="Arial" panose="020B0604020202020204" pitchFamily="34" charset="0"/>
              <a:buChar char="•"/>
            </a:pPr>
            <a:endParaRPr lang="en-GB" sz="1800" b="0" dirty="0">
              <a:latin typeface="Calibri" panose="020F0502020204030204" pitchFamily="34" charset="0"/>
              <a:cs typeface="Calibri" panose="020F0502020204030204" pitchFamily="34" charset="0"/>
            </a:endParaRPr>
          </a:p>
          <a:p>
            <a:pPr algn="just"/>
            <a:endParaRPr lang="en-GB" sz="1800" b="0" i="1" dirty="0">
              <a:latin typeface="Calibri" panose="020F0502020204030204" pitchFamily="34" charset="0"/>
              <a:cs typeface="Calibri" panose="020F0502020204030204" pitchFamily="34" charset="0"/>
            </a:endParaRPr>
          </a:p>
          <a:p>
            <a:pPr algn="just"/>
            <a:r>
              <a:rPr lang="en-GB" sz="1800" b="0" i="1" dirty="0">
                <a:latin typeface="Calibri" panose="020F0502020204030204" pitchFamily="34" charset="0"/>
                <a:cs typeface="Calibri" panose="020F0502020204030204" pitchFamily="34" charset="0"/>
              </a:rPr>
              <a:t>You can test this with the light on your phone and your hand!</a:t>
            </a:r>
          </a:p>
        </p:txBody>
      </p:sp>
      <p:sp>
        <p:nvSpPr>
          <p:cNvPr id="40" name="TextBox 39"/>
          <p:cNvSpPr txBox="1"/>
          <p:nvPr/>
        </p:nvSpPr>
        <p:spPr>
          <a:xfrm>
            <a:off x="7139245" y="2859416"/>
            <a:ext cx="5148595" cy="338554"/>
          </a:xfrm>
          <a:prstGeom prst="rect">
            <a:avLst/>
          </a:prstGeom>
          <a:noFill/>
        </p:spPr>
        <p:txBody>
          <a:bodyPr wrap="square" rtlCol="0">
            <a:spAutoFit/>
          </a:bodyPr>
          <a:lstStyle/>
          <a:p>
            <a:r>
              <a:rPr lang="en-GB" sz="1600" i="1" dirty="0">
                <a:latin typeface="Calibri" panose="020F0502020204030204" pitchFamily="34" charset="0"/>
                <a:cs typeface="Calibri" panose="020F0502020204030204" pitchFamily="34" charset="0"/>
              </a:rPr>
              <a:t>Low magnification: Sample far from source</a:t>
            </a:r>
          </a:p>
        </p:txBody>
      </p:sp>
      <p:sp>
        <p:nvSpPr>
          <p:cNvPr id="41" name="TextBox 40"/>
          <p:cNvSpPr txBox="1"/>
          <p:nvPr/>
        </p:nvSpPr>
        <p:spPr>
          <a:xfrm>
            <a:off x="7139245" y="5608160"/>
            <a:ext cx="5148595" cy="338554"/>
          </a:xfrm>
          <a:prstGeom prst="rect">
            <a:avLst/>
          </a:prstGeom>
          <a:noFill/>
        </p:spPr>
        <p:txBody>
          <a:bodyPr wrap="square" rtlCol="0">
            <a:spAutoFit/>
          </a:bodyPr>
          <a:lstStyle/>
          <a:p>
            <a:r>
              <a:rPr lang="en-GB" sz="1600" i="1" dirty="0">
                <a:latin typeface="Calibri" panose="020F0502020204030204" pitchFamily="34" charset="0"/>
                <a:cs typeface="Calibri" panose="020F0502020204030204" pitchFamily="34" charset="0"/>
              </a:rPr>
              <a:t>High magnification: Sample close to source</a:t>
            </a:r>
          </a:p>
        </p:txBody>
      </p:sp>
    </p:spTree>
    <p:extLst>
      <p:ext uri="{BB962C8B-B14F-4D97-AF65-F5344CB8AC3E}">
        <p14:creationId xmlns:p14="http://schemas.microsoft.com/office/powerpoint/2010/main" val="153366717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481846" y="3682288"/>
            <a:ext cx="2376000" cy="2376000"/>
          </a:xfrm>
          <a:prstGeom prst="rect">
            <a:avLst/>
          </a:prstGeom>
          <a:ln>
            <a:solidFill>
              <a:schemeClr val="accent4"/>
            </a:solidFill>
          </a:ln>
          <a:scene3d>
            <a:camera prst="isometricOffAxis1Left"/>
            <a:lightRig rig="threePt" dir="t"/>
          </a:scene3d>
        </p:spPr>
      </p:pic>
      <p:sp>
        <p:nvSpPr>
          <p:cNvPr id="2" name="Title 1"/>
          <p:cNvSpPr>
            <a:spLocks noGrp="1"/>
          </p:cNvSpPr>
          <p:nvPr>
            <p:ph type="title"/>
          </p:nvPr>
        </p:nvSpPr>
        <p:spPr/>
        <p:txBody>
          <a:bodyPr/>
          <a:lstStyle/>
          <a:p>
            <a:r>
              <a:rPr lang="en-GB" dirty="0"/>
              <a:t>Casting A Shadow: Geometric Unsharpness</a:t>
            </a:r>
          </a:p>
        </p:txBody>
      </p:sp>
      <p:sp>
        <p:nvSpPr>
          <p:cNvPr id="4" name="Slide Number Placeholder 3"/>
          <p:cNvSpPr>
            <a:spLocks noGrp="1"/>
          </p:cNvSpPr>
          <p:nvPr>
            <p:ph type="sldNum" sz="quarter" idx="10"/>
          </p:nvPr>
        </p:nvSpPr>
        <p:spPr/>
        <p:txBody>
          <a:bodyPr/>
          <a:lstStyle/>
          <a:p>
            <a:pPr>
              <a:defRPr/>
            </a:pPr>
            <a:fld id="{C0335DDC-D7BD-499D-8620-A8CC6675656F}" type="slidenum">
              <a:rPr lang="en-US" altLang="ja-JP" smtClean="0"/>
              <a:pPr>
                <a:defRPr/>
              </a:pPr>
              <a:t>25</a:t>
            </a:fld>
            <a:endParaRPr lang="en-US" altLang="ja-JP"/>
          </a:p>
        </p:txBody>
      </p:sp>
      <p:pic>
        <p:nvPicPr>
          <p:cNvPr id="11" name="Picture 10"/>
          <p:cNvPicPr>
            <a:picLocks noChangeAspect="1"/>
          </p:cNvPicPr>
          <p:nvPr/>
        </p:nvPicPr>
        <p:blipFill>
          <a:blip r:embed="rId3" cstate="print">
            <a:extLst>
              <a:ext uri="{BEBA8EAE-BF5A-486C-A8C5-ECC9F3942E4B}">
                <a14:imgProps xmlns:a14="http://schemas.microsoft.com/office/drawing/2010/main">
                  <a14:imgLayer r:embed="rId4">
                    <a14:imgEffect>
                      <a14:brightnessContrast bright="20000" contrast="-40000"/>
                    </a14:imgEffect>
                  </a14:imgLayer>
                </a14:imgProps>
              </a:ext>
              <a:ext uri="{28A0092B-C50C-407E-A947-70E740481C1C}">
                <a14:useLocalDpi xmlns:a14="http://schemas.microsoft.com/office/drawing/2010/main" val="0"/>
              </a:ext>
            </a:extLst>
          </a:blip>
          <a:stretch>
            <a:fillRect/>
          </a:stretch>
        </p:blipFill>
        <p:spPr>
          <a:xfrm>
            <a:off x="10489026" y="948716"/>
            <a:ext cx="2376000" cy="2376000"/>
          </a:xfrm>
          <a:prstGeom prst="rect">
            <a:avLst/>
          </a:prstGeom>
          <a:ln>
            <a:solidFill>
              <a:schemeClr val="tx1"/>
            </a:solidFill>
          </a:ln>
          <a:scene3d>
            <a:camera prst="isometricOffAxis1Left"/>
            <a:lightRig rig="threePt" dir="t"/>
          </a:scene3d>
        </p:spPr>
      </p:pic>
      <p:sp>
        <p:nvSpPr>
          <p:cNvPr id="40" name="TextBox 39"/>
          <p:cNvSpPr txBox="1"/>
          <p:nvPr/>
        </p:nvSpPr>
        <p:spPr>
          <a:xfrm>
            <a:off x="6521251" y="2362258"/>
            <a:ext cx="5148595" cy="338554"/>
          </a:xfrm>
          <a:prstGeom prst="rect">
            <a:avLst/>
          </a:prstGeom>
          <a:noFill/>
        </p:spPr>
        <p:txBody>
          <a:bodyPr wrap="square" rtlCol="0">
            <a:spAutoFit/>
          </a:bodyPr>
          <a:lstStyle/>
          <a:p>
            <a:r>
              <a:rPr lang="en-GB" sz="1600" i="1" dirty="0">
                <a:latin typeface="Calibri" panose="020F0502020204030204" pitchFamily="34" charset="0"/>
                <a:cs typeface="Calibri" panose="020F0502020204030204" pitchFamily="34" charset="0"/>
              </a:rPr>
              <a:t>Small focal spot</a:t>
            </a:r>
          </a:p>
        </p:txBody>
      </p:sp>
      <p:sp>
        <p:nvSpPr>
          <p:cNvPr id="35" name="Isosceles Triangle 34"/>
          <p:cNvSpPr/>
          <p:nvPr/>
        </p:nvSpPr>
        <p:spPr bwMode="auto">
          <a:xfrm rot="16200000">
            <a:off x="7864925" y="-523270"/>
            <a:ext cx="1982225" cy="5127420"/>
          </a:xfrm>
          <a:prstGeom prst="triangle">
            <a:avLst/>
          </a:prstGeom>
          <a:solidFill>
            <a:srgbClr val="FFF363">
              <a:alpha val="69804"/>
            </a:srgb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en-GB" sz="2400" b="1" i="0" u="none" strike="noStrike" cap="none" normalizeH="0" baseline="0">
              <a:ln>
                <a:noFill/>
              </a:ln>
              <a:solidFill>
                <a:schemeClr val="tx1"/>
              </a:solidFill>
              <a:effectLst/>
              <a:latin typeface="Arial" charset="0"/>
              <a:ea typeface="MS Gothic" pitchFamily="49" charset="-128"/>
            </a:endParaRPr>
          </a:p>
        </p:txBody>
      </p:sp>
      <p:sp>
        <p:nvSpPr>
          <p:cNvPr id="41" name="TextBox 40"/>
          <p:cNvSpPr txBox="1"/>
          <p:nvPr/>
        </p:nvSpPr>
        <p:spPr>
          <a:xfrm>
            <a:off x="6571389" y="5086325"/>
            <a:ext cx="5148595" cy="338554"/>
          </a:xfrm>
          <a:prstGeom prst="rect">
            <a:avLst/>
          </a:prstGeom>
          <a:noFill/>
        </p:spPr>
        <p:txBody>
          <a:bodyPr wrap="square" rtlCol="0">
            <a:spAutoFit/>
          </a:bodyPr>
          <a:lstStyle/>
          <a:p>
            <a:r>
              <a:rPr lang="en-GB" sz="1600" i="1" dirty="0">
                <a:latin typeface="Calibri" panose="020F0502020204030204" pitchFamily="34" charset="0"/>
                <a:cs typeface="Calibri" panose="020F0502020204030204" pitchFamily="34" charset="0"/>
              </a:rPr>
              <a:t>Large focal spot</a:t>
            </a:r>
          </a:p>
        </p:txBody>
      </p:sp>
      <p:pic>
        <p:nvPicPr>
          <p:cNvPr id="36" name="Picture 35"/>
          <p:cNvPicPr>
            <a:picLocks noChangeAspect="1"/>
          </p:cNvPicPr>
          <p:nvPr/>
        </p:nvPicPr>
        <p:blipFill rotWithShape="1">
          <a:blip r:embed="rId5" cstate="print">
            <a:extLst>
              <a:ext uri="{BEBA8EAE-BF5A-486C-A8C5-ECC9F3942E4B}">
                <a14:imgProps xmlns:a14="http://schemas.microsoft.com/office/drawing/2010/main">
                  <a14:imgLayer r:embed="rId6">
                    <a14:imgEffect>
                      <a14:backgroundRemoval t="10000" b="90000" l="10000" r="90000">
                        <a14:foregroundMark x1="56101" y1="70536" x2="56101" y2="70536"/>
                        <a14:backgroundMark x1="42386" y1="77116" x2="42386" y2="77116"/>
                        <a14:backgroundMark x1="51513" y1="78472" x2="51513" y2="78472"/>
                        <a14:backgroundMark x1="57788" y1="68452" x2="57788" y2="68452"/>
                      </a14:backgroundRemoval>
                    </a14:imgEffect>
                  </a14:imgLayer>
                </a14:imgProps>
              </a:ext>
              <a:ext uri="{28A0092B-C50C-407E-A947-70E740481C1C}">
                <a14:useLocalDpi xmlns:a14="http://schemas.microsoft.com/office/drawing/2010/main" val="0"/>
              </a:ext>
            </a:extLst>
          </a:blip>
          <a:srcRect l="34328" t="18648" r="35334" b="15766"/>
          <a:stretch/>
        </p:blipFill>
        <p:spPr>
          <a:xfrm>
            <a:off x="7023863" y="1853362"/>
            <a:ext cx="230764" cy="374156"/>
          </a:xfrm>
          <a:prstGeom prst="rect">
            <a:avLst/>
          </a:prstGeom>
        </p:spPr>
      </p:pic>
      <p:sp>
        <p:nvSpPr>
          <p:cNvPr id="6" name="Oval 5"/>
          <p:cNvSpPr/>
          <p:nvPr/>
        </p:nvSpPr>
        <p:spPr bwMode="auto">
          <a:xfrm>
            <a:off x="6222830" y="2004689"/>
            <a:ext cx="72000" cy="72000"/>
          </a:xfrm>
          <a:prstGeom prst="ellipse">
            <a:avLst/>
          </a:prstGeom>
          <a:solidFill>
            <a:srgbClr val="FF0000"/>
          </a:solid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en-GB" sz="2400" b="1" i="0" u="none" strike="noStrike" cap="none" normalizeH="0" baseline="0">
              <a:ln>
                <a:noFill/>
              </a:ln>
              <a:solidFill>
                <a:schemeClr val="tx1"/>
              </a:solidFill>
              <a:effectLst/>
              <a:latin typeface="Arial" charset="0"/>
              <a:ea typeface="MS Gothic" pitchFamily="49" charset="-128"/>
            </a:endParaRPr>
          </a:p>
        </p:txBody>
      </p:sp>
      <p:sp>
        <p:nvSpPr>
          <p:cNvPr id="28" name="Isosceles Triangle 27"/>
          <p:cNvSpPr/>
          <p:nvPr/>
        </p:nvSpPr>
        <p:spPr bwMode="auto">
          <a:xfrm rot="16200000">
            <a:off x="7861665" y="2222614"/>
            <a:ext cx="1982225" cy="5127420"/>
          </a:xfrm>
          <a:prstGeom prst="triangle">
            <a:avLst/>
          </a:prstGeom>
          <a:solidFill>
            <a:schemeClr val="accent2">
              <a:lumMod val="20000"/>
              <a:lumOff val="80000"/>
              <a:alpha val="69804"/>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en-GB" sz="2400" b="1" i="0" u="none" strike="noStrike" cap="none" normalizeH="0" baseline="0">
              <a:ln>
                <a:noFill/>
              </a:ln>
              <a:solidFill>
                <a:schemeClr val="tx1"/>
              </a:solidFill>
              <a:effectLst/>
              <a:latin typeface="Arial" charset="0"/>
              <a:ea typeface="MS Gothic" pitchFamily="49" charset="-128"/>
            </a:endParaRPr>
          </a:p>
        </p:txBody>
      </p:sp>
      <p:sp>
        <p:nvSpPr>
          <p:cNvPr id="34" name="Isosceles Triangle 33"/>
          <p:cNvSpPr/>
          <p:nvPr/>
        </p:nvSpPr>
        <p:spPr bwMode="auto">
          <a:xfrm rot="16200000">
            <a:off x="5816002" y="-457937"/>
            <a:ext cx="706513" cy="10494458"/>
          </a:xfrm>
          <a:prstGeom prst="triangle">
            <a:avLst/>
          </a:prstGeom>
          <a:solidFill>
            <a:srgbClr val="FFF363"/>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en-GB" sz="2400" b="1" i="0" u="none" strike="noStrike" cap="none" normalizeH="0" baseline="0">
              <a:ln>
                <a:noFill/>
              </a:ln>
              <a:solidFill>
                <a:schemeClr val="tx1"/>
              </a:solidFill>
              <a:effectLst/>
              <a:latin typeface="Arial" charset="0"/>
              <a:ea typeface="MS Gothic" pitchFamily="49" charset="-128"/>
            </a:endParaRPr>
          </a:p>
        </p:txBody>
      </p:sp>
      <p:sp>
        <p:nvSpPr>
          <p:cNvPr id="9" name="Rectangle 8"/>
          <p:cNvSpPr/>
          <p:nvPr/>
        </p:nvSpPr>
        <p:spPr bwMode="auto">
          <a:xfrm>
            <a:off x="823169" y="4529860"/>
            <a:ext cx="5399661" cy="607471"/>
          </a:xfrm>
          <a:prstGeom prst="rect">
            <a:avLst/>
          </a:prstGeom>
          <a:solidFill>
            <a:schemeClr val="accent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en-GB" sz="2400" b="1" i="0" u="none" strike="noStrike" cap="none" normalizeH="0" baseline="0">
              <a:ln>
                <a:noFill/>
              </a:ln>
              <a:solidFill>
                <a:schemeClr val="tx1"/>
              </a:solidFill>
              <a:effectLst/>
              <a:latin typeface="Arial" charset="0"/>
              <a:ea typeface="MS Gothic" pitchFamily="49" charset="-128"/>
            </a:endParaRPr>
          </a:p>
        </p:txBody>
      </p:sp>
      <p:sp>
        <p:nvSpPr>
          <p:cNvPr id="30" name="Oval 29"/>
          <p:cNvSpPr/>
          <p:nvPr/>
        </p:nvSpPr>
        <p:spPr bwMode="auto">
          <a:xfrm>
            <a:off x="6103255" y="4625754"/>
            <a:ext cx="311149" cy="321140"/>
          </a:xfrm>
          <a:prstGeom prst="ellipse">
            <a:avLst/>
          </a:prstGeom>
          <a:solidFill>
            <a:srgbClr val="FF0000"/>
          </a:solid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en-GB" sz="2400" b="1" i="0" u="none" strike="noStrike" cap="none" normalizeH="0" baseline="0">
              <a:ln>
                <a:noFill/>
              </a:ln>
              <a:solidFill>
                <a:schemeClr val="tx1"/>
              </a:solidFill>
              <a:effectLst/>
              <a:latin typeface="Arial" charset="0"/>
              <a:ea typeface="MS Gothic" pitchFamily="49" charset="-128"/>
            </a:endParaRPr>
          </a:p>
        </p:txBody>
      </p:sp>
      <p:pic>
        <p:nvPicPr>
          <p:cNvPr id="32" name="Picture 31"/>
          <p:cNvPicPr>
            <a:picLocks noChangeAspect="1"/>
          </p:cNvPicPr>
          <p:nvPr/>
        </p:nvPicPr>
        <p:blipFill rotWithShape="1">
          <a:blip r:embed="rId5" cstate="print">
            <a:extLst>
              <a:ext uri="{BEBA8EAE-BF5A-486C-A8C5-ECC9F3942E4B}">
                <a14:imgProps xmlns:a14="http://schemas.microsoft.com/office/drawing/2010/main">
                  <a14:imgLayer r:embed="rId6">
                    <a14:imgEffect>
                      <a14:backgroundRemoval t="10000" b="90000" l="10000" r="90000">
                        <a14:foregroundMark x1="56101" y1="70536" x2="56101" y2="70536"/>
                        <a14:backgroundMark x1="42386" y1="77116" x2="42386" y2="77116"/>
                        <a14:backgroundMark x1="51513" y1="78472" x2="51513" y2="78472"/>
                        <a14:backgroundMark x1="57788" y1="68452" x2="57788" y2="68452"/>
                      </a14:backgroundRemoval>
                    </a14:imgEffect>
                  </a14:imgLayer>
                </a14:imgProps>
              </a:ext>
              <a:ext uri="{28A0092B-C50C-407E-A947-70E740481C1C}">
                <a14:useLocalDpi xmlns:a14="http://schemas.microsoft.com/office/drawing/2010/main" val="0"/>
              </a:ext>
            </a:extLst>
          </a:blip>
          <a:srcRect l="34328" t="18648" r="35334" b="15766"/>
          <a:stretch/>
        </p:blipFill>
        <p:spPr>
          <a:xfrm>
            <a:off x="7050955" y="4599246"/>
            <a:ext cx="230764" cy="374156"/>
          </a:xfrm>
          <a:prstGeom prst="rect">
            <a:avLst/>
          </a:prstGeom>
        </p:spPr>
      </p:pic>
      <p:cxnSp>
        <p:nvCxnSpPr>
          <p:cNvPr id="13" name="Straight Arrow Connector 12"/>
          <p:cNvCxnSpPr/>
          <p:nvPr/>
        </p:nvCxnSpPr>
        <p:spPr bwMode="auto">
          <a:xfrm flipV="1">
            <a:off x="11199866" y="5137331"/>
            <a:ext cx="0" cy="594546"/>
          </a:xfrm>
          <a:prstGeom prst="straightConnector1">
            <a:avLst/>
          </a:prstGeom>
          <a:solidFill>
            <a:schemeClr val="accent1"/>
          </a:solidFill>
          <a:ln w="38100" cap="flat" cmpd="sng" algn="ctr">
            <a:solidFill>
              <a:srgbClr val="FF0000"/>
            </a:solidFill>
            <a:prstDash val="solid"/>
            <a:round/>
            <a:headEnd type="triangle"/>
            <a:tailEnd type="triangle"/>
          </a:ln>
          <a:effectLst/>
        </p:spPr>
      </p:cxnSp>
      <p:sp>
        <p:nvSpPr>
          <p:cNvPr id="38" name="TextBox 37"/>
          <p:cNvSpPr txBox="1"/>
          <p:nvPr/>
        </p:nvSpPr>
        <p:spPr>
          <a:xfrm>
            <a:off x="10389794" y="5221622"/>
            <a:ext cx="887310" cy="338554"/>
          </a:xfrm>
          <a:prstGeom prst="rect">
            <a:avLst/>
          </a:prstGeom>
          <a:noFill/>
        </p:spPr>
        <p:txBody>
          <a:bodyPr wrap="square" rtlCol="0">
            <a:spAutoFit/>
          </a:bodyPr>
          <a:lstStyle/>
          <a:p>
            <a:r>
              <a:rPr lang="en-GB" sz="1600" i="1" dirty="0">
                <a:latin typeface="Calibri" panose="020F0502020204030204" pitchFamily="34" charset="0"/>
                <a:cs typeface="Calibri" panose="020F0502020204030204" pitchFamily="34" charset="0"/>
              </a:rPr>
              <a:t>blurring</a:t>
            </a:r>
          </a:p>
        </p:txBody>
      </p:sp>
      <p:sp>
        <p:nvSpPr>
          <p:cNvPr id="42" name="TextBox 41"/>
          <p:cNvSpPr txBox="1"/>
          <p:nvPr/>
        </p:nvSpPr>
        <p:spPr>
          <a:xfrm>
            <a:off x="244411" y="1853362"/>
            <a:ext cx="5660144" cy="2862322"/>
          </a:xfrm>
          <a:prstGeom prst="rect">
            <a:avLst/>
          </a:prstGeom>
          <a:noFill/>
        </p:spPr>
        <p:txBody>
          <a:bodyPr wrap="square" rtlCol="0">
            <a:spAutoFit/>
          </a:bodyPr>
          <a:lstStyle/>
          <a:p>
            <a:pPr algn="just"/>
            <a:r>
              <a:rPr lang="en-GB" sz="1800" b="0" dirty="0">
                <a:latin typeface="Calibri" panose="020F0502020204030204" pitchFamily="34" charset="0"/>
                <a:cs typeface="Calibri" panose="020F0502020204030204" pitchFamily="34" charset="0"/>
              </a:rPr>
              <a:t>At high geometric magnifications, any blurring (unsharpness) caused by the focal spot is magnified.</a:t>
            </a:r>
          </a:p>
          <a:p>
            <a:pPr algn="just"/>
            <a:endParaRPr lang="en-GB" sz="1800" b="0" i="1" dirty="0">
              <a:latin typeface="Calibri" panose="020F0502020204030204" pitchFamily="34" charset="0"/>
              <a:cs typeface="Calibri" panose="020F0502020204030204" pitchFamily="34" charset="0"/>
            </a:endParaRPr>
          </a:p>
          <a:p>
            <a:pPr algn="just"/>
            <a:r>
              <a:rPr lang="en-GB" sz="1800" b="0" dirty="0">
                <a:latin typeface="Calibri" panose="020F0502020204030204" pitchFamily="34" charset="0"/>
                <a:cs typeface="Calibri" panose="020F0502020204030204" pitchFamily="34" charset="0"/>
              </a:rPr>
              <a:t>It is </a:t>
            </a:r>
            <a:r>
              <a:rPr lang="en-GB" sz="1800" dirty="0">
                <a:latin typeface="Calibri" panose="020F0502020204030204" pitchFamily="34" charset="0"/>
                <a:cs typeface="Calibri" panose="020F0502020204030204" pitchFamily="34" charset="0"/>
              </a:rPr>
              <a:t>essential</a:t>
            </a:r>
            <a:r>
              <a:rPr lang="en-GB" sz="1800" b="0" dirty="0">
                <a:latin typeface="Calibri" panose="020F0502020204030204" pitchFamily="34" charset="0"/>
                <a:cs typeface="Calibri" panose="020F0502020204030204" pitchFamily="34" charset="0"/>
              </a:rPr>
              <a:t> to have a small focal spot size to avoid blurring at high magnifications.</a:t>
            </a:r>
          </a:p>
          <a:p>
            <a:pPr algn="just"/>
            <a:endParaRPr lang="en-GB" sz="1800" b="0" dirty="0">
              <a:latin typeface="Calibri" panose="020F0502020204030204" pitchFamily="34" charset="0"/>
              <a:cs typeface="Calibri" panose="020F0502020204030204" pitchFamily="34" charset="0"/>
            </a:endParaRPr>
          </a:p>
          <a:p>
            <a:pPr algn="just"/>
            <a:endParaRPr lang="en-GB" sz="1800" b="0" dirty="0">
              <a:latin typeface="Calibri" panose="020F0502020204030204" pitchFamily="34" charset="0"/>
              <a:cs typeface="Calibri" panose="020F0502020204030204" pitchFamily="34" charset="0"/>
            </a:endParaRPr>
          </a:p>
          <a:p>
            <a:pPr algn="just"/>
            <a:r>
              <a:rPr lang="en-GB" sz="1800" dirty="0">
                <a:latin typeface="Calibri" panose="020F0502020204030204" pitchFamily="34" charset="0"/>
                <a:cs typeface="Calibri" panose="020F0502020204030204" pitchFamily="34" charset="0"/>
              </a:rPr>
              <a:t>Microfocus</a:t>
            </a:r>
            <a:r>
              <a:rPr lang="en-GB" sz="1800" b="0" dirty="0">
                <a:latin typeface="Calibri" panose="020F0502020204030204" pitchFamily="34" charset="0"/>
                <a:cs typeface="Calibri" panose="020F0502020204030204" pitchFamily="34" charset="0"/>
              </a:rPr>
              <a:t> X-ray sources have a focal spot in the micron-range, providing sharp images at extremely high geometric magnifications.</a:t>
            </a:r>
          </a:p>
        </p:txBody>
      </p:sp>
    </p:spTree>
    <p:extLst>
      <p:ext uri="{BB962C8B-B14F-4D97-AF65-F5344CB8AC3E}">
        <p14:creationId xmlns:p14="http://schemas.microsoft.com/office/powerpoint/2010/main" val="151915426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bwMode="auto">
          <a:xfrm>
            <a:off x="0" y="0"/>
            <a:ext cx="12192000" cy="6858000"/>
          </a:xfrm>
          <a:prstGeom prst="rect">
            <a:avLst/>
          </a:prstGeom>
          <a:solidFill>
            <a:schemeClr val="accent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en-US" sz="2400" b="1" i="0" u="none" strike="noStrike" cap="none" normalizeH="0" baseline="0" dirty="0">
              <a:ln>
                <a:noFill/>
              </a:ln>
              <a:solidFill>
                <a:schemeClr val="tx1"/>
              </a:solidFill>
              <a:effectLst/>
              <a:latin typeface="Arial" charset="0"/>
              <a:ea typeface="MS Gothic" pitchFamily="49" charset="-128"/>
            </a:endParaRPr>
          </a:p>
        </p:txBody>
      </p:sp>
      <p:sp>
        <p:nvSpPr>
          <p:cNvPr id="4" name="Slide Number Placeholder 3"/>
          <p:cNvSpPr>
            <a:spLocks noGrp="1"/>
          </p:cNvSpPr>
          <p:nvPr>
            <p:ph type="sldNum" sz="quarter" idx="10"/>
          </p:nvPr>
        </p:nvSpPr>
        <p:spPr/>
        <p:txBody>
          <a:bodyPr/>
          <a:lstStyle/>
          <a:p>
            <a:pPr>
              <a:defRPr/>
            </a:pPr>
            <a:fld id="{C0335DDC-D7BD-499D-8620-A8CC6675656F}" type="slidenum">
              <a:rPr lang="en-US" altLang="ja-JP" smtClean="0"/>
              <a:pPr>
                <a:defRPr/>
              </a:pPr>
              <a:t>26</a:t>
            </a:fld>
            <a:endParaRPr lang="en-US" altLang="ja-JP" dirty="0"/>
          </a:p>
        </p:txBody>
      </p:sp>
      <p:sp>
        <p:nvSpPr>
          <p:cNvPr id="5" name="Rectangle 4"/>
          <p:cNvSpPr/>
          <p:nvPr/>
        </p:nvSpPr>
        <p:spPr bwMode="auto">
          <a:xfrm>
            <a:off x="0" y="3063397"/>
            <a:ext cx="12192000" cy="804231"/>
          </a:xfrm>
          <a:prstGeom prst="rect">
            <a:avLst/>
          </a:prstGeom>
          <a:solidFill>
            <a:srgbClr val="666666"/>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628650" marR="0" defTabSz="914400" rtl="0" eaLnBrk="1" fontAlgn="base" latinLnBrk="0" hangingPunct="1">
              <a:lnSpc>
                <a:spcPct val="100000"/>
              </a:lnSpc>
              <a:spcBef>
                <a:spcPct val="0"/>
              </a:spcBef>
              <a:spcAft>
                <a:spcPct val="0"/>
              </a:spcAft>
              <a:buClrTx/>
              <a:buSzTx/>
              <a:buFontTx/>
              <a:buNone/>
              <a:tabLst/>
            </a:pPr>
            <a:r>
              <a:rPr lang="en-US" sz="2800" dirty="0">
                <a:solidFill>
                  <a:schemeClr val="bg1"/>
                </a:solidFill>
                <a:latin typeface="Calibri" panose="020F0502020204030204" pitchFamily="34" charset="0"/>
              </a:rPr>
              <a:t>Detecting X-rays</a:t>
            </a:r>
            <a:endParaRPr kumimoji="1" lang="en-US" sz="2800" b="1" i="0" u="none" strike="noStrike" cap="none" normalizeH="0" baseline="0" dirty="0">
              <a:ln>
                <a:noFill/>
              </a:ln>
              <a:solidFill>
                <a:schemeClr val="bg1"/>
              </a:solidFill>
              <a:effectLst/>
              <a:latin typeface="Calibri" panose="020F0502020204030204" pitchFamily="34" charset="0"/>
            </a:endParaRPr>
          </a:p>
        </p:txBody>
      </p:sp>
    </p:spTree>
    <p:extLst>
      <p:ext uri="{BB962C8B-B14F-4D97-AF65-F5344CB8AC3E}">
        <p14:creationId xmlns:p14="http://schemas.microsoft.com/office/powerpoint/2010/main" val="300277194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Detecting X-rays</a:t>
            </a:r>
          </a:p>
        </p:txBody>
      </p:sp>
      <p:grpSp>
        <p:nvGrpSpPr>
          <p:cNvPr id="43" name="Group 42"/>
          <p:cNvGrpSpPr/>
          <p:nvPr/>
        </p:nvGrpSpPr>
        <p:grpSpPr>
          <a:xfrm>
            <a:off x="6027465" y="614970"/>
            <a:ext cx="4786070" cy="1998908"/>
            <a:chOff x="6302140" y="636678"/>
            <a:chExt cx="5178660" cy="1998908"/>
          </a:xfrm>
        </p:grpSpPr>
        <p:grpSp>
          <p:nvGrpSpPr>
            <p:cNvPr id="25" name="Group 24"/>
            <p:cNvGrpSpPr/>
            <p:nvPr/>
          </p:nvGrpSpPr>
          <p:grpSpPr>
            <a:xfrm>
              <a:off x="6302140" y="636678"/>
              <a:ext cx="5178660" cy="1998908"/>
              <a:chOff x="6302140" y="847693"/>
              <a:chExt cx="5178660" cy="1998908"/>
            </a:xfrm>
          </p:grpSpPr>
          <p:sp>
            <p:nvSpPr>
              <p:cNvPr id="10" name="Isosceles Triangle 9"/>
              <p:cNvSpPr/>
              <p:nvPr/>
            </p:nvSpPr>
            <p:spPr bwMode="auto">
              <a:xfrm rot="16200000">
                <a:off x="7798235" y="-648402"/>
                <a:ext cx="1998907" cy="4991098"/>
              </a:xfrm>
              <a:prstGeom prst="triangl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en-GB" sz="2400" b="1" i="0" u="none" strike="noStrike" cap="none" normalizeH="0" baseline="0">
                  <a:ln>
                    <a:noFill/>
                  </a:ln>
                  <a:solidFill>
                    <a:schemeClr val="tx1"/>
                  </a:solidFill>
                  <a:effectLst/>
                  <a:latin typeface="Arial" charset="0"/>
                  <a:ea typeface="MS Gothic" pitchFamily="49" charset="-128"/>
                </a:endParaRPr>
              </a:p>
            </p:txBody>
          </p:sp>
          <p:sp>
            <p:nvSpPr>
              <p:cNvPr id="12" name="Rectangle 11"/>
              <p:cNvSpPr/>
              <p:nvPr/>
            </p:nvSpPr>
            <p:spPr bwMode="auto">
              <a:xfrm>
                <a:off x="11291586" y="847693"/>
                <a:ext cx="94607" cy="1998908"/>
              </a:xfrm>
              <a:prstGeom prst="rect">
                <a:avLst/>
              </a:prstGeom>
              <a:solidFill>
                <a:srgbClr val="92D05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en-GB" sz="2400" b="1" i="0" u="none" strike="noStrike" cap="none" normalizeH="0" baseline="0">
                  <a:ln>
                    <a:noFill/>
                  </a:ln>
                  <a:solidFill>
                    <a:schemeClr val="tx1"/>
                  </a:solidFill>
                  <a:effectLst/>
                  <a:latin typeface="Arial" charset="0"/>
                  <a:ea typeface="MS Gothic" pitchFamily="49" charset="-128"/>
                </a:endParaRPr>
              </a:p>
            </p:txBody>
          </p:sp>
          <p:sp>
            <p:nvSpPr>
              <p:cNvPr id="13" name="Rectangle 12"/>
              <p:cNvSpPr/>
              <p:nvPr/>
            </p:nvSpPr>
            <p:spPr bwMode="auto">
              <a:xfrm>
                <a:off x="11386193" y="847693"/>
                <a:ext cx="94607" cy="1998908"/>
              </a:xfrm>
              <a:prstGeom prst="rect">
                <a:avLst/>
              </a:prstGeom>
              <a:solidFill>
                <a:srgbClr val="00B0F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en-GB" sz="2400" b="1" i="0" u="none" strike="noStrike" cap="none" normalizeH="0" baseline="0">
                  <a:ln>
                    <a:noFill/>
                  </a:ln>
                  <a:solidFill>
                    <a:schemeClr val="tx1"/>
                  </a:solidFill>
                  <a:effectLst/>
                  <a:latin typeface="Arial" charset="0"/>
                  <a:ea typeface="MS Gothic" pitchFamily="49" charset="-128"/>
                </a:endParaRPr>
              </a:p>
            </p:txBody>
          </p:sp>
        </p:grpSp>
        <p:sp>
          <p:nvSpPr>
            <p:cNvPr id="32" name="Freeform 55"/>
            <p:cNvSpPr>
              <a:spLocks/>
            </p:cNvSpPr>
            <p:nvPr/>
          </p:nvSpPr>
          <p:spPr bwMode="auto">
            <a:xfrm rot="415804">
              <a:off x="6353883" y="1856493"/>
              <a:ext cx="4933733" cy="135668"/>
            </a:xfrm>
            <a:custGeom>
              <a:avLst/>
              <a:gdLst>
                <a:gd name="T0" fmla="*/ 0 w 1418"/>
                <a:gd name="T1" fmla="*/ 3 h 261"/>
                <a:gd name="T2" fmla="*/ 963 w 1418"/>
                <a:gd name="T3" fmla="*/ 3 h 261"/>
                <a:gd name="T4" fmla="*/ 2314 w 1418"/>
                <a:gd name="T5" fmla="*/ 6 h 261"/>
                <a:gd name="T6" fmla="*/ 3707 w 1418"/>
                <a:gd name="T7" fmla="*/ 1 h 261"/>
                <a:gd name="T8" fmla="*/ 5019 w 1418"/>
                <a:gd name="T9" fmla="*/ 6 h 261"/>
                <a:gd name="T10" fmla="*/ 6177 w 1418"/>
                <a:gd name="T11" fmla="*/ 0 h 261"/>
                <a:gd name="T12" fmla="*/ 7328 w 1418"/>
                <a:gd name="T13" fmla="*/ 6 h 261"/>
                <a:gd name="T14" fmla="*/ 8488 w 1418"/>
                <a:gd name="T15" fmla="*/ 0 h 261"/>
                <a:gd name="T16" fmla="*/ 9641 w 1418"/>
                <a:gd name="T17" fmla="*/ 6 h 261"/>
                <a:gd name="T18" fmla="*/ 10343 w 1418"/>
                <a:gd name="T19" fmla="*/ 3 h 261"/>
                <a:gd name="T20" fmla="*/ 11401 w 1418"/>
                <a:gd name="T21" fmla="*/ 3 h 26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418" h="261">
                  <a:moveTo>
                    <a:pt x="0" y="107"/>
                  </a:moveTo>
                  <a:cubicBezTo>
                    <a:pt x="20" y="109"/>
                    <a:pt x="72" y="101"/>
                    <a:pt x="120" y="123"/>
                  </a:cubicBezTo>
                  <a:cubicBezTo>
                    <a:pt x="168" y="145"/>
                    <a:pt x="231" y="259"/>
                    <a:pt x="288" y="240"/>
                  </a:cubicBezTo>
                  <a:cubicBezTo>
                    <a:pt x="345" y="221"/>
                    <a:pt x="406" y="6"/>
                    <a:pt x="462" y="6"/>
                  </a:cubicBezTo>
                  <a:cubicBezTo>
                    <a:pt x="518" y="6"/>
                    <a:pt x="573" y="241"/>
                    <a:pt x="624" y="240"/>
                  </a:cubicBezTo>
                  <a:cubicBezTo>
                    <a:pt x="675" y="239"/>
                    <a:pt x="720" y="0"/>
                    <a:pt x="768" y="0"/>
                  </a:cubicBezTo>
                  <a:cubicBezTo>
                    <a:pt x="816" y="0"/>
                    <a:pt x="864" y="240"/>
                    <a:pt x="912" y="240"/>
                  </a:cubicBezTo>
                  <a:cubicBezTo>
                    <a:pt x="960" y="240"/>
                    <a:pt x="1008" y="0"/>
                    <a:pt x="1056" y="0"/>
                  </a:cubicBezTo>
                  <a:cubicBezTo>
                    <a:pt x="1104" y="0"/>
                    <a:pt x="1162" y="219"/>
                    <a:pt x="1200" y="240"/>
                  </a:cubicBezTo>
                  <a:cubicBezTo>
                    <a:pt x="1238" y="261"/>
                    <a:pt x="1250" y="146"/>
                    <a:pt x="1286" y="126"/>
                  </a:cubicBezTo>
                  <a:cubicBezTo>
                    <a:pt x="1322" y="106"/>
                    <a:pt x="1391" y="119"/>
                    <a:pt x="1418" y="117"/>
                  </a:cubicBezTo>
                </a:path>
              </a:pathLst>
            </a:custGeom>
            <a:noFill/>
            <a:ln w="9525" cap="flat" cmpd="sng">
              <a:solidFill>
                <a:srgbClr val="FF0000"/>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grpSp>
      <p:grpSp>
        <p:nvGrpSpPr>
          <p:cNvPr id="44" name="Group 43"/>
          <p:cNvGrpSpPr/>
          <p:nvPr/>
        </p:nvGrpSpPr>
        <p:grpSpPr>
          <a:xfrm>
            <a:off x="6405826" y="3092570"/>
            <a:ext cx="5068796" cy="3600001"/>
            <a:chOff x="6412004" y="2828253"/>
            <a:chExt cx="5068796" cy="3600001"/>
          </a:xfrm>
        </p:grpSpPr>
        <p:grpSp>
          <p:nvGrpSpPr>
            <p:cNvPr id="24" name="Group 23"/>
            <p:cNvGrpSpPr/>
            <p:nvPr/>
          </p:nvGrpSpPr>
          <p:grpSpPr>
            <a:xfrm>
              <a:off x="9971988" y="2828253"/>
              <a:ext cx="1508812" cy="3600001"/>
              <a:chOff x="9971988" y="3288158"/>
              <a:chExt cx="1508812" cy="3600001"/>
            </a:xfrm>
          </p:grpSpPr>
          <p:sp>
            <p:nvSpPr>
              <p:cNvPr id="16" name="Rectangle 15"/>
              <p:cNvSpPr/>
              <p:nvPr/>
            </p:nvSpPr>
            <p:spPr bwMode="auto">
              <a:xfrm>
                <a:off x="9971988" y="3288159"/>
                <a:ext cx="754406" cy="3600000"/>
              </a:xfrm>
              <a:prstGeom prst="rect">
                <a:avLst/>
              </a:prstGeom>
              <a:gradFill>
                <a:gsLst>
                  <a:gs pos="0">
                    <a:srgbClr val="D8EEC0"/>
                  </a:gs>
                  <a:gs pos="58000">
                    <a:srgbClr val="D8EEC0"/>
                  </a:gs>
                  <a:gs pos="69000">
                    <a:srgbClr val="00B050"/>
                  </a:gs>
                  <a:gs pos="84000">
                    <a:srgbClr val="D8EEC0"/>
                  </a:gs>
                </a:gsLst>
                <a:lin ang="5400000" scaled="1"/>
              </a:gra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en-GB" sz="2400" b="1" i="0" u="none" strike="noStrike" cap="none" normalizeH="0" baseline="0" dirty="0">
                  <a:ln>
                    <a:noFill/>
                  </a:ln>
                  <a:solidFill>
                    <a:schemeClr val="tx1"/>
                  </a:solidFill>
                  <a:effectLst/>
                  <a:latin typeface="Arial" charset="0"/>
                  <a:ea typeface="MS Gothic" pitchFamily="49" charset="-128"/>
                </a:endParaRPr>
              </a:p>
            </p:txBody>
          </p:sp>
          <p:grpSp>
            <p:nvGrpSpPr>
              <p:cNvPr id="23" name="Group 22"/>
              <p:cNvGrpSpPr/>
              <p:nvPr/>
            </p:nvGrpSpPr>
            <p:grpSpPr>
              <a:xfrm>
                <a:off x="10726394" y="3288158"/>
                <a:ext cx="754406" cy="3600000"/>
                <a:chOff x="10726394" y="3288158"/>
                <a:chExt cx="754406" cy="3600000"/>
              </a:xfrm>
            </p:grpSpPr>
            <p:sp>
              <p:nvSpPr>
                <p:cNvPr id="17" name="Rectangle 16"/>
                <p:cNvSpPr/>
                <p:nvPr/>
              </p:nvSpPr>
              <p:spPr bwMode="auto">
                <a:xfrm>
                  <a:off x="10726394" y="3288158"/>
                  <a:ext cx="754406" cy="720000"/>
                </a:xfrm>
                <a:prstGeom prst="rect">
                  <a:avLst/>
                </a:prstGeom>
                <a:solidFill>
                  <a:srgbClr val="AFD3F7"/>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en-GB" sz="2400" b="1" i="0" u="none" strike="noStrike" cap="none" normalizeH="0" baseline="0">
                    <a:ln>
                      <a:noFill/>
                    </a:ln>
                    <a:solidFill>
                      <a:schemeClr val="tx1"/>
                    </a:solidFill>
                    <a:effectLst/>
                    <a:latin typeface="Arial" charset="0"/>
                    <a:ea typeface="MS Gothic" pitchFamily="49" charset="-128"/>
                  </a:endParaRPr>
                </a:p>
              </p:txBody>
            </p:sp>
            <p:sp>
              <p:nvSpPr>
                <p:cNvPr id="19" name="Rectangle 18"/>
                <p:cNvSpPr/>
                <p:nvPr/>
              </p:nvSpPr>
              <p:spPr bwMode="auto">
                <a:xfrm>
                  <a:off x="10726394" y="4008158"/>
                  <a:ext cx="754406" cy="720000"/>
                </a:xfrm>
                <a:prstGeom prst="rect">
                  <a:avLst/>
                </a:prstGeom>
                <a:solidFill>
                  <a:srgbClr val="AFD3F7"/>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en-GB" sz="2400" b="1" i="0" u="none" strike="noStrike" cap="none" normalizeH="0" baseline="0">
                    <a:ln>
                      <a:noFill/>
                    </a:ln>
                    <a:solidFill>
                      <a:schemeClr val="tx1"/>
                    </a:solidFill>
                    <a:effectLst/>
                    <a:latin typeface="Arial" charset="0"/>
                    <a:ea typeface="MS Gothic" pitchFamily="49" charset="-128"/>
                  </a:endParaRPr>
                </a:p>
              </p:txBody>
            </p:sp>
            <p:sp>
              <p:nvSpPr>
                <p:cNvPr id="20" name="Rectangle 19"/>
                <p:cNvSpPr/>
                <p:nvPr/>
              </p:nvSpPr>
              <p:spPr bwMode="auto">
                <a:xfrm>
                  <a:off x="10726394" y="4728158"/>
                  <a:ext cx="754406" cy="720000"/>
                </a:xfrm>
                <a:prstGeom prst="rect">
                  <a:avLst/>
                </a:prstGeom>
                <a:solidFill>
                  <a:srgbClr val="AFD3F7"/>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en-GB" sz="2400" b="1" i="0" u="none" strike="noStrike" cap="none" normalizeH="0" baseline="0">
                    <a:ln>
                      <a:noFill/>
                    </a:ln>
                    <a:solidFill>
                      <a:schemeClr val="tx1"/>
                    </a:solidFill>
                    <a:effectLst/>
                    <a:latin typeface="Arial" charset="0"/>
                    <a:ea typeface="MS Gothic" pitchFamily="49" charset="-128"/>
                  </a:endParaRPr>
                </a:p>
              </p:txBody>
            </p:sp>
            <p:sp>
              <p:nvSpPr>
                <p:cNvPr id="21" name="Rectangle 20"/>
                <p:cNvSpPr/>
                <p:nvPr/>
              </p:nvSpPr>
              <p:spPr bwMode="auto">
                <a:xfrm>
                  <a:off x="10726394" y="5448158"/>
                  <a:ext cx="754406" cy="720000"/>
                </a:xfrm>
                <a:prstGeom prst="rect">
                  <a:avLst/>
                </a:prstGeom>
                <a:solidFill>
                  <a:srgbClr val="0070C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en-GB" sz="2400" b="1" i="0" u="none" strike="noStrike" cap="none" normalizeH="0" baseline="0">
                    <a:ln>
                      <a:noFill/>
                    </a:ln>
                    <a:solidFill>
                      <a:schemeClr val="tx1"/>
                    </a:solidFill>
                    <a:effectLst/>
                    <a:latin typeface="Arial" charset="0"/>
                    <a:ea typeface="MS Gothic" pitchFamily="49" charset="-128"/>
                  </a:endParaRPr>
                </a:p>
              </p:txBody>
            </p:sp>
            <p:sp>
              <p:nvSpPr>
                <p:cNvPr id="22" name="Rectangle 21"/>
                <p:cNvSpPr/>
                <p:nvPr/>
              </p:nvSpPr>
              <p:spPr bwMode="auto">
                <a:xfrm>
                  <a:off x="10726394" y="6168158"/>
                  <a:ext cx="754406" cy="720000"/>
                </a:xfrm>
                <a:prstGeom prst="rect">
                  <a:avLst/>
                </a:prstGeom>
                <a:solidFill>
                  <a:srgbClr val="AFD3F7"/>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en-GB" sz="2400" b="1" i="0" u="none" strike="noStrike" cap="none" normalizeH="0" baseline="0">
                    <a:ln>
                      <a:noFill/>
                    </a:ln>
                    <a:solidFill>
                      <a:schemeClr val="tx1"/>
                    </a:solidFill>
                    <a:effectLst/>
                    <a:latin typeface="Arial" charset="0"/>
                    <a:ea typeface="MS Gothic" pitchFamily="49" charset="-128"/>
                  </a:endParaRPr>
                </a:p>
              </p:txBody>
            </p:sp>
          </p:grpSp>
        </p:grpSp>
        <p:grpSp>
          <p:nvGrpSpPr>
            <p:cNvPr id="42" name="Group 41"/>
            <p:cNvGrpSpPr/>
            <p:nvPr/>
          </p:nvGrpSpPr>
          <p:grpSpPr>
            <a:xfrm>
              <a:off x="6412004" y="4763027"/>
              <a:ext cx="4314390" cy="776476"/>
              <a:chOff x="6412004" y="4763027"/>
              <a:chExt cx="4314390" cy="776476"/>
            </a:xfrm>
          </p:grpSpPr>
          <p:sp>
            <p:nvSpPr>
              <p:cNvPr id="29" name="5-Point Star 28"/>
              <p:cNvSpPr/>
              <p:nvPr/>
            </p:nvSpPr>
            <p:spPr bwMode="auto">
              <a:xfrm>
                <a:off x="10046194" y="5169878"/>
                <a:ext cx="297586" cy="297586"/>
              </a:xfrm>
              <a:prstGeom prst="star5">
                <a:avLst/>
              </a:prstGeom>
              <a:solidFill>
                <a:srgbClr val="FFFF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en-GB" sz="2400" b="1" i="0" u="none" strike="noStrike" cap="none" normalizeH="0" baseline="0">
                  <a:ln>
                    <a:noFill/>
                  </a:ln>
                  <a:solidFill>
                    <a:schemeClr val="tx1"/>
                  </a:solidFill>
                  <a:effectLst/>
                  <a:latin typeface="Arial" charset="0"/>
                  <a:ea typeface="MS Gothic" pitchFamily="49" charset="-128"/>
                </a:endParaRPr>
              </a:p>
            </p:txBody>
          </p:sp>
          <p:sp>
            <p:nvSpPr>
              <p:cNvPr id="33" name="Freeform 55"/>
              <p:cNvSpPr>
                <a:spLocks/>
              </p:cNvSpPr>
              <p:nvPr/>
            </p:nvSpPr>
            <p:spPr bwMode="auto">
              <a:xfrm rot="794321">
                <a:off x="6412004" y="4763027"/>
                <a:ext cx="3853859" cy="290303"/>
              </a:xfrm>
              <a:custGeom>
                <a:avLst/>
                <a:gdLst>
                  <a:gd name="T0" fmla="*/ 0 w 1418"/>
                  <a:gd name="T1" fmla="*/ 3 h 261"/>
                  <a:gd name="T2" fmla="*/ 963 w 1418"/>
                  <a:gd name="T3" fmla="*/ 3 h 261"/>
                  <a:gd name="T4" fmla="*/ 2314 w 1418"/>
                  <a:gd name="T5" fmla="*/ 6 h 261"/>
                  <a:gd name="T6" fmla="*/ 3707 w 1418"/>
                  <a:gd name="T7" fmla="*/ 1 h 261"/>
                  <a:gd name="T8" fmla="*/ 5019 w 1418"/>
                  <a:gd name="T9" fmla="*/ 6 h 261"/>
                  <a:gd name="T10" fmla="*/ 6177 w 1418"/>
                  <a:gd name="T11" fmla="*/ 0 h 261"/>
                  <a:gd name="T12" fmla="*/ 7328 w 1418"/>
                  <a:gd name="T13" fmla="*/ 6 h 261"/>
                  <a:gd name="T14" fmla="*/ 8488 w 1418"/>
                  <a:gd name="T15" fmla="*/ 0 h 261"/>
                  <a:gd name="T16" fmla="*/ 9641 w 1418"/>
                  <a:gd name="T17" fmla="*/ 6 h 261"/>
                  <a:gd name="T18" fmla="*/ 10343 w 1418"/>
                  <a:gd name="T19" fmla="*/ 3 h 261"/>
                  <a:gd name="T20" fmla="*/ 11401 w 1418"/>
                  <a:gd name="T21" fmla="*/ 3 h 26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418" h="261">
                    <a:moveTo>
                      <a:pt x="0" y="107"/>
                    </a:moveTo>
                    <a:cubicBezTo>
                      <a:pt x="20" y="109"/>
                      <a:pt x="72" y="101"/>
                      <a:pt x="120" y="123"/>
                    </a:cubicBezTo>
                    <a:cubicBezTo>
                      <a:pt x="168" y="145"/>
                      <a:pt x="231" y="259"/>
                      <a:pt x="288" y="240"/>
                    </a:cubicBezTo>
                    <a:cubicBezTo>
                      <a:pt x="345" y="221"/>
                      <a:pt x="406" y="6"/>
                      <a:pt x="462" y="6"/>
                    </a:cubicBezTo>
                    <a:cubicBezTo>
                      <a:pt x="518" y="6"/>
                      <a:pt x="573" y="241"/>
                      <a:pt x="624" y="240"/>
                    </a:cubicBezTo>
                    <a:cubicBezTo>
                      <a:pt x="675" y="239"/>
                      <a:pt x="720" y="0"/>
                      <a:pt x="768" y="0"/>
                    </a:cubicBezTo>
                    <a:cubicBezTo>
                      <a:pt x="816" y="0"/>
                      <a:pt x="864" y="240"/>
                      <a:pt x="912" y="240"/>
                    </a:cubicBezTo>
                    <a:cubicBezTo>
                      <a:pt x="960" y="240"/>
                      <a:pt x="1008" y="0"/>
                      <a:pt x="1056" y="0"/>
                    </a:cubicBezTo>
                    <a:cubicBezTo>
                      <a:pt x="1104" y="0"/>
                      <a:pt x="1162" y="219"/>
                      <a:pt x="1200" y="240"/>
                    </a:cubicBezTo>
                    <a:cubicBezTo>
                      <a:pt x="1238" y="261"/>
                      <a:pt x="1250" y="146"/>
                      <a:pt x="1286" y="126"/>
                    </a:cubicBezTo>
                    <a:cubicBezTo>
                      <a:pt x="1322" y="106"/>
                      <a:pt x="1391" y="119"/>
                      <a:pt x="1418" y="117"/>
                    </a:cubicBezTo>
                  </a:path>
                </a:pathLst>
              </a:custGeom>
              <a:noFill/>
              <a:ln w="9525" cap="flat" cmpd="sng">
                <a:solidFill>
                  <a:srgbClr val="FF0000"/>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GB"/>
              </a:p>
            </p:txBody>
          </p:sp>
          <p:cxnSp>
            <p:nvCxnSpPr>
              <p:cNvPr id="35" name="Straight Arrow Connector 34"/>
              <p:cNvCxnSpPr/>
              <p:nvPr/>
            </p:nvCxnSpPr>
            <p:spPr bwMode="auto">
              <a:xfrm flipV="1">
                <a:off x="10194987" y="5121130"/>
                <a:ext cx="531407" cy="227123"/>
              </a:xfrm>
              <a:prstGeom prst="straightConnector1">
                <a:avLst/>
              </a:prstGeom>
              <a:solidFill>
                <a:schemeClr val="accent1"/>
              </a:solidFill>
              <a:ln w="38100" cap="flat" cmpd="sng" algn="ctr">
                <a:solidFill>
                  <a:srgbClr val="66FF33"/>
                </a:solidFill>
                <a:prstDash val="solid"/>
                <a:round/>
                <a:headEnd type="none" w="med" len="med"/>
                <a:tailEnd type="triangle"/>
              </a:ln>
              <a:effectLst/>
            </p:spPr>
          </p:cxnSp>
          <p:cxnSp>
            <p:nvCxnSpPr>
              <p:cNvPr id="36" name="Straight Arrow Connector 35"/>
              <p:cNvCxnSpPr>
                <a:endCxn id="21" idx="1"/>
              </p:cNvCxnSpPr>
              <p:nvPr/>
            </p:nvCxnSpPr>
            <p:spPr bwMode="auto">
              <a:xfrm>
                <a:off x="10194987" y="5348253"/>
                <a:ext cx="531407" cy="0"/>
              </a:xfrm>
              <a:prstGeom prst="straightConnector1">
                <a:avLst/>
              </a:prstGeom>
              <a:solidFill>
                <a:schemeClr val="accent1"/>
              </a:solidFill>
              <a:ln w="38100" cap="flat" cmpd="sng" algn="ctr">
                <a:solidFill>
                  <a:srgbClr val="66FF33"/>
                </a:solidFill>
                <a:prstDash val="solid"/>
                <a:round/>
                <a:headEnd type="none" w="med" len="med"/>
                <a:tailEnd type="triangle"/>
              </a:ln>
              <a:effectLst/>
            </p:spPr>
          </p:cxnSp>
          <p:cxnSp>
            <p:nvCxnSpPr>
              <p:cNvPr id="39" name="Straight Arrow Connector 38"/>
              <p:cNvCxnSpPr/>
              <p:nvPr/>
            </p:nvCxnSpPr>
            <p:spPr bwMode="auto">
              <a:xfrm>
                <a:off x="10186057" y="5347852"/>
                <a:ext cx="540337" cy="191651"/>
              </a:xfrm>
              <a:prstGeom prst="straightConnector1">
                <a:avLst/>
              </a:prstGeom>
              <a:solidFill>
                <a:schemeClr val="accent1"/>
              </a:solidFill>
              <a:ln w="38100" cap="flat" cmpd="sng" algn="ctr">
                <a:solidFill>
                  <a:srgbClr val="66FF33"/>
                </a:solidFill>
                <a:prstDash val="solid"/>
                <a:round/>
                <a:headEnd type="none" w="med" len="med"/>
                <a:tailEnd type="triangle"/>
              </a:ln>
              <a:effectLst/>
            </p:spPr>
          </p:cxnSp>
        </p:grpSp>
      </p:grpSp>
      <p:sp>
        <p:nvSpPr>
          <p:cNvPr id="45" name="Rectangle 44"/>
          <p:cNvSpPr/>
          <p:nvPr/>
        </p:nvSpPr>
        <p:spPr bwMode="auto">
          <a:xfrm>
            <a:off x="10467047" y="1940646"/>
            <a:ext cx="448613" cy="444843"/>
          </a:xfrm>
          <a:prstGeom prst="rect">
            <a:avLst/>
          </a:prstGeom>
          <a:noFill/>
          <a:ln w="19050" cap="flat" cmpd="sng" algn="ctr">
            <a:solidFill>
              <a:srgbClr val="7030A0"/>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en-GB" sz="2400" b="1" i="0" u="none" strike="noStrike" cap="none" normalizeH="0" baseline="0">
              <a:ln>
                <a:noFill/>
              </a:ln>
              <a:solidFill>
                <a:schemeClr val="tx1"/>
              </a:solidFill>
              <a:effectLst/>
              <a:latin typeface="Arial" charset="0"/>
              <a:ea typeface="MS Gothic" pitchFamily="49" charset="-128"/>
            </a:endParaRPr>
          </a:p>
        </p:txBody>
      </p:sp>
      <p:sp>
        <p:nvSpPr>
          <p:cNvPr id="46" name="Rectangle 45"/>
          <p:cNvSpPr/>
          <p:nvPr/>
        </p:nvSpPr>
        <p:spPr bwMode="auto">
          <a:xfrm>
            <a:off x="9743302" y="3189603"/>
            <a:ext cx="1878227" cy="3419909"/>
          </a:xfrm>
          <a:prstGeom prst="rect">
            <a:avLst/>
          </a:prstGeom>
          <a:noFill/>
          <a:ln w="19050" cap="flat" cmpd="sng" algn="ctr">
            <a:solidFill>
              <a:srgbClr val="7030A0"/>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en-GB" sz="2400" b="1" i="0" u="none" strike="noStrike" cap="none" normalizeH="0" baseline="0">
              <a:ln>
                <a:noFill/>
              </a:ln>
              <a:solidFill>
                <a:schemeClr val="tx1"/>
              </a:solidFill>
              <a:effectLst/>
              <a:latin typeface="Arial" charset="0"/>
              <a:ea typeface="MS Gothic" pitchFamily="49" charset="-128"/>
            </a:endParaRPr>
          </a:p>
        </p:txBody>
      </p:sp>
      <p:cxnSp>
        <p:nvCxnSpPr>
          <p:cNvPr id="48" name="Curved Connector 47"/>
          <p:cNvCxnSpPr>
            <a:stCxn id="45" idx="3"/>
          </p:cNvCxnSpPr>
          <p:nvPr/>
        </p:nvCxnSpPr>
        <p:spPr bwMode="auto">
          <a:xfrm>
            <a:off x="10915660" y="2163068"/>
            <a:ext cx="705869" cy="980520"/>
          </a:xfrm>
          <a:prstGeom prst="curvedConnector2">
            <a:avLst/>
          </a:prstGeom>
          <a:solidFill>
            <a:schemeClr val="accent1"/>
          </a:solidFill>
          <a:ln w="57150" cap="flat" cmpd="sng" algn="ctr">
            <a:solidFill>
              <a:srgbClr val="7030A0"/>
            </a:solidFill>
            <a:prstDash val="solid"/>
            <a:round/>
            <a:headEnd type="none" w="med" len="med"/>
            <a:tailEnd type="triangle"/>
          </a:ln>
          <a:effectLst/>
        </p:spPr>
      </p:cxnSp>
      <p:sp>
        <p:nvSpPr>
          <p:cNvPr id="61" name="TextBox 60"/>
          <p:cNvSpPr txBox="1"/>
          <p:nvPr/>
        </p:nvSpPr>
        <p:spPr>
          <a:xfrm>
            <a:off x="206987" y="1560198"/>
            <a:ext cx="5977557" cy="3416320"/>
          </a:xfrm>
          <a:prstGeom prst="rect">
            <a:avLst/>
          </a:prstGeom>
          <a:noFill/>
        </p:spPr>
        <p:txBody>
          <a:bodyPr wrap="square" rtlCol="0">
            <a:spAutoFit/>
          </a:bodyPr>
          <a:lstStyle/>
          <a:p>
            <a:pPr algn="just"/>
            <a:r>
              <a:rPr lang="en-GB" sz="1800" b="0" dirty="0">
                <a:latin typeface="Calibri" panose="020F0502020204030204" pitchFamily="34" charset="0"/>
                <a:cs typeface="Calibri" panose="020F0502020204030204" pitchFamily="34" charset="0"/>
              </a:rPr>
              <a:t>Most modern X-ray systems use a </a:t>
            </a:r>
            <a:r>
              <a:rPr lang="en-GB" sz="1800" dirty="0">
                <a:latin typeface="Calibri" panose="020F0502020204030204" pitchFamily="34" charset="0"/>
                <a:cs typeface="Calibri" panose="020F0502020204030204" pitchFamily="34" charset="0"/>
              </a:rPr>
              <a:t>Digital Flat Panel Detector</a:t>
            </a:r>
            <a:endParaRPr lang="en-GB" sz="1800" b="0" dirty="0">
              <a:latin typeface="Calibri" panose="020F0502020204030204" pitchFamily="34" charset="0"/>
              <a:cs typeface="Calibri" panose="020F0502020204030204" pitchFamily="34" charset="0"/>
            </a:endParaRPr>
          </a:p>
          <a:p>
            <a:pPr algn="just"/>
            <a:endParaRPr lang="en-GB" sz="1800" b="0" dirty="0">
              <a:latin typeface="Calibri" panose="020F0502020204030204" pitchFamily="34" charset="0"/>
              <a:cs typeface="Calibri" panose="020F0502020204030204" pitchFamily="34" charset="0"/>
            </a:endParaRPr>
          </a:p>
          <a:p>
            <a:pPr algn="just"/>
            <a:endParaRPr lang="en-GB" sz="1800" b="0" dirty="0">
              <a:latin typeface="Calibri" panose="020F0502020204030204" pitchFamily="34" charset="0"/>
              <a:cs typeface="Calibri" panose="020F0502020204030204" pitchFamily="34" charset="0"/>
            </a:endParaRPr>
          </a:p>
          <a:p>
            <a:pPr algn="just"/>
            <a:r>
              <a:rPr lang="en-GB" sz="1800" b="0" dirty="0">
                <a:latin typeface="Calibri" panose="020F0502020204030204" pitchFamily="34" charset="0"/>
                <a:cs typeface="Calibri" panose="020F0502020204030204" pitchFamily="34" charset="0"/>
              </a:rPr>
              <a:t>These consist of two layers:</a:t>
            </a:r>
          </a:p>
          <a:p>
            <a:pPr marL="342900" indent="-342900" algn="just">
              <a:buFont typeface="+mj-lt"/>
              <a:buAutoNum type="arabicPeriod"/>
            </a:pPr>
            <a:r>
              <a:rPr lang="en-GB" sz="1800" b="0" dirty="0">
                <a:latin typeface="Calibri" panose="020F0502020204030204" pitchFamily="34" charset="0"/>
                <a:cs typeface="Calibri" panose="020F0502020204030204" pitchFamily="34" charset="0"/>
              </a:rPr>
              <a:t>X-rays are absorbed by the </a:t>
            </a:r>
            <a:r>
              <a:rPr lang="en-GB" sz="1800" dirty="0">
                <a:solidFill>
                  <a:srgbClr val="00B050"/>
                </a:solidFill>
                <a:latin typeface="Calibri" panose="020F0502020204030204" pitchFamily="34" charset="0"/>
                <a:cs typeface="Calibri" panose="020F0502020204030204" pitchFamily="34" charset="0"/>
              </a:rPr>
              <a:t>scintillator</a:t>
            </a:r>
            <a:r>
              <a:rPr lang="en-GB" sz="1800" b="0" dirty="0">
                <a:latin typeface="Calibri" panose="020F0502020204030204" pitchFamily="34" charset="0"/>
                <a:cs typeface="Calibri" panose="020F0502020204030204" pitchFamily="34" charset="0"/>
              </a:rPr>
              <a:t> crystal and re-emitted as </a:t>
            </a:r>
            <a:r>
              <a:rPr lang="en-GB" sz="1800" dirty="0">
                <a:latin typeface="Calibri" panose="020F0502020204030204" pitchFamily="34" charset="0"/>
                <a:cs typeface="Calibri" panose="020F0502020204030204" pitchFamily="34" charset="0"/>
              </a:rPr>
              <a:t>visible light</a:t>
            </a:r>
            <a:endParaRPr lang="en-GB" sz="1800" b="0" dirty="0">
              <a:latin typeface="Calibri" panose="020F0502020204030204" pitchFamily="34" charset="0"/>
              <a:cs typeface="Calibri" panose="020F0502020204030204" pitchFamily="34" charset="0"/>
            </a:endParaRPr>
          </a:p>
          <a:p>
            <a:pPr marL="342900" indent="-342900" algn="just">
              <a:buFont typeface="+mj-lt"/>
              <a:buAutoNum type="arabicPeriod"/>
            </a:pPr>
            <a:r>
              <a:rPr lang="en-GB" sz="1800" b="0" dirty="0">
                <a:latin typeface="Calibri" panose="020F0502020204030204" pitchFamily="34" charset="0"/>
                <a:cs typeface="Calibri" panose="020F0502020204030204" pitchFamily="34" charset="0"/>
              </a:rPr>
              <a:t>The visible light is detected by </a:t>
            </a:r>
            <a:r>
              <a:rPr lang="en-GB" sz="1800" dirty="0">
                <a:solidFill>
                  <a:srgbClr val="0070C0"/>
                </a:solidFill>
                <a:latin typeface="Calibri" panose="020F0502020204030204" pitchFamily="34" charset="0"/>
                <a:cs typeface="Calibri" panose="020F0502020204030204" pitchFamily="34" charset="0"/>
              </a:rPr>
              <a:t>photodiodes</a:t>
            </a:r>
            <a:endParaRPr lang="en-GB" sz="1800" b="0" dirty="0">
              <a:solidFill>
                <a:srgbClr val="0070C0"/>
              </a:solidFill>
              <a:latin typeface="Calibri" panose="020F0502020204030204" pitchFamily="34" charset="0"/>
              <a:cs typeface="Calibri" panose="020F0502020204030204" pitchFamily="34" charset="0"/>
            </a:endParaRPr>
          </a:p>
          <a:p>
            <a:pPr algn="just"/>
            <a:endParaRPr lang="en-GB" sz="1800" b="0" dirty="0">
              <a:latin typeface="Calibri" panose="020F0502020204030204" pitchFamily="34" charset="0"/>
              <a:cs typeface="Calibri" panose="020F0502020204030204" pitchFamily="34" charset="0"/>
            </a:endParaRPr>
          </a:p>
          <a:p>
            <a:pPr algn="just"/>
            <a:endParaRPr lang="en-GB" sz="1800" b="0" dirty="0">
              <a:latin typeface="Calibri" panose="020F0502020204030204" pitchFamily="34" charset="0"/>
              <a:cs typeface="Calibri" panose="020F0502020204030204" pitchFamily="34" charset="0"/>
            </a:endParaRPr>
          </a:p>
          <a:p>
            <a:pPr algn="just"/>
            <a:r>
              <a:rPr lang="en-GB" sz="1800" b="0" dirty="0">
                <a:latin typeface="Calibri" panose="020F0502020204030204" pitchFamily="34" charset="0"/>
                <a:cs typeface="Calibri" panose="020F0502020204030204" pitchFamily="34" charset="0"/>
              </a:rPr>
              <a:t>A digital flat panel is effectively a </a:t>
            </a:r>
            <a:r>
              <a:rPr lang="en-GB" sz="1800" b="0" i="1" dirty="0">
                <a:latin typeface="Calibri" panose="020F0502020204030204" pitchFamily="34" charset="0"/>
                <a:cs typeface="Calibri" panose="020F0502020204030204" pitchFamily="34" charset="0"/>
              </a:rPr>
              <a:t>very</a:t>
            </a:r>
            <a:r>
              <a:rPr lang="en-GB" sz="1800" b="0" dirty="0">
                <a:latin typeface="Calibri" panose="020F0502020204030204" pitchFamily="34" charset="0"/>
                <a:cs typeface="Calibri" panose="020F0502020204030204" pitchFamily="34" charset="0"/>
              </a:rPr>
              <a:t> large digital camera sensor, with a scintillator in front.</a:t>
            </a:r>
          </a:p>
          <a:p>
            <a:endParaRPr lang="en-GB" sz="1800" b="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6830600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Detecting X-rays: Effective Pixel Size</a:t>
            </a:r>
          </a:p>
        </p:txBody>
      </p:sp>
      <p:sp>
        <p:nvSpPr>
          <p:cNvPr id="4" name="Slide Number Placeholder 3"/>
          <p:cNvSpPr>
            <a:spLocks noGrp="1"/>
          </p:cNvSpPr>
          <p:nvPr>
            <p:ph type="sldNum" sz="quarter" idx="10"/>
          </p:nvPr>
        </p:nvSpPr>
        <p:spPr/>
        <p:txBody>
          <a:bodyPr/>
          <a:lstStyle/>
          <a:p>
            <a:pPr>
              <a:defRPr/>
            </a:pPr>
            <a:fld id="{C0335DDC-D7BD-499D-8620-A8CC6675656F}" type="slidenum">
              <a:rPr lang="en-US" altLang="ja-JP" smtClean="0"/>
              <a:pPr>
                <a:defRPr/>
              </a:pPr>
              <a:t>28</a:t>
            </a:fld>
            <a:endParaRPr lang="en-US" altLang="ja-JP"/>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983082" y="857834"/>
            <a:ext cx="2376000" cy="2376000"/>
          </a:xfrm>
          <a:prstGeom prst="rect">
            <a:avLst/>
          </a:prstGeom>
          <a:ln>
            <a:solidFill>
              <a:schemeClr val="tx1"/>
            </a:solidFill>
          </a:ln>
          <a:scene3d>
            <a:camera prst="isometricOffAxis1Left"/>
            <a:lightRig rig="threePt" dir="t"/>
          </a:scene3d>
        </p:spPr>
      </p:pic>
      <p:grpSp>
        <p:nvGrpSpPr>
          <p:cNvPr id="62" name="Group 61"/>
          <p:cNvGrpSpPr/>
          <p:nvPr/>
        </p:nvGrpSpPr>
        <p:grpSpPr>
          <a:xfrm>
            <a:off x="5790304" y="970757"/>
            <a:ext cx="5857623" cy="5654945"/>
            <a:chOff x="5790304" y="970757"/>
            <a:chExt cx="5857623" cy="5654945"/>
          </a:xfrm>
        </p:grpSpPr>
        <p:sp>
          <p:nvSpPr>
            <p:cNvPr id="38" name="Isosceles Triangle 37"/>
            <p:cNvSpPr/>
            <p:nvPr/>
          </p:nvSpPr>
          <p:spPr bwMode="auto">
            <a:xfrm rot="16200000">
              <a:off x="6802693" y="2510671"/>
              <a:ext cx="3102642" cy="5127420"/>
            </a:xfrm>
            <a:prstGeom prst="triangle">
              <a:avLst/>
            </a:prstGeom>
            <a:solidFill>
              <a:srgbClr val="FFF363">
                <a:alpha val="69804"/>
              </a:srgb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en-GB" sz="2400" b="1" i="0" u="none" strike="noStrike" cap="none" normalizeH="0" baseline="0">
                <a:ln>
                  <a:noFill/>
                </a:ln>
                <a:solidFill>
                  <a:schemeClr val="tx1"/>
                </a:solidFill>
                <a:effectLst/>
                <a:latin typeface="Arial" charset="0"/>
                <a:ea typeface="MS Gothic" pitchFamily="49" charset="-128"/>
              </a:endParaRPr>
            </a:p>
          </p:txBody>
        </p:sp>
        <p:cxnSp>
          <p:nvCxnSpPr>
            <p:cNvPr id="56" name="Straight Connector 55"/>
            <p:cNvCxnSpPr>
              <a:stCxn id="38" idx="1"/>
              <a:endCxn id="12" idx="0"/>
            </p:cNvCxnSpPr>
            <p:nvPr/>
          </p:nvCxnSpPr>
          <p:spPr bwMode="auto">
            <a:xfrm flipH="1" flipV="1">
              <a:off x="8354013" y="1448198"/>
              <a:ext cx="1" cy="4401843"/>
            </a:xfrm>
            <a:prstGeom prst="line">
              <a:avLst/>
            </a:prstGeom>
            <a:solidFill>
              <a:schemeClr val="accent1"/>
            </a:solidFill>
            <a:ln w="9525" cap="flat" cmpd="sng" algn="ctr">
              <a:solidFill>
                <a:schemeClr val="tx1"/>
              </a:solidFill>
              <a:prstDash val="dash"/>
              <a:round/>
              <a:headEnd type="none" w="med" len="med"/>
              <a:tailEnd type="none" w="med" len="med"/>
            </a:ln>
            <a:effectLst/>
          </p:spPr>
        </p:cxnSp>
        <p:sp>
          <p:nvSpPr>
            <p:cNvPr id="11" name="Isosceles Triangle 10"/>
            <p:cNvSpPr/>
            <p:nvPr/>
          </p:nvSpPr>
          <p:spPr bwMode="auto">
            <a:xfrm rot="16200000">
              <a:off x="7362901" y="-601840"/>
              <a:ext cx="1982225" cy="5127420"/>
            </a:xfrm>
            <a:prstGeom prst="triangle">
              <a:avLst/>
            </a:prstGeom>
            <a:solidFill>
              <a:srgbClr val="FFF363">
                <a:alpha val="69804"/>
              </a:srgb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en-GB" sz="2400" b="1" i="0" u="none" strike="noStrike" cap="none" normalizeH="0" baseline="0">
                <a:ln>
                  <a:noFill/>
                </a:ln>
                <a:solidFill>
                  <a:schemeClr val="tx1"/>
                </a:solidFill>
                <a:effectLst/>
                <a:latin typeface="Arial" charset="0"/>
                <a:ea typeface="MS Gothic" pitchFamily="49" charset="-128"/>
              </a:endParaRPr>
            </a:p>
          </p:txBody>
        </p:sp>
        <p:sp>
          <p:nvSpPr>
            <p:cNvPr id="13" name="TextBox 12"/>
            <p:cNvSpPr txBox="1"/>
            <p:nvPr/>
          </p:nvSpPr>
          <p:spPr>
            <a:xfrm>
              <a:off x="8348602" y="3019998"/>
              <a:ext cx="2569121" cy="338554"/>
            </a:xfrm>
            <a:prstGeom prst="rect">
              <a:avLst/>
            </a:prstGeom>
            <a:noFill/>
          </p:spPr>
          <p:txBody>
            <a:bodyPr wrap="square" rtlCol="0">
              <a:spAutoFit/>
            </a:bodyPr>
            <a:lstStyle/>
            <a:p>
              <a:pPr algn="ctr"/>
              <a:r>
                <a:rPr lang="en-GB" sz="1600" i="1" dirty="0">
                  <a:latin typeface="Calibri" panose="020F0502020204030204" pitchFamily="34" charset="0"/>
                  <a:cs typeface="Calibri" panose="020F0502020204030204" pitchFamily="34" charset="0"/>
                </a:rPr>
                <a:t>2x geometric magnification</a:t>
              </a:r>
            </a:p>
          </p:txBody>
        </p:sp>
        <p:cxnSp>
          <p:nvCxnSpPr>
            <p:cNvPr id="15" name="Straight Arrow Connector 14"/>
            <p:cNvCxnSpPr/>
            <p:nvPr/>
          </p:nvCxnSpPr>
          <p:spPr bwMode="auto">
            <a:xfrm>
              <a:off x="8348603" y="3300407"/>
              <a:ext cx="2569120" cy="0"/>
            </a:xfrm>
            <a:prstGeom prst="straightConnector1">
              <a:avLst/>
            </a:prstGeom>
            <a:solidFill>
              <a:schemeClr val="accent1"/>
            </a:solidFill>
            <a:ln w="9525" cap="flat" cmpd="sng" algn="ctr">
              <a:solidFill>
                <a:schemeClr val="tx1"/>
              </a:solidFill>
              <a:prstDash val="solid"/>
              <a:round/>
              <a:headEnd type="triangle"/>
              <a:tailEnd type="triangle"/>
            </a:ln>
            <a:effectLst/>
          </p:spPr>
        </p:cxnSp>
        <p:grpSp>
          <p:nvGrpSpPr>
            <p:cNvPr id="32" name="Group 31"/>
            <p:cNvGrpSpPr/>
            <p:nvPr/>
          </p:nvGrpSpPr>
          <p:grpSpPr>
            <a:xfrm>
              <a:off x="10917724" y="3523061"/>
              <a:ext cx="650181" cy="3102640"/>
              <a:chOff x="10726394" y="3288158"/>
              <a:chExt cx="754406" cy="3600000"/>
            </a:xfrm>
          </p:grpSpPr>
          <p:sp>
            <p:nvSpPr>
              <p:cNvPr id="33" name="Rectangle 32"/>
              <p:cNvSpPr/>
              <p:nvPr/>
            </p:nvSpPr>
            <p:spPr bwMode="auto">
              <a:xfrm>
                <a:off x="10726394" y="3288158"/>
                <a:ext cx="754406" cy="720000"/>
              </a:xfrm>
              <a:prstGeom prst="rect">
                <a:avLst/>
              </a:prstGeom>
              <a:solidFill>
                <a:srgbClr val="AFD3F7"/>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en-GB" sz="2400" b="1" i="0" u="none" strike="noStrike" cap="none" normalizeH="0" baseline="0">
                  <a:ln>
                    <a:noFill/>
                  </a:ln>
                  <a:solidFill>
                    <a:schemeClr val="tx1"/>
                  </a:solidFill>
                  <a:effectLst/>
                  <a:latin typeface="Arial" charset="0"/>
                  <a:ea typeface="MS Gothic" pitchFamily="49" charset="-128"/>
                </a:endParaRPr>
              </a:p>
            </p:txBody>
          </p:sp>
          <p:sp>
            <p:nvSpPr>
              <p:cNvPr id="34" name="Rectangle 33"/>
              <p:cNvSpPr/>
              <p:nvPr/>
            </p:nvSpPr>
            <p:spPr bwMode="auto">
              <a:xfrm>
                <a:off x="10726394" y="4008158"/>
                <a:ext cx="754406" cy="720000"/>
              </a:xfrm>
              <a:prstGeom prst="rect">
                <a:avLst/>
              </a:prstGeom>
              <a:solidFill>
                <a:srgbClr val="AFD3F7"/>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en-GB" sz="2400" b="1" i="0" u="none" strike="noStrike" cap="none" normalizeH="0" baseline="0">
                  <a:ln>
                    <a:noFill/>
                  </a:ln>
                  <a:solidFill>
                    <a:schemeClr val="tx1"/>
                  </a:solidFill>
                  <a:effectLst/>
                  <a:latin typeface="Arial" charset="0"/>
                  <a:ea typeface="MS Gothic" pitchFamily="49" charset="-128"/>
                </a:endParaRPr>
              </a:p>
            </p:txBody>
          </p:sp>
          <p:sp>
            <p:nvSpPr>
              <p:cNvPr id="35" name="Rectangle 34"/>
              <p:cNvSpPr/>
              <p:nvPr/>
            </p:nvSpPr>
            <p:spPr bwMode="auto">
              <a:xfrm>
                <a:off x="10726394" y="4728158"/>
                <a:ext cx="754406" cy="720000"/>
              </a:xfrm>
              <a:prstGeom prst="rect">
                <a:avLst/>
              </a:prstGeom>
              <a:solidFill>
                <a:srgbClr val="AFD3F7"/>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en-GB" sz="2400" b="1" i="0" u="none" strike="noStrike" cap="none" normalizeH="0" baseline="0">
                  <a:ln>
                    <a:noFill/>
                  </a:ln>
                  <a:solidFill>
                    <a:schemeClr val="tx1"/>
                  </a:solidFill>
                  <a:effectLst/>
                  <a:latin typeface="Arial" charset="0"/>
                  <a:ea typeface="MS Gothic" pitchFamily="49" charset="-128"/>
                </a:endParaRPr>
              </a:p>
            </p:txBody>
          </p:sp>
          <p:sp>
            <p:nvSpPr>
              <p:cNvPr id="36" name="Rectangle 35"/>
              <p:cNvSpPr/>
              <p:nvPr/>
            </p:nvSpPr>
            <p:spPr bwMode="auto">
              <a:xfrm>
                <a:off x="10726394" y="5448158"/>
                <a:ext cx="754406" cy="720000"/>
              </a:xfrm>
              <a:prstGeom prst="rect">
                <a:avLst/>
              </a:prstGeom>
              <a:solidFill>
                <a:srgbClr val="AFD3F7"/>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en-GB" sz="2400" b="1" i="0" u="none" strike="noStrike" cap="none" normalizeH="0" baseline="0">
                  <a:ln>
                    <a:noFill/>
                  </a:ln>
                  <a:solidFill>
                    <a:schemeClr val="tx1"/>
                  </a:solidFill>
                  <a:effectLst/>
                  <a:latin typeface="Arial" charset="0"/>
                  <a:ea typeface="MS Gothic" pitchFamily="49" charset="-128"/>
                </a:endParaRPr>
              </a:p>
            </p:txBody>
          </p:sp>
          <p:sp>
            <p:nvSpPr>
              <p:cNvPr id="37" name="Rectangle 36"/>
              <p:cNvSpPr/>
              <p:nvPr/>
            </p:nvSpPr>
            <p:spPr bwMode="auto">
              <a:xfrm>
                <a:off x="10726394" y="6168158"/>
                <a:ext cx="754406" cy="720000"/>
              </a:xfrm>
              <a:prstGeom prst="rect">
                <a:avLst/>
              </a:prstGeom>
              <a:solidFill>
                <a:srgbClr val="AFD3F7"/>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en-GB" sz="2400" b="1" i="0" u="none" strike="noStrike" cap="none" normalizeH="0" baseline="0">
                  <a:ln>
                    <a:noFill/>
                  </a:ln>
                  <a:solidFill>
                    <a:schemeClr val="tx1"/>
                  </a:solidFill>
                  <a:effectLst/>
                  <a:latin typeface="Arial" charset="0"/>
                  <a:ea typeface="MS Gothic" pitchFamily="49" charset="-128"/>
                </a:endParaRPr>
              </a:p>
            </p:txBody>
          </p:sp>
        </p:grpSp>
        <p:sp>
          <p:nvSpPr>
            <p:cNvPr id="39" name="Isosceles Triangle 38"/>
            <p:cNvSpPr/>
            <p:nvPr/>
          </p:nvSpPr>
          <p:spPr bwMode="auto">
            <a:xfrm rot="16200000">
              <a:off x="7423222" y="2510671"/>
              <a:ext cx="1861584" cy="5127420"/>
            </a:xfrm>
            <a:prstGeom prst="triangl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en-GB" sz="2400" b="1" i="0" u="none" strike="noStrike" cap="none" normalizeH="0" baseline="0">
                <a:ln>
                  <a:noFill/>
                </a:ln>
                <a:solidFill>
                  <a:schemeClr val="tx1"/>
                </a:solidFill>
                <a:effectLst/>
                <a:latin typeface="Arial" charset="0"/>
                <a:ea typeface="MS Gothic" pitchFamily="49" charset="-128"/>
              </a:endParaRPr>
            </a:p>
          </p:txBody>
        </p:sp>
        <p:sp>
          <p:nvSpPr>
            <p:cNvPr id="40" name="Isosceles Triangle 39"/>
            <p:cNvSpPr/>
            <p:nvPr/>
          </p:nvSpPr>
          <p:spPr bwMode="auto">
            <a:xfrm rot="16200000">
              <a:off x="8043750" y="2510671"/>
              <a:ext cx="620528" cy="5127420"/>
            </a:xfrm>
            <a:prstGeom prst="triangl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en-GB" sz="2400" b="1" i="0" u="none" strike="noStrike" cap="none" normalizeH="0" baseline="0">
                <a:ln>
                  <a:noFill/>
                </a:ln>
                <a:solidFill>
                  <a:schemeClr val="tx1"/>
                </a:solidFill>
                <a:effectLst/>
                <a:latin typeface="Arial" charset="0"/>
                <a:ea typeface="MS Gothic" pitchFamily="49" charset="-128"/>
              </a:endParaRPr>
            </a:p>
          </p:txBody>
        </p:sp>
        <p:cxnSp>
          <p:nvCxnSpPr>
            <p:cNvPr id="42" name="Straight Arrow Connector 41"/>
            <p:cNvCxnSpPr/>
            <p:nvPr/>
          </p:nvCxnSpPr>
          <p:spPr bwMode="auto">
            <a:xfrm flipV="1">
              <a:off x="10918167" y="4764117"/>
              <a:ext cx="0" cy="620528"/>
            </a:xfrm>
            <a:prstGeom prst="straightConnector1">
              <a:avLst/>
            </a:prstGeom>
            <a:solidFill>
              <a:schemeClr val="accent1"/>
            </a:solidFill>
            <a:ln w="28575" cap="flat" cmpd="sng" algn="ctr">
              <a:solidFill>
                <a:srgbClr val="FF0000"/>
              </a:solidFill>
              <a:prstDash val="solid"/>
              <a:round/>
              <a:headEnd type="triangle"/>
              <a:tailEnd type="triangle"/>
            </a:ln>
            <a:effectLst/>
          </p:spPr>
        </p:cxnSp>
        <p:cxnSp>
          <p:nvCxnSpPr>
            <p:cNvPr id="47" name="Straight Arrow Connector 46"/>
            <p:cNvCxnSpPr>
              <a:stCxn id="40" idx="1"/>
              <a:endCxn id="40" idx="5"/>
            </p:cNvCxnSpPr>
            <p:nvPr/>
          </p:nvCxnSpPr>
          <p:spPr bwMode="auto">
            <a:xfrm flipV="1">
              <a:off x="8354014" y="4919249"/>
              <a:ext cx="0" cy="310264"/>
            </a:xfrm>
            <a:prstGeom prst="straightConnector1">
              <a:avLst/>
            </a:prstGeom>
            <a:solidFill>
              <a:schemeClr val="accent1"/>
            </a:solidFill>
            <a:ln w="28575" cap="flat" cmpd="sng" algn="ctr">
              <a:solidFill>
                <a:srgbClr val="FF0000"/>
              </a:solidFill>
              <a:prstDash val="solid"/>
              <a:round/>
              <a:headEnd type="triangle"/>
              <a:tailEnd type="triangle"/>
            </a:ln>
            <a:effectLst/>
          </p:spPr>
        </p:cxnSp>
        <p:pic>
          <p:nvPicPr>
            <p:cNvPr id="12" name="Picture 11"/>
            <p:cNvPicPr>
              <a:picLocks noChangeAspect="1"/>
            </p:cNvPicPr>
            <p:nvPr/>
          </p:nvPicPr>
          <p:blipFill rotWithShape="1">
            <a:blip r:embed="rId3" cstate="print">
              <a:extLst>
                <a:ext uri="{BEBA8EAE-BF5A-486C-A8C5-ECC9F3942E4B}">
                  <a14:imgProps xmlns:a14="http://schemas.microsoft.com/office/drawing/2010/main">
                    <a14:imgLayer r:embed="rId4">
                      <a14:imgEffect>
                        <a14:backgroundRemoval t="10000" b="90000" l="10000" r="90000">
                          <a14:foregroundMark x1="56101" y1="70536" x2="56101" y2="70536"/>
                          <a14:backgroundMark x1="42386" y1="77116" x2="42386" y2="77116"/>
                          <a14:backgroundMark x1="51513" y1="78472" x2="51513" y2="78472"/>
                          <a14:backgroundMark x1="57788" y1="68452" x2="57788" y2="68452"/>
                        </a14:backgroundRemoval>
                      </a14:imgEffect>
                    </a14:imgLayer>
                  </a14:imgProps>
                </a:ext>
                <a:ext uri="{28A0092B-C50C-407E-A947-70E740481C1C}">
                  <a14:useLocalDpi xmlns:a14="http://schemas.microsoft.com/office/drawing/2010/main" val="0"/>
                </a:ext>
              </a:extLst>
            </a:blip>
            <a:srcRect l="34328" t="18648" r="35334" b="15766"/>
            <a:stretch/>
          </p:blipFill>
          <p:spPr>
            <a:xfrm>
              <a:off x="8037849" y="1448198"/>
              <a:ext cx="632327" cy="1025243"/>
            </a:xfrm>
            <a:prstGeom prst="rect">
              <a:avLst/>
            </a:prstGeom>
          </p:spPr>
        </p:pic>
        <p:cxnSp>
          <p:nvCxnSpPr>
            <p:cNvPr id="58" name="Straight Connector 57"/>
            <p:cNvCxnSpPr/>
            <p:nvPr/>
          </p:nvCxnSpPr>
          <p:spPr bwMode="auto">
            <a:xfrm flipV="1">
              <a:off x="10917723" y="2952984"/>
              <a:ext cx="1" cy="570075"/>
            </a:xfrm>
            <a:prstGeom prst="line">
              <a:avLst/>
            </a:prstGeom>
            <a:solidFill>
              <a:schemeClr val="accent1"/>
            </a:solidFill>
            <a:ln w="9525" cap="flat" cmpd="sng" algn="ctr">
              <a:solidFill>
                <a:schemeClr val="tx1"/>
              </a:solidFill>
              <a:prstDash val="dash"/>
              <a:round/>
              <a:headEnd type="none" w="med" len="med"/>
              <a:tailEnd type="none" w="med" len="med"/>
            </a:ln>
            <a:effectLst/>
          </p:spPr>
        </p:cxnSp>
        <p:sp>
          <p:nvSpPr>
            <p:cNvPr id="60" name="TextBox 59"/>
            <p:cNvSpPr txBox="1"/>
            <p:nvPr/>
          </p:nvSpPr>
          <p:spPr>
            <a:xfrm>
              <a:off x="10841809" y="4912817"/>
              <a:ext cx="806118" cy="338554"/>
            </a:xfrm>
            <a:prstGeom prst="rect">
              <a:avLst/>
            </a:prstGeom>
            <a:noFill/>
          </p:spPr>
          <p:txBody>
            <a:bodyPr wrap="square" rtlCol="0">
              <a:spAutoFit/>
            </a:bodyPr>
            <a:lstStyle/>
            <a:p>
              <a:pPr algn="ctr"/>
              <a:r>
                <a:rPr lang="en-GB" sz="1600" i="1" dirty="0">
                  <a:solidFill>
                    <a:srgbClr val="FF0000"/>
                  </a:solidFill>
                  <a:latin typeface="Calibri" panose="020F0502020204030204" pitchFamily="34" charset="0"/>
                  <a:cs typeface="Calibri" panose="020F0502020204030204" pitchFamily="34" charset="0"/>
                </a:rPr>
                <a:t>100µm</a:t>
              </a:r>
            </a:p>
          </p:txBody>
        </p:sp>
        <p:sp>
          <p:nvSpPr>
            <p:cNvPr id="61" name="TextBox 60"/>
            <p:cNvSpPr txBox="1"/>
            <p:nvPr/>
          </p:nvSpPr>
          <p:spPr>
            <a:xfrm>
              <a:off x="8245473" y="4905103"/>
              <a:ext cx="806118" cy="338554"/>
            </a:xfrm>
            <a:prstGeom prst="rect">
              <a:avLst/>
            </a:prstGeom>
            <a:noFill/>
          </p:spPr>
          <p:txBody>
            <a:bodyPr wrap="square" rtlCol="0">
              <a:spAutoFit/>
            </a:bodyPr>
            <a:lstStyle/>
            <a:p>
              <a:pPr algn="ctr"/>
              <a:r>
                <a:rPr lang="en-GB" sz="1600" i="1" dirty="0">
                  <a:solidFill>
                    <a:srgbClr val="FF0000"/>
                  </a:solidFill>
                  <a:latin typeface="Calibri" panose="020F0502020204030204" pitchFamily="34" charset="0"/>
                  <a:cs typeface="Calibri" panose="020F0502020204030204" pitchFamily="34" charset="0"/>
                </a:rPr>
                <a:t>50µm</a:t>
              </a:r>
            </a:p>
          </p:txBody>
        </p:sp>
      </p:grpSp>
      <p:sp>
        <p:nvSpPr>
          <p:cNvPr id="63" name="TextBox 62"/>
          <p:cNvSpPr txBox="1"/>
          <p:nvPr/>
        </p:nvSpPr>
        <p:spPr>
          <a:xfrm>
            <a:off x="200053" y="1558052"/>
            <a:ext cx="5584839" cy="3693319"/>
          </a:xfrm>
          <a:prstGeom prst="rect">
            <a:avLst/>
          </a:prstGeom>
          <a:noFill/>
        </p:spPr>
        <p:txBody>
          <a:bodyPr wrap="square" rtlCol="0">
            <a:spAutoFit/>
          </a:bodyPr>
          <a:lstStyle/>
          <a:p>
            <a:pPr algn="just"/>
            <a:r>
              <a:rPr lang="en-GB" sz="1800" b="0" dirty="0">
                <a:latin typeface="Calibri" panose="020F0502020204030204" pitchFamily="34" charset="0"/>
                <a:cs typeface="Calibri" panose="020F0502020204030204" pitchFamily="34" charset="0"/>
              </a:rPr>
              <a:t>If the sample is halfway between the source and detector, the image will be twice as large as the sample; there is </a:t>
            </a:r>
            <a:r>
              <a:rPr lang="en-GB" sz="1800" dirty="0">
                <a:latin typeface="Calibri" panose="020F0502020204030204" pitchFamily="34" charset="0"/>
                <a:cs typeface="Calibri" panose="020F0502020204030204" pitchFamily="34" charset="0"/>
              </a:rPr>
              <a:t>2x geometric magnification</a:t>
            </a:r>
            <a:r>
              <a:rPr lang="en-GB" sz="1800" b="0" dirty="0">
                <a:latin typeface="Calibri" panose="020F0502020204030204" pitchFamily="34" charset="0"/>
                <a:cs typeface="Calibri" panose="020F0502020204030204" pitchFamily="34" charset="0"/>
              </a:rPr>
              <a:t>.</a:t>
            </a:r>
          </a:p>
          <a:p>
            <a:pPr algn="just"/>
            <a:endParaRPr lang="en-GB" sz="1800" b="0" dirty="0">
              <a:latin typeface="Calibri" panose="020F0502020204030204" pitchFamily="34" charset="0"/>
              <a:cs typeface="Calibri" panose="020F0502020204030204" pitchFamily="34" charset="0"/>
            </a:endParaRPr>
          </a:p>
          <a:p>
            <a:pPr algn="just"/>
            <a:r>
              <a:rPr lang="en-GB" sz="1800" b="0" dirty="0">
                <a:latin typeface="Calibri" panose="020F0502020204030204" pitchFamily="34" charset="0"/>
                <a:cs typeface="Calibri" panose="020F0502020204030204" pitchFamily="34" charset="0"/>
              </a:rPr>
              <a:t>This means that a 100µm pixel represents 50µm in the sample. The </a:t>
            </a:r>
            <a:r>
              <a:rPr lang="en-GB" sz="1800" dirty="0">
                <a:latin typeface="Calibri" panose="020F0502020204030204" pitchFamily="34" charset="0"/>
                <a:cs typeface="Calibri" panose="020F0502020204030204" pitchFamily="34" charset="0"/>
              </a:rPr>
              <a:t>effective pixel size</a:t>
            </a:r>
            <a:r>
              <a:rPr lang="en-GB" sz="1800" b="0" dirty="0">
                <a:latin typeface="Calibri" panose="020F0502020204030204" pitchFamily="34" charset="0"/>
                <a:cs typeface="Calibri" panose="020F0502020204030204" pitchFamily="34" charset="0"/>
              </a:rPr>
              <a:t> is 50µm.</a:t>
            </a:r>
          </a:p>
          <a:p>
            <a:pPr algn="just"/>
            <a:endParaRPr lang="en-GB" sz="1800" b="0" dirty="0">
              <a:latin typeface="Calibri" panose="020F0502020204030204" pitchFamily="34" charset="0"/>
              <a:cs typeface="Calibri" panose="020F0502020204030204" pitchFamily="34" charset="0"/>
            </a:endParaRPr>
          </a:p>
          <a:p>
            <a:pPr algn="just"/>
            <a:endParaRPr lang="en-GB" sz="1800" b="0" dirty="0">
              <a:latin typeface="Calibri" panose="020F0502020204030204" pitchFamily="34" charset="0"/>
              <a:cs typeface="Calibri" panose="020F0502020204030204" pitchFamily="34" charset="0"/>
            </a:endParaRPr>
          </a:p>
          <a:p>
            <a:pPr algn="just"/>
            <a:endParaRPr lang="en-GB" sz="1800" b="0" dirty="0">
              <a:latin typeface="Calibri" panose="020F0502020204030204" pitchFamily="34" charset="0"/>
              <a:cs typeface="Calibri" panose="020F0502020204030204" pitchFamily="34" charset="0"/>
            </a:endParaRPr>
          </a:p>
          <a:p>
            <a:pPr algn="just"/>
            <a:r>
              <a:rPr lang="en-GB" sz="1800" b="0" dirty="0">
                <a:latin typeface="Calibri" panose="020F0502020204030204" pitchFamily="34" charset="0"/>
                <a:cs typeface="Calibri" panose="020F0502020204030204" pitchFamily="34" charset="0"/>
              </a:rPr>
              <a:t>To reduce blurring caused by the X-ray source, we should try to </a:t>
            </a:r>
            <a:r>
              <a:rPr lang="en-GB" sz="1800" dirty="0">
                <a:latin typeface="Calibri" panose="020F0502020204030204" pitchFamily="34" charset="0"/>
                <a:cs typeface="Calibri" panose="020F0502020204030204" pitchFamily="34" charset="0"/>
              </a:rPr>
              <a:t>keep the X-ray focal spot size less than the effective pixel size</a:t>
            </a:r>
            <a:r>
              <a:rPr lang="en-GB" sz="1800" b="0" dirty="0">
                <a:latin typeface="Calibri" panose="020F0502020204030204" pitchFamily="34" charset="0"/>
                <a:cs typeface="Calibri" panose="020F0502020204030204" pitchFamily="34" charset="0"/>
              </a:rPr>
              <a:t>.</a:t>
            </a:r>
          </a:p>
          <a:p>
            <a:endParaRPr lang="en-GB" sz="1800" b="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96480555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Detecting X-rays: Noise</a:t>
            </a:r>
          </a:p>
        </p:txBody>
      </p:sp>
      <p:sp>
        <p:nvSpPr>
          <p:cNvPr id="4" name="Slide Number Placeholder 3"/>
          <p:cNvSpPr>
            <a:spLocks noGrp="1"/>
          </p:cNvSpPr>
          <p:nvPr>
            <p:ph type="sldNum" sz="quarter" idx="10"/>
          </p:nvPr>
        </p:nvSpPr>
        <p:spPr/>
        <p:txBody>
          <a:bodyPr/>
          <a:lstStyle/>
          <a:p>
            <a:pPr>
              <a:defRPr/>
            </a:pPr>
            <a:fld id="{C0335DDC-D7BD-499D-8620-A8CC6675656F}" type="slidenum">
              <a:rPr lang="en-US" altLang="ja-JP" smtClean="0"/>
              <a:pPr>
                <a:defRPr/>
              </a:pPr>
              <a:t>29</a:t>
            </a:fld>
            <a:endParaRPr lang="en-US" altLang="ja-JP"/>
          </a:p>
        </p:txBody>
      </p:sp>
      <p:sp>
        <p:nvSpPr>
          <p:cNvPr id="8" name="TextBox 7"/>
          <p:cNvSpPr txBox="1"/>
          <p:nvPr/>
        </p:nvSpPr>
        <p:spPr>
          <a:xfrm>
            <a:off x="6557692" y="1559602"/>
            <a:ext cx="1551886" cy="338554"/>
          </a:xfrm>
          <a:prstGeom prst="rect">
            <a:avLst/>
          </a:prstGeom>
          <a:noFill/>
        </p:spPr>
        <p:txBody>
          <a:bodyPr wrap="square" rtlCol="0">
            <a:spAutoFit/>
          </a:bodyPr>
          <a:lstStyle/>
          <a:p>
            <a:pPr algn="r"/>
            <a:r>
              <a:rPr lang="en-GB" sz="1600" i="1" dirty="0">
                <a:latin typeface="Calibri" panose="020F0502020204030204" pitchFamily="34" charset="0"/>
                <a:cs typeface="Calibri" panose="020F0502020204030204" pitchFamily="34" charset="0"/>
              </a:rPr>
              <a:t>1 second</a:t>
            </a:r>
          </a:p>
        </p:txBody>
      </p:sp>
      <p:sp>
        <p:nvSpPr>
          <p:cNvPr id="9" name="TextBox 8"/>
          <p:cNvSpPr txBox="1"/>
          <p:nvPr/>
        </p:nvSpPr>
        <p:spPr>
          <a:xfrm>
            <a:off x="6557692" y="3543917"/>
            <a:ext cx="1551886" cy="338554"/>
          </a:xfrm>
          <a:prstGeom prst="rect">
            <a:avLst/>
          </a:prstGeom>
          <a:noFill/>
        </p:spPr>
        <p:txBody>
          <a:bodyPr wrap="square" rtlCol="0">
            <a:spAutoFit/>
          </a:bodyPr>
          <a:lstStyle/>
          <a:p>
            <a:pPr algn="r"/>
            <a:r>
              <a:rPr lang="en-GB" sz="1600" i="1" dirty="0">
                <a:latin typeface="Calibri" panose="020F0502020204030204" pitchFamily="34" charset="0"/>
                <a:cs typeface="Calibri" panose="020F0502020204030204" pitchFamily="34" charset="0"/>
              </a:rPr>
              <a:t>16 seconds</a:t>
            </a:r>
          </a:p>
        </p:txBody>
      </p:sp>
      <p:sp>
        <p:nvSpPr>
          <p:cNvPr id="10" name="TextBox 9"/>
          <p:cNvSpPr txBox="1"/>
          <p:nvPr/>
        </p:nvSpPr>
        <p:spPr>
          <a:xfrm>
            <a:off x="6557692" y="5544616"/>
            <a:ext cx="1551886" cy="338554"/>
          </a:xfrm>
          <a:prstGeom prst="rect">
            <a:avLst/>
          </a:prstGeom>
          <a:noFill/>
        </p:spPr>
        <p:txBody>
          <a:bodyPr wrap="square" rtlCol="0">
            <a:spAutoFit/>
          </a:bodyPr>
          <a:lstStyle/>
          <a:p>
            <a:pPr algn="r"/>
            <a:r>
              <a:rPr lang="en-GB" sz="1600" i="1" dirty="0">
                <a:latin typeface="Calibri" panose="020F0502020204030204" pitchFamily="34" charset="0"/>
                <a:cs typeface="Calibri" panose="020F0502020204030204" pitchFamily="34" charset="0"/>
              </a:rPr>
              <a:t>128 seconds</a:t>
            </a:r>
          </a:p>
        </p:txBody>
      </p:sp>
      <p:sp>
        <p:nvSpPr>
          <p:cNvPr id="11" name="TextBox 10"/>
          <p:cNvSpPr txBox="1"/>
          <p:nvPr/>
        </p:nvSpPr>
        <p:spPr>
          <a:xfrm>
            <a:off x="243339" y="1717336"/>
            <a:ext cx="6162872" cy="3416320"/>
          </a:xfrm>
          <a:prstGeom prst="rect">
            <a:avLst/>
          </a:prstGeom>
          <a:noFill/>
        </p:spPr>
        <p:txBody>
          <a:bodyPr wrap="square" rtlCol="0">
            <a:spAutoFit/>
          </a:bodyPr>
          <a:lstStyle/>
          <a:p>
            <a:pPr algn="just"/>
            <a:r>
              <a:rPr lang="en-GB" sz="1800" b="0" dirty="0">
                <a:latin typeface="Calibri" panose="020F0502020204030204" pitchFamily="34" charset="0"/>
                <a:cs typeface="Calibri" panose="020F0502020204030204" pitchFamily="34" charset="0"/>
              </a:rPr>
              <a:t>All images contain some amount of noise. This is also true of X-ray images.</a:t>
            </a:r>
          </a:p>
          <a:p>
            <a:pPr algn="just"/>
            <a:endParaRPr lang="en-GB" sz="1800" b="0" dirty="0">
              <a:latin typeface="Calibri" panose="020F0502020204030204" pitchFamily="34" charset="0"/>
              <a:cs typeface="Calibri" panose="020F0502020204030204" pitchFamily="34" charset="0"/>
            </a:endParaRPr>
          </a:p>
          <a:p>
            <a:pPr algn="just"/>
            <a:r>
              <a:rPr lang="en-GB" sz="1800" b="0" dirty="0">
                <a:latin typeface="Calibri" panose="020F0502020204030204" pitchFamily="34" charset="0"/>
                <a:cs typeface="Calibri" panose="020F0502020204030204" pitchFamily="34" charset="0"/>
              </a:rPr>
              <a:t>To improve the </a:t>
            </a:r>
            <a:r>
              <a:rPr lang="en-GB" sz="1800" dirty="0">
                <a:latin typeface="Calibri" panose="020F0502020204030204" pitchFamily="34" charset="0"/>
                <a:cs typeface="Calibri" panose="020F0502020204030204" pitchFamily="34" charset="0"/>
              </a:rPr>
              <a:t>Signal-to-Noise Ratio</a:t>
            </a:r>
            <a:r>
              <a:rPr lang="en-GB" sz="1800" b="0" dirty="0">
                <a:latin typeface="Calibri" panose="020F0502020204030204" pitchFamily="34" charset="0"/>
                <a:cs typeface="Calibri" panose="020F0502020204030204" pitchFamily="34" charset="0"/>
              </a:rPr>
              <a:t>, you can use a brighter X-ray source or a longer exposure time; either of these will increase the </a:t>
            </a:r>
            <a:r>
              <a:rPr lang="en-GB" sz="1800" dirty="0">
                <a:latin typeface="Calibri" panose="020F0502020204030204" pitchFamily="34" charset="0"/>
                <a:cs typeface="Calibri" panose="020F0502020204030204" pitchFamily="34" charset="0"/>
              </a:rPr>
              <a:t>X-ray flux</a:t>
            </a:r>
            <a:r>
              <a:rPr lang="en-GB" sz="1800" b="0" dirty="0">
                <a:latin typeface="Calibri" panose="020F0502020204030204" pitchFamily="34" charset="0"/>
                <a:cs typeface="Calibri" panose="020F0502020204030204" pitchFamily="34" charset="0"/>
              </a:rPr>
              <a:t> – the number of X-rays reaching the detector.</a:t>
            </a:r>
          </a:p>
          <a:p>
            <a:pPr algn="just"/>
            <a:endParaRPr lang="en-GB" sz="1800" b="0" dirty="0">
              <a:latin typeface="Calibri" panose="020F0502020204030204" pitchFamily="34" charset="0"/>
              <a:cs typeface="Calibri" panose="020F0502020204030204" pitchFamily="34" charset="0"/>
            </a:endParaRPr>
          </a:p>
          <a:p>
            <a:pPr algn="just"/>
            <a:endParaRPr lang="en-GB" sz="1800" b="0" dirty="0">
              <a:latin typeface="Calibri" panose="020F0502020204030204" pitchFamily="34" charset="0"/>
              <a:cs typeface="Calibri" panose="020F0502020204030204" pitchFamily="34" charset="0"/>
            </a:endParaRPr>
          </a:p>
          <a:p>
            <a:pPr algn="just"/>
            <a:r>
              <a:rPr lang="en-GB" sz="1800" b="0" dirty="0">
                <a:latin typeface="Calibri" panose="020F0502020204030204" pitchFamily="34" charset="0"/>
                <a:cs typeface="Calibri" panose="020F0502020204030204" pitchFamily="34" charset="0"/>
              </a:rPr>
              <a:t>The SNR improves with the square root of flux, so an image that takes 16x as long to acquire will be 4x less noisy. The more noise you remove, the harder it gets to remove more noise.</a:t>
            </a:r>
          </a:p>
        </p:txBody>
      </p:sp>
      <p:pic>
        <p:nvPicPr>
          <p:cNvPr id="13" name="Picture 2" descr="005_xt_h_225_lc"/>
          <p:cNvPicPr>
            <a:picLocks noChangeAspect="1" noChangeArrowheads="1"/>
          </p:cNvPicPr>
          <p:nvPr/>
        </p:nvPicPr>
        <p:blipFill rotWithShape="1">
          <a:blip r:embed="rId2">
            <a:extLst>
              <a:ext uri="{28A0092B-C50C-407E-A947-70E740481C1C}">
                <a14:useLocalDpi xmlns:a14="http://schemas.microsoft.com/office/drawing/2010/main" val="0"/>
              </a:ext>
            </a:extLst>
          </a:blip>
          <a:srcRect l="11166" t="13082" r="16757" b="51820"/>
          <a:stretch/>
        </p:blipFill>
        <p:spPr bwMode="auto">
          <a:xfrm>
            <a:off x="8109578" y="2713457"/>
            <a:ext cx="3960000" cy="1999475"/>
          </a:xfrm>
          <a:prstGeom prst="rect">
            <a:avLst/>
          </a:prstGeom>
          <a:noFill/>
          <a:ln w="28575">
            <a:solidFill>
              <a:schemeClr val="accent2"/>
            </a:solidFill>
            <a:miter lim="800000"/>
            <a:headEnd/>
            <a:tailEnd/>
          </a:ln>
          <a:extLst>
            <a:ext uri="{909E8E84-426E-40DD-AFC4-6F175D3DCCD1}">
              <a14:hiddenFill xmlns:a14="http://schemas.microsoft.com/office/drawing/2010/main">
                <a:solidFill>
                  <a:srgbClr val="FFFFFF"/>
                </a:solidFill>
              </a14:hiddenFill>
            </a:ext>
          </a:extLst>
        </p:spPr>
      </p:pic>
      <p:pic>
        <p:nvPicPr>
          <p:cNvPr id="14" name="Picture 2" descr="005_xt_h_225_lc"/>
          <p:cNvPicPr>
            <a:picLocks noChangeAspect="1" noChangeArrowheads="1"/>
          </p:cNvPicPr>
          <p:nvPr/>
        </p:nvPicPr>
        <p:blipFill rotWithShape="1">
          <a:blip r:embed="rId3">
            <a:extLst>
              <a:ext uri="{28A0092B-C50C-407E-A947-70E740481C1C}">
                <a14:useLocalDpi xmlns:a14="http://schemas.microsoft.com/office/drawing/2010/main" val="0"/>
              </a:ext>
            </a:extLst>
          </a:blip>
          <a:srcRect l="9865" t="13665" r="17821" b="51236"/>
          <a:stretch/>
        </p:blipFill>
        <p:spPr bwMode="auto">
          <a:xfrm>
            <a:off x="8109578" y="4717423"/>
            <a:ext cx="3960000" cy="1992941"/>
          </a:xfrm>
          <a:prstGeom prst="rect">
            <a:avLst/>
          </a:prstGeom>
          <a:noFill/>
          <a:ln w="28575">
            <a:solidFill>
              <a:schemeClr val="accent2"/>
            </a:solidFill>
            <a:miter lim="800000"/>
            <a:headEnd/>
            <a:tailEnd/>
          </a:ln>
          <a:extLst>
            <a:ext uri="{909E8E84-426E-40DD-AFC4-6F175D3DCCD1}">
              <a14:hiddenFill xmlns:a14="http://schemas.microsoft.com/office/drawing/2010/main">
                <a:solidFill>
                  <a:srgbClr val="FFFFFF"/>
                </a:solidFill>
              </a14:hiddenFill>
            </a:ext>
          </a:extLst>
        </p:spPr>
      </p:pic>
      <p:pic>
        <p:nvPicPr>
          <p:cNvPr id="12" name="Picture 2" descr="005_xt_h_225_lc"/>
          <p:cNvPicPr>
            <a:picLocks noChangeAspect="1" noChangeArrowheads="1"/>
          </p:cNvPicPr>
          <p:nvPr/>
        </p:nvPicPr>
        <p:blipFill rotWithShape="1">
          <a:blip r:embed="rId4">
            <a:extLst>
              <a:ext uri="{28A0092B-C50C-407E-A947-70E740481C1C}">
                <a14:useLocalDpi xmlns:a14="http://schemas.microsoft.com/office/drawing/2010/main" val="0"/>
              </a:ext>
            </a:extLst>
          </a:blip>
          <a:srcRect l="11155" t="14161" r="16531" b="50969"/>
          <a:stretch/>
        </p:blipFill>
        <p:spPr bwMode="auto">
          <a:xfrm>
            <a:off x="8109578" y="733456"/>
            <a:ext cx="3960000" cy="1980001"/>
          </a:xfrm>
          <a:prstGeom prst="rect">
            <a:avLst/>
          </a:prstGeom>
          <a:noFill/>
          <a:ln w="28575">
            <a:solidFill>
              <a:schemeClr val="accent2"/>
            </a:solid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3728615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bwMode="auto">
          <a:xfrm>
            <a:off x="0" y="0"/>
            <a:ext cx="12192000" cy="6858000"/>
          </a:xfrm>
          <a:prstGeom prst="rect">
            <a:avLst/>
          </a:prstGeom>
          <a:solidFill>
            <a:schemeClr val="accent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en-US" sz="2400" b="1" i="0" u="none" strike="noStrike" cap="none" normalizeH="0" baseline="0" dirty="0">
              <a:ln>
                <a:noFill/>
              </a:ln>
              <a:solidFill>
                <a:schemeClr val="tx1"/>
              </a:solidFill>
              <a:effectLst/>
              <a:latin typeface="Arial" charset="0"/>
              <a:ea typeface="MS Gothic" pitchFamily="49" charset="-128"/>
            </a:endParaRPr>
          </a:p>
        </p:txBody>
      </p:sp>
      <p:sp>
        <p:nvSpPr>
          <p:cNvPr id="4" name="Slide Number Placeholder 3"/>
          <p:cNvSpPr>
            <a:spLocks noGrp="1"/>
          </p:cNvSpPr>
          <p:nvPr>
            <p:ph type="sldNum" sz="quarter" idx="10"/>
          </p:nvPr>
        </p:nvSpPr>
        <p:spPr/>
        <p:txBody>
          <a:bodyPr/>
          <a:lstStyle/>
          <a:p>
            <a:pPr>
              <a:defRPr/>
            </a:pPr>
            <a:fld id="{C0335DDC-D7BD-499D-8620-A8CC6675656F}" type="slidenum">
              <a:rPr lang="en-US" altLang="ja-JP" smtClean="0"/>
              <a:pPr>
                <a:defRPr/>
              </a:pPr>
              <a:t>30</a:t>
            </a:fld>
            <a:endParaRPr lang="en-US" altLang="ja-JP" dirty="0"/>
          </a:p>
        </p:txBody>
      </p:sp>
      <p:sp>
        <p:nvSpPr>
          <p:cNvPr id="5" name="Rectangle 4"/>
          <p:cNvSpPr/>
          <p:nvPr/>
        </p:nvSpPr>
        <p:spPr bwMode="auto">
          <a:xfrm>
            <a:off x="0" y="3063397"/>
            <a:ext cx="12192000" cy="804231"/>
          </a:xfrm>
          <a:prstGeom prst="rect">
            <a:avLst/>
          </a:prstGeom>
          <a:solidFill>
            <a:srgbClr val="666666"/>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628650" marR="0" defTabSz="914400" rtl="0" eaLnBrk="1" fontAlgn="base" latinLnBrk="0" hangingPunct="1">
              <a:lnSpc>
                <a:spcPct val="100000"/>
              </a:lnSpc>
              <a:spcBef>
                <a:spcPct val="0"/>
              </a:spcBef>
              <a:spcAft>
                <a:spcPct val="0"/>
              </a:spcAft>
              <a:buClrTx/>
              <a:buSzTx/>
              <a:buFontTx/>
              <a:buNone/>
              <a:tabLst/>
            </a:pPr>
            <a:r>
              <a:rPr lang="en-US" sz="2800" dirty="0">
                <a:solidFill>
                  <a:schemeClr val="bg1"/>
                </a:solidFill>
                <a:latin typeface="Calibri" panose="020F0502020204030204" pitchFamily="34" charset="0"/>
              </a:rPr>
              <a:t>Computed Tomography</a:t>
            </a:r>
            <a:endParaRPr kumimoji="1" lang="en-US" sz="2800" b="1" i="0" u="none" strike="noStrike" cap="none" normalizeH="0" baseline="0" dirty="0">
              <a:ln>
                <a:noFill/>
              </a:ln>
              <a:solidFill>
                <a:schemeClr val="bg1"/>
              </a:solidFill>
              <a:effectLst/>
              <a:latin typeface="Calibri" panose="020F0502020204030204" pitchFamily="34" charset="0"/>
            </a:endParaRPr>
          </a:p>
        </p:txBody>
      </p:sp>
    </p:spTree>
    <p:extLst>
      <p:ext uri="{BB962C8B-B14F-4D97-AF65-F5344CB8AC3E}">
        <p14:creationId xmlns:p14="http://schemas.microsoft.com/office/powerpoint/2010/main" val="295657836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What is CT?</a:t>
            </a:r>
          </a:p>
        </p:txBody>
      </p:sp>
      <p:sp>
        <p:nvSpPr>
          <p:cNvPr id="4" name="Slide Number Placeholder 3"/>
          <p:cNvSpPr>
            <a:spLocks noGrp="1"/>
          </p:cNvSpPr>
          <p:nvPr>
            <p:ph type="sldNum" sz="quarter" idx="10"/>
          </p:nvPr>
        </p:nvSpPr>
        <p:spPr/>
        <p:txBody>
          <a:bodyPr/>
          <a:lstStyle/>
          <a:p>
            <a:pPr>
              <a:defRPr/>
            </a:pPr>
            <a:fld id="{C0335DDC-D7BD-499D-8620-A8CC6675656F}" type="slidenum">
              <a:rPr lang="en-US" altLang="ja-JP" smtClean="0"/>
              <a:pPr>
                <a:defRPr/>
              </a:pPr>
              <a:t>31</a:t>
            </a:fld>
            <a:endParaRPr lang="en-US" altLang="ja-JP"/>
          </a:p>
        </p:txBody>
      </p:sp>
      <p:grpSp>
        <p:nvGrpSpPr>
          <p:cNvPr id="10" name="Group 9"/>
          <p:cNvGrpSpPr/>
          <p:nvPr/>
        </p:nvGrpSpPr>
        <p:grpSpPr>
          <a:xfrm>
            <a:off x="5030988" y="1377778"/>
            <a:ext cx="7028808" cy="4738817"/>
            <a:chOff x="3958662" y="1017206"/>
            <a:chExt cx="7982645" cy="5381892"/>
          </a:xfrm>
        </p:grpSpPr>
        <p:pic>
          <p:nvPicPr>
            <p:cNvPr id="5" name="Picture 2" descr="005_xt_h_225_lc"/>
            <p:cNvPicPr>
              <a:picLocks noChangeAspect="1" noChangeArrowheads="1"/>
            </p:cNvPicPr>
            <p:nvPr/>
          </p:nvPicPr>
          <p:blipFill rotWithShape="1">
            <a:blip r:embed="rId2" cstate="print">
              <a:extLst>
                <a:ext uri="{28A0092B-C50C-407E-A947-70E740481C1C}">
                  <a14:useLocalDpi xmlns:a14="http://schemas.microsoft.com/office/drawing/2010/main"/>
                </a:ext>
              </a:extLst>
            </a:blip>
            <a:srcRect l="4690" t="11821" r="3593" b="4312"/>
            <a:stretch/>
          </p:blipFill>
          <p:spPr bwMode="auto">
            <a:xfrm>
              <a:off x="3958662" y="1017206"/>
              <a:ext cx="7982645" cy="53818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Group 5"/>
            <p:cNvGrpSpPr/>
            <p:nvPr/>
          </p:nvGrpSpPr>
          <p:grpSpPr>
            <a:xfrm>
              <a:off x="5278151" y="1180070"/>
              <a:ext cx="6510195" cy="4024976"/>
              <a:chOff x="1883391" y="1555845"/>
              <a:chExt cx="5786655" cy="3493826"/>
            </a:xfrm>
          </p:grpSpPr>
          <p:sp>
            <p:nvSpPr>
              <p:cNvPr id="7" name="Isosceles Triangle 6"/>
              <p:cNvSpPr/>
              <p:nvPr/>
            </p:nvSpPr>
            <p:spPr bwMode="auto">
              <a:xfrm rot="16200000">
                <a:off x="3029806" y="409431"/>
                <a:ext cx="3493826" cy="5786654"/>
              </a:xfrm>
              <a:prstGeom prst="triangle">
                <a:avLst>
                  <a:gd name="adj" fmla="val 50785"/>
                </a:avLst>
              </a:prstGeom>
              <a:solidFill>
                <a:srgbClr val="FF0000">
                  <a:alpha val="34000"/>
                </a:srgbClr>
              </a:solidFill>
              <a:ln w="9525" cap="flat" cmpd="sng" algn="ctr">
                <a:solidFill>
                  <a:schemeClr val="tx1"/>
                </a:solid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endParaRPr lang="nl-BE" sz="1800">
                  <a:latin typeface="Arial" charset="0"/>
                </a:endParaRPr>
              </a:p>
            </p:txBody>
          </p:sp>
          <p:sp>
            <p:nvSpPr>
              <p:cNvPr id="8" name="Isosceles Triangle 7"/>
              <p:cNvSpPr/>
              <p:nvPr/>
            </p:nvSpPr>
            <p:spPr bwMode="auto">
              <a:xfrm rot="16200000">
                <a:off x="2840082" y="1144720"/>
                <a:ext cx="2055518" cy="3968899"/>
              </a:xfrm>
              <a:prstGeom prst="triangle">
                <a:avLst>
                  <a:gd name="adj" fmla="val 42118"/>
                </a:avLst>
              </a:prstGeom>
              <a:solidFill>
                <a:srgbClr val="FF0000">
                  <a:alpha val="34000"/>
                </a:srgbClr>
              </a:solidFill>
              <a:ln w="9525" cap="flat" cmpd="sng" algn="ctr">
                <a:solidFill>
                  <a:schemeClr val="tx1"/>
                </a:solid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endParaRPr lang="nl-BE" sz="1800">
                  <a:latin typeface="Arial" charset="0"/>
                </a:endParaRPr>
              </a:p>
            </p:txBody>
          </p:sp>
        </p:grpSp>
        <p:sp>
          <p:nvSpPr>
            <p:cNvPr id="9" name="Curved Left Arrow 8"/>
            <p:cNvSpPr/>
            <p:nvPr/>
          </p:nvSpPr>
          <p:spPr bwMode="auto">
            <a:xfrm flipH="1" flipV="1">
              <a:off x="6369092" y="3762633"/>
              <a:ext cx="859610" cy="617690"/>
            </a:xfrm>
            <a:prstGeom prst="curvedLeftArrow">
              <a:avLst>
                <a:gd name="adj1" fmla="val 28333"/>
                <a:gd name="adj2" fmla="val 57103"/>
                <a:gd name="adj3" fmla="val 38636"/>
              </a:avLst>
            </a:prstGeom>
            <a:solidFill>
              <a:schemeClr val="accent2"/>
            </a:solidFill>
            <a:ln w="38100" cap="flat" cmpd="sng" algn="ctr">
              <a:solidFill>
                <a:schemeClr val="bg1"/>
              </a:solid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endParaRPr lang="nl-BE" sz="1800" dirty="0">
                <a:latin typeface="Arial" charset="0"/>
              </a:endParaRPr>
            </a:p>
          </p:txBody>
        </p:sp>
      </p:grpSp>
      <p:sp>
        <p:nvSpPr>
          <p:cNvPr id="11" name="TextBox 10"/>
          <p:cNvSpPr txBox="1"/>
          <p:nvPr/>
        </p:nvSpPr>
        <p:spPr>
          <a:xfrm>
            <a:off x="243339" y="2000538"/>
            <a:ext cx="4652965" cy="2585323"/>
          </a:xfrm>
          <a:prstGeom prst="rect">
            <a:avLst/>
          </a:prstGeom>
          <a:noFill/>
        </p:spPr>
        <p:txBody>
          <a:bodyPr wrap="square" rtlCol="0">
            <a:spAutoFit/>
          </a:bodyPr>
          <a:lstStyle/>
          <a:p>
            <a:pPr algn="just"/>
            <a:r>
              <a:rPr lang="en-US" sz="1800" dirty="0">
                <a:latin typeface="Calibri" panose="020F0502020204030204" pitchFamily="34" charset="0"/>
                <a:cs typeface="Calibri" panose="020F0502020204030204" pitchFamily="34" charset="0"/>
              </a:rPr>
              <a:t>Computed Tomography</a:t>
            </a:r>
            <a:r>
              <a:rPr lang="en-US" sz="1800" b="0" dirty="0">
                <a:latin typeface="Calibri" panose="020F0502020204030204" pitchFamily="34" charset="0"/>
                <a:cs typeface="Calibri" panose="020F0502020204030204" pitchFamily="34" charset="0"/>
              </a:rPr>
              <a:t> (CT) provides a 3D map of the X-ray absorption throughout the sample.</a:t>
            </a:r>
            <a:endParaRPr lang="en-US" sz="1800" dirty="0">
              <a:latin typeface="Calibri" panose="020F0502020204030204" pitchFamily="34" charset="0"/>
              <a:cs typeface="Calibri" panose="020F0502020204030204" pitchFamily="34" charset="0"/>
            </a:endParaRPr>
          </a:p>
          <a:p>
            <a:pPr algn="just"/>
            <a:endParaRPr lang="en-US" sz="1800" b="0" dirty="0">
              <a:latin typeface="Calibri" panose="020F0502020204030204" pitchFamily="34" charset="0"/>
              <a:cs typeface="Calibri" panose="020F0502020204030204" pitchFamily="34" charset="0"/>
            </a:endParaRPr>
          </a:p>
          <a:p>
            <a:pPr algn="just"/>
            <a:r>
              <a:rPr lang="en-US" sz="1800" b="0" dirty="0">
                <a:latin typeface="Calibri" panose="020F0502020204030204" pitchFamily="34" charset="0"/>
                <a:cs typeface="Calibri" panose="020F0502020204030204" pitchFamily="34" charset="0"/>
              </a:rPr>
              <a:t>By rotating the sample 360 degrees whilst acquiring images, we get </a:t>
            </a:r>
            <a:r>
              <a:rPr lang="en-US" sz="1800" dirty="0">
                <a:latin typeface="Calibri" panose="020F0502020204030204" pitchFamily="34" charset="0"/>
                <a:cs typeface="Calibri" panose="020F0502020204030204" pitchFamily="34" charset="0"/>
              </a:rPr>
              <a:t>projection images</a:t>
            </a:r>
            <a:r>
              <a:rPr lang="en-US" sz="1800" b="0" dirty="0">
                <a:latin typeface="Calibri" panose="020F0502020204030204" pitchFamily="34" charset="0"/>
                <a:cs typeface="Calibri" panose="020F0502020204030204" pitchFamily="34" charset="0"/>
              </a:rPr>
              <a:t> from every angle.</a:t>
            </a:r>
          </a:p>
          <a:p>
            <a:pPr algn="just"/>
            <a:endParaRPr lang="en-US" sz="1800" b="0" dirty="0">
              <a:latin typeface="Calibri" panose="020F0502020204030204" pitchFamily="34" charset="0"/>
              <a:cs typeface="Calibri" panose="020F0502020204030204" pitchFamily="34" charset="0"/>
            </a:endParaRPr>
          </a:p>
          <a:p>
            <a:pPr algn="just"/>
            <a:r>
              <a:rPr lang="en-US" sz="1800" b="0" dirty="0">
                <a:latin typeface="Calibri" panose="020F0502020204030204" pitchFamily="34" charset="0"/>
                <a:cs typeface="Calibri" panose="020F0502020204030204" pitchFamily="34" charset="0"/>
              </a:rPr>
              <a:t>These projection images are then reconstructed into a 3D volume.</a:t>
            </a:r>
          </a:p>
        </p:txBody>
      </p:sp>
    </p:spTree>
    <p:extLst>
      <p:ext uri="{BB962C8B-B14F-4D97-AF65-F5344CB8AC3E}">
        <p14:creationId xmlns:p14="http://schemas.microsoft.com/office/powerpoint/2010/main" val="247927188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19"/>
          <p:cNvSpPr/>
          <p:nvPr/>
        </p:nvSpPr>
        <p:spPr bwMode="auto">
          <a:xfrm>
            <a:off x="-4580" y="554713"/>
            <a:ext cx="4014348" cy="6310312"/>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en-GB" sz="2400" b="1" i="0" u="none" strike="noStrike" cap="none" normalizeH="0" baseline="0">
              <a:ln>
                <a:noFill/>
              </a:ln>
              <a:solidFill>
                <a:schemeClr val="tx1"/>
              </a:solidFill>
              <a:effectLst/>
              <a:latin typeface="Arial" charset="0"/>
              <a:ea typeface="MS Gothic" pitchFamily="49" charset="-128"/>
            </a:endParaRPr>
          </a:p>
        </p:txBody>
      </p:sp>
      <p:sp>
        <p:nvSpPr>
          <p:cNvPr id="19" name="Rectangle 18"/>
          <p:cNvSpPr/>
          <p:nvPr/>
        </p:nvSpPr>
        <p:spPr bwMode="auto">
          <a:xfrm>
            <a:off x="8272849" y="547688"/>
            <a:ext cx="3919151" cy="6310312"/>
          </a:xfrm>
          <a:prstGeom prst="rect">
            <a:avLst/>
          </a:prstGeom>
          <a:solidFill>
            <a:schemeClr val="bg1">
              <a:lumMod val="85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en-GB" sz="2400" b="1" i="0" u="none" strike="noStrike" cap="none" normalizeH="0" baseline="0">
              <a:ln>
                <a:noFill/>
              </a:ln>
              <a:solidFill>
                <a:schemeClr val="tx1"/>
              </a:solidFill>
              <a:effectLst/>
              <a:latin typeface="Arial" charset="0"/>
              <a:ea typeface="MS Gothic" pitchFamily="49" charset="-128"/>
            </a:endParaRPr>
          </a:p>
        </p:txBody>
      </p:sp>
      <p:sp>
        <p:nvSpPr>
          <p:cNvPr id="18" name="Rectangle 17"/>
          <p:cNvSpPr/>
          <p:nvPr/>
        </p:nvSpPr>
        <p:spPr bwMode="auto">
          <a:xfrm>
            <a:off x="4009768" y="551596"/>
            <a:ext cx="4263081" cy="6310312"/>
          </a:xfrm>
          <a:prstGeom prst="rect">
            <a:avLst/>
          </a:prstGeom>
          <a:solidFill>
            <a:schemeClr val="bg1">
              <a:lumMod val="95000"/>
            </a:schemeClr>
          </a:solidFill>
          <a:ln w="127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en-GB" sz="2400" b="1" i="0" u="none" strike="noStrike" cap="none" normalizeH="0" baseline="0">
              <a:ln>
                <a:noFill/>
              </a:ln>
              <a:solidFill>
                <a:schemeClr val="tx1"/>
              </a:solidFill>
              <a:effectLst/>
              <a:latin typeface="Arial" charset="0"/>
              <a:ea typeface="MS Gothic" pitchFamily="49" charset="-128"/>
            </a:endParaRPr>
          </a:p>
        </p:txBody>
      </p:sp>
      <p:sp>
        <p:nvSpPr>
          <p:cNvPr id="2" name="Title 1"/>
          <p:cNvSpPr>
            <a:spLocks noGrp="1"/>
          </p:cNvSpPr>
          <p:nvPr>
            <p:ph type="title"/>
          </p:nvPr>
        </p:nvSpPr>
        <p:spPr/>
        <p:txBody>
          <a:bodyPr/>
          <a:lstStyle/>
          <a:p>
            <a:r>
              <a:rPr lang="en-GB" dirty="0"/>
              <a:t>CT: Acquisition, Reconstruction and Analysis</a:t>
            </a:r>
          </a:p>
        </p:txBody>
      </p:sp>
      <p:sp>
        <p:nvSpPr>
          <p:cNvPr id="4" name="Slide Number Placeholder 3"/>
          <p:cNvSpPr>
            <a:spLocks noGrp="1"/>
          </p:cNvSpPr>
          <p:nvPr>
            <p:ph type="sldNum" sz="quarter" idx="10"/>
          </p:nvPr>
        </p:nvSpPr>
        <p:spPr/>
        <p:txBody>
          <a:bodyPr/>
          <a:lstStyle/>
          <a:p>
            <a:pPr>
              <a:defRPr/>
            </a:pPr>
            <a:fld id="{C0335DDC-D7BD-499D-8620-A8CC6675656F}" type="slidenum">
              <a:rPr lang="en-US" altLang="ja-JP" smtClean="0"/>
              <a:pPr>
                <a:defRPr/>
              </a:pPr>
              <a:t>32</a:t>
            </a:fld>
            <a:endParaRPr lang="en-US" altLang="ja-JP"/>
          </a:p>
        </p:txBody>
      </p:sp>
      <p:pic>
        <p:nvPicPr>
          <p:cNvPr id="8" name="Picture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486912" y="3493610"/>
            <a:ext cx="3370408" cy="2426626"/>
          </a:xfrm>
          <a:prstGeom prst="rect">
            <a:avLst/>
          </a:prstGeom>
        </p:spPr>
      </p:pic>
      <p:pic>
        <p:nvPicPr>
          <p:cNvPr id="9" name="Picture 8"/>
          <p:cNvPicPr>
            <a:picLocks noChangeAspect="1"/>
          </p:cNvPicPr>
          <p:nvPr/>
        </p:nvPicPr>
        <p:blipFill>
          <a:blip r:embed="rId3" cstate="print">
            <a:extLst>
              <a:ext uri="{BEBA8EAE-BF5A-486C-A8C5-ECC9F3942E4B}">
                <a14:imgProps xmlns:a14="http://schemas.microsoft.com/office/drawing/2010/main">
                  <a14:imgLayer r:embed="rId4">
                    <a14:imgEffect>
                      <a14:brightnessContrast bright="40000"/>
                    </a14:imgEffect>
                  </a14:imgLayer>
                </a14:imgProps>
              </a:ext>
              <a:ext uri="{28A0092B-C50C-407E-A947-70E740481C1C}">
                <a14:useLocalDpi xmlns:a14="http://schemas.microsoft.com/office/drawing/2010/main" val="0"/>
              </a:ext>
            </a:extLst>
          </a:blip>
          <a:stretch>
            <a:fillRect/>
          </a:stretch>
        </p:blipFill>
        <p:spPr>
          <a:xfrm>
            <a:off x="8600238" y="2215978"/>
            <a:ext cx="3369600" cy="2426045"/>
          </a:xfrm>
          <a:prstGeom prst="rect">
            <a:avLst/>
          </a:prstGeom>
        </p:spPr>
      </p:pic>
      <p:grpSp>
        <p:nvGrpSpPr>
          <p:cNvPr id="13" name="Group 12"/>
          <p:cNvGrpSpPr/>
          <p:nvPr/>
        </p:nvGrpSpPr>
        <p:grpSpPr>
          <a:xfrm>
            <a:off x="684319" y="1999191"/>
            <a:ext cx="2859617" cy="2859617"/>
            <a:chOff x="1158203" y="1535082"/>
            <a:chExt cx="1572644" cy="1572644"/>
          </a:xfrm>
        </p:grpSpPr>
        <p:pic>
          <p:nvPicPr>
            <p:cNvPr id="12" name="Picture 11"/>
            <p:cNvPicPr>
              <a:picLocks noChangeAspect="1"/>
            </p:cNvPicPr>
            <p:nvPr/>
          </p:nvPicPr>
          <p:blipFill>
            <a:blip r:embed="rId5" cstate="print">
              <a:extLst>
                <a:ext uri="{BEBA8EAE-BF5A-486C-A8C5-ECC9F3942E4B}">
                  <a14:imgProps xmlns:a14="http://schemas.microsoft.com/office/drawing/2010/main">
                    <a14:imgLayer r:embed="rId6">
                      <a14:imgEffect>
                        <a14:brightnessContrast bright="-20000" contrast="40000"/>
                      </a14:imgEffect>
                    </a14:imgLayer>
                  </a14:imgProps>
                </a:ext>
                <a:ext uri="{28A0092B-C50C-407E-A947-70E740481C1C}">
                  <a14:useLocalDpi xmlns:a14="http://schemas.microsoft.com/office/drawing/2010/main" val="0"/>
                </a:ext>
              </a:extLst>
            </a:blip>
            <a:stretch>
              <a:fillRect/>
            </a:stretch>
          </p:blipFill>
          <p:spPr>
            <a:xfrm>
              <a:off x="1467131" y="1844010"/>
              <a:ext cx="1263716" cy="1263716"/>
            </a:xfrm>
            <a:prstGeom prst="rect">
              <a:avLst/>
            </a:prstGeom>
            <a:ln w="28575">
              <a:solidFill>
                <a:schemeClr val="accent2"/>
              </a:solidFill>
            </a:ln>
          </p:spPr>
        </p:pic>
        <p:pic>
          <p:nvPicPr>
            <p:cNvPr id="11" name="Picture 10"/>
            <p:cNvPicPr>
              <a:picLocks noChangeAspect="1"/>
            </p:cNvPicPr>
            <p:nvPr/>
          </p:nvPicPr>
          <p:blipFill>
            <a:blip r:embed="rId5" cstate="print">
              <a:extLst>
                <a:ext uri="{BEBA8EAE-BF5A-486C-A8C5-ECC9F3942E4B}">
                  <a14:imgProps xmlns:a14="http://schemas.microsoft.com/office/drawing/2010/main">
                    <a14:imgLayer r:embed="rId6">
                      <a14:imgEffect>
                        <a14:brightnessContrast bright="-20000" contrast="40000"/>
                      </a14:imgEffect>
                    </a14:imgLayer>
                  </a14:imgProps>
                </a:ext>
                <a:ext uri="{28A0092B-C50C-407E-A947-70E740481C1C}">
                  <a14:useLocalDpi xmlns:a14="http://schemas.microsoft.com/office/drawing/2010/main" val="0"/>
                </a:ext>
              </a:extLst>
            </a:blip>
            <a:stretch>
              <a:fillRect/>
            </a:stretch>
          </p:blipFill>
          <p:spPr>
            <a:xfrm>
              <a:off x="1364155" y="1741034"/>
              <a:ext cx="1263716" cy="1263716"/>
            </a:xfrm>
            <a:prstGeom prst="rect">
              <a:avLst/>
            </a:prstGeom>
            <a:ln w="28575">
              <a:solidFill>
                <a:schemeClr val="accent2"/>
              </a:solidFill>
            </a:ln>
          </p:spPr>
        </p:pic>
        <p:pic>
          <p:nvPicPr>
            <p:cNvPr id="10" name="Picture 9"/>
            <p:cNvPicPr>
              <a:picLocks noChangeAspect="1"/>
            </p:cNvPicPr>
            <p:nvPr/>
          </p:nvPicPr>
          <p:blipFill>
            <a:blip r:embed="rId5" cstate="print">
              <a:extLst>
                <a:ext uri="{BEBA8EAE-BF5A-486C-A8C5-ECC9F3942E4B}">
                  <a14:imgProps xmlns:a14="http://schemas.microsoft.com/office/drawing/2010/main">
                    <a14:imgLayer r:embed="rId6">
                      <a14:imgEffect>
                        <a14:brightnessContrast bright="-20000" contrast="40000"/>
                      </a14:imgEffect>
                    </a14:imgLayer>
                  </a14:imgProps>
                </a:ext>
                <a:ext uri="{28A0092B-C50C-407E-A947-70E740481C1C}">
                  <a14:useLocalDpi xmlns:a14="http://schemas.microsoft.com/office/drawing/2010/main" val="0"/>
                </a:ext>
              </a:extLst>
            </a:blip>
            <a:stretch>
              <a:fillRect/>
            </a:stretch>
          </p:blipFill>
          <p:spPr>
            <a:xfrm>
              <a:off x="1261179" y="1638058"/>
              <a:ext cx="1263716" cy="1263716"/>
            </a:xfrm>
            <a:prstGeom prst="rect">
              <a:avLst/>
            </a:prstGeom>
            <a:ln w="28575">
              <a:solidFill>
                <a:schemeClr val="accent2"/>
              </a:solidFill>
            </a:ln>
          </p:spPr>
        </p:pic>
        <p:pic>
          <p:nvPicPr>
            <p:cNvPr id="6" name="Picture 5"/>
            <p:cNvPicPr>
              <a:picLocks noChangeAspect="1"/>
            </p:cNvPicPr>
            <p:nvPr/>
          </p:nvPicPr>
          <p:blipFill>
            <a:blip r:embed="rId5" cstate="print">
              <a:extLst>
                <a:ext uri="{BEBA8EAE-BF5A-486C-A8C5-ECC9F3942E4B}">
                  <a14:imgProps xmlns:a14="http://schemas.microsoft.com/office/drawing/2010/main">
                    <a14:imgLayer r:embed="rId6">
                      <a14:imgEffect>
                        <a14:brightnessContrast bright="-20000" contrast="40000"/>
                      </a14:imgEffect>
                    </a14:imgLayer>
                  </a14:imgProps>
                </a:ext>
                <a:ext uri="{28A0092B-C50C-407E-A947-70E740481C1C}">
                  <a14:useLocalDpi xmlns:a14="http://schemas.microsoft.com/office/drawing/2010/main" val="0"/>
                </a:ext>
              </a:extLst>
            </a:blip>
            <a:stretch>
              <a:fillRect/>
            </a:stretch>
          </p:blipFill>
          <p:spPr>
            <a:xfrm>
              <a:off x="1158203" y="1535082"/>
              <a:ext cx="1263716" cy="1263716"/>
            </a:xfrm>
            <a:prstGeom prst="rect">
              <a:avLst/>
            </a:prstGeom>
            <a:ln w="28575">
              <a:solidFill>
                <a:schemeClr val="accent2"/>
              </a:solidFill>
            </a:ln>
          </p:spPr>
        </p:pic>
      </p:grpSp>
      <p:grpSp>
        <p:nvGrpSpPr>
          <p:cNvPr id="17" name="Group 16"/>
          <p:cNvGrpSpPr/>
          <p:nvPr/>
        </p:nvGrpSpPr>
        <p:grpSpPr>
          <a:xfrm>
            <a:off x="4486912" y="667270"/>
            <a:ext cx="3361983" cy="2564022"/>
            <a:chOff x="3606453" y="1155355"/>
            <a:chExt cx="4373994" cy="3335833"/>
          </a:xfrm>
        </p:grpSpPr>
        <p:pic>
          <p:nvPicPr>
            <p:cNvPr id="16" name="Picture 15"/>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4170926" y="1717095"/>
              <a:ext cx="3809521" cy="2774093"/>
            </a:xfrm>
            <a:prstGeom prst="rect">
              <a:avLst/>
            </a:prstGeom>
            <a:ln w="28575">
              <a:solidFill>
                <a:schemeClr val="accent2"/>
              </a:solidFill>
            </a:ln>
          </p:spPr>
        </p:pic>
        <p:pic>
          <p:nvPicPr>
            <p:cNvPr id="15" name="Picture 14"/>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3977872" y="1529849"/>
              <a:ext cx="3809521" cy="2774093"/>
            </a:xfrm>
            <a:prstGeom prst="rect">
              <a:avLst/>
            </a:prstGeom>
            <a:ln w="28575">
              <a:solidFill>
                <a:schemeClr val="accent2"/>
              </a:solidFill>
            </a:ln>
          </p:spPr>
        </p:pic>
        <p:pic>
          <p:nvPicPr>
            <p:cNvPr id="14" name="Picture 13"/>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3793700" y="1342602"/>
              <a:ext cx="3809521" cy="2774093"/>
            </a:xfrm>
            <a:prstGeom prst="rect">
              <a:avLst/>
            </a:prstGeom>
            <a:ln w="28575">
              <a:solidFill>
                <a:schemeClr val="accent2"/>
              </a:solidFill>
            </a:ln>
          </p:spPr>
        </p:pic>
        <p:pic>
          <p:nvPicPr>
            <p:cNvPr id="7" name="Picture 6"/>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3606453" y="1155355"/>
              <a:ext cx="3809521" cy="2774093"/>
            </a:xfrm>
            <a:prstGeom prst="rect">
              <a:avLst/>
            </a:prstGeom>
            <a:ln w="28575">
              <a:solidFill>
                <a:schemeClr val="accent2"/>
              </a:solidFill>
            </a:ln>
          </p:spPr>
        </p:pic>
      </p:grpSp>
      <p:sp>
        <p:nvSpPr>
          <p:cNvPr id="21" name="TextBox 20"/>
          <p:cNvSpPr txBox="1"/>
          <p:nvPr/>
        </p:nvSpPr>
        <p:spPr>
          <a:xfrm>
            <a:off x="478998" y="6064033"/>
            <a:ext cx="3083011" cy="646331"/>
          </a:xfrm>
          <a:prstGeom prst="rect">
            <a:avLst/>
          </a:prstGeom>
          <a:noFill/>
        </p:spPr>
        <p:txBody>
          <a:bodyPr wrap="square" rtlCol="0">
            <a:spAutoFit/>
          </a:bodyPr>
          <a:lstStyle/>
          <a:p>
            <a:pPr algn="ctr"/>
            <a:r>
              <a:rPr lang="en-GB" sz="1800" dirty="0">
                <a:latin typeface="Calibri" panose="020F0502020204030204" pitchFamily="34" charset="0"/>
                <a:cs typeface="Calibri" panose="020F0502020204030204" pitchFamily="34" charset="0"/>
              </a:rPr>
              <a:t>Acquisition</a:t>
            </a:r>
          </a:p>
          <a:p>
            <a:pPr algn="ctr"/>
            <a:r>
              <a:rPr lang="en-GB" sz="1800" b="0" dirty="0">
                <a:latin typeface="Calibri" panose="020F0502020204030204" pitchFamily="34" charset="0"/>
                <a:cs typeface="Calibri" panose="020F0502020204030204" pitchFamily="34" charset="0"/>
              </a:rPr>
              <a:t>Projection Images</a:t>
            </a:r>
          </a:p>
        </p:txBody>
      </p:sp>
      <p:sp>
        <p:nvSpPr>
          <p:cNvPr id="22" name="TextBox 21"/>
          <p:cNvSpPr txBox="1"/>
          <p:nvPr/>
        </p:nvSpPr>
        <p:spPr>
          <a:xfrm>
            <a:off x="4630610" y="6064033"/>
            <a:ext cx="3083011" cy="646331"/>
          </a:xfrm>
          <a:prstGeom prst="rect">
            <a:avLst/>
          </a:prstGeom>
          <a:noFill/>
        </p:spPr>
        <p:txBody>
          <a:bodyPr wrap="square" rtlCol="0">
            <a:spAutoFit/>
          </a:bodyPr>
          <a:lstStyle/>
          <a:p>
            <a:pPr algn="ctr"/>
            <a:r>
              <a:rPr lang="en-GB" sz="1800" dirty="0">
                <a:latin typeface="Calibri" panose="020F0502020204030204" pitchFamily="34" charset="0"/>
                <a:cs typeface="Calibri" panose="020F0502020204030204" pitchFamily="34" charset="0"/>
              </a:rPr>
              <a:t>Reconstruction</a:t>
            </a:r>
          </a:p>
          <a:p>
            <a:pPr algn="ctr"/>
            <a:r>
              <a:rPr lang="en-GB" sz="1800" b="0" dirty="0">
                <a:latin typeface="Calibri" panose="020F0502020204030204" pitchFamily="34" charset="0"/>
                <a:cs typeface="Calibri" panose="020F0502020204030204" pitchFamily="34" charset="0"/>
              </a:rPr>
              <a:t>2D Slices + 3D Rendering</a:t>
            </a:r>
          </a:p>
        </p:txBody>
      </p:sp>
      <p:sp>
        <p:nvSpPr>
          <p:cNvPr id="23" name="TextBox 22"/>
          <p:cNvSpPr txBox="1"/>
          <p:nvPr/>
        </p:nvSpPr>
        <p:spPr>
          <a:xfrm>
            <a:off x="8743532" y="6064032"/>
            <a:ext cx="3083011" cy="646331"/>
          </a:xfrm>
          <a:prstGeom prst="rect">
            <a:avLst/>
          </a:prstGeom>
          <a:noFill/>
        </p:spPr>
        <p:txBody>
          <a:bodyPr wrap="square" rtlCol="0">
            <a:spAutoFit/>
          </a:bodyPr>
          <a:lstStyle/>
          <a:p>
            <a:pPr algn="ctr"/>
            <a:r>
              <a:rPr lang="en-GB" sz="1800" dirty="0">
                <a:latin typeface="Calibri" panose="020F0502020204030204" pitchFamily="34" charset="0"/>
                <a:cs typeface="Calibri" panose="020F0502020204030204" pitchFamily="34" charset="0"/>
              </a:rPr>
              <a:t>Analysis</a:t>
            </a:r>
          </a:p>
          <a:p>
            <a:pPr algn="ctr"/>
            <a:r>
              <a:rPr lang="en-GB" sz="1800" b="0" dirty="0">
                <a:latin typeface="Calibri" panose="020F0502020204030204" pitchFamily="34" charset="0"/>
                <a:cs typeface="Calibri" panose="020F0502020204030204" pitchFamily="34" charset="0"/>
              </a:rPr>
              <a:t>Results</a:t>
            </a:r>
          </a:p>
        </p:txBody>
      </p:sp>
      <p:sp>
        <p:nvSpPr>
          <p:cNvPr id="24" name="Right Arrow 23"/>
          <p:cNvSpPr/>
          <p:nvPr/>
        </p:nvSpPr>
        <p:spPr bwMode="auto">
          <a:xfrm>
            <a:off x="3421052" y="6085797"/>
            <a:ext cx="1224728" cy="606641"/>
          </a:xfrm>
          <a:prstGeom prst="rightArrow">
            <a:avLst/>
          </a:prstGeom>
          <a:solidFill>
            <a:schemeClr val="accent2"/>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en-GB" sz="2400" b="1" i="0" u="none" strike="noStrike" cap="none" normalizeH="0" baseline="0">
              <a:ln>
                <a:noFill/>
              </a:ln>
              <a:solidFill>
                <a:schemeClr val="tx1"/>
              </a:solidFill>
              <a:effectLst/>
              <a:latin typeface="Arial" charset="0"/>
              <a:ea typeface="MS Gothic" pitchFamily="49" charset="-128"/>
            </a:endParaRPr>
          </a:p>
        </p:txBody>
      </p:sp>
      <p:sp>
        <p:nvSpPr>
          <p:cNvPr id="25" name="Right Arrow 24"/>
          <p:cNvSpPr/>
          <p:nvPr/>
        </p:nvSpPr>
        <p:spPr bwMode="auto">
          <a:xfrm>
            <a:off x="7667565" y="6083876"/>
            <a:ext cx="1224728" cy="606641"/>
          </a:xfrm>
          <a:prstGeom prst="rightArrow">
            <a:avLst/>
          </a:prstGeom>
          <a:solidFill>
            <a:schemeClr val="accent2"/>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en-GB" sz="2400" b="1" i="0" u="none" strike="noStrike" cap="none" normalizeH="0" baseline="0">
              <a:ln>
                <a:noFill/>
              </a:ln>
              <a:solidFill>
                <a:schemeClr val="tx1"/>
              </a:solidFill>
              <a:effectLst/>
              <a:latin typeface="Arial" charset="0"/>
              <a:ea typeface="MS Gothic" pitchFamily="49" charset="-128"/>
            </a:endParaRPr>
          </a:p>
        </p:txBody>
      </p:sp>
    </p:spTree>
    <p:extLst>
      <p:ext uri="{BB962C8B-B14F-4D97-AF65-F5344CB8AC3E}">
        <p14:creationId xmlns:p14="http://schemas.microsoft.com/office/powerpoint/2010/main" val="5915771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CT: Number of projection images</a:t>
            </a:r>
          </a:p>
        </p:txBody>
      </p:sp>
      <p:sp>
        <p:nvSpPr>
          <p:cNvPr id="4" name="Slide Number Placeholder 3"/>
          <p:cNvSpPr>
            <a:spLocks noGrp="1"/>
          </p:cNvSpPr>
          <p:nvPr>
            <p:ph type="sldNum" sz="quarter" idx="10"/>
          </p:nvPr>
        </p:nvSpPr>
        <p:spPr/>
        <p:txBody>
          <a:bodyPr/>
          <a:lstStyle/>
          <a:p>
            <a:pPr>
              <a:defRPr/>
            </a:pPr>
            <a:fld id="{C0335DDC-D7BD-499D-8620-A8CC6675656F}" type="slidenum">
              <a:rPr lang="en-US" altLang="ja-JP" smtClean="0"/>
              <a:pPr>
                <a:defRPr/>
              </a:pPr>
              <a:t>33</a:t>
            </a:fld>
            <a:endParaRPr lang="en-US" altLang="ja-JP"/>
          </a:p>
        </p:txBody>
      </p:sp>
      <p:pic>
        <p:nvPicPr>
          <p:cNvPr id="5" name="Picture 4"/>
          <p:cNvPicPr>
            <a:picLocks noChangeAspect="1"/>
          </p:cNvPicPr>
          <p:nvPr/>
        </p:nvPicPr>
        <p:blipFill rotWithShape="1">
          <a:blip r:embed="rId2" cstate="print">
            <a:extLst>
              <a:ext uri="{28A0092B-C50C-407E-A947-70E740481C1C}">
                <a14:useLocalDpi xmlns:a14="http://schemas.microsoft.com/office/drawing/2010/main" val="0"/>
              </a:ext>
            </a:extLst>
          </a:blip>
          <a:srcRect l="29671" t="21022" r="-1"/>
          <a:stretch/>
        </p:blipFill>
        <p:spPr>
          <a:xfrm>
            <a:off x="4649781" y="725167"/>
            <a:ext cx="3724404" cy="2880000"/>
          </a:xfrm>
          <a:prstGeom prst="rect">
            <a:avLst/>
          </a:prstGeom>
          <a:ln w="12700">
            <a:solidFill>
              <a:schemeClr val="accent2"/>
            </a:solidFill>
          </a:ln>
        </p:spPr>
      </p:pic>
      <p:pic>
        <p:nvPicPr>
          <p:cNvPr id="7" name="Picture 6"/>
          <p:cNvPicPr>
            <a:picLocks noChangeAspect="1"/>
          </p:cNvPicPr>
          <p:nvPr/>
        </p:nvPicPr>
        <p:blipFill rotWithShape="1">
          <a:blip r:embed="rId3" cstate="print">
            <a:extLst>
              <a:ext uri="{28A0092B-C50C-407E-A947-70E740481C1C}">
                <a14:useLocalDpi xmlns:a14="http://schemas.microsoft.com/office/drawing/2010/main" val="0"/>
              </a:ext>
            </a:extLst>
          </a:blip>
          <a:srcRect l="30664" t="22163" r="-1"/>
          <a:stretch/>
        </p:blipFill>
        <p:spPr>
          <a:xfrm>
            <a:off x="4649781" y="3782646"/>
            <a:ext cx="3725628" cy="2880000"/>
          </a:xfrm>
          <a:prstGeom prst="rect">
            <a:avLst/>
          </a:prstGeom>
          <a:ln w="12700">
            <a:solidFill>
              <a:schemeClr val="accent2"/>
            </a:solidFill>
          </a:ln>
        </p:spPr>
      </p:pic>
      <p:pic>
        <p:nvPicPr>
          <p:cNvPr id="8" name="Picture 7"/>
          <p:cNvPicPr>
            <a:picLocks noChangeAspect="1"/>
          </p:cNvPicPr>
          <p:nvPr/>
        </p:nvPicPr>
        <p:blipFill rotWithShape="1">
          <a:blip r:embed="rId4" cstate="print">
            <a:extLst>
              <a:ext uri="{28A0092B-C50C-407E-A947-70E740481C1C}">
                <a14:useLocalDpi xmlns:a14="http://schemas.microsoft.com/office/drawing/2010/main" val="0"/>
              </a:ext>
            </a:extLst>
          </a:blip>
          <a:srcRect l="30745" t="22307"/>
          <a:stretch/>
        </p:blipFill>
        <p:spPr>
          <a:xfrm>
            <a:off x="8421077" y="3782646"/>
            <a:ext cx="3728087" cy="2880000"/>
          </a:xfrm>
          <a:prstGeom prst="rect">
            <a:avLst/>
          </a:prstGeom>
          <a:ln w="12700">
            <a:solidFill>
              <a:schemeClr val="accent2"/>
            </a:solidFill>
          </a:ln>
        </p:spPr>
      </p:pic>
      <p:pic>
        <p:nvPicPr>
          <p:cNvPr id="6" name="Picture 5"/>
          <p:cNvPicPr>
            <a:picLocks noChangeAspect="1"/>
          </p:cNvPicPr>
          <p:nvPr/>
        </p:nvPicPr>
        <p:blipFill rotWithShape="1">
          <a:blip r:embed="rId5" cstate="print">
            <a:extLst>
              <a:ext uri="{28A0092B-C50C-407E-A947-70E740481C1C}">
                <a14:useLocalDpi xmlns:a14="http://schemas.microsoft.com/office/drawing/2010/main" val="0"/>
              </a:ext>
            </a:extLst>
          </a:blip>
          <a:srcRect l="30532" t="22266"/>
          <a:stretch/>
        </p:blipFill>
        <p:spPr>
          <a:xfrm>
            <a:off x="8421077" y="725167"/>
            <a:ext cx="3737609" cy="2880000"/>
          </a:xfrm>
          <a:prstGeom prst="rect">
            <a:avLst/>
          </a:prstGeom>
          <a:ln w="12700">
            <a:solidFill>
              <a:schemeClr val="accent2"/>
            </a:solidFill>
          </a:ln>
        </p:spPr>
      </p:pic>
      <p:sp>
        <p:nvSpPr>
          <p:cNvPr id="9" name="TextBox 8"/>
          <p:cNvSpPr txBox="1"/>
          <p:nvPr/>
        </p:nvSpPr>
        <p:spPr>
          <a:xfrm>
            <a:off x="6996576" y="3321249"/>
            <a:ext cx="1424501" cy="307777"/>
          </a:xfrm>
          <a:prstGeom prst="rect">
            <a:avLst/>
          </a:prstGeom>
          <a:noFill/>
        </p:spPr>
        <p:txBody>
          <a:bodyPr wrap="square" rtlCol="0">
            <a:spAutoFit/>
          </a:bodyPr>
          <a:lstStyle/>
          <a:p>
            <a:pPr algn="ctr"/>
            <a:r>
              <a:rPr lang="en-GB" sz="1400" dirty="0">
                <a:solidFill>
                  <a:schemeClr val="accent2"/>
                </a:solidFill>
                <a:latin typeface="Calibri" panose="020F0502020204030204" pitchFamily="34" charset="0"/>
                <a:cs typeface="Calibri" panose="020F0502020204030204" pitchFamily="34" charset="0"/>
              </a:rPr>
              <a:t>500 projections</a:t>
            </a:r>
            <a:endParaRPr lang="en-GB" sz="1400" b="0" dirty="0">
              <a:solidFill>
                <a:schemeClr val="accent2"/>
              </a:solidFill>
              <a:latin typeface="Calibri" panose="020F0502020204030204" pitchFamily="34" charset="0"/>
              <a:cs typeface="Calibri" panose="020F0502020204030204" pitchFamily="34" charset="0"/>
            </a:endParaRPr>
          </a:p>
        </p:txBody>
      </p:sp>
      <p:sp>
        <p:nvSpPr>
          <p:cNvPr id="10" name="TextBox 9"/>
          <p:cNvSpPr txBox="1"/>
          <p:nvPr/>
        </p:nvSpPr>
        <p:spPr>
          <a:xfrm>
            <a:off x="10781077" y="3321248"/>
            <a:ext cx="1424501" cy="307777"/>
          </a:xfrm>
          <a:prstGeom prst="rect">
            <a:avLst/>
          </a:prstGeom>
          <a:noFill/>
        </p:spPr>
        <p:txBody>
          <a:bodyPr wrap="square" rtlCol="0">
            <a:spAutoFit/>
          </a:bodyPr>
          <a:lstStyle/>
          <a:p>
            <a:pPr algn="ctr"/>
            <a:r>
              <a:rPr lang="en-GB" sz="1400" dirty="0">
                <a:solidFill>
                  <a:schemeClr val="accent2"/>
                </a:solidFill>
                <a:latin typeface="Calibri" panose="020F0502020204030204" pitchFamily="34" charset="0"/>
                <a:cs typeface="Calibri" panose="020F0502020204030204" pitchFamily="34" charset="0"/>
              </a:rPr>
              <a:t>1000 projections</a:t>
            </a:r>
            <a:endParaRPr lang="en-GB" sz="1400" b="0" dirty="0">
              <a:solidFill>
                <a:schemeClr val="accent2"/>
              </a:solidFill>
              <a:latin typeface="Calibri" panose="020F0502020204030204" pitchFamily="34" charset="0"/>
              <a:cs typeface="Calibri" panose="020F0502020204030204" pitchFamily="34" charset="0"/>
            </a:endParaRPr>
          </a:p>
        </p:txBody>
      </p:sp>
      <p:sp>
        <p:nvSpPr>
          <p:cNvPr id="11" name="TextBox 10"/>
          <p:cNvSpPr txBox="1"/>
          <p:nvPr/>
        </p:nvSpPr>
        <p:spPr>
          <a:xfrm>
            <a:off x="6996576" y="6378728"/>
            <a:ext cx="1424501" cy="307777"/>
          </a:xfrm>
          <a:prstGeom prst="rect">
            <a:avLst/>
          </a:prstGeom>
          <a:noFill/>
        </p:spPr>
        <p:txBody>
          <a:bodyPr wrap="square" rtlCol="0">
            <a:spAutoFit/>
          </a:bodyPr>
          <a:lstStyle/>
          <a:p>
            <a:pPr algn="ctr"/>
            <a:r>
              <a:rPr lang="en-GB" sz="1400" dirty="0">
                <a:solidFill>
                  <a:schemeClr val="accent2"/>
                </a:solidFill>
                <a:latin typeface="Calibri" panose="020F0502020204030204" pitchFamily="34" charset="0"/>
                <a:cs typeface="Calibri" panose="020F0502020204030204" pitchFamily="34" charset="0"/>
              </a:rPr>
              <a:t>2000 projections</a:t>
            </a:r>
            <a:endParaRPr lang="en-GB" sz="1400" b="0" dirty="0">
              <a:solidFill>
                <a:schemeClr val="accent2"/>
              </a:solidFill>
              <a:latin typeface="Calibri" panose="020F0502020204030204" pitchFamily="34" charset="0"/>
              <a:cs typeface="Calibri" panose="020F0502020204030204" pitchFamily="34" charset="0"/>
            </a:endParaRPr>
          </a:p>
        </p:txBody>
      </p:sp>
      <p:sp>
        <p:nvSpPr>
          <p:cNvPr id="12" name="TextBox 11"/>
          <p:cNvSpPr txBox="1"/>
          <p:nvPr/>
        </p:nvSpPr>
        <p:spPr>
          <a:xfrm>
            <a:off x="10768549" y="6378727"/>
            <a:ext cx="1424501" cy="307777"/>
          </a:xfrm>
          <a:prstGeom prst="rect">
            <a:avLst/>
          </a:prstGeom>
          <a:noFill/>
        </p:spPr>
        <p:txBody>
          <a:bodyPr wrap="square" rtlCol="0">
            <a:spAutoFit/>
          </a:bodyPr>
          <a:lstStyle/>
          <a:p>
            <a:pPr algn="ctr"/>
            <a:r>
              <a:rPr lang="en-GB" sz="1400" dirty="0">
                <a:solidFill>
                  <a:schemeClr val="accent2"/>
                </a:solidFill>
                <a:latin typeface="Calibri" panose="020F0502020204030204" pitchFamily="34" charset="0"/>
                <a:cs typeface="Calibri" panose="020F0502020204030204" pitchFamily="34" charset="0"/>
              </a:rPr>
              <a:t>3000 projections</a:t>
            </a:r>
            <a:endParaRPr lang="en-GB" sz="1400" b="0" dirty="0">
              <a:solidFill>
                <a:schemeClr val="accent2"/>
              </a:solidFill>
              <a:latin typeface="Calibri" panose="020F0502020204030204" pitchFamily="34" charset="0"/>
              <a:cs typeface="Calibri" panose="020F0502020204030204" pitchFamily="34" charset="0"/>
            </a:endParaRPr>
          </a:p>
        </p:txBody>
      </p:sp>
      <p:grpSp>
        <p:nvGrpSpPr>
          <p:cNvPr id="19" name="Group 18"/>
          <p:cNvGrpSpPr/>
          <p:nvPr/>
        </p:nvGrpSpPr>
        <p:grpSpPr>
          <a:xfrm>
            <a:off x="338215" y="4686651"/>
            <a:ext cx="4009583" cy="1975995"/>
            <a:chOff x="167132" y="4552904"/>
            <a:chExt cx="4329386" cy="2133600"/>
          </a:xfrm>
        </p:grpSpPr>
        <p:pic>
          <p:nvPicPr>
            <p:cNvPr id="3" name="Picture 2"/>
            <p:cNvPicPr>
              <a:picLocks noChangeAspect="1"/>
            </p:cNvPicPr>
            <p:nvPr/>
          </p:nvPicPr>
          <p:blipFill rotWithShape="1">
            <a:blip r:embed="rId6" cstate="print">
              <a:extLst>
                <a:ext uri="{28A0092B-C50C-407E-A947-70E740481C1C}">
                  <a14:useLocalDpi xmlns:a14="http://schemas.microsoft.com/office/drawing/2010/main" val="0"/>
                </a:ext>
              </a:extLst>
            </a:blip>
            <a:srcRect t="9801" b="18632"/>
            <a:stretch/>
          </p:blipFill>
          <p:spPr>
            <a:xfrm>
              <a:off x="167132" y="4552904"/>
              <a:ext cx="4329386" cy="2133600"/>
            </a:xfrm>
            <a:prstGeom prst="rect">
              <a:avLst/>
            </a:prstGeom>
            <a:ln w="12700">
              <a:solidFill>
                <a:schemeClr val="accent2"/>
              </a:solidFill>
            </a:ln>
          </p:spPr>
        </p:pic>
        <p:sp>
          <p:nvSpPr>
            <p:cNvPr id="13" name="Rectangle 12"/>
            <p:cNvSpPr/>
            <p:nvPr/>
          </p:nvSpPr>
          <p:spPr bwMode="auto">
            <a:xfrm>
              <a:off x="3591169" y="5787292"/>
              <a:ext cx="836246" cy="689709"/>
            </a:xfrm>
            <a:prstGeom prst="rect">
              <a:avLst/>
            </a:prstGeom>
            <a:noFill/>
            <a:ln w="28575" cap="flat" cmpd="sng" algn="ctr">
              <a:solidFill>
                <a:schemeClr val="accent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en-GB" sz="2400" b="1" i="0" u="none" strike="noStrike" cap="none" normalizeH="0" baseline="0">
                <a:ln>
                  <a:noFill/>
                </a:ln>
                <a:solidFill>
                  <a:schemeClr val="tx1"/>
                </a:solidFill>
                <a:effectLst/>
                <a:latin typeface="Arial" charset="0"/>
                <a:ea typeface="MS Gothic" pitchFamily="49" charset="-128"/>
              </a:endParaRPr>
            </a:p>
          </p:txBody>
        </p:sp>
      </p:grpSp>
      <p:sp>
        <p:nvSpPr>
          <p:cNvPr id="14" name="TextBox 13"/>
          <p:cNvSpPr txBox="1"/>
          <p:nvPr/>
        </p:nvSpPr>
        <p:spPr>
          <a:xfrm>
            <a:off x="83125" y="725167"/>
            <a:ext cx="4519764" cy="3970318"/>
          </a:xfrm>
          <a:prstGeom prst="rect">
            <a:avLst/>
          </a:prstGeom>
          <a:noFill/>
        </p:spPr>
        <p:txBody>
          <a:bodyPr wrap="square" rtlCol="0">
            <a:spAutoFit/>
          </a:bodyPr>
          <a:lstStyle/>
          <a:p>
            <a:pPr algn="just"/>
            <a:r>
              <a:rPr lang="en-US" sz="1800" b="0" dirty="0">
                <a:latin typeface="Calibri" panose="020F0502020204030204" pitchFamily="34" charset="0"/>
                <a:cs typeface="Calibri" panose="020F0502020204030204" pitchFamily="34" charset="0"/>
              </a:rPr>
              <a:t>During the scan, no part of the sample should move more than one pixel across the detector between projection images.</a:t>
            </a:r>
          </a:p>
          <a:p>
            <a:pPr algn="just"/>
            <a:endParaRPr lang="en-US" sz="1800" b="0" dirty="0">
              <a:latin typeface="Calibri" panose="020F0502020204030204" pitchFamily="34" charset="0"/>
              <a:cs typeface="Calibri" panose="020F0502020204030204" pitchFamily="34" charset="0"/>
            </a:endParaRPr>
          </a:p>
          <a:p>
            <a:pPr algn="just"/>
            <a:r>
              <a:rPr lang="en-US" sz="1800" b="0" dirty="0">
                <a:latin typeface="Calibri" panose="020F0502020204030204" pitchFamily="34" charset="0"/>
                <a:cs typeface="Calibri" panose="020F0502020204030204" pitchFamily="34" charset="0"/>
              </a:rPr>
              <a:t>If it does, fine detail will be lost to fringes. This affects the edges of the scan the most.</a:t>
            </a:r>
          </a:p>
          <a:p>
            <a:pPr algn="just"/>
            <a:endParaRPr lang="en-US" sz="1800" b="0" dirty="0">
              <a:latin typeface="Calibri" panose="020F0502020204030204" pitchFamily="34" charset="0"/>
              <a:cs typeface="Calibri" panose="020F0502020204030204" pitchFamily="34" charset="0"/>
            </a:endParaRPr>
          </a:p>
          <a:p>
            <a:pPr algn="just"/>
            <a:r>
              <a:rPr lang="en-US" sz="1800" b="0" dirty="0">
                <a:latin typeface="Calibri" panose="020F0502020204030204" pitchFamily="34" charset="0"/>
                <a:cs typeface="Calibri" panose="020F0502020204030204" pitchFamily="34" charset="0"/>
              </a:rPr>
              <a:t>The </a:t>
            </a:r>
            <a:r>
              <a:rPr lang="en-US" sz="1800" dirty="0">
                <a:latin typeface="Calibri" panose="020F0502020204030204" pitchFamily="34" charset="0"/>
                <a:cs typeface="Calibri" panose="020F0502020204030204" pitchFamily="34" charset="0"/>
              </a:rPr>
              <a:t>optimum</a:t>
            </a:r>
            <a:r>
              <a:rPr lang="en-US" sz="1800" b="0" dirty="0">
                <a:latin typeface="Calibri" panose="020F0502020204030204" pitchFamily="34" charset="0"/>
                <a:cs typeface="Calibri" panose="020F0502020204030204" pitchFamily="34" charset="0"/>
              </a:rPr>
              <a:t> number of projections depends on the number of pixels </a:t>
            </a:r>
            <a:r>
              <a:rPr lang="en-US" sz="1800" dirty="0">
                <a:latin typeface="Calibri" panose="020F0502020204030204" pitchFamily="34" charset="0"/>
                <a:cs typeface="Calibri" panose="020F0502020204030204" pitchFamily="34" charset="0"/>
              </a:rPr>
              <a:t>horizontally</a:t>
            </a:r>
            <a:r>
              <a:rPr lang="en-US" sz="1800" b="0" dirty="0">
                <a:latin typeface="Calibri" panose="020F0502020204030204" pitchFamily="34" charset="0"/>
                <a:cs typeface="Calibri" panose="020F0502020204030204" pitchFamily="34" charset="0"/>
              </a:rPr>
              <a:t> on the detector that the sample rotates across.</a:t>
            </a:r>
          </a:p>
          <a:p>
            <a:pPr algn="just"/>
            <a:r>
              <a:rPr lang="en-US" sz="1800" b="0" dirty="0">
                <a:latin typeface="Calibri" panose="020F0502020204030204" pitchFamily="34" charset="0"/>
                <a:cs typeface="Calibri" panose="020F0502020204030204" pitchFamily="34" charset="0"/>
              </a:rPr>
              <a:t>Acquiring more projections than necessary will not improve feature recognition further, however the extra data will reduce noise.</a:t>
            </a:r>
          </a:p>
          <a:p>
            <a:endParaRPr lang="en-US" sz="1800" b="0" dirty="0">
              <a:latin typeface="Calibri" panose="020F0502020204030204" pitchFamily="34" charset="0"/>
              <a:cs typeface="Calibri" panose="020F0502020204030204" pitchFamily="34" charset="0"/>
            </a:endParaRPr>
          </a:p>
        </p:txBody>
      </p:sp>
      <p:sp>
        <p:nvSpPr>
          <p:cNvPr id="15" name="Oval 14"/>
          <p:cNvSpPr/>
          <p:nvPr/>
        </p:nvSpPr>
        <p:spPr bwMode="auto">
          <a:xfrm>
            <a:off x="5869353" y="3998012"/>
            <a:ext cx="554892" cy="554892"/>
          </a:xfrm>
          <a:prstGeom prst="ellipse">
            <a:avLst/>
          </a:prstGeom>
          <a:noFill/>
          <a:ln w="12700" cap="flat" cmpd="sng" algn="ctr">
            <a:solidFill>
              <a:schemeClr val="accent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en-GB" sz="2400" b="1" i="0" u="none" strike="noStrike" cap="none" normalizeH="0" baseline="0">
              <a:ln>
                <a:noFill/>
              </a:ln>
              <a:solidFill>
                <a:schemeClr val="tx1"/>
              </a:solidFill>
              <a:effectLst/>
              <a:latin typeface="Arial" charset="0"/>
              <a:ea typeface="MS Gothic" pitchFamily="49" charset="-128"/>
            </a:endParaRPr>
          </a:p>
        </p:txBody>
      </p:sp>
      <p:sp>
        <p:nvSpPr>
          <p:cNvPr id="16" name="Oval 15"/>
          <p:cNvSpPr/>
          <p:nvPr/>
        </p:nvSpPr>
        <p:spPr bwMode="auto">
          <a:xfrm>
            <a:off x="9640276" y="3998012"/>
            <a:ext cx="554892" cy="554892"/>
          </a:xfrm>
          <a:prstGeom prst="ellipse">
            <a:avLst/>
          </a:prstGeom>
          <a:noFill/>
          <a:ln w="12700" cap="flat" cmpd="sng" algn="ctr">
            <a:solidFill>
              <a:schemeClr val="accent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en-GB" sz="2400" b="1" i="0" u="none" strike="noStrike" cap="none" normalizeH="0" baseline="0">
              <a:ln>
                <a:noFill/>
              </a:ln>
              <a:solidFill>
                <a:schemeClr val="tx1"/>
              </a:solidFill>
              <a:effectLst/>
              <a:latin typeface="Arial" charset="0"/>
              <a:ea typeface="MS Gothic" pitchFamily="49" charset="-128"/>
            </a:endParaRPr>
          </a:p>
        </p:txBody>
      </p:sp>
      <p:sp>
        <p:nvSpPr>
          <p:cNvPr id="17" name="Oval 16"/>
          <p:cNvSpPr/>
          <p:nvPr/>
        </p:nvSpPr>
        <p:spPr bwMode="auto">
          <a:xfrm>
            <a:off x="9683261" y="953919"/>
            <a:ext cx="554892" cy="554892"/>
          </a:xfrm>
          <a:prstGeom prst="ellipse">
            <a:avLst/>
          </a:prstGeom>
          <a:noFill/>
          <a:ln w="12700" cap="flat" cmpd="sng" algn="ctr">
            <a:solidFill>
              <a:schemeClr val="accent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en-GB" sz="2400" b="1" i="0" u="none" strike="noStrike" cap="none" normalizeH="0" baseline="0">
              <a:ln>
                <a:noFill/>
              </a:ln>
              <a:solidFill>
                <a:schemeClr val="tx1"/>
              </a:solidFill>
              <a:effectLst/>
              <a:latin typeface="Arial" charset="0"/>
              <a:ea typeface="MS Gothic" pitchFamily="49" charset="-128"/>
            </a:endParaRPr>
          </a:p>
        </p:txBody>
      </p:sp>
      <p:sp>
        <p:nvSpPr>
          <p:cNvPr id="18" name="Oval 17"/>
          <p:cNvSpPr/>
          <p:nvPr/>
        </p:nvSpPr>
        <p:spPr bwMode="auto">
          <a:xfrm>
            <a:off x="5945652" y="973618"/>
            <a:ext cx="554892" cy="554892"/>
          </a:xfrm>
          <a:prstGeom prst="ellipse">
            <a:avLst/>
          </a:prstGeom>
          <a:noFill/>
          <a:ln w="12700" cap="flat" cmpd="sng" algn="ctr">
            <a:solidFill>
              <a:schemeClr val="accent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en-GB" sz="2400" b="1" i="0" u="none" strike="noStrike" cap="none" normalizeH="0" baseline="0">
              <a:ln>
                <a:noFill/>
              </a:ln>
              <a:solidFill>
                <a:schemeClr val="tx1"/>
              </a:solidFill>
              <a:effectLst/>
              <a:latin typeface="Arial" charset="0"/>
              <a:ea typeface="MS Gothic" pitchFamily="49" charset="-128"/>
            </a:endParaRPr>
          </a:p>
        </p:txBody>
      </p:sp>
    </p:spTree>
    <p:extLst>
      <p:ext uri="{BB962C8B-B14F-4D97-AF65-F5344CB8AC3E}">
        <p14:creationId xmlns:p14="http://schemas.microsoft.com/office/powerpoint/2010/main" val="98655232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X.Tend</a:t>
            </a:r>
            <a:r>
              <a:rPr lang="en-US" dirty="0"/>
              <a:t> Helical Acquisition</a:t>
            </a:r>
            <a:endParaRPr lang="nl-BE" dirty="0"/>
          </a:p>
        </p:txBody>
      </p:sp>
      <p:pic>
        <p:nvPicPr>
          <p:cNvPr id="3" name="Picture 2"/>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2933656" y="2704652"/>
            <a:ext cx="5769770" cy="3912012"/>
          </a:xfrm>
          <a:prstGeom prst="rect">
            <a:avLst/>
          </a:prstGeom>
        </p:spPr>
      </p:pic>
      <p:sp>
        <p:nvSpPr>
          <p:cNvPr id="4" name="TextBox 3"/>
          <p:cNvSpPr txBox="1"/>
          <p:nvPr/>
        </p:nvSpPr>
        <p:spPr>
          <a:xfrm>
            <a:off x="232756" y="1163782"/>
            <a:ext cx="6982691" cy="1938992"/>
          </a:xfrm>
          <a:prstGeom prst="rect">
            <a:avLst/>
          </a:prstGeom>
          <a:noFill/>
        </p:spPr>
        <p:txBody>
          <a:bodyPr wrap="square" rtlCol="0">
            <a:spAutoFit/>
          </a:bodyPr>
          <a:lstStyle/>
          <a:p>
            <a:r>
              <a:rPr lang="en-US" sz="2000" b="0" dirty="0">
                <a:latin typeface="Calibri" panose="020F0502020204030204" pitchFamily="34" charset="0"/>
              </a:rPr>
              <a:t>With </a:t>
            </a:r>
            <a:r>
              <a:rPr lang="en-US" sz="2000" b="0" dirty="0" err="1">
                <a:latin typeface="Calibri" panose="020F0502020204030204" pitchFamily="34" charset="0"/>
              </a:rPr>
              <a:t>X.Tend</a:t>
            </a:r>
            <a:r>
              <a:rPr lang="en-US" sz="2000" b="0" dirty="0">
                <a:latin typeface="Calibri" panose="020F0502020204030204" pitchFamily="34" charset="0"/>
              </a:rPr>
              <a:t>, the stage rotates and Y axis moves up at the same time. This is ideal for long parts with a small diameter.</a:t>
            </a:r>
          </a:p>
          <a:p>
            <a:endParaRPr lang="en-US" sz="2000" dirty="0">
              <a:latin typeface="Calibri" panose="020F0502020204030204" pitchFamily="34" charset="0"/>
            </a:endParaRPr>
          </a:p>
          <a:p>
            <a:pPr marL="342900" indent="-342900">
              <a:buFont typeface="Arial" panose="020B0604020202020204" pitchFamily="34" charset="0"/>
              <a:buChar char="•"/>
            </a:pPr>
            <a:r>
              <a:rPr lang="en-US" sz="2000" dirty="0">
                <a:latin typeface="Calibri" panose="020F0502020204030204" pitchFamily="34" charset="0"/>
              </a:rPr>
              <a:t>Reduces artefacts </a:t>
            </a:r>
          </a:p>
          <a:p>
            <a:pPr marL="342900" indent="-342900">
              <a:buFont typeface="Arial" panose="020B0604020202020204" pitchFamily="34" charset="0"/>
              <a:buChar char="•"/>
            </a:pPr>
            <a:r>
              <a:rPr lang="en-US" sz="2000" dirty="0">
                <a:latin typeface="Calibri" panose="020F0502020204030204" pitchFamily="34" charset="0"/>
              </a:rPr>
              <a:t>Provides higher resolution</a:t>
            </a:r>
          </a:p>
          <a:p>
            <a:pPr marL="342900" indent="-342900">
              <a:buFont typeface="Arial" panose="020B0604020202020204" pitchFamily="34" charset="0"/>
              <a:buChar char="•"/>
            </a:pPr>
            <a:r>
              <a:rPr lang="en-US" sz="2000" dirty="0">
                <a:latin typeface="Calibri" panose="020F0502020204030204" pitchFamily="34" charset="0"/>
              </a:rPr>
              <a:t>Allows taller samples</a:t>
            </a:r>
            <a:endParaRPr lang="nl-BE" sz="2000" dirty="0">
              <a:latin typeface="Calibri" panose="020F0502020204030204" pitchFamily="34" charset="0"/>
            </a:endParaRPr>
          </a:p>
        </p:txBody>
      </p:sp>
      <p:grpSp>
        <p:nvGrpSpPr>
          <p:cNvPr id="6" name="Group 5">
            <a:extLst>
              <a:ext uri="{FF2B5EF4-FFF2-40B4-BE49-F238E27FC236}">
                <a16:creationId xmlns:a16="http://schemas.microsoft.com/office/drawing/2014/main" id="{B4AA9215-EE81-44AD-A571-D8BF329EC93A}"/>
              </a:ext>
            </a:extLst>
          </p:cNvPr>
          <p:cNvGrpSpPr/>
          <p:nvPr/>
        </p:nvGrpSpPr>
        <p:grpSpPr>
          <a:xfrm>
            <a:off x="8890139" y="547688"/>
            <a:ext cx="3315439" cy="6324507"/>
            <a:chOff x="8890139" y="547688"/>
            <a:chExt cx="3315439" cy="6324507"/>
          </a:xfrm>
        </p:grpSpPr>
        <p:sp>
          <p:nvSpPr>
            <p:cNvPr id="5" name="Rectangle 4"/>
            <p:cNvSpPr/>
            <p:nvPr/>
          </p:nvSpPr>
          <p:spPr bwMode="auto">
            <a:xfrm>
              <a:off x="8890139" y="547688"/>
              <a:ext cx="3301861" cy="6310313"/>
            </a:xfrm>
            <a:prstGeom prst="rect">
              <a:avLst/>
            </a:prstGeom>
            <a:solidFill>
              <a:schemeClr val="tx2"/>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en-GB" sz="2400" b="1" i="0" u="none" strike="noStrike" cap="none" normalizeH="0" baseline="0">
                <a:ln>
                  <a:noFill/>
                </a:ln>
                <a:solidFill>
                  <a:schemeClr val="tx1"/>
                </a:solidFill>
                <a:effectLst/>
                <a:latin typeface="Arial" charset="0"/>
                <a:ea typeface="MS Gothic" pitchFamily="49" charset="-128"/>
              </a:endParaRPr>
            </a:p>
          </p:txBody>
        </p:sp>
        <p:pic>
          <p:nvPicPr>
            <p:cNvPr id="11" name="Picture 2" descr="\\10.131.80.15\coe-store2\_2016_Benchmark Archive\NG_HelicalArchive\MCT_CDStack\CDStack\Circular.jpg"/>
            <p:cNvPicPr>
              <a:picLocks noChangeAspect="1" noChangeArrowheads="1"/>
            </p:cNvPicPr>
            <p:nvPr/>
          </p:nvPicPr>
          <p:blipFill rotWithShape="1">
            <a:blip r:embed="rId4">
              <a:extLst>
                <a:ext uri="{28A0092B-C50C-407E-A947-70E740481C1C}">
                  <a14:useLocalDpi xmlns:a14="http://schemas.microsoft.com/office/drawing/2010/main" val="0"/>
                </a:ext>
              </a:extLst>
            </a:blip>
            <a:srcRect l="56715" r="7834" b="50000"/>
            <a:stretch/>
          </p:blipFill>
          <p:spPr bwMode="auto">
            <a:xfrm>
              <a:off x="8984582" y="589173"/>
              <a:ext cx="3112974" cy="3129141"/>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3" descr="\\10.131.80.15\coe-store2\_2016_Benchmark Archive\NG_HelicalArchive\MCT_CDStack\CDStack\Helical.jpg"/>
            <p:cNvPicPr>
              <a:picLocks noChangeAspect="1" noChangeArrowheads="1"/>
            </p:cNvPicPr>
            <p:nvPr/>
          </p:nvPicPr>
          <p:blipFill rotWithShape="1">
            <a:blip r:embed="rId5">
              <a:extLst>
                <a:ext uri="{28A0092B-C50C-407E-A947-70E740481C1C}">
                  <a14:useLocalDpi xmlns:a14="http://schemas.microsoft.com/office/drawing/2010/main" val="0"/>
                </a:ext>
              </a:extLst>
            </a:blip>
            <a:srcRect l="56476" r="6188" b="50000"/>
            <a:stretch/>
          </p:blipFill>
          <p:spPr bwMode="auto">
            <a:xfrm rot="21540000">
              <a:off x="8916945" y="3729678"/>
              <a:ext cx="3248249" cy="3100214"/>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p:cNvSpPr txBox="1"/>
            <p:nvPr/>
          </p:nvSpPr>
          <p:spPr>
            <a:xfrm>
              <a:off x="11205556" y="3321248"/>
              <a:ext cx="1000022" cy="307777"/>
            </a:xfrm>
            <a:prstGeom prst="rect">
              <a:avLst/>
            </a:prstGeom>
            <a:solidFill>
              <a:schemeClr val="accent4"/>
            </a:solidFill>
            <a:ln>
              <a:solidFill>
                <a:schemeClr val="accent2"/>
              </a:solidFill>
            </a:ln>
          </p:spPr>
          <p:txBody>
            <a:bodyPr wrap="square" rtlCol="0">
              <a:spAutoFit/>
            </a:bodyPr>
            <a:lstStyle/>
            <a:p>
              <a:pPr algn="ctr"/>
              <a:r>
                <a:rPr lang="en-GB" sz="1400" dirty="0">
                  <a:solidFill>
                    <a:schemeClr val="accent2"/>
                  </a:solidFill>
                  <a:latin typeface="Calibri" panose="020F0502020204030204" pitchFamily="34" charset="0"/>
                  <a:cs typeface="Calibri" panose="020F0502020204030204" pitchFamily="34" charset="0"/>
                </a:rPr>
                <a:t>Circular CT</a:t>
              </a:r>
              <a:endParaRPr lang="en-GB" sz="1400" b="0" dirty="0">
                <a:solidFill>
                  <a:schemeClr val="accent2"/>
                </a:solidFill>
                <a:latin typeface="Calibri" panose="020F0502020204030204" pitchFamily="34" charset="0"/>
                <a:cs typeface="Calibri" panose="020F0502020204030204" pitchFamily="34" charset="0"/>
              </a:endParaRPr>
            </a:p>
          </p:txBody>
        </p:sp>
        <p:sp>
          <p:nvSpPr>
            <p:cNvPr id="14" name="TextBox 13"/>
            <p:cNvSpPr txBox="1"/>
            <p:nvPr/>
          </p:nvSpPr>
          <p:spPr>
            <a:xfrm>
              <a:off x="11191978" y="6564418"/>
              <a:ext cx="1000022" cy="307777"/>
            </a:xfrm>
            <a:prstGeom prst="rect">
              <a:avLst/>
            </a:prstGeom>
            <a:solidFill>
              <a:schemeClr val="accent4"/>
            </a:solidFill>
            <a:ln>
              <a:solidFill>
                <a:schemeClr val="accent2"/>
              </a:solidFill>
            </a:ln>
          </p:spPr>
          <p:txBody>
            <a:bodyPr wrap="square" rtlCol="0">
              <a:spAutoFit/>
            </a:bodyPr>
            <a:lstStyle/>
            <a:p>
              <a:pPr algn="ctr"/>
              <a:r>
                <a:rPr lang="en-GB" sz="1400" dirty="0" err="1">
                  <a:solidFill>
                    <a:schemeClr val="accent2"/>
                  </a:solidFill>
                  <a:latin typeface="Calibri" panose="020F0502020204030204" pitchFamily="34" charset="0"/>
                  <a:cs typeface="Calibri" panose="020F0502020204030204" pitchFamily="34" charset="0"/>
                </a:rPr>
                <a:t>X.Tend</a:t>
              </a:r>
              <a:endParaRPr lang="en-GB" sz="1400" b="0" dirty="0">
                <a:solidFill>
                  <a:schemeClr val="accent2"/>
                </a:solidFill>
                <a:latin typeface="Calibri" panose="020F0502020204030204" pitchFamily="34" charset="0"/>
                <a:cs typeface="Calibri" panose="020F0502020204030204" pitchFamily="34" charset="0"/>
              </a:endParaRPr>
            </a:p>
          </p:txBody>
        </p:sp>
      </p:grpSp>
    </p:spTree>
    <p:extLst>
      <p:ext uri="{BB962C8B-B14F-4D97-AF65-F5344CB8AC3E}">
        <p14:creationId xmlns:p14="http://schemas.microsoft.com/office/powerpoint/2010/main" val="285863979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Limited Angle CT</a:t>
            </a:r>
          </a:p>
        </p:txBody>
      </p:sp>
      <p:sp>
        <p:nvSpPr>
          <p:cNvPr id="4" name="Slide Number Placeholder 3"/>
          <p:cNvSpPr>
            <a:spLocks noGrp="1"/>
          </p:cNvSpPr>
          <p:nvPr>
            <p:ph type="sldNum" sz="quarter" idx="10"/>
          </p:nvPr>
        </p:nvSpPr>
        <p:spPr/>
        <p:txBody>
          <a:bodyPr/>
          <a:lstStyle/>
          <a:p>
            <a:pPr>
              <a:defRPr/>
            </a:pPr>
            <a:fld id="{C0335DDC-D7BD-499D-8620-A8CC6675656F}" type="slidenum">
              <a:rPr lang="en-US" altLang="ja-JP" smtClean="0"/>
              <a:pPr>
                <a:defRPr/>
              </a:pPr>
              <a:t>35</a:t>
            </a:fld>
            <a:endParaRPr lang="en-US" altLang="ja-JP"/>
          </a:p>
        </p:txBody>
      </p:sp>
      <p:pic>
        <p:nvPicPr>
          <p:cNvPr id="7" name="Picture 6"/>
          <p:cNvPicPr/>
          <p:nvPr/>
        </p:nvPicPr>
        <p:blipFill rotWithShape="1">
          <a:blip r:embed="rId2">
            <a:extLst>
              <a:ext uri="{28A0092B-C50C-407E-A947-70E740481C1C}">
                <a14:useLocalDpi xmlns:a14="http://schemas.microsoft.com/office/drawing/2010/main" val="0"/>
              </a:ext>
            </a:extLst>
          </a:blip>
          <a:srcRect l="1156" t="53418" r="1271" b="23541"/>
          <a:stretch/>
        </p:blipFill>
        <p:spPr bwMode="auto">
          <a:xfrm>
            <a:off x="5687483" y="1620487"/>
            <a:ext cx="5899998" cy="2121780"/>
          </a:xfrm>
          <a:prstGeom prst="rect">
            <a:avLst/>
          </a:prstGeom>
          <a:ln w="38100" cap="sq">
            <a:noFill/>
            <a:prstDash val="solid"/>
            <a:miter lim="800000"/>
          </a:ln>
          <a:effectLst/>
        </p:spPr>
      </p:pic>
      <p:pic>
        <p:nvPicPr>
          <p:cNvPr id="8" name="Picture 7"/>
          <p:cNvPicPr/>
          <p:nvPr/>
        </p:nvPicPr>
        <p:blipFill rotWithShape="1">
          <a:blip r:embed="rId2">
            <a:extLst>
              <a:ext uri="{28A0092B-C50C-407E-A947-70E740481C1C}">
                <a14:useLocalDpi xmlns:a14="http://schemas.microsoft.com/office/drawing/2010/main" val="0"/>
              </a:ext>
            </a:extLst>
          </a:blip>
          <a:srcRect l="1156" t="76761" r="1271" b="1002"/>
          <a:stretch/>
        </p:blipFill>
        <p:spPr bwMode="auto">
          <a:xfrm>
            <a:off x="5687483" y="3742267"/>
            <a:ext cx="5899998" cy="2047830"/>
          </a:xfrm>
          <a:prstGeom prst="rect">
            <a:avLst/>
          </a:prstGeom>
          <a:ln w="38100" cap="sq">
            <a:noFill/>
            <a:prstDash val="solid"/>
            <a:miter lim="800000"/>
          </a:ln>
          <a:effectLst/>
        </p:spPr>
      </p:pic>
      <p:sp>
        <p:nvSpPr>
          <p:cNvPr id="9" name="TextBox 8"/>
          <p:cNvSpPr txBox="1"/>
          <p:nvPr/>
        </p:nvSpPr>
        <p:spPr>
          <a:xfrm>
            <a:off x="389467" y="807687"/>
            <a:ext cx="5113866" cy="4401205"/>
          </a:xfrm>
          <a:prstGeom prst="rect">
            <a:avLst/>
          </a:prstGeom>
          <a:noFill/>
        </p:spPr>
        <p:txBody>
          <a:bodyPr wrap="square" rtlCol="0">
            <a:spAutoFit/>
          </a:bodyPr>
          <a:lstStyle/>
          <a:p>
            <a:r>
              <a:rPr lang="en-US" sz="2000" b="0" dirty="0">
                <a:latin typeface="Calibri" panose="020F0502020204030204" pitchFamily="34" charset="0"/>
              </a:rPr>
              <a:t>Limited Angle CT allows more flexibility to scan regions of large samples by avoiding collision with the source or detector</a:t>
            </a:r>
          </a:p>
          <a:p>
            <a:endParaRPr lang="en-US" sz="2000" b="0" dirty="0">
              <a:latin typeface="Calibri" panose="020F0502020204030204" pitchFamily="34" charset="0"/>
            </a:endParaRPr>
          </a:p>
          <a:p>
            <a:endParaRPr lang="en-US" sz="2000" dirty="0">
              <a:latin typeface="Calibri" panose="020F0502020204030204" pitchFamily="34" charset="0"/>
            </a:endParaRPr>
          </a:p>
          <a:p>
            <a:pPr marL="342900" indent="-342900">
              <a:buFont typeface="Arial" panose="020B0604020202020204" pitchFamily="34" charset="0"/>
              <a:buChar char="•"/>
            </a:pPr>
            <a:r>
              <a:rPr lang="en-US" sz="2000" b="0" dirty="0">
                <a:latin typeface="Calibri" panose="020F0502020204030204" pitchFamily="34" charset="0"/>
              </a:rPr>
              <a:t>Higher magnification for</a:t>
            </a:r>
            <a:r>
              <a:rPr lang="en-US" sz="2000" dirty="0">
                <a:latin typeface="Calibri" panose="020F0502020204030204" pitchFamily="34" charset="0"/>
              </a:rPr>
              <a:t> better resolution </a:t>
            </a:r>
            <a:r>
              <a:rPr lang="en-US" sz="2000" b="0" dirty="0">
                <a:latin typeface="Calibri" panose="020F0502020204030204" pitchFamily="34" charset="0"/>
              </a:rPr>
              <a:t>at edges of large samples</a:t>
            </a:r>
          </a:p>
          <a:p>
            <a:pPr marL="342900" indent="-342900">
              <a:buFont typeface="Arial" panose="020B0604020202020204" pitchFamily="34" charset="0"/>
              <a:buChar char="•"/>
            </a:pPr>
            <a:endParaRPr lang="en-US" sz="2000" dirty="0">
              <a:latin typeface="Calibri" panose="020F0502020204030204" pitchFamily="34" charset="0"/>
            </a:endParaRPr>
          </a:p>
          <a:p>
            <a:pPr marL="342900" indent="-342900">
              <a:buFont typeface="Arial" panose="020B0604020202020204" pitchFamily="34" charset="0"/>
              <a:buChar char="•"/>
            </a:pPr>
            <a:endParaRPr lang="en-US" sz="2000" dirty="0">
              <a:latin typeface="Calibri" panose="020F0502020204030204" pitchFamily="34" charset="0"/>
            </a:endParaRPr>
          </a:p>
          <a:p>
            <a:pPr marL="342900" indent="-342900">
              <a:buFont typeface="Arial" panose="020B0604020202020204" pitchFamily="34" charset="0"/>
              <a:buChar char="•"/>
            </a:pPr>
            <a:endParaRPr lang="en-US" sz="2000" dirty="0">
              <a:latin typeface="Calibri" panose="020F0502020204030204" pitchFamily="34" charset="0"/>
            </a:endParaRPr>
          </a:p>
          <a:p>
            <a:pPr marL="342900" indent="-342900">
              <a:buFont typeface="Arial" panose="020B0604020202020204" pitchFamily="34" charset="0"/>
              <a:buChar char="•"/>
            </a:pPr>
            <a:endParaRPr lang="en-US" sz="2000" dirty="0">
              <a:latin typeface="Calibri" panose="020F0502020204030204" pitchFamily="34" charset="0"/>
            </a:endParaRPr>
          </a:p>
          <a:p>
            <a:pPr marL="342900" indent="-342900">
              <a:buFont typeface="Arial" panose="020B0604020202020204" pitchFamily="34" charset="0"/>
              <a:buChar char="•"/>
            </a:pPr>
            <a:endParaRPr lang="en-US" sz="2000" b="0" dirty="0">
              <a:latin typeface="Calibri" panose="020F0502020204030204" pitchFamily="34" charset="0"/>
            </a:endParaRPr>
          </a:p>
          <a:p>
            <a:pPr marL="342900" indent="-342900">
              <a:buFont typeface="Arial" panose="020B0604020202020204" pitchFamily="34" charset="0"/>
              <a:buChar char="•"/>
            </a:pPr>
            <a:r>
              <a:rPr lang="en-US" sz="2000" b="0" dirty="0">
                <a:latin typeface="Calibri" panose="020F0502020204030204" pitchFamily="34" charset="0"/>
              </a:rPr>
              <a:t>Lower magnification for</a:t>
            </a:r>
            <a:r>
              <a:rPr lang="en-US" sz="2000" dirty="0">
                <a:latin typeface="Calibri" panose="020F0502020204030204" pitchFamily="34" charset="0"/>
              </a:rPr>
              <a:t> larger field-of-view </a:t>
            </a:r>
            <a:r>
              <a:rPr lang="en-US" sz="2000" b="0" dirty="0">
                <a:latin typeface="Calibri" panose="020F0502020204030204" pitchFamily="34" charset="0"/>
              </a:rPr>
              <a:t>at edges of large sample</a:t>
            </a:r>
            <a:endParaRPr lang="nl-BE" sz="2000" b="0" dirty="0">
              <a:latin typeface="Calibri" panose="020F0502020204030204" pitchFamily="34" charset="0"/>
            </a:endParaRPr>
          </a:p>
        </p:txBody>
      </p:sp>
    </p:spTree>
    <p:extLst>
      <p:ext uri="{BB962C8B-B14F-4D97-AF65-F5344CB8AC3E}">
        <p14:creationId xmlns:p14="http://schemas.microsoft.com/office/powerpoint/2010/main" val="242300492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bwMode="auto">
          <a:xfrm>
            <a:off x="0" y="0"/>
            <a:ext cx="12192000" cy="6858000"/>
          </a:xfrm>
          <a:prstGeom prst="rect">
            <a:avLst/>
          </a:prstGeom>
          <a:solidFill>
            <a:schemeClr val="accent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en-US" sz="2400" b="1" i="0" u="none" strike="noStrike" cap="none" normalizeH="0" baseline="0" dirty="0">
              <a:ln>
                <a:noFill/>
              </a:ln>
              <a:solidFill>
                <a:schemeClr val="tx1"/>
              </a:solidFill>
              <a:effectLst/>
              <a:latin typeface="Arial" charset="0"/>
              <a:ea typeface="MS Gothic" pitchFamily="49" charset="-128"/>
            </a:endParaRPr>
          </a:p>
        </p:txBody>
      </p:sp>
      <p:sp>
        <p:nvSpPr>
          <p:cNvPr id="4" name="Slide Number Placeholder 3"/>
          <p:cNvSpPr>
            <a:spLocks noGrp="1"/>
          </p:cNvSpPr>
          <p:nvPr>
            <p:ph type="sldNum" sz="quarter" idx="10"/>
          </p:nvPr>
        </p:nvSpPr>
        <p:spPr/>
        <p:txBody>
          <a:bodyPr/>
          <a:lstStyle/>
          <a:p>
            <a:pPr>
              <a:defRPr/>
            </a:pPr>
            <a:fld id="{C0335DDC-D7BD-499D-8620-A8CC6675656F}" type="slidenum">
              <a:rPr lang="en-US" altLang="ja-JP" smtClean="0"/>
              <a:pPr>
                <a:defRPr/>
              </a:pPr>
              <a:t>36</a:t>
            </a:fld>
            <a:endParaRPr lang="en-US" altLang="ja-JP" dirty="0"/>
          </a:p>
        </p:txBody>
      </p:sp>
      <p:sp>
        <p:nvSpPr>
          <p:cNvPr id="5" name="Rectangle 4"/>
          <p:cNvSpPr/>
          <p:nvPr/>
        </p:nvSpPr>
        <p:spPr bwMode="auto">
          <a:xfrm>
            <a:off x="0" y="3063397"/>
            <a:ext cx="12192000" cy="804231"/>
          </a:xfrm>
          <a:prstGeom prst="rect">
            <a:avLst/>
          </a:prstGeom>
          <a:solidFill>
            <a:srgbClr val="666666"/>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628650" marR="0" defTabSz="914400" rtl="0" eaLnBrk="1" fontAlgn="base" latinLnBrk="0" hangingPunct="1">
              <a:lnSpc>
                <a:spcPct val="100000"/>
              </a:lnSpc>
              <a:spcBef>
                <a:spcPct val="0"/>
              </a:spcBef>
              <a:spcAft>
                <a:spcPct val="0"/>
              </a:spcAft>
              <a:buClrTx/>
              <a:buSzTx/>
              <a:buFontTx/>
              <a:buNone/>
              <a:tabLst/>
            </a:pPr>
            <a:r>
              <a:rPr lang="en-US" sz="2800" dirty="0">
                <a:solidFill>
                  <a:schemeClr val="bg1"/>
                </a:solidFill>
                <a:latin typeface="Calibri" panose="020F0502020204030204" pitchFamily="34" charset="0"/>
              </a:rPr>
              <a:t>Beam Hardening</a:t>
            </a:r>
            <a:endParaRPr kumimoji="1" lang="en-US" sz="2800" b="1" i="0" u="none" strike="noStrike" cap="none" normalizeH="0" baseline="0" dirty="0">
              <a:ln>
                <a:noFill/>
              </a:ln>
              <a:solidFill>
                <a:schemeClr val="bg1"/>
              </a:solidFill>
              <a:effectLst/>
              <a:latin typeface="Calibri" panose="020F0502020204030204" pitchFamily="34" charset="0"/>
            </a:endParaRPr>
          </a:p>
        </p:txBody>
      </p:sp>
    </p:spTree>
    <p:extLst>
      <p:ext uri="{BB962C8B-B14F-4D97-AF65-F5344CB8AC3E}">
        <p14:creationId xmlns:p14="http://schemas.microsoft.com/office/powerpoint/2010/main" val="344030247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Beam Hardening</a:t>
            </a:r>
          </a:p>
        </p:txBody>
      </p:sp>
      <p:sp>
        <p:nvSpPr>
          <p:cNvPr id="4" name="Slide Number Placeholder 3"/>
          <p:cNvSpPr>
            <a:spLocks noGrp="1"/>
          </p:cNvSpPr>
          <p:nvPr>
            <p:ph type="sldNum" sz="quarter" idx="10"/>
          </p:nvPr>
        </p:nvSpPr>
        <p:spPr/>
        <p:txBody>
          <a:bodyPr/>
          <a:lstStyle/>
          <a:p>
            <a:pPr>
              <a:defRPr/>
            </a:pPr>
            <a:fld id="{C0335DDC-D7BD-499D-8620-A8CC6675656F}" type="slidenum">
              <a:rPr lang="en-US" altLang="ja-JP" smtClean="0"/>
              <a:pPr>
                <a:defRPr/>
              </a:pPr>
              <a:t>37</a:t>
            </a:fld>
            <a:endParaRPr lang="en-US" altLang="ja-JP"/>
          </a:p>
        </p:txBody>
      </p:sp>
      <p:sp>
        <p:nvSpPr>
          <p:cNvPr id="11" name="TextBox 10"/>
          <p:cNvSpPr txBox="1"/>
          <p:nvPr/>
        </p:nvSpPr>
        <p:spPr>
          <a:xfrm>
            <a:off x="142300" y="1538616"/>
            <a:ext cx="6166442" cy="3693319"/>
          </a:xfrm>
          <a:prstGeom prst="rect">
            <a:avLst/>
          </a:prstGeom>
          <a:noFill/>
        </p:spPr>
        <p:txBody>
          <a:bodyPr wrap="square" rtlCol="0">
            <a:spAutoFit/>
          </a:bodyPr>
          <a:lstStyle/>
          <a:p>
            <a:pPr algn="just"/>
            <a:r>
              <a:rPr lang="en-GB" sz="1800" b="0" dirty="0">
                <a:latin typeface="Calibri" panose="020F0502020204030204" pitchFamily="34" charset="0"/>
                <a:cs typeface="Calibri" panose="020F0502020204030204" pitchFamily="34" charset="0"/>
              </a:rPr>
              <a:t>High-energy (</a:t>
            </a:r>
            <a:r>
              <a:rPr lang="en-GB" sz="1800" dirty="0">
                <a:latin typeface="Calibri" panose="020F0502020204030204" pitchFamily="34" charset="0"/>
                <a:cs typeface="Calibri" panose="020F0502020204030204" pitchFamily="34" charset="0"/>
              </a:rPr>
              <a:t>hard</a:t>
            </a:r>
            <a:r>
              <a:rPr lang="en-GB" sz="1800" b="0" dirty="0">
                <a:latin typeface="Calibri" panose="020F0502020204030204" pitchFamily="34" charset="0"/>
                <a:cs typeface="Calibri" panose="020F0502020204030204" pitchFamily="34" charset="0"/>
              </a:rPr>
              <a:t>) X-rays are more likely to penetrate deeper through the sample than low-energy (</a:t>
            </a:r>
            <a:r>
              <a:rPr lang="en-GB" sz="1800" dirty="0">
                <a:latin typeface="Calibri" panose="020F0502020204030204" pitchFamily="34" charset="0"/>
                <a:cs typeface="Calibri" panose="020F0502020204030204" pitchFamily="34" charset="0"/>
              </a:rPr>
              <a:t>soft</a:t>
            </a:r>
            <a:r>
              <a:rPr lang="en-GB" sz="1800" b="0" dirty="0">
                <a:latin typeface="Calibri" panose="020F0502020204030204" pitchFamily="34" charset="0"/>
                <a:cs typeface="Calibri" panose="020F0502020204030204" pitchFamily="34" charset="0"/>
              </a:rPr>
              <a:t>) X-rays.</a:t>
            </a:r>
          </a:p>
          <a:p>
            <a:pPr algn="just"/>
            <a:endParaRPr lang="en-GB" sz="1800" b="0" dirty="0">
              <a:latin typeface="Calibri" panose="020F0502020204030204" pitchFamily="34" charset="0"/>
              <a:cs typeface="Calibri" panose="020F0502020204030204" pitchFamily="34" charset="0"/>
            </a:endParaRPr>
          </a:p>
          <a:p>
            <a:pPr algn="just"/>
            <a:endParaRPr lang="en-GB" sz="1800" b="0" dirty="0">
              <a:latin typeface="Calibri" panose="020F0502020204030204" pitchFamily="34" charset="0"/>
              <a:cs typeface="Calibri" panose="020F0502020204030204" pitchFamily="34" charset="0"/>
            </a:endParaRPr>
          </a:p>
          <a:p>
            <a:pPr algn="just"/>
            <a:r>
              <a:rPr lang="en-GB" sz="1800" b="0" dirty="0">
                <a:latin typeface="Calibri" panose="020F0502020204030204" pitchFamily="34" charset="0"/>
                <a:cs typeface="Calibri" panose="020F0502020204030204" pitchFamily="34" charset="0"/>
              </a:rPr>
              <a:t>As the X-rays travel through the sample, the lower energy X-rays are removed from the beam leaving behind only higher energy X-rays – the beam gets </a:t>
            </a:r>
            <a:r>
              <a:rPr lang="en-GB" sz="1800" dirty="0">
                <a:latin typeface="Calibri" panose="020F0502020204030204" pitchFamily="34" charset="0"/>
                <a:cs typeface="Calibri" panose="020F0502020204030204" pitchFamily="34" charset="0"/>
              </a:rPr>
              <a:t>harder.</a:t>
            </a:r>
            <a:endParaRPr lang="en-GB" sz="1800" b="0" dirty="0">
              <a:latin typeface="Calibri" panose="020F0502020204030204" pitchFamily="34" charset="0"/>
              <a:cs typeface="Calibri" panose="020F0502020204030204" pitchFamily="34" charset="0"/>
            </a:endParaRPr>
          </a:p>
          <a:p>
            <a:pPr algn="just"/>
            <a:endParaRPr lang="en-GB" sz="1800" b="0" dirty="0">
              <a:latin typeface="Calibri" panose="020F0502020204030204" pitchFamily="34" charset="0"/>
              <a:cs typeface="Calibri" panose="020F0502020204030204" pitchFamily="34" charset="0"/>
            </a:endParaRPr>
          </a:p>
          <a:p>
            <a:pPr algn="just"/>
            <a:endParaRPr lang="en-GB" sz="1800" b="0" dirty="0">
              <a:latin typeface="Calibri" panose="020F0502020204030204" pitchFamily="34" charset="0"/>
              <a:cs typeface="Calibri" panose="020F0502020204030204" pitchFamily="34" charset="0"/>
            </a:endParaRPr>
          </a:p>
          <a:p>
            <a:pPr algn="just"/>
            <a:r>
              <a:rPr lang="en-GB" sz="1800" b="0" dirty="0">
                <a:latin typeface="Calibri" panose="020F0502020204030204" pitchFamily="34" charset="0"/>
                <a:cs typeface="Calibri" panose="020F0502020204030204" pitchFamily="34" charset="0"/>
              </a:rPr>
              <a:t>This means that </a:t>
            </a:r>
            <a:r>
              <a:rPr lang="en-GB" sz="1800" dirty="0">
                <a:latin typeface="Calibri" panose="020F0502020204030204" pitchFamily="34" charset="0"/>
                <a:cs typeface="Calibri" panose="020F0502020204030204" pitchFamily="34" charset="0"/>
              </a:rPr>
              <a:t>we get much more X-ray absorption at the edges</a:t>
            </a:r>
            <a:r>
              <a:rPr lang="en-GB" sz="1800" b="0" dirty="0">
                <a:latin typeface="Calibri" panose="020F0502020204030204" pitchFamily="34" charset="0"/>
                <a:cs typeface="Calibri" panose="020F0502020204030204" pitchFamily="34" charset="0"/>
              </a:rPr>
              <a:t> of the sample. This is called </a:t>
            </a:r>
            <a:r>
              <a:rPr lang="en-GB" sz="1800" dirty="0">
                <a:latin typeface="Calibri" panose="020F0502020204030204" pitchFamily="34" charset="0"/>
                <a:cs typeface="Calibri" panose="020F0502020204030204" pitchFamily="34" charset="0"/>
              </a:rPr>
              <a:t>beam hardening</a:t>
            </a:r>
            <a:r>
              <a:rPr lang="en-GB" sz="1800" b="0" dirty="0">
                <a:latin typeface="Calibri" panose="020F0502020204030204" pitchFamily="34" charset="0"/>
                <a:cs typeface="Calibri" panose="020F0502020204030204" pitchFamily="34" charset="0"/>
              </a:rPr>
              <a:t>.</a:t>
            </a:r>
          </a:p>
          <a:p>
            <a:pPr algn="just"/>
            <a:endParaRPr lang="en-GB" sz="1800" b="0" dirty="0">
              <a:latin typeface="Calibri" panose="020F0502020204030204" pitchFamily="34" charset="0"/>
              <a:cs typeface="Calibri" panose="020F0502020204030204" pitchFamily="34" charset="0"/>
            </a:endParaRPr>
          </a:p>
          <a:p>
            <a:pPr algn="just"/>
            <a:endParaRPr lang="en-GB" sz="1800" b="0" dirty="0">
              <a:latin typeface="Calibri" panose="020F0502020204030204" pitchFamily="34" charset="0"/>
              <a:cs typeface="Calibri" panose="020F0502020204030204" pitchFamily="34" charset="0"/>
            </a:endParaRPr>
          </a:p>
        </p:txBody>
      </p:sp>
      <p:pic>
        <p:nvPicPr>
          <p:cNvPr id="7" name="Picture 6" descr="UsingAllProjImage.jpg"/>
          <p:cNvPicPr>
            <a:picLocks/>
          </p:cNvPicPr>
          <p:nvPr/>
        </p:nvPicPr>
        <p:blipFill rotWithShape="1">
          <a:blip r:embed="rId2">
            <a:extLst>
              <a:ext uri="{28A0092B-C50C-407E-A947-70E740481C1C}">
                <a14:useLocalDpi xmlns:a14="http://schemas.microsoft.com/office/drawing/2010/main" val="0"/>
              </a:ext>
            </a:extLst>
          </a:blip>
          <a:srcRect l="11061" t="11925" r="9094" b="8876"/>
          <a:stretch/>
        </p:blipFill>
        <p:spPr bwMode="auto">
          <a:xfrm>
            <a:off x="6606087" y="1206857"/>
            <a:ext cx="4874713" cy="487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8681819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Beam Hardening</a:t>
            </a:r>
          </a:p>
        </p:txBody>
      </p:sp>
      <p:sp>
        <p:nvSpPr>
          <p:cNvPr id="4" name="Slide Number Placeholder 3"/>
          <p:cNvSpPr>
            <a:spLocks noGrp="1"/>
          </p:cNvSpPr>
          <p:nvPr>
            <p:ph type="sldNum" sz="quarter" idx="10"/>
          </p:nvPr>
        </p:nvSpPr>
        <p:spPr/>
        <p:txBody>
          <a:bodyPr/>
          <a:lstStyle/>
          <a:p>
            <a:pPr>
              <a:defRPr/>
            </a:pPr>
            <a:fld id="{C0335DDC-D7BD-499D-8620-A8CC6675656F}" type="slidenum">
              <a:rPr lang="en-US" altLang="ja-JP" smtClean="0"/>
              <a:pPr>
                <a:defRPr/>
              </a:pPr>
              <a:t>38</a:t>
            </a:fld>
            <a:endParaRPr lang="en-US" altLang="ja-JP"/>
          </a:p>
        </p:txBody>
      </p:sp>
      <p:pic>
        <p:nvPicPr>
          <p:cNvPr id="7" name="Picture 6" descr="UsingAllProjImage.jpg"/>
          <p:cNvPicPr>
            <a:picLocks/>
          </p:cNvPicPr>
          <p:nvPr/>
        </p:nvPicPr>
        <p:blipFill rotWithShape="1">
          <a:blip r:embed="rId2">
            <a:extLst>
              <a:ext uri="{28A0092B-C50C-407E-A947-70E740481C1C}">
                <a14:useLocalDpi xmlns:a14="http://schemas.microsoft.com/office/drawing/2010/main" val="0"/>
              </a:ext>
            </a:extLst>
          </a:blip>
          <a:srcRect l="11061" t="11925" r="9094" b="8876"/>
          <a:stretch/>
        </p:blipFill>
        <p:spPr bwMode="auto">
          <a:xfrm>
            <a:off x="6606087" y="1206857"/>
            <a:ext cx="4874713" cy="487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7"/>
          <p:cNvSpPr txBox="1"/>
          <p:nvPr/>
        </p:nvSpPr>
        <p:spPr>
          <a:xfrm>
            <a:off x="142300" y="1538616"/>
            <a:ext cx="6166442" cy="1200329"/>
          </a:xfrm>
          <a:prstGeom prst="rect">
            <a:avLst/>
          </a:prstGeom>
          <a:noFill/>
        </p:spPr>
        <p:txBody>
          <a:bodyPr wrap="square" rtlCol="0">
            <a:spAutoFit/>
          </a:bodyPr>
          <a:lstStyle/>
          <a:p>
            <a:pPr algn="just"/>
            <a:r>
              <a:rPr lang="en-GB" sz="1800" b="0" dirty="0">
                <a:latin typeface="Calibri" panose="020F0502020204030204" pitchFamily="34" charset="0"/>
                <a:cs typeface="Calibri" panose="020F0502020204030204" pitchFamily="34" charset="0"/>
              </a:rPr>
              <a:t>The bright-to-dark gradient is a common symptom of beam hardening.</a:t>
            </a:r>
          </a:p>
          <a:p>
            <a:pPr algn="just"/>
            <a:endParaRPr lang="en-GB" sz="1800" b="0" dirty="0">
              <a:latin typeface="Calibri" panose="020F0502020204030204" pitchFamily="34" charset="0"/>
              <a:cs typeface="Calibri" panose="020F0502020204030204" pitchFamily="34" charset="0"/>
            </a:endParaRPr>
          </a:p>
          <a:p>
            <a:pPr algn="just"/>
            <a:r>
              <a:rPr lang="en-GB" sz="1800" b="0" dirty="0">
                <a:latin typeface="Calibri" panose="020F0502020204030204" pitchFamily="34" charset="0"/>
                <a:cs typeface="Calibri" panose="020F0502020204030204" pitchFamily="34" charset="0"/>
              </a:rPr>
              <a:t>This can be seen as “cupping” in a line profile.</a:t>
            </a:r>
          </a:p>
        </p:txBody>
      </p:sp>
      <p:grpSp>
        <p:nvGrpSpPr>
          <p:cNvPr id="11" name="Group 10"/>
          <p:cNvGrpSpPr/>
          <p:nvPr/>
        </p:nvGrpSpPr>
        <p:grpSpPr>
          <a:xfrm>
            <a:off x="0" y="3319471"/>
            <a:ext cx="6495190" cy="2096135"/>
            <a:chOff x="2618172" y="2709428"/>
            <a:chExt cx="7098104" cy="2534357"/>
          </a:xfrm>
        </p:grpSpPr>
        <p:pic>
          <p:nvPicPr>
            <p:cNvPr id="3" name="Picture 2"/>
            <p:cNvPicPr>
              <a:picLocks noChangeAspect="1"/>
            </p:cNvPicPr>
            <p:nvPr/>
          </p:nvPicPr>
          <p:blipFill>
            <a:blip r:embed="rId3"/>
            <a:stretch>
              <a:fillRect/>
            </a:stretch>
          </p:blipFill>
          <p:spPr>
            <a:xfrm>
              <a:off x="2618172" y="2709428"/>
              <a:ext cx="7098104" cy="2534357"/>
            </a:xfrm>
            <a:prstGeom prst="rect">
              <a:avLst/>
            </a:prstGeom>
          </p:spPr>
        </p:pic>
        <p:sp>
          <p:nvSpPr>
            <p:cNvPr id="10" name="Freeform 9"/>
            <p:cNvSpPr/>
            <p:nvPr/>
          </p:nvSpPr>
          <p:spPr bwMode="auto">
            <a:xfrm>
              <a:off x="3203350" y="2831690"/>
              <a:ext cx="5987845" cy="1144562"/>
            </a:xfrm>
            <a:custGeom>
              <a:avLst/>
              <a:gdLst>
                <a:gd name="connsiteX0" fmla="*/ 0 w 5987845"/>
                <a:gd name="connsiteY0" fmla="*/ 0 h 1262503"/>
                <a:gd name="connsiteX1" fmla="*/ 3262343 w 5987845"/>
                <a:gd name="connsiteY1" fmla="*/ 1262462 h 1262503"/>
                <a:gd name="connsiteX2" fmla="*/ 5987845 w 5987845"/>
                <a:gd name="connsiteY2" fmla="*/ 47195 h 1262503"/>
                <a:gd name="connsiteX0" fmla="*/ 0 w 5987845"/>
                <a:gd name="connsiteY0" fmla="*/ 0 h 1144520"/>
                <a:gd name="connsiteX1" fmla="*/ 2985073 w 5987845"/>
                <a:gd name="connsiteY1" fmla="*/ 1144474 h 1144520"/>
                <a:gd name="connsiteX2" fmla="*/ 5987845 w 5987845"/>
                <a:gd name="connsiteY2" fmla="*/ 47195 h 1144520"/>
                <a:gd name="connsiteX0" fmla="*/ 0 w 5987845"/>
                <a:gd name="connsiteY0" fmla="*/ 0 h 1173662"/>
                <a:gd name="connsiteX1" fmla="*/ 2985073 w 5987845"/>
                <a:gd name="connsiteY1" fmla="*/ 1144474 h 1173662"/>
                <a:gd name="connsiteX2" fmla="*/ 4448113 w 5987845"/>
                <a:gd name="connsiteY2" fmla="*/ 766916 h 1173662"/>
                <a:gd name="connsiteX3" fmla="*/ 5987845 w 5987845"/>
                <a:gd name="connsiteY3" fmla="*/ 47195 h 1173662"/>
                <a:gd name="connsiteX0" fmla="*/ 0 w 5987845"/>
                <a:gd name="connsiteY0" fmla="*/ 0 h 1184731"/>
                <a:gd name="connsiteX1" fmla="*/ 2985073 w 5987845"/>
                <a:gd name="connsiteY1" fmla="*/ 1144474 h 1184731"/>
                <a:gd name="connsiteX2" fmla="*/ 4890565 w 5987845"/>
                <a:gd name="connsiteY2" fmla="*/ 843608 h 1184731"/>
                <a:gd name="connsiteX3" fmla="*/ 5987845 w 5987845"/>
                <a:gd name="connsiteY3" fmla="*/ 47195 h 1184731"/>
                <a:gd name="connsiteX0" fmla="*/ 0 w 5987845"/>
                <a:gd name="connsiteY0" fmla="*/ 0 h 1184731"/>
                <a:gd name="connsiteX1" fmla="*/ 2985073 w 5987845"/>
                <a:gd name="connsiteY1" fmla="*/ 1144474 h 1184731"/>
                <a:gd name="connsiteX2" fmla="*/ 4890565 w 5987845"/>
                <a:gd name="connsiteY2" fmla="*/ 843608 h 1184731"/>
                <a:gd name="connsiteX3" fmla="*/ 5987845 w 5987845"/>
                <a:gd name="connsiteY3" fmla="*/ 47195 h 1184731"/>
                <a:gd name="connsiteX0" fmla="*/ 0 w 5987845"/>
                <a:gd name="connsiteY0" fmla="*/ 0 h 1184731"/>
                <a:gd name="connsiteX1" fmla="*/ 2985073 w 5987845"/>
                <a:gd name="connsiteY1" fmla="*/ 1144474 h 1184731"/>
                <a:gd name="connsiteX2" fmla="*/ 4890565 w 5987845"/>
                <a:gd name="connsiteY2" fmla="*/ 843608 h 1184731"/>
                <a:gd name="connsiteX3" fmla="*/ 5987845 w 5987845"/>
                <a:gd name="connsiteY3" fmla="*/ 47195 h 1184731"/>
                <a:gd name="connsiteX0" fmla="*/ 0 w 5987845"/>
                <a:gd name="connsiteY0" fmla="*/ 0 h 1152360"/>
                <a:gd name="connsiteX1" fmla="*/ 2985073 w 5987845"/>
                <a:gd name="connsiteY1" fmla="*/ 1144474 h 1152360"/>
                <a:gd name="connsiteX2" fmla="*/ 4890565 w 5987845"/>
                <a:gd name="connsiteY2" fmla="*/ 843608 h 1152360"/>
                <a:gd name="connsiteX3" fmla="*/ 5987845 w 5987845"/>
                <a:gd name="connsiteY3" fmla="*/ 47195 h 1152360"/>
                <a:gd name="connsiteX0" fmla="*/ 0 w 5987845"/>
                <a:gd name="connsiteY0" fmla="*/ 0 h 1144526"/>
                <a:gd name="connsiteX1" fmla="*/ 2985073 w 5987845"/>
                <a:gd name="connsiteY1" fmla="*/ 1144474 h 1144526"/>
                <a:gd name="connsiteX2" fmla="*/ 5987845 w 5987845"/>
                <a:gd name="connsiteY2" fmla="*/ 47195 h 1144526"/>
                <a:gd name="connsiteX0" fmla="*/ 0 w 5987845"/>
                <a:gd name="connsiteY0" fmla="*/ 0 h 1144562"/>
                <a:gd name="connsiteX1" fmla="*/ 2985073 w 5987845"/>
                <a:gd name="connsiteY1" fmla="*/ 1144474 h 1144562"/>
                <a:gd name="connsiteX2" fmla="*/ 5987845 w 5987845"/>
                <a:gd name="connsiteY2" fmla="*/ 47195 h 1144562"/>
              </a:gdLst>
              <a:ahLst/>
              <a:cxnLst>
                <a:cxn ang="0">
                  <a:pos x="connsiteX0" y="connsiteY0"/>
                </a:cxn>
                <a:cxn ang="0">
                  <a:pos x="connsiteX1" y="connsiteY1"/>
                </a:cxn>
                <a:cxn ang="0">
                  <a:pos x="connsiteX2" y="connsiteY2"/>
                </a:cxn>
              </a:cxnLst>
              <a:rect l="l" t="t" r="r" b="b"/>
              <a:pathLst>
                <a:path w="5987845" h="1144562">
                  <a:moveTo>
                    <a:pt x="0" y="0"/>
                  </a:moveTo>
                  <a:cubicBezTo>
                    <a:pt x="548148" y="987159"/>
                    <a:pt x="1987099" y="1136608"/>
                    <a:pt x="2985073" y="1144474"/>
                  </a:cubicBezTo>
                  <a:cubicBezTo>
                    <a:pt x="3983047" y="1152340"/>
                    <a:pt x="5704431" y="635656"/>
                    <a:pt x="5987845" y="47195"/>
                  </a:cubicBezTo>
                </a:path>
              </a:pathLst>
            </a:custGeom>
            <a:noFill/>
            <a:ln w="28575" cap="flat" cmpd="sng" algn="ctr">
              <a:solidFill>
                <a:schemeClr val="accent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en-GB" sz="2400" b="1" i="0" u="none" strike="noStrike" cap="none" normalizeH="0" baseline="0">
                <a:ln>
                  <a:noFill/>
                </a:ln>
                <a:solidFill>
                  <a:schemeClr val="tx1"/>
                </a:solidFill>
                <a:effectLst/>
                <a:latin typeface="Arial" charset="0"/>
                <a:ea typeface="MS Gothic" pitchFamily="49" charset="-128"/>
              </a:endParaRPr>
            </a:p>
          </p:txBody>
        </p:sp>
      </p:grpSp>
      <p:cxnSp>
        <p:nvCxnSpPr>
          <p:cNvPr id="13" name="Straight Connector 12"/>
          <p:cNvCxnSpPr/>
          <p:nvPr/>
        </p:nvCxnSpPr>
        <p:spPr bwMode="auto">
          <a:xfrm>
            <a:off x="7085125" y="1781605"/>
            <a:ext cx="3893574" cy="3757889"/>
          </a:xfrm>
          <a:prstGeom prst="line">
            <a:avLst/>
          </a:prstGeom>
          <a:solidFill>
            <a:schemeClr val="accent1"/>
          </a:solidFill>
          <a:ln w="28575" cap="flat" cmpd="sng" algn="ctr">
            <a:solidFill>
              <a:schemeClr val="accent2"/>
            </a:solidFill>
            <a:prstDash val="solid"/>
            <a:round/>
            <a:headEnd type="none" w="med" len="med"/>
            <a:tailEnd type="none" w="med" len="med"/>
          </a:ln>
          <a:effectLst/>
        </p:spPr>
      </p:cxnSp>
    </p:spTree>
    <p:extLst>
      <p:ext uri="{BB962C8B-B14F-4D97-AF65-F5344CB8AC3E}">
        <p14:creationId xmlns:p14="http://schemas.microsoft.com/office/powerpoint/2010/main" val="92699616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8688D1-4784-4F3E-7E04-F6CF4C92EC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86FFE8-3496-3628-242E-040E14D16748}"/>
              </a:ext>
            </a:extLst>
          </p:cNvPr>
          <p:cNvSpPr>
            <a:spLocks noGrp="1"/>
          </p:cNvSpPr>
          <p:nvPr>
            <p:ph type="title"/>
          </p:nvPr>
        </p:nvSpPr>
        <p:spPr/>
        <p:txBody>
          <a:bodyPr/>
          <a:lstStyle/>
          <a:p>
            <a:r>
              <a:rPr lang="en-GB" dirty="0"/>
              <a:t>Beam Hardening</a:t>
            </a:r>
          </a:p>
        </p:txBody>
      </p:sp>
      <p:sp>
        <p:nvSpPr>
          <p:cNvPr id="4" name="Slide Number Placeholder 3">
            <a:extLst>
              <a:ext uri="{FF2B5EF4-FFF2-40B4-BE49-F238E27FC236}">
                <a16:creationId xmlns:a16="http://schemas.microsoft.com/office/drawing/2014/main" id="{64AD5F2E-E43B-BB28-4F43-FC07637F402B}"/>
              </a:ext>
            </a:extLst>
          </p:cNvPr>
          <p:cNvSpPr>
            <a:spLocks noGrp="1"/>
          </p:cNvSpPr>
          <p:nvPr>
            <p:ph type="sldNum" sz="quarter" idx="10"/>
          </p:nvPr>
        </p:nvSpPr>
        <p:spPr/>
        <p:txBody>
          <a:bodyPr/>
          <a:lstStyle/>
          <a:p>
            <a:pPr>
              <a:defRPr/>
            </a:pPr>
            <a:fld id="{C0335DDC-D7BD-499D-8620-A8CC6675656F}" type="slidenum">
              <a:rPr lang="en-US" altLang="ja-JP" smtClean="0"/>
              <a:pPr>
                <a:defRPr/>
              </a:pPr>
              <a:t>39</a:t>
            </a:fld>
            <a:endParaRPr lang="en-US" altLang="ja-JP"/>
          </a:p>
        </p:txBody>
      </p:sp>
      <p:pic>
        <p:nvPicPr>
          <p:cNvPr id="14" name="Picture 13">
            <a:extLst>
              <a:ext uri="{FF2B5EF4-FFF2-40B4-BE49-F238E27FC236}">
                <a16:creationId xmlns:a16="http://schemas.microsoft.com/office/drawing/2014/main" id="{625E1ED1-79F3-60CF-5D0E-6BF39A7D5D21}"/>
              </a:ext>
            </a:extLst>
          </p:cNvPr>
          <p:cNvPicPr>
            <a:picLocks noChangeAspect="1"/>
          </p:cNvPicPr>
          <p:nvPr/>
        </p:nvPicPr>
        <p:blipFill>
          <a:blip r:embed="rId2"/>
          <a:stretch>
            <a:fillRect/>
          </a:stretch>
        </p:blipFill>
        <p:spPr>
          <a:xfrm>
            <a:off x="3722073" y="634909"/>
            <a:ext cx="4747853" cy="4747853"/>
          </a:xfrm>
          <a:prstGeom prst="rect">
            <a:avLst/>
          </a:prstGeom>
        </p:spPr>
      </p:pic>
      <p:sp>
        <p:nvSpPr>
          <p:cNvPr id="16" name="TextBox 15">
            <a:extLst>
              <a:ext uri="{FF2B5EF4-FFF2-40B4-BE49-F238E27FC236}">
                <a16:creationId xmlns:a16="http://schemas.microsoft.com/office/drawing/2014/main" id="{D98BDB16-C9C9-9402-BABE-0BC6E3F830B5}"/>
              </a:ext>
            </a:extLst>
          </p:cNvPr>
          <p:cNvSpPr txBox="1"/>
          <p:nvPr/>
        </p:nvSpPr>
        <p:spPr>
          <a:xfrm>
            <a:off x="1301749" y="5761426"/>
            <a:ext cx="9588500" cy="461665"/>
          </a:xfrm>
          <a:prstGeom prst="rect">
            <a:avLst/>
          </a:prstGeom>
          <a:noFill/>
        </p:spPr>
        <p:txBody>
          <a:bodyPr wrap="square">
            <a:spAutoFit/>
          </a:bodyPr>
          <a:lstStyle/>
          <a:p>
            <a:r>
              <a:rPr lang="en-GB" sz="2400" i="1" dirty="0">
                <a:effectLst/>
                <a:latin typeface="Calibri" panose="020F0502020204030204" pitchFamily="34" charset="0"/>
                <a:ea typeface="Calibri" panose="020F0502020204030204" pitchFamily="34" charset="0"/>
                <a:cs typeface="Times New Roman" panose="02020603050405020304" pitchFamily="18" charset="0"/>
              </a:rPr>
              <a:t>Disk of 40mm diameter (orange) and considering a chord of 4.5mm (blue)</a:t>
            </a:r>
            <a:endParaRPr lang="en-GB" dirty="0"/>
          </a:p>
        </p:txBody>
      </p:sp>
    </p:spTree>
    <p:extLst>
      <p:ext uri="{BB962C8B-B14F-4D97-AF65-F5344CB8AC3E}">
        <p14:creationId xmlns:p14="http://schemas.microsoft.com/office/powerpoint/2010/main" val="106150521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5B0456-EB44-637B-9BF9-04F71BBD54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2FE421-ACCF-3A3E-97EE-10C0D1B411FD}"/>
              </a:ext>
            </a:extLst>
          </p:cNvPr>
          <p:cNvSpPr>
            <a:spLocks noGrp="1"/>
          </p:cNvSpPr>
          <p:nvPr>
            <p:ph type="title"/>
          </p:nvPr>
        </p:nvSpPr>
        <p:spPr/>
        <p:txBody>
          <a:bodyPr/>
          <a:lstStyle/>
          <a:p>
            <a:r>
              <a:rPr lang="en-GB" dirty="0"/>
              <a:t>Beam Hardening</a:t>
            </a:r>
          </a:p>
        </p:txBody>
      </p:sp>
      <p:sp>
        <p:nvSpPr>
          <p:cNvPr id="4" name="Slide Number Placeholder 3">
            <a:extLst>
              <a:ext uri="{FF2B5EF4-FFF2-40B4-BE49-F238E27FC236}">
                <a16:creationId xmlns:a16="http://schemas.microsoft.com/office/drawing/2014/main" id="{8A73FCD7-1C7A-510E-75C8-71F913F2723E}"/>
              </a:ext>
            </a:extLst>
          </p:cNvPr>
          <p:cNvSpPr>
            <a:spLocks noGrp="1"/>
          </p:cNvSpPr>
          <p:nvPr>
            <p:ph type="sldNum" sz="quarter" idx="10"/>
          </p:nvPr>
        </p:nvSpPr>
        <p:spPr/>
        <p:txBody>
          <a:bodyPr/>
          <a:lstStyle/>
          <a:p>
            <a:pPr>
              <a:defRPr/>
            </a:pPr>
            <a:fld id="{C0335DDC-D7BD-499D-8620-A8CC6675656F}" type="slidenum">
              <a:rPr lang="en-US" altLang="ja-JP" smtClean="0"/>
              <a:pPr>
                <a:defRPr/>
              </a:pPr>
              <a:t>40</a:t>
            </a:fld>
            <a:endParaRPr lang="en-US" altLang="ja-JP"/>
          </a:p>
        </p:txBody>
      </p:sp>
      <p:pic>
        <p:nvPicPr>
          <p:cNvPr id="5" name="Picture 4">
            <a:extLst>
              <a:ext uri="{FF2B5EF4-FFF2-40B4-BE49-F238E27FC236}">
                <a16:creationId xmlns:a16="http://schemas.microsoft.com/office/drawing/2014/main" id="{F042205A-9A94-F33A-B6DB-1FB02237A484}"/>
              </a:ext>
            </a:extLst>
          </p:cNvPr>
          <p:cNvPicPr>
            <a:picLocks noChangeAspect="1"/>
          </p:cNvPicPr>
          <p:nvPr/>
        </p:nvPicPr>
        <p:blipFill>
          <a:blip r:embed="rId2"/>
          <a:stretch>
            <a:fillRect/>
          </a:stretch>
        </p:blipFill>
        <p:spPr>
          <a:xfrm>
            <a:off x="3167699" y="547688"/>
            <a:ext cx="5856602" cy="4290571"/>
          </a:xfrm>
          <a:prstGeom prst="rect">
            <a:avLst/>
          </a:prstGeom>
        </p:spPr>
      </p:pic>
      <p:grpSp>
        <p:nvGrpSpPr>
          <p:cNvPr id="6" name="Group 5">
            <a:extLst>
              <a:ext uri="{FF2B5EF4-FFF2-40B4-BE49-F238E27FC236}">
                <a16:creationId xmlns:a16="http://schemas.microsoft.com/office/drawing/2014/main" id="{36916A5C-8694-A709-E6FC-C7CC77572EA9}"/>
              </a:ext>
            </a:extLst>
          </p:cNvPr>
          <p:cNvGrpSpPr>
            <a:grpSpLocks noChangeAspect="1"/>
          </p:cNvGrpSpPr>
          <p:nvPr/>
        </p:nvGrpSpPr>
        <p:grpSpPr>
          <a:xfrm>
            <a:off x="3674190" y="4838259"/>
            <a:ext cx="4843620" cy="1598242"/>
            <a:chOff x="0" y="0"/>
            <a:chExt cx="6480000" cy="2138472"/>
          </a:xfrm>
        </p:grpSpPr>
        <p:pic>
          <p:nvPicPr>
            <p:cNvPr id="7" name="Picture 6" descr="A white circle with black background&#10;&#10;AI-generated content may be incorrect.">
              <a:extLst>
                <a:ext uri="{FF2B5EF4-FFF2-40B4-BE49-F238E27FC236}">
                  <a16:creationId xmlns:a16="http://schemas.microsoft.com/office/drawing/2014/main" id="{8E41FAC5-85CE-9ED7-B8DE-038B3E86BD41}"/>
                </a:ext>
              </a:extLst>
            </p:cNvPr>
            <p:cNvPicPr>
              <a:picLocks noChangeAspect="1"/>
            </p:cNvPicPr>
            <p:nvPr/>
          </p:nvPicPr>
          <p:blipFill>
            <a:blip r:embed="rId3" cstate="print">
              <a:extLst>
                <a:ext uri="{28A0092B-C50C-407E-A947-70E740481C1C}">
                  <a14:useLocalDpi xmlns:a14="http://schemas.microsoft.com/office/drawing/2010/main" val="0"/>
                </a:ext>
              </a:extLst>
            </a:blip>
            <a:srcRect l="24213" t="6153" r="23808" b="6520"/>
            <a:stretch>
              <a:fillRect/>
            </a:stretch>
          </p:blipFill>
          <p:spPr>
            <a:xfrm>
              <a:off x="4320000" y="0"/>
              <a:ext cx="2160000" cy="2138472"/>
            </a:xfrm>
            <a:prstGeom prst="rect">
              <a:avLst/>
            </a:prstGeom>
          </p:spPr>
        </p:pic>
        <p:pic>
          <p:nvPicPr>
            <p:cNvPr id="8" name="Picture 7" descr="A white circle with black background&#10;&#10;AI-generated content may be incorrect.">
              <a:extLst>
                <a:ext uri="{FF2B5EF4-FFF2-40B4-BE49-F238E27FC236}">
                  <a16:creationId xmlns:a16="http://schemas.microsoft.com/office/drawing/2014/main" id="{E9FD30F0-0A74-A8F3-6BBA-C2EE07CAE088}"/>
                </a:ext>
              </a:extLst>
            </p:cNvPr>
            <p:cNvPicPr>
              <a:picLocks noChangeAspect="1"/>
            </p:cNvPicPr>
            <p:nvPr/>
          </p:nvPicPr>
          <p:blipFill>
            <a:blip r:embed="rId3" cstate="print">
              <a:extLst>
                <a:ext uri="{28A0092B-C50C-407E-A947-70E740481C1C}">
                  <a14:useLocalDpi xmlns:a14="http://schemas.microsoft.com/office/drawing/2010/main" val="0"/>
                </a:ext>
              </a:extLst>
            </a:blip>
            <a:srcRect l="24213" t="6153" r="23808" b="6520"/>
            <a:stretch>
              <a:fillRect/>
            </a:stretch>
          </p:blipFill>
          <p:spPr>
            <a:xfrm>
              <a:off x="2160000" y="0"/>
              <a:ext cx="2160000" cy="2138472"/>
            </a:xfrm>
            <a:prstGeom prst="rect">
              <a:avLst/>
            </a:prstGeom>
          </p:spPr>
        </p:pic>
        <p:pic>
          <p:nvPicPr>
            <p:cNvPr id="9" name="Picture 8" descr="A close-up of a planet&#10;&#10;AI-generated content may be incorrect.">
              <a:extLst>
                <a:ext uri="{FF2B5EF4-FFF2-40B4-BE49-F238E27FC236}">
                  <a16:creationId xmlns:a16="http://schemas.microsoft.com/office/drawing/2014/main" id="{E1B63E98-8E12-2145-9735-704D9F52F55B}"/>
                </a:ext>
              </a:extLst>
            </p:cNvPr>
            <p:cNvPicPr>
              <a:picLocks noChangeAspect="1"/>
            </p:cNvPicPr>
            <p:nvPr/>
          </p:nvPicPr>
          <p:blipFill>
            <a:blip r:embed="rId4" cstate="print">
              <a:extLst>
                <a:ext uri="{28A0092B-C50C-407E-A947-70E740481C1C}">
                  <a14:useLocalDpi xmlns:a14="http://schemas.microsoft.com/office/drawing/2010/main" val="0"/>
                </a:ext>
              </a:extLst>
            </a:blip>
            <a:srcRect l="24213" t="6155" r="23808" b="6520"/>
            <a:stretch>
              <a:fillRect/>
            </a:stretch>
          </p:blipFill>
          <p:spPr>
            <a:xfrm>
              <a:off x="0" y="0"/>
              <a:ext cx="2160000" cy="2138472"/>
            </a:xfrm>
            <a:prstGeom prst="rect">
              <a:avLst/>
            </a:prstGeom>
          </p:spPr>
        </p:pic>
      </p:grpSp>
      <p:sp>
        <p:nvSpPr>
          <p:cNvPr id="10" name="TextBox 9">
            <a:extLst>
              <a:ext uri="{FF2B5EF4-FFF2-40B4-BE49-F238E27FC236}">
                <a16:creationId xmlns:a16="http://schemas.microsoft.com/office/drawing/2014/main" id="{517144CB-6D9A-3DEB-ED46-05C79C3AD900}"/>
              </a:ext>
            </a:extLst>
          </p:cNvPr>
          <p:cNvSpPr txBox="1"/>
          <p:nvPr/>
        </p:nvSpPr>
        <p:spPr>
          <a:xfrm>
            <a:off x="0" y="5406547"/>
            <a:ext cx="3783435" cy="461665"/>
          </a:xfrm>
          <a:prstGeom prst="rect">
            <a:avLst/>
          </a:prstGeom>
          <a:noFill/>
        </p:spPr>
        <p:txBody>
          <a:bodyPr wrap="square">
            <a:spAutoFit/>
          </a:bodyPr>
          <a:lstStyle/>
          <a:p>
            <a:r>
              <a:rPr lang="en-GB" i="1" dirty="0">
                <a:latin typeface="Calibri" panose="020F0502020204030204" pitchFamily="34" charset="0"/>
                <a:ea typeface="Calibri" panose="020F0502020204030204" pitchFamily="34" charset="0"/>
                <a:cs typeface="Times New Roman" panose="02020603050405020304" pitchFamily="18" charset="0"/>
              </a:rPr>
              <a:t>Left to right: 0, 1, 2.5mm Cu</a:t>
            </a:r>
            <a:endParaRPr lang="en-GB" dirty="0"/>
          </a:p>
        </p:txBody>
      </p:sp>
    </p:spTree>
    <p:extLst>
      <p:ext uri="{BB962C8B-B14F-4D97-AF65-F5344CB8AC3E}">
        <p14:creationId xmlns:p14="http://schemas.microsoft.com/office/powerpoint/2010/main" val="222782372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7853CE-992B-9116-5A9D-BF7009BE7E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0BD4E5-F769-0AA5-4AC7-9BB9494EC7A2}"/>
              </a:ext>
            </a:extLst>
          </p:cNvPr>
          <p:cNvSpPr>
            <a:spLocks noGrp="1"/>
          </p:cNvSpPr>
          <p:nvPr>
            <p:ph type="title"/>
          </p:nvPr>
        </p:nvSpPr>
        <p:spPr/>
        <p:txBody>
          <a:bodyPr/>
          <a:lstStyle/>
          <a:p>
            <a:r>
              <a:rPr lang="en-GB" dirty="0"/>
              <a:t>Beam Hardening – hardware correction</a:t>
            </a:r>
          </a:p>
        </p:txBody>
      </p:sp>
      <p:sp>
        <p:nvSpPr>
          <p:cNvPr id="4" name="Slide Number Placeholder 3">
            <a:extLst>
              <a:ext uri="{FF2B5EF4-FFF2-40B4-BE49-F238E27FC236}">
                <a16:creationId xmlns:a16="http://schemas.microsoft.com/office/drawing/2014/main" id="{41FE4CE5-8439-0D14-9557-6F365D4025A0}"/>
              </a:ext>
            </a:extLst>
          </p:cNvPr>
          <p:cNvSpPr>
            <a:spLocks noGrp="1"/>
          </p:cNvSpPr>
          <p:nvPr>
            <p:ph type="sldNum" sz="quarter" idx="10"/>
          </p:nvPr>
        </p:nvSpPr>
        <p:spPr/>
        <p:txBody>
          <a:bodyPr/>
          <a:lstStyle/>
          <a:p>
            <a:pPr>
              <a:defRPr/>
            </a:pPr>
            <a:fld id="{C0335DDC-D7BD-499D-8620-A8CC6675656F}" type="slidenum">
              <a:rPr lang="en-US" altLang="ja-JP" smtClean="0"/>
              <a:pPr>
                <a:defRPr/>
              </a:pPr>
              <a:t>41</a:t>
            </a:fld>
            <a:endParaRPr lang="en-US" altLang="ja-JP"/>
          </a:p>
        </p:txBody>
      </p:sp>
      <p:grpSp>
        <p:nvGrpSpPr>
          <p:cNvPr id="6" name="Group 5">
            <a:extLst>
              <a:ext uri="{FF2B5EF4-FFF2-40B4-BE49-F238E27FC236}">
                <a16:creationId xmlns:a16="http://schemas.microsoft.com/office/drawing/2014/main" id="{7751FF45-ADA3-6F3F-6D44-E39E553BBA86}"/>
              </a:ext>
            </a:extLst>
          </p:cNvPr>
          <p:cNvGrpSpPr>
            <a:grpSpLocks noChangeAspect="1"/>
          </p:cNvGrpSpPr>
          <p:nvPr/>
        </p:nvGrpSpPr>
        <p:grpSpPr>
          <a:xfrm>
            <a:off x="3674190" y="4838259"/>
            <a:ext cx="4843620" cy="1598242"/>
            <a:chOff x="0" y="0"/>
            <a:chExt cx="6480000" cy="2138472"/>
          </a:xfrm>
        </p:grpSpPr>
        <p:pic>
          <p:nvPicPr>
            <p:cNvPr id="7" name="Picture 6" descr="A white circle with black background&#10;&#10;AI-generated content may be incorrect.">
              <a:extLst>
                <a:ext uri="{FF2B5EF4-FFF2-40B4-BE49-F238E27FC236}">
                  <a16:creationId xmlns:a16="http://schemas.microsoft.com/office/drawing/2014/main" id="{F93AADA8-3679-80C7-D813-DBB512785CE4}"/>
                </a:ext>
              </a:extLst>
            </p:cNvPr>
            <p:cNvPicPr>
              <a:picLocks noChangeAspect="1"/>
            </p:cNvPicPr>
            <p:nvPr/>
          </p:nvPicPr>
          <p:blipFill>
            <a:blip r:embed="rId2" cstate="print">
              <a:extLst>
                <a:ext uri="{28A0092B-C50C-407E-A947-70E740481C1C}">
                  <a14:useLocalDpi xmlns:a14="http://schemas.microsoft.com/office/drawing/2010/main" val="0"/>
                </a:ext>
              </a:extLst>
            </a:blip>
            <a:srcRect l="24213" t="6153" r="23808" b="6520"/>
            <a:stretch>
              <a:fillRect/>
            </a:stretch>
          </p:blipFill>
          <p:spPr>
            <a:xfrm>
              <a:off x="4320000" y="0"/>
              <a:ext cx="2160000" cy="2138472"/>
            </a:xfrm>
            <a:prstGeom prst="rect">
              <a:avLst/>
            </a:prstGeom>
          </p:spPr>
        </p:pic>
        <p:pic>
          <p:nvPicPr>
            <p:cNvPr id="8" name="Picture 7" descr="A white circle with black background&#10;&#10;AI-generated content may be incorrect.">
              <a:extLst>
                <a:ext uri="{FF2B5EF4-FFF2-40B4-BE49-F238E27FC236}">
                  <a16:creationId xmlns:a16="http://schemas.microsoft.com/office/drawing/2014/main" id="{1CC14B9C-82A1-1257-695B-E8AEE8A8AB0C}"/>
                </a:ext>
              </a:extLst>
            </p:cNvPr>
            <p:cNvPicPr>
              <a:picLocks noChangeAspect="1"/>
            </p:cNvPicPr>
            <p:nvPr/>
          </p:nvPicPr>
          <p:blipFill>
            <a:blip r:embed="rId2" cstate="print">
              <a:extLst>
                <a:ext uri="{28A0092B-C50C-407E-A947-70E740481C1C}">
                  <a14:useLocalDpi xmlns:a14="http://schemas.microsoft.com/office/drawing/2010/main" val="0"/>
                </a:ext>
              </a:extLst>
            </a:blip>
            <a:srcRect l="24213" t="6153" r="23808" b="6520"/>
            <a:stretch>
              <a:fillRect/>
            </a:stretch>
          </p:blipFill>
          <p:spPr>
            <a:xfrm>
              <a:off x="2160000" y="0"/>
              <a:ext cx="2160000" cy="2138472"/>
            </a:xfrm>
            <a:prstGeom prst="rect">
              <a:avLst/>
            </a:prstGeom>
          </p:spPr>
        </p:pic>
        <p:pic>
          <p:nvPicPr>
            <p:cNvPr id="9" name="Picture 8" descr="A close-up of a planet&#10;&#10;AI-generated content may be incorrect.">
              <a:extLst>
                <a:ext uri="{FF2B5EF4-FFF2-40B4-BE49-F238E27FC236}">
                  <a16:creationId xmlns:a16="http://schemas.microsoft.com/office/drawing/2014/main" id="{3B3677A9-2BE4-778B-0E98-4E94526BC562}"/>
                </a:ext>
              </a:extLst>
            </p:cNvPr>
            <p:cNvPicPr>
              <a:picLocks noChangeAspect="1"/>
            </p:cNvPicPr>
            <p:nvPr/>
          </p:nvPicPr>
          <p:blipFill>
            <a:blip r:embed="rId3" cstate="print">
              <a:extLst>
                <a:ext uri="{28A0092B-C50C-407E-A947-70E740481C1C}">
                  <a14:useLocalDpi xmlns:a14="http://schemas.microsoft.com/office/drawing/2010/main" val="0"/>
                </a:ext>
              </a:extLst>
            </a:blip>
            <a:srcRect l="24213" t="6155" r="23808" b="6520"/>
            <a:stretch>
              <a:fillRect/>
            </a:stretch>
          </p:blipFill>
          <p:spPr>
            <a:xfrm>
              <a:off x="0" y="0"/>
              <a:ext cx="2160000" cy="2138472"/>
            </a:xfrm>
            <a:prstGeom prst="rect">
              <a:avLst/>
            </a:prstGeom>
          </p:spPr>
        </p:pic>
      </p:grpSp>
      <p:pic>
        <p:nvPicPr>
          <p:cNvPr id="3" name="Picture 2">
            <a:extLst>
              <a:ext uri="{FF2B5EF4-FFF2-40B4-BE49-F238E27FC236}">
                <a16:creationId xmlns:a16="http://schemas.microsoft.com/office/drawing/2014/main" id="{8AA48C7B-C0A5-D2DD-D31F-E68FCE92ADF5}"/>
              </a:ext>
            </a:extLst>
          </p:cNvPr>
          <p:cNvPicPr>
            <a:picLocks noChangeAspect="1"/>
          </p:cNvPicPr>
          <p:nvPr/>
        </p:nvPicPr>
        <p:blipFill>
          <a:blip r:embed="rId4"/>
          <a:stretch>
            <a:fillRect/>
          </a:stretch>
        </p:blipFill>
        <p:spPr>
          <a:xfrm>
            <a:off x="3147580" y="541741"/>
            <a:ext cx="5896840" cy="4302466"/>
          </a:xfrm>
          <a:prstGeom prst="rect">
            <a:avLst/>
          </a:prstGeom>
        </p:spPr>
      </p:pic>
      <p:sp>
        <p:nvSpPr>
          <p:cNvPr id="11" name="TextBox 10">
            <a:extLst>
              <a:ext uri="{FF2B5EF4-FFF2-40B4-BE49-F238E27FC236}">
                <a16:creationId xmlns:a16="http://schemas.microsoft.com/office/drawing/2014/main" id="{0C017892-1B49-D51D-EB66-1252CC073F51}"/>
              </a:ext>
            </a:extLst>
          </p:cNvPr>
          <p:cNvSpPr txBox="1"/>
          <p:nvPr/>
        </p:nvSpPr>
        <p:spPr>
          <a:xfrm>
            <a:off x="0" y="5406547"/>
            <a:ext cx="3783435" cy="461665"/>
          </a:xfrm>
          <a:prstGeom prst="rect">
            <a:avLst/>
          </a:prstGeom>
          <a:noFill/>
        </p:spPr>
        <p:txBody>
          <a:bodyPr wrap="square">
            <a:spAutoFit/>
          </a:bodyPr>
          <a:lstStyle/>
          <a:p>
            <a:r>
              <a:rPr lang="en-GB" i="1" dirty="0">
                <a:latin typeface="Calibri" panose="020F0502020204030204" pitchFamily="34" charset="0"/>
                <a:ea typeface="Calibri" panose="020F0502020204030204" pitchFamily="34" charset="0"/>
                <a:cs typeface="Times New Roman" panose="02020603050405020304" pitchFamily="18" charset="0"/>
              </a:rPr>
              <a:t>Left to right: 0, 1, 2.5mm Cu</a:t>
            </a:r>
            <a:endParaRPr lang="en-GB" dirty="0"/>
          </a:p>
        </p:txBody>
      </p:sp>
    </p:spTree>
    <p:extLst>
      <p:ext uri="{BB962C8B-B14F-4D97-AF65-F5344CB8AC3E}">
        <p14:creationId xmlns:p14="http://schemas.microsoft.com/office/powerpoint/2010/main" val="274389208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AF4EE0-2C50-68FE-4115-56D8E36112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7A8CA1-3A79-8FA2-CE77-1309659C59AE}"/>
              </a:ext>
            </a:extLst>
          </p:cNvPr>
          <p:cNvSpPr>
            <a:spLocks noGrp="1"/>
          </p:cNvSpPr>
          <p:nvPr>
            <p:ph type="title"/>
          </p:nvPr>
        </p:nvSpPr>
        <p:spPr/>
        <p:txBody>
          <a:bodyPr/>
          <a:lstStyle/>
          <a:p>
            <a:r>
              <a:rPr lang="en-GB" dirty="0"/>
              <a:t>Beam Hardening – software correction</a:t>
            </a:r>
          </a:p>
        </p:txBody>
      </p:sp>
      <p:sp>
        <p:nvSpPr>
          <p:cNvPr id="4" name="Slide Number Placeholder 3">
            <a:extLst>
              <a:ext uri="{FF2B5EF4-FFF2-40B4-BE49-F238E27FC236}">
                <a16:creationId xmlns:a16="http://schemas.microsoft.com/office/drawing/2014/main" id="{38AA6A09-26E2-89B4-F861-DA54A11C93BE}"/>
              </a:ext>
            </a:extLst>
          </p:cNvPr>
          <p:cNvSpPr>
            <a:spLocks noGrp="1"/>
          </p:cNvSpPr>
          <p:nvPr>
            <p:ph type="sldNum" sz="quarter" idx="10"/>
          </p:nvPr>
        </p:nvSpPr>
        <p:spPr/>
        <p:txBody>
          <a:bodyPr/>
          <a:lstStyle/>
          <a:p>
            <a:pPr>
              <a:defRPr/>
            </a:pPr>
            <a:fld id="{C0335DDC-D7BD-499D-8620-A8CC6675656F}" type="slidenum">
              <a:rPr lang="en-US" altLang="ja-JP" smtClean="0"/>
              <a:pPr>
                <a:defRPr/>
              </a:pPr>
              <a:t>42</a:t>
            </a:fld>
            <a:endParaRPr lang="en-US" altLang="ja-JP"/>
          </a:p>
        </p:txBody>
      </p:sp>
      <p:sp>
        <p:nvSpPr>
          <p:cNvPr id="11" name="TextBox 10">
            <a:extLst>
              <a:ext uri="{FF2B5EF4-FFF2-40B4-BE49-F238E27FC236}">
                <a16:creationId xmlns:a16="http://schemas.microsoft.com/office/drawing/2014/main" id="{B35548F6-7C02-6AB8-936A-8823557E2FC9}"/>
              </a:ext>
            </a:extLst>
          </p:cNvPr>
          <p:cNvSpPr txBox="1"/>
          <p:nvPr/>
        </p:nvSpPr>
        <p:spPr>
          <a:xfrm>
            <a:off x="1526570" y="5042654"/>
            <a:ext cx="8425543" cy="830997"/>
          </a:xfrm>
          <a:prstGeom prst="rect">
            <a:avLst/>
          </a:prstGeom>
          <a:noFill/>
        </p:spPr>
        <p:txBody>
          <a:bodyPr wrap="square">
            <a:spAutoFit/>
          </a:bodyPr>
          <a:lstStyle/>
          <a:p>
            <a:pPr algn="ctr"/>
            <a:r>
              <a:rPr lang="en-GB" i="1" dirty="0">
                <a:latin typeface="Calibri" panose="020F0502020204030204" pitchFamily="34" charset="0"/>
                <a:ea typeface="Calibri" panose="020F0502020204030204" pitchFamily="34" charset="0"/>
                <a:cs typeface="Times New Roman" panose="02020603050405020304" pitchFamily="18" charset="0"/>
              </a:rPr>
              <a:t>Left to right: 0mm Cu, 0mm Cu with beam hardening correction</a:t>
            </a:r>
          </a:p>
          <a:p>
            <a:pPr algn="ctr"/>
            <a:r>
              <a:rPr lang="en-GB" i="1" dirty="0" err="1">
                <a:latin typeface="Calibri" panose="020F0502020204030204" pitchFamily="34" charset="0"/>
                <a:ea typeface="Calibri" panose="020F0502020204030204" pitchFamily="34" charset="0"/>
                <a:cs typeface="Times New Roman" panose="02020603050405020304" pitchFamily="18" charset="0"/>
              </a:rPr>
              <a:t>Greyvalue</a:t>
            </a:r>
            <a:r>
              <a:rPr lang="en-GB" i="1" dirty="0">
                <a:latin typeface="Calibri" panose="020F0502020204030204" pitchFamily="34" charset="0"/>
                <a:ea typeface="Calibri" panose="020F0502020204030204" pitchFamily="34" charset="0"/>
                <a:cs typeface="Times New Roman" panose="02020603050405020304" pitchFamily="18" charset="0"/>
              </a:rPr>
              <a:t> difference: 54.7% uncorrected, 7.9% corrected</a:t>
            </a:r>
          </a:p>
        </p:txBody>
      </p:sp>
      <p:grpSp>
        <p:nvGrpSpPr>
          <p:cNvPr id="5" name="Group 4">
            <a:extLst>
              <a:ext uri="{FF2B5EF4-FFF2-40B4-BE49-F238E27FC236}">
                <a16:creationId xmlns:a16="http://schemas.microsoft.com/office/drawing/2014/main" id="{2461C8CA-A251-8628-3482-2256E0730D40}"/>
              </a:ext>
            </a:extLst>
          </p:cNvPr>
          <p:cNvGrpSpPr>
            <a:grpSpLocks noChangeAspect="1"/>
          </p:cNvGrpSpPr>
          <p:nvPr/>
        </p:nvGrpSpPr>
        <p:grpSpPr>
          <a:xfrm>
            <a:off x="1922031" y="721378"/>
            <a:ext cx="8347937" cy="4147585"/>
            <a:chOff x="0" y="0"/>
            <a:chExt cx="4320000" cy="2146394"/>
          </a:xfrm>
        </p:grpSpPr>
        <p:pic>
          <p:nvPicPr>
            <p:cNvPr id="10" name="Picture 9" descr="A close-up of a planet&#10;&#10;AI-generated content may be incorrect.">
              <a:extLst>
                <a:ext uri="{FF2B5EF4-FFF2-40B4-BE49-F238E27FC236}">
                  <a16:creationId xmlns:a16="http://schemas.microsoft.com/office/drawing/2014/main" id="{7823118C-C0A4-5E54-F069-3495087DA2E2}"/>
                </a:ext>
              </a:extLst>
            </p:cNvPr>
            <p:cNvPicPr>
              <a:picLocks noChangeAspect="1"/>
            </p:cNvPicPr>
            <p:nvPr/>
          </p:nvPicPr>
          <p:blipFill>
            <a:blip r:embed="rId2" cstate="print">
              <a:extLst>
                <a:ext uri="{28A0092B-C50C-407E-A947-70E740481C1C}">
                  <a14:useLocalDpi xmlns:a14="http://schemas.microsoft.com/office/drawing/2010/main" val="0"/>
                </a:ext>
              </a:extLst>
            </a:blip>
            <a:srcRect l="24218" t="5973" r="23809" b="6388"/>
            <a:stretch>
              <a:fillRect/>
            </a:stretch>
          </p:blipFill>
          <p:spPr>
            <a:xfrm>
              <a:off x="0" y="0"/>
              <a:ext cx="2160000" cy="2146394"/>
            </a:xfrm>
            <a:prstGeom prst="rect">
              <a:avLst/>
            </a:prstGeom>
          </p:spPr>
        </p:pic>
        <p:pic>
          <p:nvPicPr>
            <p:cNvPr id="12" name="Picture 11" descr="A white circle with black background&#10;&#10;AI-generated content may be incorrect.">
              <a:extLst>
                <a:ext uri="{FF2B5EF4-FFF2-40B4-BE49-F238E27FC236}">
                  <a16:creationId xmlns:a16="http://schemas.microsoft.com/office/drawing/2014/main" id="{D2F8B008-ED61-0838-E87E-76087E6D829D}"/>
                </a:ext>
              </a:extLst>
            </p:cNvPr>
            <p:cNvPicPr>
              <a:picLocks noChangeAspect="1"/>
            </p:cNvPicPr>
            <p:nvPr/>
          </p:nvPicPr>
          <p:blipFill>
            <a:blip r:embed="rId3" cstate="print">
              <a:extLst>
                <a:ext uri="{28A0092B-C50C-407E-A947-70E740481C1C}">
                  <a14:useLocalDpi xmlns:a14="http://schemas.microsoft.com/office/drawing/2010/main" val="0"/>
                </a:ext>
              </a:extLst>
            </a:blip>
            <a:srcRect l="24218" t="5973" r="23809" b="6388"/>
            <a:stretch>
              <a:fillRect/>
            </a:stretch>
          </p:blipFill>
          <p:spPr>
            <a:xfrm>
              <a:off x="2160000" y="0"/>
              <a:ext cx="2160000" cy="2146394"/>
            </a:xfrm>
            <a:prstGeom prst="rect">
              <a:avLst/>
            </a:prstGeom>
          </p:spPr>
        </p:pic>
      </p:grpSp>
    </p:spTree>
    <p:extLst>
      <p:ext uri="{BB962C8B-B14F-4D97-AF65-F5344CB8AC3E}">
        <p14:creationId xmlns:p14="http://schemas.microsoft.com/office/powerpoint/2010/main" val="104185694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ChangeArrowheads="1"/>
          </p:cNvSpPr>
          <p:nvPr/>
        </p:nvSpPr>
        <p:spPr bwMode="auto">
          <a:xfrm>
            <a:off x="0" y="0"/>
            <a:ext cx="12192000" cy="6858000"/>
          </a:xfrm>
          <a:prstGeom prst="rect">
            <a:avLst/>
          </a:prstGeom>
          <a:solidFill>
            <a:schemeClr val="accent1"/>
          </a:solidFill>
          <a:ln w="9525">
            <a:solidFill>
              <a:schemeClr val="tx1"/>
            </a:solidFill>
            <a:miter lim="800000"/>
            <a:headEnd/>
            <a:tailEnd/>
          </a:ln>
        </p:spPr>
        <p:txBody>
          <a:bodyPr wrap="none" anchor="ctr"/>
          <a:lstStyle/>
          <a:p>
            <a:pPr algn="ctr"/>
            <a:endParaRPr lang="en-US">
              <a:latin typeface="Calibri" pitchFamily="34" charset="0"/>
            </a:endParaRPr>
          </a:p>
        </p:txBody>
      </p:sp>
      <p:pic>
        <p:nvPicPr>
          <p:cNvPr id="45060" name="Picture 4" descr="Baselin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88631" y="1496683"/>
            <a:ext cx="3614738" cy="293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11" descr="nikon_rgb_34"/>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466871" y="3930081"/>
            <a:ext cx="1225550" cy="1225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2266753"/>
      </p:ext>
    </p:extLst>
  </p:cSld>
  <p:clrMapOvr>
    <a:masterClrMapping/>
  </p:clrMapOvr>
</p:sld>
</file>

<file path=ppt/theme/theme1.xml><?xml version="1.0" encoding="utf-8"?>
<a:theme xmlns:a="http://schemas.openxmlformats.org/drawingml/2006/main" name="NM_template_2016">
  <a:themeElements>
    <a:clrScheme name="NM_template_2010 1">
      <a:dk1>
        <a:srgbClr val="000000"/>
      </a:dk1>
      <a:lt1>
        <a:srgbClr val="FFFFFF"/>
      </a:lt1>
      <a:dk2>
        <a:srgbClr val="000000"/>
      </a:dk2>
      <a:lt2>
        <a:srgbClr val="666666"/>
      </a:lt2>
      <a:accent1>
        <a:srgbClr val="FFFFFF"/>
      </a:accent1>
      <a:accent2>
        <a:srgbClr val="FAE600"/>
      </a:accent2>
      <a:accent3>
        <a:srgbClr val="FFFFFF"/>
      </a:accent3>
      <a:accent4>
        <a:srgbClr val="000000"/>
      </a:accent4>
      <a:accent5>
        <a:srgbClr val="FFFFFF"/>
      </a:accent5>
      <a:accent6>
        <a:srgbClr val="E3D000"/>
      </a:accent6>
      <a:hlink>
        <a:srgbClr val="000000"/>
      </a:hlink>
      <a:folHlink>
        <a:srgbClr val="000000"/>
      </a:folHlink>
    </a:clrScheme>
    <a:fontScheme name="NM_template_2010">
      <a:majorFont>
        <a:latin typeface="Arial"/>
        <a:ea typeface="MS PGothic"/>
        <a:cs typeface=""/>
      </a:majorFont>
      <a:minorFont>
        <a:latin typeface="Arial"/>
        <a:ea typeface="MS PGothic"/>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ja-JP" altLang="en-US" sz="2400" b="1" i="0" u="none" strike="noStrike" cap="none" normalizeH="0" baseline="0" smtClean="0">
            <a:ln>
              <a:noFill/>
            </a:ln>
            <a:solidFill>
              <a:schemeClr val="tx1"/>
            </a:solidFill>
            <a:effectLst/>
            <a:latin typeface="Arial" charset="0"/>
            <a:ea typeface="MS Gothic" pitchFamily="49" charset="-128"/>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ja-JP" altLang="en-US" sz="2400" b="1" i="0" u="none" strike="noStrike" cap="none" normalizeH="0" baseline="0" smtClean="0">
            <a:ln>
              <a:noFill/>
            </a:ln>
            <a:solidFill>
              <a:schemeClr val="tx1"/>
            </a:solidFill>
            <a:effectLst/>
            <a:latin typeface="Arial" charset="0"/>
            <a:ea typeface="MS Gothic" pitchFamily="49" charset="-128"/>
          </a:defRPr>
        </a:defPPr>
      </a:lstStyle>
    </a:lnDef>
  </a:objectDefaults>
  <a:extraClrSchemeLst>
    <a:extraClrScheme>
      <a:clrScheme name="NM_template_2010 1">
        <a:dk1>
          <a:srgbClr val="000000"/>
        </a:dk1>
        <a:lt1>
          <a:srgbClr val="FFFFFF"/>
        </a:lt1>
        <a:dk2>
          <a:srgbClr val="000000"/>
        </a:dk2>
        <a:lt2>
          <a:srgbClr val="666666"/>
        </a:lt2>
        <a:accent1>
          <a:srgbClr val="FFFFFF"/>
        </a:accent1>
        <a:accent2>
          <a:srgbClr val="FAE600"/>
        </a:accent2>
        <a:accent3>
          <a:srgbClr val="FFFFFF"/>
        </a:accent3>
        <a:accent4>
          <a:srgbClr val="000000"/>
        </a:accent4>
        <a:accent5>
          <a:srgbClr val="FFFFFF"/>
        </a:accent5>
        <a:accent6>
          <a:srgbClr val="E3D000"/>
        </a:accent6>
        <a:hlink>
          <a:srgbClr val="000000"/>
        </a:hlink>
        <a:folHlink>
          <a:srgbClr val="000000"/>
        </a:folHlink>
      </a:clrScheme>
      <a:clrMap bg1="lt1" tx1="dk1" bg2="lt2" tx2="dk2" accent1="accent1" accent2="accent2" accent3="accent3" accent4="accent4" accent5="accent5" accent6="accent6" hlink="hlink" folHlink="folHlink"/>
    </a:extraClrScheme>
    <a:extraClrScheme>
      <a:clrScheme name="NM_template_2010 2">
        <a:dk1>
          <a:srgbClr val="666666"/>
        </a:dk1>
        <a:lt1>
          <a:srgbClr val="FFFFFF"/>
        </a:lt1>
        <a:dk2>
          <a:srgbClr val="000000"/>
        </a:dk2>
        <a:lt2>
          <a:srgbClr val="FFFFFF"/>
        </a:lt2>
        <a:accent1>
          <a:srgbClr val="FFFFFF"/>
        </a:accent1>
        <a:accent2>
          <a:srgbClr val="FAE600"/>
        </a:accent2>
        <a:accent3>
          <a:srgbClr val="AAAAAA"/>
        </a:accent3>
        <a:accent4>
          <a:srgbClr val="DADADA"/>
        </a:accent4>
        <a:accent5>
          <a:srgbClr val="FFFFFF"/>
        </a:accent5>
        <a:accent6>
          <a:srgbClr val="E3D000"/>
        </a:accent6>
        <a:hlink>
          <a:srgbClr val="FFFFFF"/>
        </a:hlink>
        <a:folHlink>
          <a:srgbClr val="FFFFFF"/>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Presentation2" id="{0B8B53D5-5AA2-434D-858B-2C2038105235}" vid="{4576DE7D-059D-40D7-9244-5EBCD905998A}"/>
    </a:ext>
  </a:extLst>
</a:theme>
</file>

<file path=ppt/theme/theme2.xml><?xml version="1.0" encoding="utf-8"?>
<a:theme xmlns:a="http://schemas.openxmlformats.org/drawingml/2006/main" name="5_新しいプレゼンテーション">
  <a:themeElements>
    <a:clrScheme name="5_新しいプレゼンテーション 1">
      <a:dk1>
        <a:srgbClr val="000000"/>
      </a:dk1>
      <a:lt1>
        <a:srgbClr val="FFFFFF"/>
      </a:lt1>
      <a:dk2>
        <a:srgbClr val="000000"/>
      </a:dk2>
      <a:lt2>
        <a:srgbClr val="666666"/>
      </a:lt2>
      <a:accent1>
        <a:srgbClr val="FFFFFF"/>
      </a:accent1>
      <a:accent2>
        <a:srgbClr val="FAE600"/>
      </a:accent2>
      <a:accent3>
        <a:srgbClr val="FFFFFF"/>
      </a:accent3>
      <a:accent4>
        <a:srgbClr val="000000"/>
      </a:accent4>
      <a:accent5>
        <a:srgbClr val="FFFFFF"/>
      </a:accent5>
      <a:accent6>
        <a:srgbClr val="E3D000"/>
      </a:accent6>
      <a:hlink>
        <a:srgbClr val="000000"/>
      </a:hlink>
      <a:folHlink>
        <a:srgbClr val="000000"/>
      </a:folHlink>
    </a:clrScheme>
    <a:fontScheme name="5_新しいプレゼンテーション">
      <a:majorFont>
        <a:latin typeface="Arial"/>
        <a:ea typeface="MS PGothic"/>
        <a:cs typeface=""/>
      </a:majorFont>
      <a:minorFont>
        <a:latin typeface="Arial"/>
        <a:ea typeface="MS PGothic"/>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ja-JP" altLang="en-US" sz="2400" b="1" i="0" u="none" strike="noStrike" cap="none" normalizeH="0" baseline="0" smtClean="0">
            <a:ln>
              <a:noFill/>
            </a:ln>
            <a:solidFill>
              <a:schemeClr val="tx1"/>
            </a:solidFill>
            <a:effectLst/>
            <a:latin typeface="Arial" charset="0"/>
            <a:ea typeface="MS Gothic" pitchFamily="49" charset="-128"/>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ja-JP" altLang="en-US" sz="2400" b="1" i="0" u="none" strike="noStrike" cap="none" normalizeH="0" baseline="0" smtClean="0">
            <a:ln>
              <a:noFill/>
            </a:ln>
            <a:solidFill>
              <a:schemeClr val="tx1"/>
            </a:solidFill>
            <a:effectLst/>
            <a:latin typeface="Arial" charset="0"/>
            <a:ea typeface="MS Gothic" pitchFamily="49" charset="-128"/>
          </a:defRPr>
        </a:defPPr>
      </a:lstStyle>
    </a:lnDef>
  </a:objectDefaults>
  <a:extraClrSchemeLst>
    <a:extraClrScheme>
      <a:clrScheme name="5_新しいプレゼンテーション 1">
        <a:dk1>
          <a:srgbClr val="000000"/>
        </a:dk1>
        <a:lt1>
          <a:srgbClr val="FFFFFF"/>
        </a:lt1>
        <a:dk2>
          <a:srgbClr val="000000"/>
        </a:dk2>
        <a:lt2>
          <a:srgbClr val="666666"/>
        </a:lt2>
        <a:accent1>
          <a:srgbClr val="FFFFFF"/>
        </a:accent1>
        <a:accent2>
          <a:srgbClr val="FAE600"/>
        </a:accent2>
        <a:accent3>
          <a:srgbClr val="FFFFFF"/>
        </a:accent3>
        <a:accent4>
          <a:srgbClr val="000000"/>
        </a:accent4>
        <a:accent5>
          <a:srgbClr val="FFFFFF"/>
        </a:accent5>
        <a:accent6>
          <a:srgbClr val="E3D000"/>
        </a:accent6>
        <a:hlink>
          <a:srgbClr val="000000"/>
        </a:hlink>
        <a:folHlink>
          <a:srgbClr val="000000"/>
        </a:folHlink>
      </a:clrScheme>
      <a:clrMap bg1="lt1" tx1="dk1" bg2="lt2" tx2="dk2" accent1="accent1" accent2="accent2" accent3="accent3" accent4="accent4" accent5="accent5" accent6="accent6" hlink="hlink" folHlink="folHlink"/>
    </a:extraClrScheme>
    <a:extraClrScheme>
      <a:clrScheme name="5_新しいプレゼンテーション 2">
        <a:dk1>
          <a:srgbClr val="666666"/>
        </a:dk1>
        <a:lt1>
          <a:srgbClr val="FFFFFF"/>
        </a:lt1>
        <a:dk2>
          <a:srgbClr val="000000"/>
        </a:dk2>
        <a:lt2>
          <a:srgbClr val="FFFFFF"/>
        </a:lt2>
        <a:accent1>
          <a:srgbClr val="FFFFFF"/>
        </a:accent1>
        <a:accent2>
          <a:srgbClr val="FAE600"/>
        </a:accent2>
        <a:accent3>
          <a:srgbClr val="AAAAAA"/>
        </a:accent3>
        <a:accent4>
          <a:srgbClr val="DADADA"/>
        </a:accent4>
        <a:accent5>
          <a:srgbClr val="FFFFFF"/>
        </a:accent5>
        <a:accent6>
          <a:srgbClr val="E3D000"/>
        </a:accent6>
        <a:hlink>
          <a:srgbClr val="FFFFFF"/>
        </a:hlink>
        <a:folHlink>
          <a:srgbClr val="FFFFFF"/>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Presentation2" id="{0B8B53D5-5AA2-434D-858B-2C2038105235}" vid="{E54CBEEC-FE3B-4022-98D5-CCEE114F3172}"/>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7_新しいプレゼンテーション 1">
    <a:dk1>
      <a:srgbClr val="000000"/>
    </a:dk1>
    <a:lt1>
      <a:srgbClr val="FFFFFF"/>
    </a:lt1>
    <a:dk2>
      <a:srgbClr val="000000"/>
    </a:dk2>
    <a:lt2>
      <a:srgbClr val="666666"/>
    </a:lt2>
    <a:accent1>
      <a:srgbClr val="FFFFFF"/>
    </a:accent1>
    <a:accent2>
      <a:srgbClr val="FAE600"/>
    </a:accent2>
    <a:accent3>
      <a:srgbClr val="FFFFFF"/>
    </a:accent3>
    <a:accent4>
      <a:srgbClr val="000000"/>
    </a:accent4>
    <a:accent5>
      <a:srgbClr val="FFFFFF"/>
    </a:accent5>
    <a:accent6>
      <a:srgbClr val="E3D000"/>
    </a:accent6>
    <a:hlink>
      <a:srgbClr val="000000"/>
    </a:hlink>
    <a:folHlink>
      <a:srgbClr val="000000"/>
    </a:folHlink>
  </a:clrScheme>
  <a:fontScheme name="7_新しいプレゼンテーション">
    <a:majorFont>
      <a:latin typeface="Arial"/>
      <a:ea typeface="ＭＳ Ｐゴシック"/>
      <a:cs typeface=""/>
    </a:majorFont>
    <a:minorFont>
      <a:latin typeface="Arial"/>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docProps/app.xml><?xml version="1.0" encoding="utf-8"?>
<Properties xmlns="http://schemas.openxmlformats.org/officeDocument/2006/extended-properties" xmlns:vt="http://schemas.openxmlformats.org/officeDocument/2006/docPropsVTypes">
  <Template>NM_template_2018_16x9</Template>
  <TotalTime>6698</TotalTime>
  <Words>2159</Words>
  <Application>Microsoft Office PowerPoint</Application>
  <PresentationFormat>Widescreen</PresentationFormat>
  <Paragraphs>381</Paragraphs>
  <Slides>43</Slides>
  <Notes>9</Notes>
  <HiddenSlides>8</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43</vt:i4>
      </vt:variant>
    </vt:vector>
  </HeadingPairs>
  <TitlesOfParts>
    <vt:vector size="49" baseType="lpstr">
      <vt:lpstr>MS Mincho</vt:lpstr>
      <vt:lpstr>Arial</vt:lpstr>
      <vt:lpstr>Calibri</vt:lpstr>
      <vt:lpstr>Wingdings</vt:lpstr>
      <vt:lpstr>NM_template_2016</vt:lpstr>
      <vt:lpstr>5_新しいプレゼンテーション</vt:lpstr>
      <vt:lpstr>Introduction to X-ray Imaging James Finch</vt:lpstr>
      <vt:lpstr>Structure</vt:lpstr>
      <vt:lpstr>PowerPoint Presentation</vt:lpstr>
      <vt:lpstr>What are X-rays?</vt:lpstr>
      <vt:lpstr>PowerPoint Presentation</vt:lpstr>
      <vt:lpstr>Generating X-rays: Reflection Target</vt:lpstr>
      <vt:lpstr>Generating X-rays: Transmission Target</vt:lpstr>
      <vt:lpstr>Generating X-rays: Rotating Reflection Target</vt:lpstr>
      <vt:lpstr>Generating X-rays: 320 Module</vt:lpstr>
      <vt:lpstr>Generating X-rays: 450kV Reflection Target</vt:lpstr>
      <vt:lpstr>Generating X-rays: 450kV Rotating Target</vt:lpstr>
      <vt:lpstr>PowerPoint Presentation</vt:lpstr>
      <vt:lpstr>Generating X-Rays: Bremsstrahlung Radiation</vt:lpstr>
      <vt:lpstr>Generating X-rays: Characteristic Emission</vt:lpstr>
      <vt:lpstr>Generating X-rays: Characteristic Emission</vt:lpstr>
      <vt:lpstr>Generating X-rays: The X-ray Spectrum</vt:lpstr>
      <vt:lpstr>Multi-metal reflection target</vt:lpstr>
      <vt:lpstr>PowerPoint Presentation</vt:lpstr>
      <vt:lpstr>Casting A Shadow</vt:lpstr>
      <vt:lpstr>Casting A Shadow: Attenuation</vt:lpstr>
      <vt:lpstr>Casting A Shadow: Attenuation</vt:lpstr>
      <vt:lpstr>Casting A Shadow: Effect of changing kV</vt:lpstr>
      <vt:lpstr>Casting A Shadow: Effect of filters</vt:lpstr>
      <vt:lpstr>Casting A Shadow: Geometric Magnification</vt:lpstr>
      <vt:lpstr>Casting A Shadow: Geometric Unsharpness</vt:lpstr>
      <vt:lpstr>PowerPoint Presentation</vt:lpstr>
      <vt:lpstr>Detecting X-rays</vt:lpstr>
      <vt:lpstr>Detecting X-rays: Effective Pixel Size</vt:lpstr>
      <vt:lpstr>Detecting X-rays: Noise</vt:lpstr>
      <vt:lpstr>PowerPoint Presentation</vt:lpstr>
      <vt:lpstr>What is CT?</vt:lpstr>
      <vt:lpstr>CT: Acquisition, Reconstruction and Analysis</vt:lpstr>
      <vt:lpstr>CT: Number of projection images</vt:lpstr>
      <vt:lpstr>X.Tend Helical Acquisition</vt:lpstr>
      <vt:lpstr>Limited Angle CT</vt:lpstr>
      <vt:lpstr>PowerPoint Presentation</vt:lpstr>
      <vt:lpstr>Beam Hardening</vt:lpstr>
      <vt:lpstr>Beam Hardening</vt:lpstr>
      <vt:lpstr>Beam Hardening</vt:lpstr>
      <vt:lpstr>Beam Hardening</vt:lpstr>
      <vt:lpstr>Beam Hardening – hardware correction</vt:lpstr>
      <vt:lpstr>Beam Hardening – software correction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X-ray Imaging Chris Price</dc:title>
  <dc:creator>James Finch</dc:creator>
  <cp:lastModifiedBy>Finch, James</cp:lastModifiedBy>
  <cp:revision>170</cp:revision>
  <cp:lastPrinted>2009-03-03T04:23:49Z</cp:lastPrinted>
  <dcterms:created xsi:type="dcterms:W3CDTF">2019-01-23T11:03:28Z</dcterms:created>
  <dcterms:modified xsi:type="dcterms:W3CDTF">2025-08-18T22:40:30Z</dcterms:modified>
</cp:coreProperties>
</file>